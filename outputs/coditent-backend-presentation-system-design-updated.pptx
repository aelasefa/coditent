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971dd7e0424a86" /><Relationship Type="http://schemas.openxmlformats.org/officeDocument/2006/relationships/extended-properties" Target="/docProps/app.xml" Id="R7e5b48c0dc7645a3" /><Relationship Type="http://schemas.openxmlformats.org/officeDocument/2006/relationships/officeDocument" Target="/ppt/presentation.xml" Id="R48beaf2d7a874b4f" /></Relationships>
</file>

<file path=ppt/presentation.xml><?xml version="1.0" encoding="utf-8"?>
<p:presentation xmlns:p="http://schemas.openxmlformats.org/presentationml/2006/main">
  <p:sldMasterIdLst>
    <p:sldMasterId xmlns:r="http://schemas.openxmlformats.org/officeDocument/2006/relationships" id="2147483648" r:id="R26eddda12a1b4223"/>
  </p:sldMasterIdLst>
  <p:notesMasterIdLst>
    <p:notesMasterId xmlns:r="http://schemas.openxmlformats.org/officeDocument/2006/relationships" r:id="R4d566fbb0d1f49c5"/>
  </p:notesMasterIdLst>
  <p:sldIdLst>
    <p:sldId xmlns:r="http://schemas.openxmlformats.org/officeDocument/2006/relationships" id="256" r:id="R8baad6719a4945df"/>
    <p:sldId xmlns:r="http://schemas.openxmlformats.org/officeDocument/2006/relationships" id="257" r:id="R90ab64cc281d4d8a"/>
    <p:sldId xmlns:r="http://schemas.openxmlformats.org/officeDocument/2006/relationships" id="258" r:id="R5a142afc7df449ca"/>
    <p:sldId xmlns:r="http://schemas.openxmlformats.org/officeDocument/2006/relationships" id="259" r:id="R7d8cbed0cc114557"/>
    <p:sldId xmlns:r="http://schemas.openxmlformats.org/officeDocument/2006/relationships" id="260" r:id="R9e2a654fac374301"/>
    <p:sldId xmlns:r="http://schemas.openxmlformats.org/officeDocument/2006/relationships" id="261" r:id="R22068e6a8fcb4bfc"/>
    <p:sldId xmlns:r="http://schemas.openxmlformats.org/officeDocument/2006/relationships" id="262" r:id="Rc62ec77585f34b4f"/>
    <p:sldId xmlns:r="http://schemas.openxmlformats.org/officeDocument/2006/relationships" id="263" r:id="R6b1868477b2048ff"/>
    <p:sldId xmlns:r="http://schemas.openxmlformats.org/officeDocument/2006/relationships" id="264" r:id="R0461118d078040cc"/>
    <p:sldId xmlns:r="http://schemas.openxmlformats.org/officeDocument/2006/relationships" id="265" r:id="R0fb08b39d0ca474d"/>
    <p:sldId xmlns:r="http://schemas.openxmlformats.org/officeDocument/2006/relationships" id="266" r:id="R2c1fe0dd86384ff6"/>
    <p:sldId xmlns:r="http://schemas.openxmlformats.org/officeDocument/2006/relationships" id="267" r:id="Rb00d29bde6994b7f"/>
    <p:sldId xmlns:r="http://schemas.openxmlformats.org/officeDocument/2006/relationships" id="268" r:id="Rb3722140b2cb40ce"/>
    <p:sldId xmlns:r="http://schemas.openxmlformats.org/officeDocument/2006/relationships" id="269" r:id="R6c19924afede449c"/>
    <p:sldId xmlns:r="http://schemas.openxmlformats.org/officeDocument/2006/relationships" id="270" r:id="Raf742737645042b1"/>
    <p:sldId xmlns:r="http://schemas.openxmlformats.org/officeDocument/2006/relationships" id="271" r:id="Rb668d98ed4bd48d0"/>
    <p:sldId xmlns:r="http://schemas.openxmlformats.org/officeDocument/2006/relationships" id="272" r:id="Rd8a32e355c2e4fb8"/>
    <p:sldId xmlns:r="http://schemas.openxmlformats.org/officeDocument/2006/relationships" id="273" r:id="R13322fa3a5754d98"/>
    <p:sldId xmlns:r="http://schemas.openxmlformats.org/officeDocument/2006/relationships" id="274" r:id="Radeac439768943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d4df7d52fe4c07" /><Relationship Type="http://schemas.openxmlformats.org/officeDocument/2006/relationships/slideMaster" Target="/ppt/slideMasters/slideMaster1.xml" Id="R26eddda12a1b4223" /><Relationship Type="http://schemas.openxmlformats.org/officeDocument/2006/relationships/notesMaster" Target="/ppt/notesMasters/notesMaster1.xml" Id="R4d566fbb0d1f49c5" /><Relationship Type="http://schemas.openxmlformats.org/officeDocument/2006/relationships/presProps" Target="/ppt/presProps.xml" Id="R20c32a5bf8e64789" /><Relationship Type="http://schemas.openxmlformats.org/officeDocument/2006/relationships/tableStyles" Target="/ppt/tableStyles.xml" Id="Reffb8a7d1f4e4dcf" /><Relationship Type="http://schemas.openxmlformats.org/officeDocument/2006/relationships/slide" Target="/ppt/slides/slide1.xml" Id="R8baad6719a4945df" /><Relationship Type="http://schemas.openxmlformats.org/officeDocument/2006/relationships/slide" Target="/ppt/slides/slide2.xml" Id="R90ab64cc281d4d8a" /><Relationship Type="http://schemas.openxmlformats.org/officeDocument/2006/relationships/slide" Target="/ppt/slides/slide3.xml" Id="R5a142afc7df449ca" /><Relationship Type="http://schemas.openxmlformats.org/officeDocument/2006/relationships/slide" Target="/ppt/slides/slide4.xml" Id="R7d8cbed0cc114557" /><Relationship Type="http://schemas.openxmlformats.org/officeDocument/2006/relationships/slide" Target="/ppt/slides/slide5.xml" Id="R9e2a654fac374301" /><Relationship Type="http://schemas.openxmlformats.org/officeDocument/2006/relationships/slide" Target="/ppt/slides/slide6.xml" Id="R22068e6a8fcb4bfc" /><Relationship Type="http://schemas.openxmlformats.org/officeDocument/2006/relationships/slide" Target="/ppt/slides/slide7.xml" Id="Rc62ec77585f34b4f" /><Relationship Type="http://schemas.openxmlformats.org/officeDocument/2006/relationships/slide" Target="/ppt/slides/slide8.xml" Id="R6b1868477b2048ff" /><Relationship Type="http://schemas.openxmlformats.org/officeDocument/2006/relationships/slide" Target="/ppt/slides/slide9.xml" Id="R0461118d078040cc" /><Relationship Type="http://schemas.openxmlformats.org/officeDocument/2006/relationships/slide" Target="/ppt/slides/slide10.xml" Id="R0fb08b39d0ca474d" /><Relationship Type="http://schemas.openxmlformats.org/officeDocument/2006/relationships/slide" Target="/ppt/slides/slide11.xml" Id="R2c1fe0dd86384ff6" /><Relationship Type="http://schemas.openxmlformats.org/officeDocument/2006/relationships/slide" Target="/ppt/slides/slide12.xml" Id="Rb00d29bde6994b7f" /><Relationship Type="http://schemas.openxmlformats.org/officeDocument/2006/relationships/slide" Target="/ppt/slides/slide13.xml" Id="Rb3722140b2cb40ce" /><Relationship Type="http://schemas.openxmlformats.org/officeDocument/2006/relationships/slide" Target="/ppt/slides/slide14.xml" Id="R6c19924afede449c" /><Relationship Type="http://schemas.openxmlformats.org/officeDocument/2006/relationships/slide" Target="/ppt/slides/slide15.xml" Id="Raf742737645042b1" /><Relationship Type="http://schemas.openxmlformats.org/officeDocument/2006/relationships/slide" Target="/ppt/slides/slide16.xml" Id="Rb668d98ed4bd48d0" /><Relationship Type="http://schemas.openxmlformats.org/officeDocument/2006/relationships/slide" Target="/ppt/slides/slide17.xml" Id="Rd8a32e355c2e4fb8" /><Relationship Type="http://schemas.openxmlformats.org/officeDocument/2006/relationships/slide" Target="/ppt/slides/slide18.xml" Id="R13322fa3a5754d98" /><Relationship Type="http://schemas.openxmlformats.org/officeDocument/2006/relationships/slide" Target="/ppt/slides/slide19.xml" Id="Radeac439768943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d88068077b45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d7f61963c84a8f" /><Relationship Type="http://schemas.openxmlformats.org/officeDocument/2006/relationships/notesMaster" Target="/ppt/notesMasters/notesMaster1.xml" Id="R9c013372738147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2af09116834c9a" /><Relationship Type="http://schemas.openxmlformats.org/officeDocument/2006/relationships/notesMaster" Target="/ppt/notesMasters/notesMaster1.xml" Id="R5b7575f954ea46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d2c13279b74d20" /><Relationship Type="http://schemas.openxmlformats.org/officeDocument/2006/relationships/notesMaster" Target="/ppt/notesMasters/notesMaster1.xml" Id="R10de41b3826544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8d20b200b84442" /><Relationship Type="http://schemas.openxmlformats.org/officeDocument/2006/relationships/notesMaster" Target="/ppt/notesMasters/notesMaster1.xml" Id="Rb2d8938057f949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8bc923fdd04fcb" /><Relationship Type="http://schemas.openxmlformats.org/officeDocument/2006/relationships/notesMaster" Target="/ppt/notesMasters/notesMaster1.xml" Id="R55705d30e2fa49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ea42daae25453d" /><Relationship Type="http://schemas.openxmlformats.org/officeDocument/2006/relationships/notesMaster" Target="/ppt/notesMasters/notesMaster1.xml" Id="Ra7de59bf549f4c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34a30b686c4f6e" /><Relationship Type="http://schemas.openxmlformats.org/officeDocument/2006/relationships/notesMaster" Target="/ppt/notesMasters/notesMaster1.xml" Id="Rdb36dfe5c38c42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c1fb5b822c4bad" /><Relationship Type="http://schemas.openxmlformats.org/officeDocument/2006/relationships/notesMaster" Target="/ppt/notesMasters/notesMaster1.xml" Id="R0d3a1df7781b49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02c01f1b0dc4bd9" /><Relationship Type="http://schemas.openxmlformats.org/officeDocument/2006/relationships/notesMaster" Target="/ppt/notesMasters/notesMaster1.xml" Id="R645f5137d85048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4903979cec4c63" /><Relationship Type="http://schemas.openxmlformats.org/officeDocument/2006/relationships/notesMaster" Target="/ppt/notesMasters/notesMaster1.xml" Id="R7ad6b7ca4a9c40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d3d390eb3d4621" /><Relationship Type="http://schemas.openxmlformats.org/officeDocument/2006/relationships/notesMaster" Target="/ppt/notesMasters/notesMaster1.xml" Id="R19d33da17b764b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d4566c3865e4e8c" /><Relationship Type="http://schemas.openxmlformats.org/officeDocument/2006/relationships/notesMaster" Target="/ppt/notesMasters/notesMaster1.xml" Id="R1478d96b282d457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ab007a6c3404b90" /><Relationship Type="http://schemas.openxmlformats.org/officeDocument/2006/relationships/notesMaster" Target="/ppt/notesMasters/notesMaster1.xml" Id="R3c71454af63b420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2f8792d8b3748d6" /><Relationship Type="http://schemas.openxmlformats.org/officeDocument/2006/relationships/notesMaster" Target="/ppt/notesMasters/notesMaster1.xml" Id="R25c33405ca8847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d0edc0010644b07" /><Relationship Type="http://schemas.openxmlformats.org/officeDocument/2006/relationships/notesMaster" Target="/ppt/notesMasters/notesMaster1.xml" Id="R0eb75b5c76b54ea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298ce32c5b6495a" /><Relationship Type="http://schemas.openxmlformats.org/officeDocument/2006/relationships/notesMaster" Target="/ppt/notesMasters/notesMaster1.xml" Id="Rb1f2f878d6dd4fc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d403bcfee7e4cfe" /><Relationship Type="http://schemas.openxmlformats.org/officeDocument/2006/relationships/notesMaster" Target="/ppt/notesMasters/notesMaster1.xml" Id="R13625f7fa195425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17455fd1cb542f8" /><Relationship Type="http://schemas.openxmlformats.org/officeDocument/2006/relationships/notesMaster" Target="/ppt/notesMasters/notesMaster1.xml" Id="R772548140326429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fbe0bb6b3b34cb2" /><Relationship Type="http://schemas.openxmlformats.org/officeDocument/2006/relationships/notesMaster" Target="/ppt/notesMasters/notesMaster1.xml" Id="Rbcc406078d4c4f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state that you were responsible for the backend part of CODITENT. Explain that the presentation focuses on the system behind the user interface: APIs, data, permissions, asynchronous work, real-time communication, privacy, and deployment. Replace [Your Name]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numbers as evidence of scope, not as vanity metrics. The repository contains 18 domain routers, 163 route decorators, 29 SQLAlchemy models, 46 Alembic migrations, 53 test files, and 365 test functions at the time this deck was generated. Explain that the important point is the variety of responsibilities: identity, hiring workflows, real-time communication, background jobs, data privacy, and production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product, not the technology. CODITENT serves candidates, company teams, and platform administrators. Each group sees different resources and can perform different actions. My role was to build the backend boundary that validates requests, protects data, and applies the recruitment rules consistently.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paths separately. In the request path, Nginx terminates HTTPS and FastAPI validates identity, permissions, and business rules before using PostgreSQL or private storage. In the background path, the API commits durable outbox rows before Redis and Celery coordinate delivery to Gemini or Resend. In the real-time path, a short-lived socket ticket reaches an authorized WebSocket endpoint, PostgreSQL stores message history, and Redis distributes presence and messages across API processes.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separation of concerns. Routers should remain thin and focus on transport. Dependencies resolve identity and shared request context. Services own business decisions so the same rule can be reused by HTTP routes, WebSockets, workers, and tests. Models and migrations enforce durable invariants. Workers isolate slow external systems from the API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each technology exists. FastAPI gives a clear API layer. PostgreSQL protects relationships and multi-step updates. Redis and Celery keep slow AI work away from user requests. Private storage protects CVs. Docker and Ansible make the same architecture reproducible. Mention the cost: each extra component introduces configuration and failure modes that the backend must monitor.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 real endpoint as an example. A request first reaches a router, then Pydantic validates its body. Authentication accepts a bearer token or secure access cookie, verifies the JWT, checks session revocation, and loads the current user. Mutating cookie requests also require Origin and double-submit CSRF validation. Authorization checks role, tenant, and ownership. The service applies business rules inside a transaction, and response models prevent accidental data exposure.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Center the explanation on the application entity. It connects one candidate to one offer and carries the recruitment stage and CV snapshot. Interviews, chat, screening results, and notifications relate to that workflow. Foreign keys and unique constraints provide a second layer of protection beyond Python code. Alembic makes schema changes explicit and repeatable.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what happens when requests race. Application checks are necessary but not sufficient. Database constraints reject invalid final states. Transactions group related updates. Row locks protect state-machine transitions. Skip-locked claiming lets multiple workers process different jobs without blocking one another. Idempotency keys make retries safe. The application keeps a CV snapshot so later CV edits do not silently rewrite hiring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difference between identity and authority. Passwords are hashed with bcrypt and email OTP confirms account ownership. JWTs carry a session ID and authorization version, but protected routes still load current user state. Redis is a fast revocation cache while PostgreSQL remains durable truth, so revoked sessions stay rejected even if Redis is unavailable. Sensitive changes increment auth_version, invalidating old credentials. Two-factor challenges use atomic consumption to prevent 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Authentication answers who the caller is. Authorization answers whether that caller may perform this action on this resource. CODITENT combines a company-role permission matrix with resource scoping. A recruiter may have permission to review applications, but only inside the recruiter’s own company. Candidates remain limited to their own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this as a state machine. Users cannot jump freely between stages. The backend checks the current state, validates the requested transition, verifies the caller’s role, and confirms the application belongs to the same company or candidate. The update and related notifications occur consistently inside the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powers CV extraction, match context, recommendation ranking, and screening support. Calling Gemini inside the HTTP request would make users wait and could lose work when the API restarts. CODITENT writes durable job state first. Jobs carry a unique dedupe key, retry state, availability time, lease deadline, and lease owner. The dispatcher recovers expired leases; workers heartbeat while processing; the final update checks lease ownership before committing. AI output remains advisory and never replaces authorization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Email is a separate reliability problem from the user request. The same transaction that changes the domain state creates an EmailDelivery row, so the intent is durable. The payload is encrypted, and a unique dedupe key prevents duplicate business messages. Workers claim rows with skip-locked row locking, deliver through Resend with a provider idempotency key, and apply bounded retry delays from 30 seconds to one hour.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 real-time connection still needs authorization. The client obtains a short-lived socket ticket, then the WebSocket endpoint checks the user and application. PostgreSQL remains the durable source of message history. Redis helps multiple API processes share presence and broadcast messages. Notifications connect stage changes, interviews, and invitations to in-app and email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CVs, avatars, and logos do not belong in a public bucket. The backend validates uploads and stores assets privately. Downloads pass through authorization rules. Account controls support export, validated import, scheduled deletion, a cancellation period, file removal, and anonymization of records that must remain for recruitment integrity.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backend is complete only when the team can operate it. Health and readiness endpoints distinguish a running process from a usable service. Structured logs and Prometheus metrics help diagnose failures. Nginx handles TLS and public routing. Docker packages the services, while Ansible applies deployment steps consistently. Internal ports stay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prove isolated behavior, while the demo proves that the parts work together. During the demo, explain the backend effect of every click. Show authentication, one permission decision, an application record, an asynchronous AI job, and a persisted chat message. Keep database or logs ready so staff can see the server-side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engineering lessons rather than a feature list. Current database state must drive authorization. Database constraints support application security. Durable queues protect slow external work. Then mention the improvements honestly. Invite questions and be ready to open the code for any component discussed in the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fa1e954f7a4e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03fee77f4a49b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21cf6e7e5e426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e862db9a90941f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a4779d35a246f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1d6ca4e765348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7CC1DD-9667-4471-BD3A-356B83D55B0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2A614B2-180E-4B8C-BD30-D7823772BE8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00C6CBF-D5B6-4B28-B35E-2ED0D492AC4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413943-CB56-4B90-B65E-F525782EDB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96A249D-B362-486C-890A-F90D55EE8DC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0F23F9D-9DFF-4022-9CCE-B3629504D5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4EDBEF-6C86-4FA2-808B-7E9EDC453D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17F4FE8-BF67-4DF5-B67A-18ACBAA22B6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BAF0A1-ECDD-4881-BED5-608AAF89C3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737337-ACB4-4737-ADC8-C6A26936D5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9c91e191b34b65" /><Relationship Type="http://schemas.openxmlformats.org/officeDocument/2006/relationships/slideLayout" Target="/ppt/slideLayouts/slideLayout1.xml" Id="R6411450313554e66" /><Relationship Type="http://schemas.openxmlformats.org/officeDocument/2006/relationships/slideLayout" Target="/ppt/slideLayouts/slideLayout2.xml" Id="R5a6dd424fcd04661" /><Relationship Type="http://schemas.openxmlformats.org/officeDocument/2006/relationships/slideLayout" Target="/ppt/slideLayouts/slideLayout3.xml" Id="R61a483b515d64f6c" /><Relationship Type="http://schemas.openxmlformats.org/officeDocument/2006/relationships/slideLayout" Target="/ppt/slideLayouts/slideLayout4.xml" Id="R7b4742196a8349f2" /><Relationship Type="http://schemas.openxmlformats.org/officeDocument/2006/relationships/slideLayout" Target="/ppt/slideLayouts/slideLayout5.xml" Id="Rac26fe8e87df4fc7" /><Relationship Type="http://schemas.openxmlformats.org/officeDocument/2006/relationships/slideLayout" Target="/ppt/slideLayouts/slideLayout6.xml" Id="R206501fb985a44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11450313554e66"/>
    <p:sldLayoutId xmlns:r="http://schemas.openxmlformats.org/officeDocument/2006/relationships" id="2147483650" r:id="R5a6dd424fcd04661"/>
    <p:sldLayoutId xmlns:r="http://schemas.openxmlformats.org/officeDocument/2006/relationships" id="2147483651" r:id="R61a483b515d64f6c"/>
    <p:sldLayoutId xmlns:r="http://schemas.openxmlformats.org/officeDocument/2006/relationships" id="2147483652" r:id="R7b4742196a8349f2"/>
    <p:sldLayoutId xmlns:r="http://schemas.openxmlformats.org/officeDocument/2006/relationships" id="2147483653" r:id="Rac26fe8e87df4fc7"/>
    <p:sldLayoutId xmlns:r="http://schemas.openxmlformats.org/officeDocument/2006/relationships" id="2147483654" r:id="R206501fb985a44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9055fb2dabc4f92" /><Relationship Type="http://schemas.openxmlformats.org/officeDocument/2006/relationships/image" Target="/ppt/media/image.png" Id="Rfb1738a6c4bb4747" /><Relationship Type="http://schemas.openxmlformats.org/officeDocument/2006/relationships/notesSlide" Target="/ppt/notesSlides/notesSlide1.xml" Id="Ra045d55404e64d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16b475007d34756" /><Relationship Type="http://schemas.openxmlformats.org/officeDocument/2006/relationships/notesSlide" Target="/ppt/notesSlides/notesSlide2.xml" Id="R5d553920883b4d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7085bd5745a4615" /><Relationship Type="http://schemas.openxmlformats.org/officeDocument/2006/relationships/notesSlide" Target="/ppt/notesSlides/notesSlide3.xml" Id="R40701ec3c2964d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51598fec94845c9" /><Relationship Type="http://schemas.openxmlformats.org/officeDocument/2006/relationships/notesSlide" Target="/ppt/notesSlides/notesSlide4.xml" Id="R1caa991b3e874f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b671bb4c8e34a10" /><Relationship Type="http://schemas.openxmlformats.org/officeDocument/2006/relationships/notesSlide" Target="/ppt/notesSlides/notesSlide5.xml" Id="R9b01c0fb8cd244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cf3bb3c93384ffa" /><Relationship Type="http://schemas.openxmlformats.org/officeDocument/2006/relationships/notesSlide" Target="/ppt/notesSlides/notesSlide6.xml" Id="R763126e393fe45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9aca566caf54e23" /><Relationship Type="http://schemas.openxmlformats.org/officeDocument/2006/relationships/notesSlide" Target="/ppt/notesSlides/notesSlide7.xml" Id="R6b1946bbd1174c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3f9356f1ee246ff" /><Relationship Type="http://schemas.openxmlformats.org/officeDocument/2006/relationships/notesSlide" Target="/ppt/notesSlides/notesSlide8.xml" Id="R9c0244a6a07a4f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b8837d2818c45e7" /><Relationship Type="http://schemas.openxmlformats.org/officeDocument/2006/relationships/notesSlide" Target="/ppt/notesSlides/notesSlide9.xml" Id="Ra554fed45ab642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5c742b4c98845ff" /><Relationship Type="http://schemas.openxmlformats.org/officeDocument/2006/relationships/notesSlide" Target="/ppt/notesSlides/notesSlide10.xml" Id="Rebe4a8b760ec401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b462d473e3f4353" /><Relationship Type="http://schemas.openxmlformats.org/officeDocument/2006/relationships/notesSlide" Target="/ppt/notesSlides/notesSlide11.xml" Id="R454525d1f9eb4b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cfb52b7c713497c" /><Relationship Type="http://schemas.openxmlformats.org/officeDocument/2006/relationships/notesSlide" Target="/ppt/notesSlides/notesSlide12.xml" Id="R29017afc01574f4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82c61b9a7eb4395" /><Relationship Type="http://schemas.openxmlformats.org/officeDocument/2006/relationships/notesSlide" Target="/ppt/notesSlides/notesSlide13.xml" Id="R19ee018d85bd482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3daa777d08148ea" /><Relationship Type="http://schemas.openxmlformats.org/officeDocument/2006/relationships/notesSlide" Target="/ppt/notesSlides/notesSlide14.xml" Id="Rcaa9a6cc4b31414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27e4b3a3c2d44e1" /><Relationship Type="http://schemas.openxmlformats.org/officeDocument/2006/relationships/notesSlide" Target="/ppt/notesSlides/notesSlide15.xml" Id="R4d4e2c965ac84bc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edc812acc1f4275" /><Relationship Type="http://schemas.openxmlformats.org/officeDocument/2006/relationships/notesSlide" Target="/ppt/notesSlides/notesSlide16.xml" Id="R6c340ca0d4074b8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f9ee7e636ed4684" /><Relationship Type="http://schemas.openxmlformats.org/officeDocument/2006/relationships/notesSlide" Target="/ppt/notesSlides/notesSlide17.xml" Id="Rc935ad2105174ea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da520e6470144e0" /><Relationship Type="http://schemas.openxmlformats.org/officeDocument/2006/relationships/notesSlide" Target="/ppt/notesSlides/notesSlide18.xml" Id="Rcabdc11b97044d2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a8d99cf75dc4b25" /><Relationship Type="http://schemas.openxmlformats.org/officeDocument/2006/relationships/notesSlide" Target="/ppt/notesSlides/notesSlide19.xml" Id="R0cca6300c4494a97"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446AC53-A480-4630-A1B9-F4A0C58B5649}"/>
              </a:ext>
            </a:extLst>
          </p:cNvPr>
          <p:cNvPicPr>
            <a:picLocks xmlns:a="http://schemas.openxmlformats.org/drawingml/2006/main" noChangeAspect="1"/>
          </p:cNvPicPr>
          <p:nvPr/>
        </p:nvPicPr>
        <p:blipFill>
          <a:blip xmlns:r="http://schemas.openxmlformats.org/officeDocument/2006/relationships" xmlns:a="http://schemas.openxmlformats.org/drawingml/2006/main" r:embed="Rfb1738a6c4bb4747"/>
          <a:srcRect xmlns:a="http://schemas.openxmlformats.org/drawingml/2006/main" l="3819" t="0" r="3819"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33B8915-C433-4CCC-815A-7FE25C748A80}"/>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oundRect">
            <a:avLst>
              <a:gd name="adj" fmla="val 1846"/>
            </a:avLst>
          </a:prstGeom>
          <a:solidFill xmlns:a="http://schemas.openxmlformats.org/drawingml/2006/main">
            <a:srgbClr val="F8F8F3"/>
          </a:solidFill>
          <a:ln xmlns:a="http://schemas.openxmlformats.org/drawingml/2006/main" w="0">
            <a:solidFill>
              <a:srgbClr val="F8F8F3"/>
            </a:solidFill>
            <a:prstDash val="solid"/>
          </a:ln>
        </p:spPr>
      </p:sp>
      <p:sp>
        <p:nvSpPr>
          <p:cNvPr id="3" name="">
            <a:extLst xmlns:a="http://schemas.openxmlformats.org/drawingml/2006/main">
              <a:ext uri="{FF2B5EF4-FFF2-40B4-BE49-F238E27FC236}">
                <a16:creationId xmlns:a16="http://schemas.microsoft.com/office/drawing/2014/main" id="{EB68FD22-3035-4081-9612-576D3E8CDE30}"/>
              </a:ext>
            </a:extLst>
          </p:cNvPr>
          <p:cNvSpPr>
            <a:spLocks xmlns:a="http://schemas.openxmlformats.org/drawingml/2006/main" noGrp="1"/>
          </p:cNvSpPr>
          <p:nvPr/>
        </p:nvSpPr>
        <p:spPr>
          <a:xfrm xmlns:a="http://schemas.openxmlformats.org/drawingml/2006/main">
            <a:off x="685800" y="666750"/>
            <a:ext cx="514350" cy="57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4" name="">
            <a:extLst xmlns:a="http://schemas.openxmlformats.org/drawingml/2006/main">
              <a:ext uri="{FF2B5EF4-FFF2-40B4-BE49-F238E27FC236}">
                <a16:creationId xmlns:a16="http://schemas.microsoft.com/office/drawing/2014/main" id="{C4D97EA3-38A1-4932-8493-BDE67588A168}"/>
              </a:ext>
            </a:extLst>
          </p:cNvPr>
          <p:cNvSpPr>
            <a:spLocks xmlns:a="http://schemas.openxmlformats.org/drawingml/2006/main" noGrp="1"/>
          </p:cNvSpPr>
          <p:nvPr/>
        </p:nvSpPr>
        <p:spPr>
          <a:xfrm xmlns:a="http://schemas.openxmlformats.org/drawingml/2006/main">
            <a:off x="685800" y="8572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42 PROJECT PRESENTATION</a:t>
            </a:r>
          </a:p>
        </p:txBody>
      </p:sp>
      <p:sp>
        <p:nvSpPr>
          <p:cNvPr id="5" name="">
            <a:extLst xmlns:a="http://schemas.openxmlformats.org/drawingml/2006/main">
              <a:ext uri="{FF2B5EF4-FFF2-40B4-BE49-F238E27FC236}">
                <a16:creationId xmlns:a16="http://schemas.microsoft.com/office/drawing/2014/main" id="{EA30D7B6-621E-46D0-861C-A691DCEBD90A}"/>
              </a:ext>
            </a:extLst>
          </p:cNvPr>
          <p:cNvSpPr>
            <a:spLocks xmlns:a="http://schemas.openxmlformats.org/drawingml/2006/main" noGrp="1"/>
          </p:cNvSpPr>
          <p:nvPr/>
        </p:nvSpPr>
        <p:spPr>
          <a:xfrm xmlns:a="http://schemas.openxmlformats.org/drawingml/2006/main">
            <a:off x="685800" y="1581150"/>
            <a:ext cx="4953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414"/>
          </a:bodyPr>
          <a:lstStyle xmlns:a="http://schemas.openxmlformats.org/drawingml/2006/main">
            <a:defPPr algn="l">
              <a:defRPr sz="4950" b="0">
                <a:solidFill>
                  <a:srgbClr val="192B23"/>
                </a:solidFill>
                <a:latin typeface="Noto Serif"/>
                <a:ea typeface="Noto Serif"/>
                <a:cs typeface="Noto Serif"/>
              </a:defRPr>
            </a:defPPr>
            <a:lvl1pPr algn="l">
              <a:defRPr sz="4950" b="0">
                <a:solidFill>
                  <a:srgbClr val="192B23"/>
                </a:solidFill>
                <a:latin typeface="Noto Serif"/>
                <a:ea typeface="Noto Serif"/>
                <a:cs typeface="Noto Serif"/>
              </a:defRPr>
            </a:lvl1pPr>
            <a:lvl2pPr algn="l">
              <a:defRPr sz="4950" b="0">
                <a:solidFill>
                  <a:srgbClr val="192B23"/>
                </a:solidFill>
                <a:latin typeface="Noto Serif"/>
                <a:ea typeface="Noto Serif"/>
                <a:cs typeface="Noto Serif"/>
              </a:defRPr>
            </a:lvl2pPr>
            <a:lvl3pPr algn="l">
              <a:defRPr sz="4950" b="0">
                <a:solidFill>
                  <a:srgbClr val="192B23"/>
                </a:solidFill>
                <a:latin typeface="Noto Serif"/>
                <a:ea typeface="Noto Serif"/>
                <a:cs typeface="Noto Serif"/>
              </a:defRPr>
            </a:lvl3pPr>
            <a:lvl4pPr algn="l">
              <a:defRPr sz="4950" b="0">
                <a:solidFill>
                  <a:srgbClr val="192B23"/>
                </a:solidFill>
                <a:latin typeface="Noto Serif"/>
                <a:ea typeface="Noto Serif"/>
                <a:cs typeface="Noto Serif"/>
              </a:defRPr>
            </a:lvl4pPr>
            <a:lvl5pPr algn="l">
              <a:defRPr sz="4950" b="0">
                <a:solidFill>
                  <a:srgbClr val="192B23"/>
                </a:solidFill>
                <a:latin typeface="Noto Serif"/>
                <a:ea typeface="Noto Serif"/>
                <a:cs typeface="Noto Serif"/>
              </a:defRPr>
            </a:lvl5pPr>
            <a:lvl6pPr algn="l">
              <a:defRPr sz="4950" b="0">
                <a:solidFill>
                  <a:srgbClr val="192B23"/>
                </a:solidFill>
                <a:latin typeface="Noto Serif"/>
                <a:ea typeface="Noto Serif"/>
                <a:cs typeface="Noto Serif"/>
              </a:defRPr>
            </a:lvl6pPr>
            <a:lvl7pPr algn="l">
              <a:defRPr sz="4950" b="0">
                <a:solidFill>
                  <a:srgbClr val="192B23"/>
                </a:solidFill>
                <a:latin typeface="Noto Serif"/>
                <a:ea typeface="Noto Serif"/>
                <a:cs typeface="Noto Serif"/>
              </a:defRPr>
            </a:lvl7pPr>
            <a:lvl8pPr algn="l">
              <a:defRPr sz="4950" b="0">
                <a:solidFill>
                  <a:srgbClr val="192B23"/>
                </a:solidFill>
                <a:latin typeface="Noto Serif"/>
                <a:ea typeface="Noto Serif"/>
                <a:cs typeface="Noto Serif"/>
              </a:defRPr>
            </a:lvl8pPr>
            <a:lvl9pPr algn="l">
              <a:defRPr sz="4950" b="0">
                <a:solidFill>
                  <a:srgbClr val="192B23"/>
                </a:solidFill>
                <a:latin typeface="Noto Serif"/>
                <a:ea typeface="Noto Serif"/>
                <a:cs typeface="Noto Serif"/>
              </a:defRPr>
            </a:lvl9pPr>
          </a:lstStyle>
          <a:p xmlns:a="http://schemas.openxmlformats.org/drawingml/2006/main">
            <a:pPr algn="l">
              <a:defRPr sz="4950" b="0">
                <a:solidFill>
                  <a:srgbClr val="192B23"/>
                </a:solidFill>
                <a:latin typeface="Noto Serif"/>
                <a:ea typeface="Noto Serif"/>
                <a:cs typeface="Noto Serif"/>
              </a:defRPr>
            </a:pPr>
            <a:r>
              <a:rPr sz="4950" b="0">
                <a:solidFill>
                  <a:srgbClr val="192B23"/>
                </a:solidFill>
                <a:latin typeface="Noto Serif"/>
                <a:ea typeface="Noto Serif"/>
                <a:cs typeface="Noto Serif"/>
              </a:rPr>
              <a:t>CODITENT</a:t>
            </a:r>
          </a:p>
        </p:txBody>
      </p:sp>
      <p:sp>
        <p:nvSpPr>
          <p:cNvPr id="6" name="">
            <a:extLst xmlns:a="http://schemas.openxmlformats.org/drawingml/2006/main">
              <a:ext uri="{FF2B5EF4-FFF2-40B4-BE49-F238E27FC236}">
                <a16:creationId xmlns:a16="http://schemas.microsoft.com/office/drawing/2014/main" id="{78B9952C-46DF-40FD-91E3-EE9CFE2B8B79}"/>
              </a:ext>
            </a:extLst>
          </p:cNvPr>
          <p:cNvSpPr>
            <a:spLocks xmlns:a="http://schemas.openxmlformats.org/drawingml/2006/main" noGrp="1"/>
          </p:cNvSpPr>
          <p:nvPr/>
        </p:nvSpPr>
        <p:spPr>
          <a:xfrm xmlns:a="http://schemas.openxmlformats.org/drawingml/2006/main">
            <a:off x="723900" y="2400300"/>
            <a:ext cx="4953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2475" b="0">
                <a:solidFill>
                  <a:srgbClr val="617369"/>
                </a:solidFill>
                <a:latin typeface="Noto Serif"/>
                <a:ea typeface="Noto Serif"/>
                <a:cs typeface="Noto Serif"/>
              </a:defRPr>
            </a:defPPr>
            <a:lvl1pPr algn="l">
              <a:defRPr sz="2475" b="0">
                <a:solidFill>
                  <a:srgbClr val="617369"/>
                </a:solidFill>
                <a:latin typeface="Noto Serif"/>
                <a:ea typeface="Noto Serif"/>
                <a:cs typeface="Noto Serif"/>
              </a:defRPr>
            </a:lvl1pPr>
            <a:lvl2pPr algn="l">
              <a:defRPr sz="2475" b="0">
                <a:solidFill>
                  <a:srgbClr val="617369"/>
                </a:solidFill>
                <a:latin typeface="Noto Serif"/>
                <a:ea typeface="Noto Serif"/>
                <a:cs typeface="Noto Serif"/>
              </a:defRPr>
            </a:lvl2pPr>
            <a:lvl3pPr algn="l">
              <a:defRPr sz="2475" b="0">
                <a:solidFill>
                  <a:srgbClr val="617369"/>
                </a:solidFill>
                <a:latin typeface="Noto Serif"/>
                <a:ea typeface="Noto Serif"/>
                <a:cs typeface="Noto Serif"/>
              </a:defRPr>
            </a:lvl3pPr>
            <a:lvl4pPr algn="l">
              <a:defRPr sz="2475" b="0">
                <a:solidFill>
                  <a:srgbClr val="617369"/>
                </a:solidFill>
                <a:latin typeface="Noto Serif"/>
                <a:ea typeface="Noto Serif"/>
                <a:cs typeface="Noto Serif"/>
              </a:defRPr>
            </a:lvl4pPr>
            <a:lvl5pPr algn="l">
              <a:defRPr sz="2475" b="0">
                <a:solidFill>
                  <a:srgbClr val="617369"/>
                </a:solidFill>
                <a:latin typeface="Noto Serif"/>
                <a:ea typeface="Noto Serif"/>
                <a:cs typeface="Noto Serif"/>
              </a:defRPr>
            </a:lvl5pPr>
            <a:lvl6pPr algn="l">
              <a:defRPr sz="2475" b="0">
                <a:solidFill>
                  <a:srgbClr val="617369"/>
                </a:solidFill>
                <a:latin typeface="Noto Serif"/>
                <a:ea typeface="Noto Serif"/>
                <a:cs typeface="Noto Serif"/>
              </a:defRPr>
            </a:lvl6pPr>
            <a:lvl7pPr algn="l">
              <a:defRPr sz="2475" b="0">
                <a:solidFill>
                  <a:srgbClr val="617369"/>
                </a:solidFill>
                <a:latin typeface="Noto Serif"/>
                <a:ea typeface="Noto Serif"/>
                <a:cs typeface="Noto Serif"/>
              </a:defRPr>
            </a:lvl7pPr>
            <a:lvl8pPr algn="l">
              <a:defRPr sz="2475" b="0">
                <a:solidFill>
                  <a:srgbClr val="617369"/>
                </a:solidFill>
                <a:latin typeface="Noto Serif"/>
                <a:ea typeface="Noto Serif"/>
                <a:cs typeface="Noto Serif"/>
              </a:defRPr>
            </a:lvl8pPr>
            <a:lvl9pPr algn="l">
              <a:defRPr sz="2475" b="0">
                <a:solidFill>
                  <a:srgbClr val="617369"/>
                </a:solidFill>
                <a:latin typeface="Noto Serif"/>
                <a:ea typeface="Noto Serif"/>
                <a:cs typeface="Noto Serif"/>
              </a:defRPr>
            </a:lvl9pPr>
          </a:lstStyle>
          <a:p xmlns:a="http://schemas.openxmlformats.org/drawingml/2006/main">
            <a:pPr algn="l">
              <a:defRPr sz="2475" b="0">
                <a:solidFill>
                  <a:srgbClr val="617369"/>
                </a:solidFill>
                <a:latin typeface="Noto Serif"/>
                <a:ea typeface="Noto Serif"/>
                <a:cs typeface="Noto Serif"/>
              </a:defRPr>
            </a:pPr>
            <a:r>
              <a:rPr sz="2475" b="0">
                <a:solidFill>
                  <a:srgbClr val="617369"/>
                </a:solidFill>
                <a:latin typeface="Noto Serif"/>
                <a:ea typeface="Noto Serif"/>
                <a:cs typeface="Noto Serif"/>
              </a:rPr>
              <a:t>Backend architecture</a:t>
            </a:r>
          </a:p>
          <a:p xmlns:a="http://schemas.openxmlformats.org/drawingml/2006/main">
            <a:pPr algn="l">
              <a:defRPr sz="2475" b="0">
                <a:solidFill>
                  <a:srgbClr val="617369"/>
                </a:solidFill>
                <a:latin typeface="Noto Serif"/>
                <a:ea typeface="Noto Serif"/>
                <a:cs typeface="Noto Serif"/>
              </a:defRPr>
            </a:pPr>
            <a:r>
              <a:rPr sz="2475" b="0">
                <a:solidFill>
                  <a:srgbClr val="617369"/>
                </a:solidFill>
                <a:latin typeface="Noto Serif"/>
                <a:ea typeface="Noto Serif"/>
                <a:cs typeface="Noto Serif"/>
              </a:rPr>
              <a:t>and engineering</a:t>
            </a:r>
          </a:p>
        </p:txBody>
      </p:sp>
      <p:sp>
        <p:nvSpPr>
          <p:cNvPr id="7" name="">
            <a:extLst xmlns:a="http://schemas.openxmlformats.org/drawingml/2006/main">
              <a:ext uri="{FF2B5EF4-FFF2-40B4-BE49-F238E27FC236}">
                <a16:creationId xmlns:a16="http://schemas.microsoft.com/office/drawing/2014/main" id="{F8E92BD3-B32C-4960-B811-D1C0659C0C77}"/>
              </a:ext>
            </a:extLst>
          </p:cNvPr>
          <p:cNvSpPr>
            <a:spLocks xmlns:a="http://schemas.openxmlformats.org/drawingml/2006/main" noGrp="1"/>
          </p:cNvSpPr>
          <p:nvPr/>
        </p:nvSpPr>
        <p:spPr>
          <a:xfrm xmlns:a="http://schemas.openxmlformats.org/drawingml/2006/main">
            <a:off x="723900" y="3714750"/>
            <a:ext cx="4572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FastAPI  /  PostgreSQL  /  Redis</a:t>
            </a:r>
          </a:p>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Celery  /  WebSockets</a:t>
            </a:r>
          </a:p>
        </p:txBody>
      </p:sp>
      <p:sp>
        <p:nvSpPr>
          <p:cNvPr id="8" name="">
            <a:extLst xmlns:a="http://schemas.openxmlformats.org/drawingml/2006/main">
              <a:ext uri="{FF2B5EF4-FFF2-40B4-BE49-F238E27FC236}">
                <a16:creationId xmlns:a16="http://schemas.microsoft.com/office/drawing/2014/main" id="{0AE300CC-7D1B-4453-A6C9-68F19036133B}"/>
              </a:ext>
            </a:extLst>
          </p:cNvPr>
          <p:cNvSpPr>
            <a:spLocks xmlns:a="http://schemas.openxmlformats.org/drawingml/2006/main" noGrp="1"/>
          </p:cNvSpPr>
          <p:nvPr/>
        </p:nvSpPr>
        <p:spPr>
          <a:xfrm xmlns:a="http://schemas.openxmlformats.org/drawingml/2006/main">
            <a:off x="723900" y="55054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1">
                <a:solidFill>
                  <a:srgbClr val="194D38"/>
                </a:solidFill>
                <a:latin typeface="Noto Sans"/>
                <a:ea typeface="Noto Sans"/>
                <a:cs typeface="Noto Sans"/>
              </a:defRPr>
            </a:defPPr>
            <a:lvl1pPr algn="l">
              <a:defRPr sz="1650" b="1">
                <a:solidFill>
                  <a:srgbClr val="194D38"/>
                </a:solidFill>
                <a:latin typeface="Noto Sans"/>
                <a:ea typeface="Noto Sans"/>
                <a:cs typeface="Noto Sans"/>
              </a:defRPr>
            </a:lvl1pPr>
            <a:lvl2pPr algn="l">
              <a:defRPr sz="1650" b="1">
                <a:solidFill>
                  <a:srgbClr val="194D38"/>
                </a:solidFill>
                <a:latin typeface="Noto Sans"/>
                <a:ea typeface="Noto Sans"/>
                <a:cs typeface="Noto Sans"/>
              </a:defRPr>
            </a:lvl2pPr>
            <a:lvl3pPr algn="l">
              <a:defRPr sz="1650" b="1">
                <a:solidFill>
                  <a:srgbClr val="194D38"/>
                </a:solidFill>
                <a:latin typeface="Noto Sans"/>
                <a:ea typeface="Noto Sans"/>
                <a:cs typeface="Noto Sans"/>
              </a:defRPr>
            </a:lvl3pPr>
            <a:lvl4pPr algn="l">
              <a:defRPr sz="1650" b="1">
                <a:solidFill>
                  <a:srgbClr val="194D38"/>
                </a:solidFill>
                <a:latin typeface="Noto Sans"/>
                <a:ea typeface="Noto Sans"/>
                <a:cs typeface="Noto Sans"/>
              </a:defRPr>
            </a:lvl4pPr>
            <a:lvl5pPr algn="l">
              <a:defRPr sz="1650" b="1">
                <a:solidFill>
                  <a:srgbClr val="194D38"/>
                </a:solidFill>
                <a:latin typeface="Noto Sans"/>
                <a:ea typeface="Noto Sans"/>
                <a:cs typeface="Noto Sans"/>
              </a:defRPr>
            </a:lvl5pPr>
            <a:lvl6pPr algn="l">
              <a:defRPr sz="1650" b="1">
                <a:solidFill>
                  <a:srgbClr val="194D38"/>
                </a:solidFill>
                <a:latin typeface="Noto Sans"/>
                <a:ea typeface="Noto Sans"/>
                <a:cs typeface="Noto Sans"/>
              </a:defRPr>
            </a:lvl6pPr>
            <a:lvl7pPr algn="l">
              <a:defRPr sz="1650" b="1">
                <a:solidFill>
                  <a:srgbClr val="194D38"/>
                </a:solidFill>
                <a:latin typeface="Noto Sans"/>
                <a:ea typeface="Noto Sans"/>
                <a:cs typeface="Noto Sans"/>
              </a:defRPr>
            </a:lvl7pPr>
            <a:lvl8pPr algn="l">
              <a:defRPr sz="1650" b="1">
                <a:solidFill>
                  <a:srgbClr val="194D38"/>
                </a:solidFill>
                <a:latin typeface="Noto Sans"/>
                <a:ea typeface="Noto Sans"/>
                <a:cs typeface="Noto Sans"/>
              </a:defRPr>
            </a:lvl8pPr>
            <a:lvl9pPr algn="l">
              <a:defRPr sz="1650" b="1">
                <a:solidFill>
                  <a:srgbClr val="194D38"/>
                </a:solidFill>
                <a:latin typeface="Noto Sans"/>
                <a:ea typeface="Noto Sans"/>
                <a:cs typeface="Noto Sans"/>
              </a:defRPr>
            </a:lvl9pPr>
          </a:lstStyle>
          <a:p xmlns:a="http://schemas.openxmlformats.org/drawingml/2006/main">
            <a:pPr algn="l">
              <a:defRPr sz="1650" b="1">
                <a:solidFill>
                  <a:srgbClr val="194D38"/>
                </a:solidFill>
                <a:latin typeface="Noto Sans"/>
                <a:ea typeface="Noto Sans"/>
                <a:cs typeface="Noto Sans"/>
              </a:defRPr>
            </a:pPr>
            <a:r>
              <a:rPr sz="1650" b="1">
                <a:solidFill>
                  <a:srgbClr val="194D38"/>
                </a:solidFill>
                <a:latin typeface="Noto Sans"/>
                <a:ea typeface="Noto Sans"/>
                <a:cs typeface="Noto Sans"/>
              </a:rPr>
              <a:t>Presented by: [Your Name]</a:t>
            </a:r>
          </a:p>
        </p:txBody>
      </p:sp>
      <p:sp>
        <p:nvSpPr>
          <p:cNvPr id="9" name="">
            <a:extLst xmlns:a="http://schemas.openxmlformats.org/drawingml/2006/main">
              <a:ext uri="{FF2B5EF4-FFF2-40B4-BE49-F238E27FC236}">
                <a16:creationId xmlns:a16="http://schemas.microsoft.com/office/drawing/2014/main" id="{CD2159AA-2736-46CB-B6EC-FEE8FDC1F6CE}"/>
              </a:ext>
            </a:extLst>
          </p:cNvPr>
          <p:cNvSpPr>
            <a:spLocks xmlns:a="http://schemas.openxmlformats.org/drawingml/2006/main" noGrp="1"/>
          </p:cNvSpPr>
          <p:nvPr/>
        </p:nvSpPr>
        <p:spPr>
          <a:xfrm xmlns:a="http://schemas.openxmlformats.org/drawingml/2006/main">
            <a:off x="723900" y="59055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Backend Developer  •  CODITENT Team</a:t>
            </a:r>
          </a:p>
        </p:txBody>
      </p:sp>
    </p:spTree>
    <p:extLst>
      <p:ext uri="{BB962C8B-B14F-4D97-AF65-F5344CB8AC3E}">
        <p14:creationId xmlns:p14="http://schemas.microsoft.com/office/powerpoint/2010/main" val="369836980"/>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D40E9D8-063E-40EC-A13A-5A4EFC67B59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REPOSITORY SNAPSHOT</a:t>
            </a:r>
          </a:p>
        </p:txBody>
      </p:sp>
      <p:sp>
        <p:nvSpPr>
          <p:cNvPr id="2" name="">
            <a:extLst xmlns:a="http://schemas.openxmlformats.org/drawingml/2006/main">
              <a:ext uri="{FF2B5EF4-FFF2-40B4-BE49-F238E27FC236}">
                <a16:creationId xmlns:a16="http://schemas.microsoft.com/office/drawing/2014/main" id="{DC521C93-D76B-4D97-841B-B45BF1DDE407}"/>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at a glance</a:t>
            </a:r>
          </a:p>
        </p:txBody>
      </p:sp>
      <p:sp>
        <p:nvSpPr>
          <p:cNvPr id="3" name="">
            <a:extLst xmlns:a="http://schemas.openxmlformats.org/drawingml/2006/main">
              <a:ext uri="{FF2B5EF4-FFF2-40B4-BE49-F238E27FC236}">
                <a16:creationId xmlns:a16="http://schemas.microsoft.com/office/drawing/2014/main" id="{FAF99AA9-F932-4FB7-A33E-45A6F14E54D0}"/>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02</a:t>
            </a:r>
          </a:p>
        </p:txBody>
      </p:sp>
      <p:sp>
        <p:nvSpPr>
          <p:cNvPr id="4" name="">
            <a:extLst xmlns:a="http://schemas.openxmlformats.org/drawingml/2006/main">
              <a:ext uri="{FF2B5EF4-FFF2-40B4-BE49-F238E27FC236}">
                <a16:creationId xmlns:a16="http://schemas.microsoft.com/office/drawing/2014/main" id="{2E8DD433-44D8-4EFA-AFCC-86D9D3AD8F5A}"/>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102E085F-AAAD-4121-BCFC-81830A5D76F4}"/>
              </a:ext>
            </a:extLst>
          </p:cNvPr>
          <p:cNvSpPr>
            <a:spLocks xmlns:a="http://schemas.openxmlformats.org/drawingml/2006/main" noGrp="1"/>
          </p:cNvSpPr>
          <p:nvPr/>
        </p:nvSpPr>
        <p:spPr>
          <a:xfrm xmlns:a="http://schemas.openxmlformats.org/drawingml/2006/main">
            <a:off x="609600" y="1381125"/>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436"/>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A production-shaped backend with breadth across API design, data, security, asynchronous work, and operations.</a:t>
            </a:r>
          </a:p>
        </p:txBody>
      </p:sp>
      <p:sp>
        <p:nvSpPr>
          <p:cNvPr id="6" name="">
            <a:extLst xmlns:a="http://schemas.openxmlformats.org/drawingml/2006/main">
              <a:ext uri="{FF2B5EF4-FFF2-40B4-BE49-F238E27FC236}">
                <a16:creationId xmlns:a16="http://schemas.microsoft.com/office/drawing/2014/main" id="{DD3CCAF4-614C-4474-AAD2-BFDC7F9ABE0F}"/>
              </a:ext>
            </a:extLst>
          </p:cNvPr>
          <p:cNvSpPr>
            <a:spLocks xmlns:a="http://schemas.openxmlformats.org/drawingml/2006/main" noGrp="1"/>
          </p:cNvSpPr>
          <p:nvPr/>
        </p:nvSpPr>
        <p:spPr>
          <a:xfrm xmlns:a="http://schemas.openxmlformats.org/drawingml/2006/main">
            <a:off x="6096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135C783F-898B-47AE-88DB-4EF5BE134801}"/>
              </a:ext>
            </a:extLst>
          </p:cNvPr>
          <p:cNvSpPr>
            <a:spLocks xmlns:a="http://schemas.openxmlformats.org/drawingml/2006/main" noGrp="1"/>
          </p:cNvSpPr>
          <p:nvPr/>
        </p:nvSpPr>
        <p:spPr>
          <a:xfrm xmlns:a="http://schemas.openxmlformats.org/drawingml/2006/main">
            <a:off x="8191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18</a:t>
            </a:r>
          </a:p>
        </p:txBody>
      </p:sp>
      <p:sp>
        <p:nvSpPr>
          <p:cNvPr id="8" name="">
            <a:extLst xmlns:a="http://schemas.openxmlformats.org/drawingml/2006/main">
              <a:ext uri="{FF2B5EF4-FFF2-40B4-BE49-F238E27FC236}">
                <a16:creationId xmlns:a16="http://schemas.microsoft.com/office/drawing/2014/main" id="{D4E6D5E2-4AAA-43D6-BE2C-6E0C6F7D8EF2}"/>
              </a:ext>
            </a:extLst>
          </p:cNvPr>
          <p:cNvSpPr>
            <a:spLocks xmlns:a="http://schemas.openxmlformats.org/drawingml/2006/main" noGrp="1"/>
          </p:cNvSpPr>
          <p:nvPr/>
        </p:nvSpPr>
        <p:spPr>
          <a:xfrm xmlns:a="http://schemas.openxmlformats.org/drawingml/2006/main">
            <a:off x="8191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API routers</a:t>
            </a:r>
          </a:p>
        </p:txBody>
      </p:sp>
      <p:sp>
        <p:nvSpPr>
          <p:cNvPr id="9" name="">
            <a:extLst xmlns:a="http://schemas.openxmlformats.org/drawingml/2006/main">
              <a:ext uri="{FF2B5EF4-FFF2-40B4-BE49-F238E27FC236}">
                <a16:creationId xmlns:a16="http://schemas.microsoft.com/office/drawing/2014/main" id="{BD801DB7-54CC-411D-9FC8-4E656C10CDE9}"/>
              </a:ext>
            </a:extLst>
          </p:cNvPr>
          <p:cNvSpPr>
            <a:spLocks xmlns:a="http://schemas.openxmlformats.org/drawingml/2006/main" noGrp="1"/>
          </p:cNvSpPr>
          <p:nvPr/>
        </p:nvSpPr>
        <p:spPr>
          <a:xfrm xmlns:a="http://schemas.openxmlformats.org/drawingml/2006/main">
            <a:off x="8191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Separated by domain</a:t>
            </a:r>
          </a:p>
        </p:txBody>
      </p:sp>
      <p:sp>
        <p:nvSpPr>
          <p:cNvPr id="10" name="">
            <a:extLst xmlns:a="http://schemas.openxmlformats.org/drawingml/2006/main">
              <a:ext uri="{FF2B5EF4-FFF2-40B4-BE49-F238E27FC236}">
                <a16:creationId xmlns:a16="http://schemas.microsoft.com/office/drawing/2014/main" id="{8BC12355-7027-4227-9712-AA9779BB9AD7}"/>
              </a:ext>
            </a:extLst>
          </p:cNvPr>
          <p:cNvSpPr>
            <a:spLocks xmlns:a="http://schemas.openxmlformats.org/drawingml/2006/main" noGrp="1"/>
          </p:cNvSpPr>
          <p:nvPr/>
        </p:nvSpPr>
        <p:spPr>
          <a:xfrm xmlns:a="http://schemas.openxmlformats.org/drawingml/2006/main">
            <a:off x="33528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7C81EB19-C258-45D3-8C1B-0DF207E1A9CF}"/>
              </a:ext>
            </a:extLst>
          </p:cNvPr>
          <p:cNvSpPr>
            <a:spLocks xmlns:a="http://schemas.openxmlformats.org/drawingml/2006/main" noGrp="1"/>
          </p:cNvSpPr>
          <p:nvPr/>
        </p:nvSpPr>
        <p:spPr>
          <a:xfrm xmlns:a="http://schemas.openxmlformats.org/drawingml/2006/main">
            <a:off x="35623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A25C38"/>
                </a:solidFill>
                <a:latin typeface="Noto Serif"/>
                <a:ea typeface="Noto Serif"/>
                <a:cs typeface="Noto Serif"/>
              </a:defRPr>
            </a:defPPr>
            <a:lvl1pPr algn="l">
              <a:defRPr sz="3600" b="0">
                <a:solidFill>
                  <a:srgbClr val="A25C38"/>
                </a:solidFill>
                <a:latin typeface="Noto Serif"/>
                <a:ea typeface="Noto Serif"/>
                <a:cs typeface="Noto Serif"/>
              </a:defRPr>
            </a:lvl1pPr>
            <a:lvl2pPr algn="l">
              <a:defRPr sz="3600" b="0">
                <a:solidFill>
                  <a:srgbClr val="A25C38"/>
                </a:solidFill>
                <a:latin typeface="Noto Serif"/>
                <a:ea typeface="Noto Serif"/>
                <a:cs typeface="Noto Serif"/>
              </a:defRPr>
            </a:lvl2pPr>
            <a:lvl3pPr algn="l">
              <a:defRPr sz="3600" b="0">
                <a:solidFill>
                  <a:srgbClr val="A25C38"/>
                </a:solidFill>
                <a:latin typeface="Noto Serif"/>
                <a:ea typeface="Noto Serif"/>
                <a:cs typeface="Noto Serif"/>
              </a:defRPr>
            </a:lvl3pPr>
            <a:lvl4pPr algn="l">
              <a:defRPr sz="3600" b="0">
                <a:solidFill>
                  <a:srgbClr val="A25C38"/>
                </a:solidFill>
                <a:latin typeface="Noto Serif"/>
                <a:ea typeface="Noto Serif"/>
                <a:cs typeface="Noto Serif"/>
              </a:defRPr>
            </a:lvl4pPr>
            <a:lvl5pPr algn="l">
              <a:defRPr sz="3600" b="0">
                <a:solidFill>
                  <a:srgbClr val="A25C38"/>
                </a:solidFill>
                <a:latin typeface="Noto Serif"/>
                <a:ea typeface="Noto Serif"/>
                <a:cs typeface="Noto Serif"/>
              </a:defRPr>
            </a:lvl5pPr>
            <a:lvl6pPr algn="l">
              <a:defRPr sz="3600" b="0">
                <a:solidFill>
                  <a:srgbClr val="A25C38"/>
                </a:solidFill>
                <a:latin typeface="Noto Serif"/>
                <a:ea typeface="Noto Serif"/>
                <a:cs typeface="Noto Serif"/>
              </a:defRPr>
            </a:lvl6pPr>
            <a:lvl7pPr algn="l">
              <a:defRPr sz="3600" b="0">
                <a:solidFill>
                  <a:srgbClr val="A25C38"/>
                </a:solidFill>
                <a:latin typeface="Noto Serif"/>
                <a:ea typeface="Noto Serif"/>
                <a:cs typeface="Noto Serif"/>
              </a:defRPr>
            </a:lvl7pPr>
            <a:lvl8pPr algn="l">
              <a:defRPr sz="3600" b="0">
                <a:solidFill>
                  <a:srgbClr val="A25C38"/>
                </a:solidFill>
                <a:latin typeface="Noto Serif"/>
                <a:ea typeface="Noto Serif"/>
                <a:cs typeface="Noto Serif"/>
              </a:defRPr>
            </a:lvl8pPr>
            <a:lvl9pPr algn="l">
              <a:defRPr sz="3600" b="0">
                <a:solidFill>
                  <a:srgbClr val="A25C38"/>
                </a:solidFill>
                <a:latin typeface="Noto Serif"/>
                <a:ea typeface="Noto Serif"/>
                <a:cs typeface="Noto Serif"/>
              </a:defRPr>
            </a:lvl9pPr>
          </a:lstStyle>
          <a:p xmlns:a="http://schemas.openxmlformats.org/drawingml/2006/main">
            <a:pPr algn="l">
              <a:defRPr sz="3600" b="0">
                <a:solidFill>
                  <a:srgbClr val="A25C38"/>
                </a:solidFill>
                <a:latin typeface="Noto Serif"/>
                <a:ea typeface="Noto Serif"/>
                <a:cs typeface="Noto Serif"/>
              </a:defRPr>
            </a:pPr>
            <a:r>
              <a:rPr sz="3600" b="0">
                <a:solidFill>
                  <a:srgbClr val="A25C38"/>
                </a:solidFill>
                <a:latin typeface="Noto Serif"/>
                <a:ea typeface="Noto Serif"/>
                <a:cs typeface="Noto Serif"/>
              </a:rPr>
              <a:t>163</a:t>
            </a:r>
          </a:p>
        </p:txBody>
      </p:sp>
      <p:sp>
        <p:nvSpPr>
          <p:cNvPr id="12" name="">
            <a:extLst xmlns:a="http://schemas.openxmlformats.org/drawingml/2006/main">
              <a:ext uri="{FF2B5EF4-FFF2-40B4-BE49-F238E27FC236}">
                <a16:creationId xmlns:a16="http://schemas.microsoft.com/office/drawing/2014/main" id="{9ABD168B-6062-4E85-8330-6E8E036775EF}"/>
              </a:ext>
            </a:extLst>
          </p:cNvPr>
          <p:cNvSpPr>
            <a:spLocks xmlns:a="http://schemas.openxmlformats.org/drawingml/2006/main" noGrp="1"/>
          </p:cNvSpPr>
          <p:nvPr/>
        </p:nvSpPr>
        <p:spPr>
          <a:xfrm xmlns:a="http://schemas.openxmlformats.org/drawingml/2006/main">
            <a:off x="35623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 handlers</a:t>
            </a:r>
          </a:p>
        </p:txBody>
      </p:sp>
      <p:sp>
        <p:nvSpPr>
          <p:cNvPr id="13" name="">
            <a:extLst xmlns:a="http://schemas.openxmlformats.org/drawingml/2006/main">
              <a:ext uri="{FF2B5EF4-FFF2-40B4-BE49-F238E27FC236}">
                <a16:creationId xmlns:a16="http://schemas.microsoft.com/office/drawing/2014/main" id="{E645FF74-363A-4FE9-AA69-1BCE8EBB42F9}"/>
              </a:ext>
            </a:extLst>
          </p:cNvPr>
          <p:cNvSpPr>
            <a:spLocks xmlns:a="http://schemas.openxmlformats.org/drawingml/2006/main" noGrp="1"/>
          </p:cNvSpPr>
          <p:nvPr/>
        </p:nvSpPr>
        <p:spPr>
          <a:xfrm xmlns:a="http://schemas.openxmlformats.org/drawingml/2006/main">
            <a:off x="35623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HTTP and WebSocket entry points</a:t>
            </a:r>
          </a:p>
        </p:txBody>
      </p:sp>
      <p:sp>
        <p:nvSpPr>
          <p:cNvPr id="14" name="">
            <a:extLst xmlns:a="http://schemas.openxmlformats.org/drawingml/2006/main">
              <a:ext uri="{FF2B5EF4-FFF2-40B4-BE49-F238E27FC236}">
                <a16:creationId xmlns:a16="http://schemas.microsoft.com/office/drawing/2014/main" id="{C36EC798-276D-4520-A3B1-4651B8B2B702}"/>
              </a:ext>
            </a:extLst>
          </p:cNvPr>
          <p:cNvSpPr>
            <a:spLocks xmlns:a="http://schemas.openxmlformats.org/drawingml/2006/main" noGrp="1"/>
          </p:cNvSpPr>
          <p:nvPr/>
        </p:nvSpPr>
        <p:spPr>
          <a:xfrm xmlns:a="http://schemas.openxmlformats.org/drawingml/2006/main">
            <a:off x="60960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D5437430-89D5-43F0-86A8-14EF51E88C54}"/>
              </a:ext>
            </a:extLst>
          </p:cNvPr>
          <p:cNvSpPr>
            <a:spLocks xmlns:a="http://schemas.openxmlformats.org/drawingml/2006/main" noGrp="1"/>
          </p:cNvSpPr>
          <p:nvPr/>
        </p:nvSpPr>
        <p:spPr>
          <a:xfrm xmlns:a="http://schemas.openxmlformats.org/drawingml/2006/main">
            <a:off x="63055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29</a:t>
            </a:r>
          </a:p>
        </p:txBody>
      </p:sp>
      <p:sp>
        <p:nvSpPr>
          <p:cNvPr id="16" name="">
            <a:extLst xmlns:a="http://schemas.openxmlformats.org/drawingml/2006/main">
              <a:ext uri="{FF2B5EF4-FFF2-40B4-BE49-F238E27FC236}">
                <a16:creationId xmlns:a16="http://schemas.microsoft.com/office/drawing/2014/main" id="{45721337-C1A4-4891-9BEB-46197EB72595}"/>
              </a:ext>
            </a:extLst>
          </p:cNvPr>
          <p:cNvSpPr>
            <a:spLocks xmlns:a="http://schemas.openxmlformats.org/drawingml/2006/main" noGrp="1"/>
          </p:cNvSpPr>
          <p:nvPr/>
        </p:nvSpPr>
        <p:spPr>
          <a:xfrm xmlns:a="http://schemas.openxmlformats.org/drawingml/2006/main">
            <a:off x="63055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database models</a:t>
            </a:r>
          </a:p>
        </p:txBody>
      </p:sp>
      <p:sp>
        <p:nvSpPr>
          <p:cNvPr id="17" name="">
            <a:extLst xmlns:a="http://schemas.openxmlformats.org/drawingml/2006/main">
              <a:ext uri="{FF2B5EF4-FFF2-40B4-BE49-F238E27FC236}">
                <a16:creationId xmlns:a16="http://schemas.microsoft.com/office/drawing/2014/main" id="{81DACF19-3C6F-414D-9474-3F724AD4EBCE}"/>
              </a:ext>
            </a:extLst>
          </p:cNvPr>
          <p:cNvSpPr>
            <a:spLocks xmlns:a="http://schemas.openxmlformats.org/drawingml/2006/main" noGrp="1"/>
          </p:cNvSpPr>
          <p:nvPr/>
        </p:nvSpPr>
        <p:spPr>
          <a:xfrm xmlns:a="http://schemas.openxmlformats.org/drawingml/2006/main">
            <a:off x="63055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Recruitment, identity and operations</a:t>
            </a:r>
          </a:p>
        </p:txBody>
      </p:sp>
      <p:sp>
        <p:nvSpPr>
          <p:cNvPr id="18" name="">
            <a:extLst xmlns:a="http://schemas.openxmlformats.org/drawingml/2006/main">
              <a:ext uri="{FF2B5EF4-FFF2-40B4-BE49-F238E27FC236}">
                <a16:creationId xmlns:a16="http://schemas.microsoft.com/office/drawing/2014/main" id="{D5B8E505-6746-4D53-AAC5-EB999E981578}"/>
              </a:ext>
            </a:extLst>
          </p:cNvPr>
          <p:cNvSpPr>
            <a:spLocks xmlns:a="http://schemas.openxmlformats.org/drawingml/2006/main" noGrp="1"/>
          </p:cNvSpPr>
          <p:nvPr/>
        </p:nvSpPr>
        <p:spPr>
          <a:xfrm xmlns:a="http://schemas.openxmlformats.org/drawingml/2006/main">
            <a:off x="8839200" y="2095500"/>
            <a:ext cx="2419350" cy="1733550"/>
          </a:xfrm>
          <a:prstGeom xmlns:a="http://schemas.openxmlformats.org/drawingml/2006/main" prst="roundRect">
            <a:avLst>
              <a:gd name="adj" fmla="val 6593"/>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027623C2-9EB8-4985-A244-ACFDDCB31DC8}"/>
              </a:ext>
            </a:extLst>
          </p:cNvPr>
          <p:cNvSpPr>
            <a:spLocks xmlns:a="http://schemas.openxmlformats.org/drawingml/2006/main" noGrp="1"/>
          </p:cNvSpPr>
          <p:nvPr/>
        </p:nvSpPr>
        <p:spPr>
          <a:xfrm xmlns:a="http://schemas.openxmlformats.org/drawingml/2006/main">
            <a:off x="9048750" y="22669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917"/>
          </a:bodyPr>
          <a:lstStyle xmlns:a="http://schemas.openxmlformats.org/drawingml/2006/main">
            <a:defPPr algn="l">
              <a:defRPr sz="3600" b="0">
                <a:solidFill>
                  <a:srgbClr val="194D38"/>
                </a:solidFill>
                <a:latin typeface="Noto Serif"/>
                <a:ea typeface="Noto Serif"/>
                <a:cs typeface="Noto Serif"/>
              </a:defRPr>
            </a:defPPr>
            <a:lvl1pPr algn="l">
              <a:defRPr sz="3600" b="0">
                <a:solidFill>
                  <a:srgbClr val="194D38"/>
                </a:solidFill>
                <a:latin typeface="Noto Serif"/>
                <a:ea typeface="Noto Serif"/>
                <a:cs typeface="Noto Serif"/>
              </a:defRPr>
            </a:lvl1pPr>
            <a:lvl2pPr algn="l">
              <a:defRPr sz="3600" b="0">
                <a:solidFill>
                  <a:srgbClr val="194D38"/>
                </a:solidFill>
                <a:latin typeface="Noto Serif"/>
                <a:ea typeface="Noto Serif"/>
                <a:cs typeface="Noto Serif"/>
              </a:defRPr>
            </a:lvl2pPr>
            <a:lvl3pPr algn="l">
              <a:defRPr sz="3600" b="0">
                <a:solidFill>
                  <a:srgbClr val="194D38"/>
                </a:solidFill>
                <a:latin typeface="Noto Serif"/>
                <a:ea typeface="Noto Serif"/>
                <a:cs typeface="Noto Serif"/>
              </a:defRPr>
            </a:lvl3pPr>
            <a:lvl4pPr algn="l">
              <a:defRPr sz="3600" b="0">
                <a:solidFill>
                  <a:srgbClr val="194D38"/>
                </a:solidFill>
                <a:latin typeface="Noto Serif"/>
                <a:ea typeface="Noto Serif"/>
                <a:cs typeface="Noto Serif"/>
              </a:defRPr>
            </a:lvl4pPr>
            <a:lvl5pPr algn="l">
              <a:defRPr sz="3600" b="0">
                <a:solidFill>
                  <a:srgbClr val="194D38"/>
                </a:solidFill>
                <a:latin typeface="Noto Serif"/>
                <a:ea typeface="Noto Serif"/>
                <a:cs typeface="Noto Serif"/>
              </a:defRPr>
            </a:lvl5pPr>
            <a:lvl6pPr algn="l">
              <a:defRPr sz="3600" b="0">
                <a:solidFill>
                  <a:srgbClr val="194D38"/>
                </a:solidFill>
                <a:latin typeface="Noto Serif"/>
                <a:ea typeface="Noto Serif"/>
                <a:cs typeface="Noto Serif"/>
              </a:defRPr>
            </a:lvl6pPr>
            <a:lvl7pPr algn="l">
              <a:defRPr sz="3600" b="0">
                <a:solidFill>
                  <a:srgbClr val="194D38"/>
                </a:solidFill>
                <a:latin typeface="Noto Serif"/>
                <a:ea typeface="Noto Serif"/>
                <a:cs typeface="Noto Serif"/>
              </a:defRPr>
            </a:lvl7pPr>
            <a:lvl8pPr algn="l">
              <a:defRPr sz="3600" b="0">
                <a:solidFill>
                  <a:srgbClr val="194D38"/>
                </a:solidFill>
                <a:latin typeface="Noto Serif"/>
                <a:ea typeface="Noto Serif"/>
                <a:cs typeface="Noto Serif"/>
              </a:defRPr>
            </a:lvl8pPr>
            <a:lvl9pPr algn="l">
              <a:defRPr sz="3600" b="0">
                <a:solidFill>
                  <a:srgbClr val="194D38"/>
                </a:solidFill>
                <a:latin typeface="Noto Serif"/>
                <a:ea typeface="Noto Serif"/>
                <a:cs typeface="Noto Serif"/>
              </a:defRPr>
            </a:lvl9pPr>
          </a:lstStyle>
          <a:p xmlns:a="http://schemas.openxmlformats.org/drawingml/2006/main">
            <a:pPr algn="l">
              <a:defRPr sz="3600" b="0">
                <a:solidFill>
                  <a:srgbClr val="194D38"/>
                </a:solidFill>
                <a:latin typeface="Noto Serif"/>
                <a:ea typeface="Noto Serif"/>
                <a:cs typeface="Noto Serif"/>
              </a:defRPr>
            </a:pPr>
            <a:r>
              <a:rPr sz="3600" b="0">
                <a:solidFill>
                  <a:srgbClr val="194D38"/>
                </a:solidFill>
                <a:latin typeface="Noto Serif"/>
                <a:ea typeface="Noto Serif"/>
                <a:cs typeface="Noto Serif"/>
              </a:rPr>
              <a:t>46</a:t>
            </a:r>
          </a:p>
        </p:txBody>
      </p:sp>
      <p:sp>
        <p:nvSpPr>
          <p:cNvPr id="20" name="">
            <a:extLst xmlns:a="http://schemas.openxmlformats.org/drawingml/2006/main">
              <a:ext uri="{FF2B5EF4-FFF2-40B4-BE49-F238E27FC236}">
                <a16:creationId xmlns:a16="http://schemas.microsoft.com/office/drawing/2014/main" id="{47F786C7-45D3-4CCD-A5CE-54F3E0D9A79A}"/>
              </a:ext>
            </a:extLst>
          </p:cNvPr>
          <p:cNvSpPr>
            <a:spLocks xmlns:a="http://schemas.openxmlformats.org/drawingml/2006/main" noGrp="1"/>
          </p:cNvSpPr>
          <p:nvPr/>
        </p:nvSpPr>
        <p:spPr>
          <a:xfrm xmlns:a="http://schemas.openxmlformats.org/drawingml/2006/main">
            <a:off x="9048750"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migrations</a:t>
            </a:r>
          </a:p>
        </p:txBody>
      </p:sp>
      <p:sp>
        <p:nvSpPr>
          <p:cNvPr id="21" name="">
            <a:extLst xmlns:a="http://schemas.openxmlformats.org/drawingml/2006/main">
              <a:ext uri="{FF2B5EF4-FFF2-40B4-BE49-F238E27FC236}">
                <a16:creationId xmlns:a16="http://schemas.microsoft.com/office/drawing/2014/main" id="{5456FE6A-DB1F-4A80-AAA9-B3EE40012626}"/>
              </a:ext>
            </a:extLst>
          </p:cNvPr>
          <p:cNvSpPr>
            <a:spLocks xmlns:a="http://schemas.openxmlformats.org/drawingml/2006/main" noGrp="1"/>
          </p:cNvSpPr>
          <p:nvPr/>
        </p:nvSpPr>
        <p:spPr>
          <a:xfrm xmlns:a="http://schemas.openxmlformats.org/drawingml/2006/main">
            <a:off x="9048750" y="32575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Versioned schema evolution</a:t>
            </a:r>
          </a:p>
        </p:txBody>
      </p:sp>
      <p:sp>
        <p:nvSpPr>
          <p:cNvPr id="22" name="">
            <a:extLst xmlns:a="http://schemas.openxmlformats.org/drawingml/2006/main">
              <a:ext uri="{FF2B5EF4-FFF2-40B4-BE49-F238E27FC236}">
                <a16:creationId xmlns:a16="http://schemas.microsoft.com/office/drawing/2014/main" id="{3783812E-3F76-407A-AE2C-F2CF93D824B9}"/>
              </a:ext>
            </a:extLst>
          </p:cNvPr>
          <p:cNvSpPr>
            <a:spLocks xmlns:a="http://schemas.openxmlformats.org/drawingml/2006/main" noGrp="1"/>
          </p:cNvSpPr>
          <p:nvPr/>
        </p:nvSpPr>
        <p:spPr>
          <a:xfrm xmlns:a="http://schemas.openxmlformats.org/drawingml/2006/main">
            <a:off x="609600" y="4248150"/>
            <a:ext cx="10648950" cy="1219200"/>
          </a:xfrm>
          <a:prstGeom xmlns:a="http://schemas.openxmlformats.org/drawingml/2006/main" prst="roundRect">
            <a:avLst>
              <a:gd name="adj" fmla="val 9375"/>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6766411C-0950-42F6-ACB2-2D7E205D6B5E}"/>
              </a:ext>
            </a:extLst>
          </p:cNvPr>
          <p:cNvSpPr>
            <a:spLocks xmlns:a="http://schemas.openxmlformats.org/drawingml/2006/main" noGrp="1"/>
          </p:cNvSpPr>
          <p:nvPr/>
        </p:nvSpPr>
        <p:spPr>
          <a:xfrm xmlns:a="http://schemas.openxmlformats.org/drawingml/2006/main">
            <a:off x="857250" y="44386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Testing evidence</a:t>
            </a:r>
          </a:p>
        </p:txBody>
      </p:sp>
      <p:sp>
        <p:nvSpPr>
          <p:cNvPr id="24" name="">
            <a:extLst xmlns:a="http://schemas.openxmlformats.org/drawingml/2006/main">
              <a:ext uri="{FF2B5EF4-FFF2-40B4-BE49-F238E27FC236}">
                <a16:creationId xmlns:a16="http://schemas.microsoft.com/office/drawing/2014/main" id="{7E412E4E-FB2F-4E1A-995D-DDBD9457352F}"/>
              </a:ext>
            </a:extLst>
          </p:cNvPr>
          <p:cNvSpPr>
            <a:spLocks xmlns:a="http://schemas.openxmlformats.org/drawingml/2006/main" noGrp="1"/>
          </p:cNvSpPr>
          <p:nvPr/>
        </p:nvSpPr>
        <p:spPr>
          <a:xfrm xmlns:a="http://schemas.openxmlformats.org/drawingml/2006/main">
            <a:off x="857250" y="48768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53 test files</a:t>
            </a:r>
          </a:p>
        </p:txBody>
      </p:sp>
      <p:sp>
        <p:nvSpPr>
          <p:cNvPr id="25" name="">
            <a:extLst xmlns:a="http://schemas.openxmlformats.org/drawingml/2006/main">
              <a:ext uri="{FF2B5EF4-FFF2-40B4-BE49-F238E27FC236}">
                <a16:creationId xmlns:a16="http://schemas.microsoft.com/office/drawing/2014/main" id="{69C0986D-A6F3-4620-87E4-0612627D873A}"/>
              </a:ext>
            </a:extLst>
          </p:cNvPr>
          <p:cNvSpPr>
            <a:spLocks xmlns:a="http://schemas.openxmlformats.org/drawingml/2006/main" noGrp="1"/>
          </p:cNvSpPr>
          <p:nvPr/>
        </p:nvSpPr>
        <p:spPr>
          <a:xfrm xmlns:a="http://schemas.openxmlformats.org/drawingml/2006/main">
            <a:off x="3143250" y="48768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365 test functions</a:t>
            </a:r>
          </a:p>
        </p:txBody>
      </p:sp>
      <p:sp>
        <p:nvSpPr>
          <p:cNvPr id="26" name="">
            <a:extLst xmlns:a="http://schemas.openxmlformats.org/drawingml/2006/main">
              <a:ext uri="{FF2B5EF4-FFF2-40B4-BE49-F238E27FC236}">
                <a16:creationId xmlns:a16="http://schemas.microsoft.com/office/drawing/2014/main" id="{AB9B44F8-1BFC-4770-9A2F-23C5A353EB75}"/>
              </a:ext>
            </a:extLst>
          </p:cNvPr>
          <p:cNvSpPr>
            <a:spLocks xmlns:a="http://schemas.openxmlformats.org/drawingml/2006/main" noGrp="1"/>
          </p:cNvSpPr>
          <p:nvPr/>
        </p:nvSpPr>
        <p:spPr>
          <a:xfrm xmlns:a="http://schemas.openxmlformats.org/drawingml/2006/main">
            <a:off x="6153150" y="44386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Runtime services</a:t>
            </a:r>
          </a:p>
        </p:txBody>
      </p:sp>
      <p:sp>
        <p:nvSpPr>
          <p:cNvPr id="27" name="">
            <a:extLst xmlns:a="http://schemas.openxmlformats.org/drawingml/2006/main">
              <a:ext uri="{FF2B5EF4-FFF2-40B4-BE49-F238E27FC236}">
                <a16:creationId xmlns:a16="http://schemas.microsoft.com/office/drawing/2014/main" id="{74F47262-7CCA-45C0-8160-8D92177DD0A8}"/>
              </a:ext>
            </a:extLst>
          </p:cNvPr>
          <p:cNvSpPr>
            <a:spLocks xmlns:a="http://schemas.openxmlformats.org/drawingml/2006/main" noGrp="1"/>
          </p:cNvSpPr>
          <p:nvPr/>
        </p:nvSpPr>
        <p:spPr>
          <a:xfrm xmlns:a="http://schemas.openxmlformats.org/drawingml/2006/main">
            <a:off x="6153150" y="48577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API  •  worker  •  AI dispatcher  •  Redis  •  web  •  proxy</a:t>
            </a:r>
          </a:p>
        </p:txBody>
      </p:sp>
      <p:sp>
        <p:nvSpPr>
          <p:cNvPr id="28" name="">
            <a:extLst xmlns:a="http://schemas.openxmlformats.org/drawingml/2006/main">
              <a:ext uri="{FF2B5EF4-FFF2-40B4-BE49-F238E27FC236}">
                <a16:creationId xmlns:a16="http://schemas.microsoft.com/office/drawing/2014/main" id="{E64213F0-CF50-4CF8-93D1-1397DC524CCA}"/>
              </a:ext>
            </a:extLst>
          </p:cNvPr>
          <p:cNvSpPr>
            <a:spLocks xmlns:a="http://schemas.openxmlformats.org/drawingml/2006/main" noGrp="1"/>
          </p:cNvSpPr>
          <p:nvPr/>
        </p:nvSpPr>
        <p:spPr>
          <a:xfrm xmlns:a="http://schemas.openxmlformats.org/drawingml/2006/main">
            <a:off x="609600" y="58102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619"/>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Counts are a point-in-time snapshot of the submitted repository.</a:t>
            </a:r>
          </a:p>
        </p:txBody>
      </p:sp>
      <p:sp>
        <p:nvSpPr>
          <p:cNvPr id="29" name="">
            <a:extLst xmlns:a="http://schemas.openxmlformats.org/drawingml/2006/main">
              <a:ext uri="{FF2B5EF4-FFF2-40B4-BE49-F238E27FC236}">
                <a16:creationId xmlns:a16="http://schemas.microsoft.com/office/drawing/2014/main" id="{50BFF8D9-2EB5-4D48-8453-76CC8A8F4CC0}"/>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262236401"/>
      </p:ext>
    </p:extLst>
  </p:cSld>
</p:sld>
</file>

<file path=ppt/slides/slide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A165E0E-BEB1-4C52-B8F3-5C1CF0ACFA7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PROJECT SCOPE</a:t>
            </a:r>
          </a:p>
        </p:txBody>
      </p:sp>
      <p:sp>
        <p:nvSpPr>
          <p:cNvPr id="2" name="">
            <a:extLst xmlns:a="http://schemas.openxmlformats.org/drawingml/2006/main">
              <a:ext uri="{FF2B5EF4-FFF2-40B4-BE49-F238E27FC236}">
                <a16:creationId xmlns:a16="http://schemas.microsoft.com/office/drawing/2014/main" id="{F48EE890-5685-4CD5-8645-1A684AF785E7}"/>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The backend connects every recruitment role</a:t>
            </a:r>
          </a:p>
        </p:txBody>
      </p:sp>
      <p:sp>
        <p:nvSpPr>
          <p:cNvPr id="3" name="">
            <a:extLst xmlns:a="http://schemas.openxmlformats.org/drawingml/2006/main">
              <a:ext uri="{FF2B5EF4-FFF2-40B4-BE49-F238E27FC236}">
                <a16:creationId xmlns:a16="http://schemas.microsoft.com/office/drawing/2014/main" id="{B652BFCB-7DA3-4155-B1A4-746BD61672BC}"/>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03</a:t>
            </a:r>
          </a:p>
        </p:txBody>
      </p:sp>
      <p:sp>
        <p:nvSpPr>
          <p:cNvPr id="4" name="">
            <a:extLst xmlns:a="http://schemas.openxmlformats.org/drawingml/2006/main">
              <a:ext uri="{FF2B5EF4-FFF2-40B4-BE49-F238E27FC236}">
                <a16:creationId xmlns:a16="http://schemas.microsoft.com/office/drawing/2014/main" id="{B027D89A-889A-403E-99F4-8155895DF73C}"/>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02BF8F6-9EED-43C0-BA17-444BDCDD398E}"/>
              </a:ext>
            </a:extLst>
          </p:cNvPr>
          <p:cNvSpPr>
            <a:spLocks xmlns:a="http://schemas.openxmlformats.org/drawingml/2006/main" noGrp="1"/>
          </p:cNvSpPr>
          <p:nvPr/>
        </p:nvSpPr>
        <p:spPr>
          <a:xfrm xmlns:a="http://schemas.openxmlformats.org/drawingml/2006/main">
            <a:off x="609600" y="14097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CODITENT supports three groups with different data and permissions.</a:t>
            </a:r>
          </a:p>
        </p:txBody>
      </p:sp>
      <p:sp>
        <p:nvSpPr>
          <p:cNvPr id="6" name="">
            <a:extLst xmlns:a="http://schemas.openxmlformats.org/drawingml/2006/main">
              <a:ext uri="{FF2B5EF4-FFF2-40B4-BE49-F238E27FC236}">
                <a16:creationId xmlns:a16="http://schemas.microsoft.com/office/drawing/2014/main" id="{FF3A1EF5-64EA-4C85-9326-A60A89D0A110}"/>
              </a:ext>
            </a:extLst>
          </p:cNvPr>
          <p:cNvSpPr>
            <a:spLocks xmlns:a="http://schemas.openxmlformats.org/drawingml/2006/main" noGrp="1"/>
          </p:cNvSpPr>
          <p:nvPr/>
        </p:nvSpPr>
        <p:spPr>
          <a:xfrm xmlns:a="http://schemas.openxmlformats.org/drawingml/2006/main">
            <a:off x="609600"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1F0DCD5-15AF-445B-95A9-385D9EF5C2DD}"/>
              </a:ext>
            </a:extLst>
          </p:cNvPr>
          <p:cNvSpPr>
            <a:spLocks xmlns:a="http://schemas.openxmlformats.org/drawingml/2006/main" noGrp="1"/>
          </p:cNvSpPr>
          <p:nvPr/>
        </p:nvSpPr>
        <p:spPr>
          <a:xfrm xmlns:a="http://schemas.openxmlformats.org/drawingml/2006/main">
            <a:off x="609600" y="1981200"/>
            <a:ext cx="66675" cy="16954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C7E7FBB8-5D05-4B82-8054-6D2DB91B6A68}"/>
              </a:ext>
            </a:extLst>
          </p:cNvPr>
          <p:cNvSpPr>
            <a:spLocks xmlns:a="http://schemas.openxmlformats.org/drawingml/2006/main" noGrp="1"/>
          </p:cNvSpPr>
          <p:nvPr/>
        </p:nvSpPr>
        <p:spPr>
          <a:xfrm xmlns:a="http://schemas.openxmlformats.org/drawingml/2006/main">
            <a:off x="81915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Candidates</a:t>
            </a:r>
          </a:p>
        </p:txBody>
      </p:sp>
      <p:sp>
        <p:nvSpPr>
          <p:cNvPr id="9" name="">
            <a:extLst xmlns:a="http://schemas.openxmlformats.org/drawingml/2006/main">
              <a:ext uri="{FF2B5EF4-FFF2-40B4-BE49-F238E27FC236}">
                <a16:creationId xmlns:a16="http://schemas.microsoft.com/office/drawing/2014/main" id="{FBF79A65-9C25-4EB5-8A6C-67D7F36884E4}"/>
              </a:ext>
            </a:extLst>
          </p:cNvPr>
          <p:cNvSpPr>
            <a:spLocks xmlns:a="http://schemas.openxmlformats.org/drawingml/2006/main" noGrp="1"/>
          </p:cNvSpPr>
          <p:nvPr/>
        </p:nvSpPr>
        <p:spPr>
          <a:xfrm xmlns:a="http://schemas.openxmlformats.org/drawingml/2006/main">
            <a:off x="81915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Profiles, CVs, offers, applications, interviews, recommendations and recruiter chat</a:t>
            </a:r>
          </a:p>
        </p:txBody>
      </p:sp>
      <p:sp>
        <p:nvSpPr>
          <p:cNvPr id="10" name="">
            <a:extLst xmlns:a="http://schemas.openxmlformats.org/drawingml/2006/main">
              <a:ext uri="{FF2B5EF4-FFF2-40B4-BE49-F238E27FC236}">
                <a16:creationId xmlns:a16="http://schemas.microsoft.com/office/drawing/2014/main" id="{FDC230F2-B034-46A4-866B-151771BAF5D6}"/>
              </a:ext>
            </a:extLst>
          </p:cNvPr>
          <p:cNvSpPr>
            <a:spLocks xmlns:a="http://schemas.openxmlformats.org/drawingml/2006/main" noGrp="1"/>
          </p:cNvSpPr>
          <p:nvPr/>
        </p:nvSpPr>
        <p:spPr>
          <a:xfrm xmlns:a="http://schemas.openxmlformats.org/drawingml/2006/main">
            <a:off x="4429125"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88845530-DC5D-4F1A-A969-DA1D63BC5012}"/>
              </a:ext>
            </a:extLst>
          </p:cNvPr>
          <p:cNvSpPr>
            <a:spLocks xmlns:a="http://schemas.openxmlformats.org/drawingml/2006/main" noGrp="1"/>
          </p:cNvSpPr>
          <p:nvPr/>
        </p:nvSpPr>
        <p:spPr>
          <a:xfrm xmlns:a="http://schemas.openxmlformats.org/drawingml/2006/main">
            <a:off x="4429125" y="1981200"/>
            <a:ext cx="66675" cy="16954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EE0CFE9D-A8CA-49C6-92E4-CC47309EAC05}"/>
              </a:ext>
            </a:extLst>
          </p:cNvPr>
          <p:cNvSpPr>
            <a:spLocks xmlns:a="http://schemas.openxmlformats.org/drawingml/2006/main" noGrp="1"/>
          </p:cNvSpPr>
          <p:nvPr/>
        </p:nvSpPr>
        <p:spPr>
          <a:xfrm xmlns:a="http://schemas.openxmlformats.org/drawingml/2006/main">
            <a:off x="4638675"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Company teams</a:t>
            </a:r>
          </a:p>
        </p:txBody>
      </p:sp>
      <p:sp>
        <p:nvSpPr>
          <p:cNvPr id="13" name="">
            <a:extLst xmlns:a="http://schemas.openxmlformats.org/drawingml/2006/main">
              <a:ext uri="{FF2B5EF4-FFF2-40B4-BE49-F238E27FC236}">
                <a16:creationId xmlns:a16="http://schemas.microsoft.com/office/drawing/2014/main" id="{A0D41E76-F59B-4674-9AAB-4E2FF4F69BB9}"/>
              </a:ext>
            </a:extLst>
          </p:cNvPr>
          <p:cNvSpPr>
            <a:spLocks xmlns:a="http://schemas.openxmlformats.org/drawingml/2006/main" noGrp="1"/>
          </p:cNvSpPr>
          <p:nvPr/>
        </p:nvSpPr>
        <p:spPr>
          <a:xfrm xmlns:a="http://schemas.openxmlformats.org/drawingml/2006/main">
            <a:off x="4638675"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candidate review, hiring stages, team invitations, interviews and recruitment chat</a:t>
            </a:r>
          </a:p>
        </p:txBody>
      </p:sp>
      <p:sp>
        <p:nvSpPr>
          <p:cNvPr id="14" name="">
            <a:extLst xmlns:a="http://schemas.openxmlformats.org/drawingml/2006/main">
              <a:ext uri="{FF2B5EF4-FFF2-40B4-BE49-F238E27FC236}">
                <a16:creationId xmlns:a16="http://schemas.microsoft.com/office/drawing/2014/main" id="{FD702F1A-B9CC-4BA8-B140-C37EA15C39FD}"/>
              </a:ext>
            </a:extLst>
          </p:cNvPr>
          <p:cNvSpPr>
            <a:spLocks xmlns:a="http://schemas.openxmlformats.org/drawingml/2006/main" noGrp="1"/>
          </p:cNvSpPr>
          <p:nvPr/>
        </p:nvSpPr>
        <p:spPr>
          <a:xfrm xmlns:a="http://schemas.openxmlformats.org/drawingml/2006/main">
            <a:off x="8248650" y="1981200"/>
            <a:ext cx="3333750" cy="1695450"/>
          </a:xfrm>
          <a:prstGeom xmlns:a="http://schemas.openxmlformats.org/drawingml/2006/main" prst="roundRect">
            <a:avLst>
              <a:gd name="adj" fmla="val 6742"/>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19181A71-DBF6-44A3-9A14-D85FF18DBAC1}"/>
              </a:ext>
            </a:extLst>
          </p:cNvPr>
          <p:cNvSpPr>
            <a:spLocks xmlns:a="http://schemas.openxmlformats.org/drawingml/2006/main" noGrp="1"/>
          </p:cNvSpPr>
          <p:nvPr/>
        </p:nvSpPr>
        <p:spPr>
          <a:xfrm xmlns:a="http://schemas.openxmlformats.org/drawingml/2006/main">
            <a:off x="8248650" y="1981200"/>
            <a:ext cx="66675" cy="16954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6" name="">
            <a:extLst xmlns:a="http://schemas.openxmlformats.org/drawingml/2006/main">
              <a:ext uri="{FF2B5EF4-FFF2-40B4-BE49-F238E27FC236}">
                <a16:creationId xmlns:a16="http://schemas.microsoft.com/office/drawing/2014/main" id="{67FB9E69-CE14-4A8E-8A5B-B1148D549839}"/>
              </a:ext>
            </a:extLst>
          </p:cNvPr>
          <p:cNvSpPr>
            <a:spLocks xmlns:a="http://schemas.openxmlformats.org/drawingml/2006/main" noGrp="1"/>
          </p:cNvSpPr>
          <p:nvPr/>
        </p:nvSpPr>
        <p:spPr>
          <a:xfrm xmlns:a="http://schemas.openxmlformats.org/drawingml/2006/main">
            <a:off x="8458200" y="2095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Platform admins</a:t>
            </a:r>
          </a:p>
        </p:txBody>
      </p:sp>
      <p:sp>
        <p:nvSpPr>
          <p:cNvPr id="17" name="">
            <a:extLst xmlns:a="http://schemas.openxmlformats.org/drawingml/2006/main">
              <a:ext uri="{FF2B5EF4-FFF2-40B4-BE49-F238E27FC236}">
                <a16:creationId xmlns:a16="http://schemas.microsoft.com/office/drawing/2014/main" id="{94C4E8FF-DF9A-4A86-8F27-7B204E953BC7}"/>
              </a:ext>
            </a:extLst>
          </p:cNvPr>
          <p:cNvSpPr>
            <a:spLocks xmlns:a="http://schemas.openxmlformats.org/drawingml/2006/main" noGrp="1"/>
          </p:cNvSpPr>
          <p:nvPr/>
        </p:nvSpPr>
        <p:spPr>
          <a:xfrm xmlns:a="http://schemas.openxmlformats.org/drawingml/2006/main">
            <a:off x="8458200" y="2390775"/>
            <a:ext cx="30099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Users, companies, invitations, support, institutions, missions and audit activity</a:t>
            </a:r>
          </a:p>
        </p:txBody>
      </p:sp>
      <p:sp>
        <p:nvSpPr>
          <p:cNvPr id="18" name="">
            <a:extLst xmlns:a="http://schemas.openxmlformats.org/drawingml/2006/main">
              <a:ext uri="{FF2B5EF4-FFF2-40B4-BE49-F238E27FC236}">
                <a16:creationId xmlns:a16="http://schemas.microsoft.com/office/drawing/2014/main" id="{55E981FF-13BC-4075-B19B-ED5F9E1DC539}"/>
              </a:ext>
            </a:extLst>
          </p:cNvPr>
          <p:cNvSpPr>
            <a:spLocks xmlns:a="http://schemas.openxmlformats.org/drawingml/2006/main" noGrp="1"/>
          </p:cNvSpPr>
          <p:nvPr/>
        </p:nvSpPr>
        <p:spPr>
          <a:xfrm xmlns:a="http://schemas.openxmlformats.org/drawingml/2006/main">
            <a:off x="609600" y="4171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My backend scope</a:t>
            </a:r>
          </a:p>
        </p:txBody>
      </p:sp>
      <p:sp>
        <p:nvSpPr>
          <p:cNvPr id="19" name="">
            <a:extLst xmlns:a="http://schemas.openxmlformats.org/drawingml/2006/main">
              <a:ext uri="{FF2B5EF4-FFF2-40B4-BE49-F238E27FC236}">
                <a16:creationId xmlns:a16="http://schemas.microsoft.com/office/drawing/2014/main" id="{3F5E0012-A004-441B-97C8-EEAD7BA9267B}"/>
              </a:ext>
            </a:extLst>
          </p:cNvPr>
          <p:cNvSpPr>
            <a:spLocks xmlns:a="http://schemas.openxmlformats.org/drawingml/2006/main" noGrp="1"/>
          </p:cNvSpPr>
          <p:nvPr/>
        </p:nvSpPr>
        <p:spPr>
          <a:xfrm xmlns:a="http://schemas.openxmlformats.org/drawingml/2006/main">
            <a:off x="609600" y="45720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760"/>
          </a:bodyPr>
          <a:lstStyle xmlns:a="http://schemas.openxmlformats.org/drawingml/2006/main">
            <a:defPPr algn="l">
              <a:defRPr sz="1950" b="1">
                <a:solidFill>
                  <a:srgbClr val="192B23"/>
                </a:solidFill>
                <a:latin typeface="Noto Sans"/>
                <a:ea typeface="Noto Sans"/>
                <a:cs typeface="Noto Sans"/>
              </a:defRPr>
            </a:defPPr>
            <a:lvl1pPr algn="l">
              <a:defRPr sz="1950" b="1">
                <a:solidFill>
                  <a:srgbClr val="192B23"/>
                </a:solidFill>
                <a:latin typeface="Noto Sans"/>
                <a:ea typeface="Noto Sans"/>
                <a:cs typeface="Noto Sans"/>
              </a:defRPr>
            </a:lvl1pPr>
            <a:lvl2pPr algn="l">
              <a:defRPr sz="1950" b="1">
                <a:solidFill>
                  <a:srgbClr val="192B23"/>
                </a:solidFill>
                <a:latin typeface="Noto Sans"/>
                <a:ea typeface="Noto Sans"/>
                <a:cs typeface="Noto Sans"/>
              </a:defRPr>
            </a:lvl2pPr>
            <a:lvl3pPr algn="l">
              <a:defRPr sz="1950" b="1">
                <a:solidFill>
                  <a:srgbClr val="192B23"/>
                </a:solidFill>
                <a:latin typeface="Noto Sans"/>
                <a:ea typeface="Noto Sans"/>
                <a:cs typeface="Noto Sans"/>
              </a:defRPr>
            </a:lvl3pPr>
            <a:lvl4pPr algn="l">
              <a:defRPr sz="1950" b="1">
                <a:solidFill>
                  <a:srgbClr val="192B23"/>
                </a:solidFill>
                <a:latin typeface="Noto Sans"/>
                <a:ea typeface="Noto Sans"/>
                <a:cs typeface="Noto Sans"/>
              </a:defRPr>
            </a:lvl4pPr>
            <a:lvl5pPr algn="l">
              <a:defRPr sz="1950" b="1">
                <a:solidFill>
                  <a:srgbClr val="192B23"/>
                </a:solidFill>
                <a:latin typeface="Noto Sans"/>
                <a:ea typeface="Noto Sans"/>
                <a:cs typeface="Noto Sans"/>
              </a:defRPr>
            </a:lvl5pPr>
            <a:lvl6pPr algn="l">
              <a:defRPr sz="1950" b="1">
                <a:solidFill>
                  <a:srgbClr val="192B23"/>
                </a:solidFill>
                <a:latin typeface="Noto Sans"/>
                <a:ea typeface="Noto Sans"/>
                <a:cs typeface="Noto Sans"/>
              </a:defRPr>
            </a:lvl6pPr>
            <a:lvl7pPr algn="l">
              <a:defRPr sz="1950" b="1">
                <a:solidFill>
                  <a:srgbClr val="192B23"/>
                </a:solidFill>
                <a:latin typeface="Noto Sans"/>
                <a:ea typeface="Noto Sans"/>
                <a:cs typeface="Noto Sans"/>
              </a:defRPr>
            </a:lvl7pPr>
            <a:lvl8pPr algn="l">
              <a:defRPr sz="1950" b="1">
                <a:solidFill>
                  <a:srgbClr val="192B23"/>
                </a:solidFill>
                <a:latin typeface="Noto Sans"/>
                <a:ea typeface="Noto Sans"/>
                <a:cs typeface="Noto Sans"/>
              </a:defRPr>
            </a:lvl8pPr>
            <a:lvl9pPr algn="l">
              <a:defRPr sz="1950" b="1">
                <a:solidFill>
                  <a:srgbClr val="192B23"/>
                </a:solidFill>
                <a:latin typeface="Noto Sans"/>
                <a:ea typeface="Noto Sans"/>
                <a:cs typeface="Noto Sans"/>
              </a:defRPr>
            </a:lvl9pPr>
          </a:lstStyle>
          <a:p xmlns:a="http://schemas.openxmlformats.org/drawingml/2006/main">
            <a:pPr algn="l">
              <a:defRPr sz="1950" b="1">
                <a:solidFill>
                  <a:srgbClr val="192B23"/>
                </a:solidFill>
                <a:latin typeface="Noto Sans"/>
                <a:ea typeface="Noto Sans"/>
                <a:cs typeface="Noto Sans"/>
              </a:defRPr>
            </a:pPr>
            <a:r>
              <a:rPr sz="1950" b="1">
                <a:solidFill>
                  <a:srgbClr val="192B23"/>
                </a:solidFill>
                <a:latin typeface="Noto Sans"/>
                <a:ea typeface="Noto Sans"/>
                <a:cs typeface="Noto Sans"/>
              </a:rPr>
              <a:t>I designed and implemented the server-side system that validates requests, enforces access rules, stores data, coordinates workflows, and integrates external services.</a:t>
            </a:r>
          </a:p>
        </p:txBody>
      </p:sp>
      <p:sp>
        <p:nvSpPr>
          <p:cNvPr id="20" name="">
            <a:extLst xmlns:a="http://schemas.openxmlformats.org/drawingml/2006/main">
              <a:ext uri="{FF2B5EF4-FFF2-40B4-BE49-F238E27FC236}">
                <a16:creationId xmlns:a16="http://schemas.microsoft.com/office/drawing/2014/main" id="{902D79FB-FDBF-4ED0-A6C2-04DF23B80D0D}"/>
              </a:ext>
            </a:extLst>
          </p:cNvPr>
          <p:cNvSpPr>
            <a:spLocks xmlns:a="http://schemas.openxmlformats.org/drawingml/2006/main" noGrp="1"/>
          </p:cNvSpPr>
          <p:nvPr/>
        </p:nvSpPr>
        <p:spPr>
          <a:xfrm xmlns:a="http://schemas.openxmlformats.org/drawingml/2006/main">
            <a:off x="609600" y="5695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9B651B"/>
                </a:solidFill>
                <a:latin typeface="Noto Sans"/>
                <a:ea typeface="Noto Sans"/>
                <a:cs typeface="Noto Sans"/>
              </a:defRPr>
            </a:defPPr>
            <a:lvl1pPr algn="l">
              <a:defRPr sz="1500" b="0">
                <a:solidFill>
                  <a:srgbClr val="9B651B"/>
                </a:solidFill>
                <a:latin typeface="Noto Sans"/>
                <a:ea typeface="Noto Sans"/>
                <a:cs typeface="Noto Sans"/>
              </a:defRPr>
            </a:lvl1pPr>
            <a:lvl2pPr algn="l">
              <a:defRPr sz="1500" b="0">
                <a:solidFill>
                  <a:srgbClr val="9B651B"/>
                </a:solidFill>
                <a:latin typeface="Noto Sans"/>
                <a:ea typeface="Noto Sans"/>
                <a:cs typeface="Noto Sans"/>
              </a:defRPr>
            </a:lvl2pPr>
            <a:lvl3pPr algn="l">
              <a:defRPr sz="1500" b="0">
                <a:solidFill>
                  <a:srgbClr val="9B651B"/>
                </a:solidFill>
                <a:latin typeface="Noto Sans"/>
                <a:ea typeface="Noto Sans"/>
                <a:cs typeface="Noto Sans"/>
              </a:defRPr>
            </a:lvl3pPr>
            <a:lvl4pPr algn="l">
              <a:defRPr sz="1500" b="0">
                <a:solidFill>
                  <a:srgbClr val="9B651B"/>
                </a:solidFill>
                <a:latin typeface="Noto Sans"/>
                <a:ea typeface="Noto Sans"/>
                <a:cs typeface="Noto Sans"/>
              </a:defRPr>
            </a:lvl4pPr>
            <a:lvl5pPr algn="l">
              <a:defRPr sz="1500" b="0">
                <a:solidFill>
                  <a:srgbClr val="9B651B"/>
                </a:solidFill>
                <a:latin typeface="Noto Sans"/>
                <a:ea typeface="Noto Sans"/>
                <a:cs typeface="Noto Sans"/>
              </a:defRPr>
            </a:lvl5pPr>
            <a:lvl6pPr algn="l">
              <a:defRPr sz="1500" b="0">
                <a:solidFill>
                  <a:srgbClr val="9B651B"/>
                </a:solidFill>
                <a:latin typeface="Noto Sans"/>
                <a:ea typeface="Noto Sans"/>
                <a:cs typeface="Noto Sans"/>
              </a:defRPr>
            </a:lvl6pPr>
            <a:lvl7pPr algn="l">
              <a:defRPr sz="1500" b="0">
                <a:solidFill>
                  <a:srgbClr val="9B651B"/>
                </a:solidFill>
                <a:latin typeface="Noto Sans"/>
                <a:ea typeface="Noto Sans"/>
                <a:cs typeface="Noto Sans"/>
              </a:defRPr>
            </a:lvl7pPr>
            <a:lvl8pPr algn="l">
              <a:defRPr sz="1500" b="0">
                <a:solidFill>
                  <a:srgbClr val="9B651B"/>
                </a:solidFill>
                <a:latin typeface="Noto Sans"/>
                <a:ea typeface="Noto Sans"/>
                <a:cs typeface="Noto Sans"/>
              </a:defRPr>
            </a:lvl8pPr>
            <a:lvl9pPr algn="l">
              <a:defRPr sz="1500" b="0">
                <a:solidFill>
                  <a:srgbClr val="9B651B"/>
                </a:solidFill>
                <a:latin typeface="Noto Sans"/>
                <a:ea typeface="Noto Sans"/>
                <a:cs typeface="Noto Sans"/>
              </a:defRPr>
            </a:lvl9pPr>
          </a:lstStyle>
          <a:p xmlns:a="http://schemas.openxmlformats.org/drawingml/2006/main">
            <a:pPr algn="l">
              <a:defRPr sz="1500" b="0">
                <a:solidFill>
                  <a:srgbClr val="9B651B"/>
                </a:solidFill>
                <a:latin typeface="Noto Sans"/>
                <a:ea typeface="Noto Sans"/>
                <a:cs typeface="Noto Sans"/>
              </a:defRPr>
            </a:pPr>
            <a:r>
              <a:rPr sz="1500" b="0">
                <a:solidFill>
                  <a:srgbClr val="9B651B"/>
                </a:solidFill>
                <a:latin typeface="Noto Sans"/>
                <a:ea typeface="Noto Sans"/>
                <a:cs typeface="Noto Sans"/>
              </a:rPr>
              <a:t>The frontend asks. The backend decides what is valid and what each user may do.</a:t>
            </a:r>
          </a:p>
        </p:txBody>
      </p:sp>
      <p:sp>
        <p:nvSpPr>
          <p:cNvPr id="21" name="">
            <a:extLst xmlns:a="http://schemas.openxmlformats.org/drawingml/2006/main">
              <a:ext uri="{FF2B5EF4-FFF2-40B4-BE49-F238E27FC236}">
                <a16:creationId xmlns:a16="http://schemas.microsoft.com/office/drawing/2014/main" id="{C4BBCB3E-3FF7-4C20-96DE-60B5FFD974ED}"/>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63796669"/>
      </p:ext>
    </p:extLst>
  </p:cSld>
</p:sld>
</file>

<file path=ppt/slides/slide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74" name="">
            <a:extLst xmlns:a="http://schemas.openxmlformats.org/drawingml/2006/main">
              <a:ext uri="{FF2B5EF4-FFF2-40B4-BE49-F238E27FC236}">
                <a16:creationId xmlns:a16="http://schemas.microsoft.com/office/drawing/2014/main" id="{2949A553-8207-470D-AD0B-8E982CDFBEDB}"/>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SYSTEM DESIGN</a:t>
            </a:r>
          </a:p>
        </p:txBody>
      </p:sp>
      <p:sp>
        <p:nvSpPr>
          <p:cNvPr id="2" name="">
            <a:extLst xmlns:a="http://schemas.openxmlformats.org/drawingml/2006/main">
              <a:ext uri="{FF2B5EF4-FFF2-40B4-BE49-F238E27FC236}">
                <a16:creationId xmlns:a16="http://schemas.microsoft.com/office/drawing/2014/main" id="{E5BC48D4-5379-4736-943A-3D1955D3F726}"/>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Backend architecture</a:t>
            </a:r>
          </a:p>
        </p:txBody>
      </p:sp>
      <p:sp>
        <p:nvSpPr>
          <p:cNvPr id="3" name="">
            <a:extLst xmlns:a="http://schemas.openxmlformats.org/drawingml/2006/main">
              <a:ext uri="{FF2B5EF4-FFF2-40B4-BE49-F238E27FC236}">
                <a16:creationId xmlns:a16="http://schemas.microsoft.com/office/drawing/2014/main" id="{DBC41858-87DC-4575-ACFB-1F1960ABB97B}"/>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04</a:t>
            </a:r>
          </a:p>
        </p:txBody>
      </p:sp>
      <p:sp>
        <p:nvSpPr>
          <p:cNvPr id="4" name="">
            <a:extLst xmlns:a="http://schemas.openxmlformats.org/drawingml/2006/main">
              <a:ext uri="{FF2B5EF4-FFF2-40B4-BE49-F238E27FC236}">
                <a16:creationId xmlns:a16="http://schemas.microsoft.com/office/drawing/2014/main" id="{D6BA888C-B93A-44C5-B79D-BD804463EE80}"/>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8B4E626F-69F9-4EF5-AD96-06FB35F61ADF}"/>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FastAPI controls three paths: immediate requests, durable background work, and real-time communication.</a:t>
            </a:r>
          </a:p>
        </p:txBody>
      </p:sp>
      <p:sp>
        <p:nvSpPr>
          <p:cNvPr id="6" name="">
            <a:extLst xmlns:a="http://schemas.openxmlformats.org/drawingml/2006/main">
              <a:ext uri="{FF2B5EF4-FFF2-40B4-BE49-F238E27FC236}">
                <a16:creationId xmlns:a16="http://schemas.microsoft.com/office/drawing/2014/main" id="{4E906ED0-47F1-4877-9077-71975BD81C22}"/>
              </a:ext>
            </a:extLst>
          </p:cNvPr>
          <p:cNvSpPr>
            <a:spLocks xmlns:a="http://schemas.openxmlformats.org/drawingml/2006/main" noGrp="1"/>
          </p:cNvSpPr>
          <p:nvPr/>
        </p:nvSpPr>
        <p:spPr>
          <a:xfrm xmlns:a="http://schemas.openxmlformats.org/drawingml/2006/main">
            <a:off x="609600" y="20002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REQUEST PATH</a:t>
            </a:r>
          </a:p>
        </p:txBody>
      </p:sp>
      <p:sp>
        <p:nvSpPr>
          <p:cNvPr id="7" name="">
            <a:extLst xmlns:a="http://schemas.openxmlformats.org/drawingml/2006/main">
              <a:ext uri="{FF2B5EF4-FFF2-40B4-BE49-F238E27FC236}">
                <a16:creationId xmlns:a16="http://schemas.microsoft.com/office/drawing/2014/main" id="{6537BE8D-5777-400D-8A6B-5F4BC376138E}"/>
              </a:ext>
            </a:extLst>
          </p:cNvPr>
          <p:cNvSpPr>
            <a:spLocks xmlns:a="http://schemas.openxmlformats.org/drawingml/2006/main" noGrp="1"/>
          </p:cNvSpPr>
          <p:nvPr/>
        </p:nvSpPr>
        <p:spPr>
          <a:xfrm xmlns:a="http://schemas.openxmlformats.org/drawingml/2006/main">
            <a:off x="2000250" y="1866900"/>
            <a:ext cx="161925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020A2078-F1FB-4E85-B4EB-3983C62E963B}"/>
              </a:ext>
            </a:extLst>
          </p:cNvPr>
          <p:cNvSpPr>
            <a:spLocks xmlns:a="http://schemas.openxmlformats.org/drawingml/2006/main" noGrp="1"/>
          </p:cNvSpPr>
          <p:nvPr/>
        </p:nvSpPr>
        <p:spPr>
          <a:xfrm xmlns:a="http://schemas.openxmlformats.org/drawingml/2006/main">
            <a:off x="2000250" y="1866900"/>
            <a:ext cx="66675" cy="7810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6C4931C7-22DB-411B-A737-E20ACB866937}"/>
              </a:ext>
            </a:extLst>
          </p:cNvPr>
          <p:cNvSpPr>
            <a:spLocks xmlns:a="http://schemas.openxmlformats.org/drawingml/2006/main" noGrp="1"/>
          </p:cNvSpPr>
          <p:nvPr/>
        </p:nvSpPr>
        <p:spPr>
          <a:xfrm xmlns:a="http://schemas.openxmlformats.org/drawingml/2006/main">
            <a:off x="2209800" y="19812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Browser</a:t>
            </a:r>
          </a:p>
        </p:txBody>
      </p:sp>
      <p:sp>
        <p:nvSpPr>
          <p:cNvPr id="10" name="">
            <a:extLst xmlns:a="http://schemas.openxmlformats.org/drawingml/2006/main">
              <a:ext uri="{FF2B5EF4-FFF2-40B4-BE49-F238E27FC236}">
                <a16:creationId xmlns:a16="http://schemas.microsoft.com/office/drawing/2014/main" id="{B4609F50-04FB-4AE0-A99E-DE8B8410E1EE}"/>
              </a:ext>
            </a:extLst>
          </p:cNvPr>
          <p:cNvSpPr>
            <a:spLocks xmlns:a="http://schemas.openxmlformats.org/drawingml/2006/main" noGrp="1"/>
          </p:cNvSpPr>
          <p:nvPr/>
        </p:nvSpPr>
        <p:spPr>
          <a:xfrm xmlns:a="http://schemas.openxmlformats.org/drawingml/2006/main">
            <a:off x="2209800" y="2276475"/>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Next.js client</a:t>
            </a:r>
          </a:p>
        </p:txBody>
      </p:sp>
      <p:sp>
        <p:nvSpPr>
          <p:cNvPr id="11" name="">
            <a:extLst xmlns:a="http://schemas.openxmlformats.org/drawingml/2006/main">
              <a:ext uri="{FF2B5EF4-FFF2-40B4-BE49-F238E27FC236}">
                <a16:creationId xmlns:a16="http://schemas.microsoft.com/office/drawing/2014/main" id="{B4420420-E279-4E62-B73B-798AF6BA2EDC}"/>
              </a:ext>
            </a:extLst>
          </p:cNvPr>
          <p:cNvSpPr>
            <a:spLocks xmlns:a="http://schemas.openxmlformats.org/drawingml/2006/main" noGrp="1"/>
          </p:cNvSpPr>
          <p:nvPr/>
        </p:nvSpPr>
        <p:spPr>
          <a:xfrm xmlns:a="http://schemas.openxmlformats.org/drawingml/2006/main">
            <a:off x="3619500" y="225742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437A1C1A-053E-4FBA-91F5-980F93108BE6}"/>
              </a:ext>
            </a:extLst>
          </p:cNvPr>
          <p:cNvSpPr>
            <a:spLocks xmlns:a="http://schemas.openxmlformats.org/drawingml/2006/main" noGrp="1"/>
          </p:cNvSpPr>
          <p:nvPr/>
        </p:nvSpPr>
        <p:spPr>
          <a:xfrm xmlns:a="http://schemas.openxmlformats.org/drawingml/2006/main">
            <a:off x="4019550" y="1866900"/>
            <a:ext cx="1714500" cy="781050"/>
          </a:xfrm>
          <a:prstGeom xmlns:a="http://schemas.openxmlformats.org/drawingml/2006/main" prst="roundRect">
            <a:avLst>
              <a:gd name="adj" fmla="val 1463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BE1C6A0A-6A9D-4687-A13F-56C4C0183445}"/>
              </a:ext>
            </a:extLst>
          </p:cNvPr>
          <p:cNvSpPr>
            <a:spLocks xmlns:a="http://schemas.openxmlformats.org/drawingml/2006/main" noGrp="1"/>
          </p:cNvSpPr>
          <p:nvPr/>
        </p:nvSpPr>
        <p:spPr>
          <a:xfrm xmlns:a="http://schemas.openxmlformats.org/drawingml/2006/main">
            <a:off x="4019550" y="1866900"/>
            <a:ext cx="66675" cy="7810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4" name="">
            <a:extLst xmlns:a="http://schemas.openxmlformats.org/drawingml/2006/main">
              <a:ext uri="{FF2B5EF4-FFF2-40B4-BE49-F238E27FC236}">
                <a16:creationId xmlns:a16="http://schemas.microsoft.com/office/drawing/2014/main" id="{42407EEF-134D-41AB-9CA1-19D8D1165225}"/>
              </a:ext>
            </a:extLst>
          </p:cNvPr>
          <p:cNvSpPr>
            <a:spLocks xmlns:a="http://schemas.openxmlformats.org/drawingml/2006/main" noGrp="1"/>
          </p:cNvSpPr>
          <p:nvPr/>
        </p:nvSpPr>
        <p:spPr>
          <a:xfrm xmlns:a="http://schemas.openxmlformats.org/drawingml/2006/main">
            <a:off x="4229100" y="198120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Nginx</a:t>
            </a:r>
          </a:p>
        </p:txBody>
      </p:sp>
      <p:sp>
        <p:nvSpPr>
          <p:cNvPr id="15" name="">
            <a:extLst xmlns:a="http://schemas.openxmlformats.org/drawingml/2006/main">
              <a:ext uri="{FF2B5EF4-FFF2-40B4-BE49-F238E27FC236}">
                <a16:creationId xmlns:a16="http://schemas.microsoft.com/office/drawing/2014/main" id="{88FD72A3-637A-4728-9EB7-D38F67C53D1D}"/>
              </a:ext>
            </a:extLst>
          </p:cNvPr>
          <p:cNvSpPr>
            <a:spLocks xmlns:a="http://schemas.openxmlformats.org/drawingml/2006/main" noGrp="1"/>
          </p:cNvSpPr>
          <p:nvPr/>
        </p:nvSpPr>
        <p:spPr>
          <a:xfrm xmlns:a="http://schemas.openxmlformats.org/drawingml/2006/main">
            <a:off x="4229100" y="2276475"/>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TLS, proxy, WAF</a:t>
            </a:r>
          </a:p>
        </p:txBody>
      </p:sp>
      <p:sp>
        <p:nvSpPr>
          <p:cNvPr id="16" name="">
            <a:extLst xmlns:a="http://schemas.openxmlformats.org/drawingml/2006/main">
              <a:ext uri="{FF2B5EF4-FFF2-40B4-BE49-F238E27FC236}">
                <a16:creationId xmlns:a16="http://schemas.microsoft.com/office/drawing/2014/main" id="{041B2ACE-E44D-4C4E-95E1-000F72249A26}"/>
              </a:ext>
            </a:extLst>
          </p:cNvPr>
          <p:cNvSpPr>
            <a:spLocks xmlns:a="http://schemas.openxmlformats.org/drawingml/2006/main" noGrp="1"/>
          </p:cNvSpPr>
          <p:nvPr/>
        </p:nvSpPr>
        <p:spPr>
          <a:xfrm xmlns:a="http://schemas.openxmlformats.org/drawingml/2006/main">
            <a:off x="5734050" y="225742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7" name="">
            <a:extLst xmlns:a="http://schemas.openxmlformats.org/drawingml/2006/main">
              <a:ext uri="{FF2B5EF4-FFF2-40B4-BE49-F238E27FC236}">
                <a16:creationId xmlns:a16="http://schemas.microsoft.com/office/drawing/2014/main" id="{37FFE40C-D98D-43D9-AFE0-784DD118CCF5}"/>
              </a:ext>
            </a:extLst>
          </p:cNvPr>
          <p:cNvSpPr>
            <a:spLocks xmlns:a="http://schemas.openxmlformats.org/drawingml/2006/main" noGrp="1"/>
          </p:cNvSpPr>
          <p:nvPr/>
        </p:nvSpPr>
        <p:spPr>
          <a:xfrm xmlns:a="http://schemas.openxmlformats.org/drawingml/2006/main">
            <a:off x="6134100" y="1790700"/>
            <a:ext cx="2400300" cy="933450"/>
          </a:xfrm>
          <a:prstGeom xmlns:a="http://schemas.openxmlformats.org/drawingml/2006/main" prst="roundRect">
            <a:avLst>
              <a:gd name="adj" fmla="val 122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5B6BA127-67CB-4EC9-B1FF-A7DA6A512F7B}"/>
              </a:ext>
            </a:extLst>
          </p:cNvPr>
          <p:cNvSpPr>
            <a:spLocks xmlns:a="http://schemas.openxmlformats.org/drawingml/2006/main" noGrp="1"/>
          </p:cNvSpPr>
          <p:nvPr/>
        </p:nvSpPr>
        <p:spPr>
          <a:xfrm xmlns:a="http://schemas.openxmlformats.org/drawingml/2006/main">
            <a:off x="6134100" y="1790700"/>
            <a:ext cx="66675" cy="9334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9" name="">
            <a:extLst xmlns:a="http://schemas.openxmlformats.org/drawingml/2006/main">
              <a:ext uri="{FF2B5EF4-FFF2-40B4-BE49-F238E27FC236}">
                <a16:creationId xmlns:a16="http://schemas.microsoft.com/office/drawing/2014/main" id="{B2EE229C-F203-48A7-BFC9-17B5AB6B52A9}"/>
              </a:ext>
            </a:extLst>
          </p:cNvPr>
          <p:cNvSpPr>
            <a:spLocks xmlns:a="http://schemas.openxmlformats.org/drawingml/2006/main" noGrp="1"/>
          </p:cNvSpPr>
          <p:nvPr/>
        </p:nvSpPr>
        <p:spPr>
          <a:xfrm xmlns:a="http://schemas.openxmlformats.org/drawingml/2006/main">
            <a:off x="6343650" y="19050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a:t>
            </a:r>
          </a:p>
        </p:txBody>
      </p:sp>
      <p:sp>
        <p:nvSpPr>
          <p:cNvPr id="20" name="">
            <a:extLst xmlns:a="http://schemas.openxmlformats.org/drawingml/2006/main">
              <a:ext uri="{FF2B5EF4-FFF2-40B4-BE49-F238E27FC236}">
                <a16:creationId xmlns:a16="http://schemas.microsoft.com/office/drawing/2014/main" id="{54E4F898-A0C5-4653-A39E-43D29DC459A5}"/>
              </a:ext>
            </a:extLst>
          </p:cNvPr>
          <p:cNvSpPr>
            <a:spLocks xmlns:a="http://schemas.openxmlformats.org/drawingml/2006/main" noGrp="1"/>
          </p:cNvSpPr>
          <p:nvPr/>
        </p:nvSpPr>
        <p:spPr>
          <a:xfrm xmlns:a="http://schemas.openxmlformats.org/drawingml/2006/main">
            <a:off x="6343650" y="2200275"/>
            <a:ext cx="2076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Validation, permissions, business rules</a:t>
            </a:r>
          </a:p>
        </p:txBody>
      </p:sp>
      <p:sp>
        <p:nvSpPr>
          <p:cNvPr id="21" name="">
            <a:extLst xmlns:a="http://schemas.openxmlformats.org/drawingml/2006/main">
              <a:ext uri="{FF2B5EF4-FFF2-40B4-BE49-F238E27FC236}">
                <a16:creationId xmlns:a16="http://schemas.microsoft.com/office/drawing/2014/main" id="{B2962AFF-EF74-4AEC-8C94-17710C304C1A}"/>
              </a:ext>
            </a:extLst>
          </p:cNvPr>
          <p:cNvSpPr>
            <a:spLocks xmlns:a="http://schemas.openxmlformats.org/drawingml/2006/main" noGrp="1"/>
          </p:cNvSpPr>
          <p:nvPr/>
        </p:nvSpPr>
        <p:spPr>
          <a:xfrm xmlns:a="http://schemas.openxmlformats.org/drawingml/2006/main">
            <a:off x="8534400" y="225742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2" name="">
            <a:extLst xmlns:a="http://schemas.openxmlformats.org/drawingml/2006/main">
              <a:ext uri="{FF2B5EF4-FFF2-40B4-BE49-F238E27FC236}">
                <a16:creationId xmlns:a16="http://schemas.microsoft.com/office/drawing/2014/main" id="{BDF826ED-A44D-4FF0-A308-589175247C91}"/>
              </a:ext>
            </a:extLst>
          </p:cNvPr>
          <p:cNvSpPr>
            <a:spLocks xmlns:a="http://schemas.openxmlformats.org/drawingml/2006/main" noGrp="1"/>
          </p:cNvSpPr>
          <p:nvPr/>
        </p:nvSpPr>
        <p:spPr>
          <a:xfrm xmlns:a="http://schemas.openxmlformats.org/drawingml/2006/main">
            <a:off x="8934450" y="1790700"/>
            <a:ext cx="2647950" cy="933450"/>
          </a:xfrm>
          <a:prstGeom xmlns:a="http://schemas.openxmlformats.org/drawingml/2006/main" prst="roundRect">
            <a:avLst>
              <a:gd name="adj" fmla="val 122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F5B30664-2E3D-4FE8-9536-454399102DE2}"/>
              </a:ext>
            </a:extLst>
          </p:cNvPr>
          <p:cNvSpPr>
            <a:spLocks xmlns:a="http://schemas.openxmlformats.org/drawingml/2006/main" noGrp="1"/>
          </p:cNvSpPr>
          <p:nvPr/>
        </p:nvSpPr>
        <p:spPr>
          <a:xfrm xmlns:a="http://schemas.openxmlformats.org/drawingml/2006/main">
            <a:off x="8934450" y="1790700"/>
            <a:ext cx="66675" cy="9334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4" name="">
            <a:extLst xmlns:a="http://schemas.openxmlformats.org/drawingml/2006/main">
              <a:ext uri="{FF2B5EF4-FFF2-40B4-BE49-F238E27FC236}">
                <a16:creationId xmlns:a16="http://schemas.microsoft.com/office/drawing/2014/main" id="{7BF1712B-8DAA-4CCF-A4A3-128EEBB6E3FB}"/>
              </a:ext>
            </a:extLst>
          </p:cNvPr>
          <p:cNvSpPr>
            <a:spLocks xmlns:a="http://schemas.openxmlformats.org/drawingml/2006/main" noGrp="1"/>
          </p:cNvSpPr>
          <p:nvPr/>
        </p:nvSpPr>
        <p:spPr>
          <a:xfrm xmlns:a="http://schemas.openxmlformats.org/drawingml/2006/main">
            <a:off x="9144000" y="190500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Data services</a:t>
            </a:r>
          </a:p>
        </p:txBody>
      </p:sp>
      <p:sp>
        <p:nvSpPr>
          <p:cNvPr id="25" name="">
            <a:extLst xmlns:a="http://schemas.openxmlformats.org/drawingml/2006/main">
              <a:ext uri="{FF2B5EF4-FFF2-40B4-BE49-F238E27FC236}">
                <a16:creationId xmlns:a16="http://schemas.microsoft.com/office/drawing/2014/main" id="{74D11DF5-0C97-4C1B-9594-9D36D510F6D0}"/>
              </a:ext>
            </a:extLst>
          </p:cNvPr>
          <p:cNvSpPr>
            <a:spLocks xmlns:a="http://schemas.openxmlformats.org/drawingml/2006/main" noGrp="1"/>
          </p:cNvSpPr>
          <p:nvPr/>
        </p:nvSpPr>
        <p:spPr>
          <a:xfrm xmlns:a="http://schemas.openxmlformats.org/drawingml/2006/main">
            <a:off x="9144000" y="2200275"/>
            <a:ext cx="2324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PostgreSQL records and private file storage</a:t>
            </a:r>
          </a:p>
        </p:txBody>
      </p:sp>
      <p:sp>
        <p:nvSpPr>
          <p:cNvPr id="26" name="">
            <a:extLst xmlns:a="http://schemas.openxmlformats.org/drawingml/2006/main">
              <a:ext uri="{FF2B5EF4-FFF2-40B4-BE49-F238E27FC236}">
                <a16:creationId xmlns:a16="http://schemas.microsoft.com/office/drawing/2014/main" id="{AE28790C-9D11-4066-9086-9F49C7625487}"/>
              </a:ext>
            </a:extLst>
          </p:cNvPr>
          <p:cNvSpPr>
            <a:spLocks xmlns:a="http://schemas.openxmlformats.org/drawingml/2006/main" noGrp="1"/>
          </p:cNvSpPr>
          <p:nvPr/>
        </p:nvSpPr>
        <p:spPr>
          <a:xfrm xmlns:a="http://schemas.openxmlformats.org/drawingml/2006/main">
            <a:off x="609600" y="33528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62"/>
          </a:bodyPr>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BACKGROUND JOBS</a:t>
            </a:r>
          </a:p>
        </p:txBody>
      </p:sp>
      <p:sp>
        <p:nvSpPr>
          <p:cNvPr id="27" name="">
            <a:extLst xmlns:a="http://schemas.openxmlformats.org/drawingml/2006/main">
              <a:ext uri="{FF2B5EF4-FFF2-40B4-BE49-F238E27FC236}">
                <a16:creationId xmlns:a16="http://schemas.microsoft.com/office/drawing/2014/main" id="{5ACA465F-AA90-478E-BE83-81FB8A0FBD93}"/>
              </a:ext>
            </a:extLst>
          </p:cNvPr>
          <p:cNvSpPr>
            <a:spLocks xmlns:a="http://schemas.openxmlformats.org/drawingml/2006/main" noGrp="1"/>
          </p:cNvSpPr>
          <p:nvPr/>
        </p:nvSpPr>
        <p:spPr>
          <a:xfrm xmlns:a="http://schemas.openxmlformats.org/drawingml/2006/main">
            <a:off x="1809750" y="3143250"/>
            <a:ext cx="18097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3F098511-C204-4A81-B434-66E9367C774D}"/>
              </a:ext>
            </a:extLst>
          </p:cNvPr>
          <p:cNvSpPr>
            <a:spLocks xmlns:a="http://schemas.openxmlformats.org/drawingml/2006/main" noGrp="1"/>
          </p:cNvSpPr>
          <p:nvPr/>
        </p:nvSpPr>
        <p:spPr>
          <a:xfrm xmlns:a="http://schemas.openxmlformats.org/drawingml/2006/main">
            <a:off x="1809750" y="3143250"/>
            <a:ext cx="66675" cy="895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6EA3C1B0-2703-47C8-ACE1-EA3F49FF9291}"/>
              </a:ext>
            </a:extLst>
          </p:cNvPr>
          <p:cNvSpPr>
            <a:spLocks xmlns:a="http://schemas.openxmlformats.org/drawingml/2006/main" noGrp="1"/>
          </p:cNvSpPr>
          <p:nvPr/>
        </p:nvSpPr>
        <p:spPr>
          <a:xfrm xmlns:a="http://schemas.openxmlformats.org/drawingml/2006/main">
            <a:off x="2019300" y="32575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API transaction</a:t>
            </a:r>
          </a:p>
        </p:txBody>
      </p:sp>
      <p:sp>
        <p:nvSpPr>
          <p:cNvPr id="30" name="">
            <a:extLst xmlns:a="http://schemas.openxmlformats.org/drawingml/2006/main">
              <a:ext uri="{FF2B5EF4-FFF2-40B4-BE49-F238E27FC236}">
                <a16:creationId xmlns:a16="http://schemas.microsoft.com/office/drawing/2014/main" id="{542E5C7B-EC9F-41E8-9D20-526FAA699AA8}"/>
              </a:ext>
            </a:extLst>
          </p:cNvPr>
          <p:cNvSpPr>
            <a:spLocks xmlns:a="http://schemas.openxmlformats.org/drawingml/2006/main" noGrp="1"/>
          </p:cNvSpPr>
          <p:nvPr/>
        </p:nvSpPr>
        <p:spPr>
          <a:xfrm xmlns:a="http://schemas.openxmlformats.org/drawingml/2006/main">
            <a:off x="2019300" y="3552825"/>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Create a durable job or email row</a:t>
            </a:r>
          </a:p>
        </p:txBody>
      </p:sp>
      <p:sp>
        <p:nvSpPr>
          <p:cNvPr id="31" name="">
            <a:extLst xmlns:a="http://schemas.openxmlformats.org/drawingml/2006/main">
              <a:ext uri="{FF2B5EF4-FFF2-40B4-BE49-F238E27FC236}">
                <a16:creationId xmlns:a16="http://schemas.microsoft.com/office/drawing/2014/main" id="{087882A3-1059-49BA-A6F8-8325475634C7}"/>
              </a:ext>
            </a:extLst>
          </p:cNvPr>
          <p:cNvSpPr>
            <a:spLocks xmlns:a="http://schemas.openxmlformats.org/drawingml/2006/main" noGrp="1"/>
          </p:cNvSpPr>
          <p:nvPr/>
        </p:nvSpPr>
        <p:spPr>
          <a:xfrm xmlns:a="http://schemas.openxmlformats.org/drawingml/2006/main">
            <a:off x="361950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2" name="">
            <a:extLst xmlns:a="http://schemas.openxmlformats.org/drawingml/2006/main">
              <a:ext uri="{FF2B5EF4-FFF2-40B4-BE49-F238E27FC236}">
                <a16:creationId xmlns:a16="http://schemas.microsoft.com/office/drawing/2014/main" id="{029F4FA9-48FE-4099-82F4-ABDEF51C23AA}"/>
              </a:ext>
            </a:extLst>
          </p:cNvPr>
          <p:cNvSpPr>
            <a:spLocks xmlns:a="http://schemas.openxmlformats.org/drawingml/2006/main" noGrp="1"/>
          </p:cNvSpPr>
          <p:nvPr/>
        </p:nvSpPr>
        <p:spPr>
          <a:xfrm xmlns:a="http://schemas.openxmlformats.org/drawingml/2006/main">
            <a:off x="3905250" y="3143250"/>
            <a:ext cx="19050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3" name="">
            <a:extLst xmlns:a="http://schemas.openxmlformats.org/drawingml/2006/main">
              <a:ext uri="{FF2B5EF4-FFF2-40B4-BE49-F238E27FC236}">
                <a16:creationId xmlns:a16="http://schemas.microsoft.com/office/drawing/2014/main" id="{32A04957-BC5A-4867-8618-E669840021E4}"/>
              </a:ext>
            </a:extLst>
          </p:cNvPr>
          <p:cNvSpPr>
            <a:spLocks xmlns:a="http://schemas.openxmlformats.org/drawingml/2006/main" noGrp="1"/>
          </p:cNvSpPr>
          <p:nvPr/>
        </p:nvSpPr>
        <p:spPr>
          <a:xfrm xmlns:a="http://schemas.openxmlformats.org/drawingml/2006/main">
            <a:off x="3905250" y="3143250"/>
            <a:ext cx="66675" cy="8953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4" name="">
            <a:extLst xmlns:a="http://schemas.openxmlformats.org/drawingml/2006/main">
              <a:ext uri="{FF2B5EF4-FFF2-40B4-BE49-F238E27FC236}">
                <a16:creationId xmlns:a16="http://schemas.microsoft.com/office/drawing/2014/main" id="{BF7C5B31-F5CB-4F35-BB40-7AB7874F8812}"/>
              </a:ext>
            </a:extLst>
          </p:cNvPr>
          <p:cNvSpPr>
            <a:spLocks xmlns:a="http://schemas.openxmlformats.org/drawingml/2006/main" noGrp="1"/>
          </p:cNvSpPr>
          <p:nvPr/>
        </p:nvSpPr>
        <p:spPr>
          <a:xfrm xmlns:a="http://schemas.openxmlformats.org/drawingml/2006/main">
            <a:off x="4114800" y="3257550"/>
            <a:ext cx="158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 outbox</a:t>
            </a:r>
          </a:p>
        </p:txBody>
      </p:sp>
      <p:sp>
        <p:nvSpPr>
          <p:cNvPr id="35" name="">
            <a:extLst xmlns:a="http://schemas.openxmlformats.org/drawingml/2006/main">
              <a:ext uri="{FF2B5EF4-FFF2-40B4-BE49-F238E27FC236}">
                <a16:creationId xmlns:a16="http://schemas.microsoft.com/office/drawing/2014/main" id="{392E46D2-A5FB-4B26-B263-C0EED6136245}"/>
              </a:ext>
            </a:extLst>
          </p:cNvPr>
          <p:cNvSpPr>
            <a:spLocks xmlns:a="http://schemas.openxmlformats.org/drawingml/2006/main" noGrp="1"/>
          </p:cNvSpPr>
          <p:nvPr/>
        </p:nvSpPr>
        <p:spPr>
          <a:xfrm xmlns:a="http://schemas.openxmlformats.org/drawingml/2006/main">
            <a:off x="4114800" y="3552825"/>
            <a:ext cx="1581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Dedupe, retry state, lease</a:t>
            </a:r>
          </a:p>
        </p:txBody>
      </p:sp>
      <p:sp>
        <p:nvSpPr>
          <p:cNvPr id="36" name="">
            <a:extLst xmlns:a="http://schemas.openxmlformats.org/drawingml/2006/main">
              <a:ext uri="{FF2B5EF4-FFF2-40B4-BE49-F238E27FC236}">
                <a16:creationId xmlns:a16="http://schemas.microsoft.com/office/drawing/2014/main" id="{777C254B-3E16-4961-9D5D-B11CB8AC70A3}"/>
              </a:ext>
            </a:extLst>
          </p:cNvPr>
          <p:cNvSpPr>
            <a:spLocks xmlns:a="http://schemas.openxmlformats.org/drawingml/2006/main" noGrp="1"/>
          </p:cNvSpPr>
          <p:nvPr/>
        </p:nvSpPr>
        <p:spPr>
          <a:xfrm xmlns:a="http://schemas.openxmlformats.org/drawingml/2006/main">
            <a:off x="581025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7" name="">
            <a:extLst xmlns:a="http://schemas.openxmlformats.org/drawingml/2006/main">
              <a:ext uri="{FF2B5EF4-FFF2-40B4-BE49-F238E27FC236}">
                <a16:creationId xmlns:a16="http://schemas.microsoft.com/office/drawing/2014/main" id="{97E1F891-005E-4412-96A3-B3ECA3D487F1}"/>
              </a:ext>
            </a:extLst>
          </p:cNvPr>
          <p:cNvSpPr>
            <a:spLocks xmlns:a="http://schemas.openxmlformats.org/drawingml/2006/main" noGrp="1"/>
          </p:cNvSpPr>
          <p:nvPr/>
        </p:nvSpPr>
        <p:spPr>
          <a:xfrm xmlns:a="http://schemas.openxmlformats.org/drawingml/2006/main">
            <a:off x="6096000" y="3143250"/>
            <a:ext cx="14287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8" name="">
            <a:extLst xmlns:a="http://schemas.openxmlformats.org/drawingml/2006/main">
              <a:ext uri="{FF2B5EF4-FFF2-40B4-BE49-F238E27FC236}">
                <a16:creationId xmlns:a16="http://schemas.microsoft.com/office/drawing/2014/main" id="{21885184-3944-4511-AC94-EB5A5EEF8BD9}"/>
              </a:ext>
            </a:extLst>
          </p:cNvPr>
          <p:cNvSpPr>
            <a:spLocks xmlns:a="http://schemas.openxmlformats.org/drawingml/2006/main" noGrp="1"/>
          </p:cNvSpPr>
          <p:nvPr/>
        </p:nvSpPr>
        <p:spPr>
          <a:xfrm xmlns:a="http://schemas.openxmlformats.org/drawingml/2006/main">
            <a:off x="6096000" y="3143250"/>
            <a:ext cx="66675" cy="8953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39" name="">
            <a:extLst xmlns:a="http://schemas.openxmlformats.org/drawingml/2006/main">
              <a:ext uri="{FF2B5EF4-FFF2-40B4-BE49-F238E27FC236}">
                <a16:creationId xmlns:a16="http://schemas.microsoft.com/office/drawing/2014/main" id="{0F4E5730-5AB5-4553-BBDB-D9AF17FF81B2}"/>
              </a:ext>
            </a:extLst>
          </p:cNvPr>
          <p:cNvSpPr>
            <a:spLocks xmlns:a="http://schemas.openxmlformats.org/drawingml/2006/main" noGrp="1"/>
          </p:cNvSpPr>
          <p:nvPr/>
        </p:nvSpPr>
        <p:spPr>
          <a:xfrm xmlns:a="http://schemas.openxmlformats.org/drawingml/2006/main">
            <a:off x="6305550" y="325755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a:t>
            </a:r>
          </a:p>
        </p:txBody>
      </p:sp>
      <p:sp>
        <p:nvSpPr>
          <p:cNvPr id="40" name="">
            <a:extLst xmlns:a="http://schemas.openxmlformats.org/drawingml/2006/main">
              <a:ext uri="{FF2B5EF4-FFF2-40B4-BE49-F238E27FC236}">
                <a16:creationId xmlns:a16="http://schemas.microsoft.com/office/drawing/2014/main" id="{88CF43B0-741A-4018-8F70-96510A3325A3}"/>
              </a:ext>
            </a:extLst>
          </p:cNvPr>
          <p:cNvSpPr>
            <a:spLocks xmlns:a="http://schemas.openxmlformats.org/drawingml/2006/main" noGrp="1"/>
          </p:cNvSpPr>
          <p:nvPr/>
        </p:nvSpPr>
        <p:spPr>
          <a:xfrm xmlns:a="http://schemas.openxmlformats.org/drawingml/2006/main">
            <a:off x="6305550" y="3552825"/>
            <a:ext cx="110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Broker and shared state</a:t>
            </a:r>
          </a:p>
        </p:txBody>
      </p:sp>
      <p:sp>
        <p:nvSpPr>
          <p:cNvPr id="41" name="">
            <a:extLst xmlns:a="http://schemas.openxmlformats.org/drawingml/2006/main">
              <a:ext uri="{FF2B5EF4-FFF2-40B4-BE49-F238E27FC236}">
                <a16:creationId xmlns:a16="http://schemas.microsoft.com/office/drawing/2014/main" id="{1081C13E-FBD7-4711-A6F3-5A05DEAE857A}"/>
              </a:ext>
            </a:extLst>
          </p:cNvPr>
          <p:cNvSpPr>
            <a:spLocks xmlns:a="http://schemas.openxmlformats.org/drawingml/2006/main" noGrp="1"/>
          </p:cNvSpPr>
          <p:nvPr/>
        </p:nvSpPr>
        <p:spPr>
          <a:xfrm xmlns:a="http://schemas.openxmlformats.org/drawingml/2006/main">
            <a:off x="752475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2" name="">
            <a:extLst xmlns:a="http://schemas.openxmlformats.org/drawingml/2006/main">
              <a:ext uri="{FF2B5EF4-FFF2-40B4-BE49-F238E27FC236}">
                <a16:creationId xmlns:a16="http://schemas.microsoft.com/office/drawing/2014/main" id="{D5839550-2E4D-4D02-9BDA-DA2B2EC5FE4C}"/>
              </a:ext>
            </a:extLst>
          </p:cNvPr>
          <p:cNvSpPr>
            <a:spLocks xmlns:a="http://schemas.openxmlformats.org/drawingml/2006/main" noGrp="1"/>
          </p:cNvSpPr>
          <p:nvPr/>
        </p:nvSpPr>
        <p:spPr>
          <a:xfrm xmlns:a="http://schemas.openxmlformats.org/drawingml/2006/main">
            <a:off x="7810500" y="3143250"/>
            <a:ext cx="17145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3" name="">
            <a:extLst xmlns:a="http://schemas.openxmlformats.org/drawingml/2006/main">
              <a:ext uri="{FF2B5EF4-FFF2-40B4-BE49-F238E27FC236}">
                <a16:creationId xmlns:a16="http://schemas.microsoft.com/office/drawing/2014/main" id="{4A13D205-DC0A-4276-96A3-46167AC355AB}"/>
              </a:ext>
            </a:extLst>
          </p:cNvPr>
          <p:cNvSpPr>
            <a:spLocks xmlns:a="http://schemas.openxmlformats.org/drawingml/2006/main" noGrp="1"/>
          </p:cNvSpPr>
          <p:nvPr/>
        </p:nvSpPr>
        <p:spPr>
          <a:xfrm xmlns:a="http://schemas.openxmlformats.org/drawingml/2006/main">
            <a:off x="7810500" y="3143250"/>
            <a:ext cx="66675" cy="8953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4" name="">
            <a:extLst xmlns:a="http://schemas.openxmlformats.org/drawingml/2006/main">
              <a:ext uri="{FF2B5EF4-FFF2-40B4-BE49-F238E27FC236}">
                <a16:creationId xmlns:a16="http://schemas.microsoft.com/office/drawing/2014/main" id="{6752018B-5442-4F20-9AFA-9DCD4F0E034E}"/>
              </a:ext>
            </a:extLst>
          </p:cNvPr>
          <p:cNvSpPr>
            <a:spLocks xmlns:a="http://schemas.openxmlformats.org/drawingml/2006/main" noGrp="1"/>
          </p:cNvSpPr>
          <p:nvPr/>
        </p:nvSpPr>
        <p:spPr>
          <a:xfrm xmlns:a="http://schemas.openxmlformats.org/drawingml/2006/main">
            <a:off x="8020050" y="325755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Celery workers</a:t>
            </a:r>
          </a:p>
        </p:txBody>
      </p:sp>
      <p:sp>
        <p:nvSpPr>
          <p:cNvPr id="45" name="">
            <a:extLst xmlns:a="http://schemas.openxmlformats.org/drawingml/2006/main">
              <a:ext uri="{FF2B5EF4-FFF2-40B4-BE49-F238E27FC236}">
                <a16:creationId xmlns:a16="http://schemas.microsoft.com/office/drawing/2014/main" id="{1B83A3A0-F4FF-47EB-96C9-6D46AB6EA8D0}"/>
              </a:ext>
            </a:extLst>
          </p:cNvPr>
          <p:cNvSpPr>
            <a:spLocks xmlns:a="http://schemas.openxmlformats.org/drawingml/2006/main" noGrp="1"/>
          </p:cNvSpPr>
          <p:nvPr/>
        </p:nvSpPr>
        <p:spPr>
          <a:xfrm xmlns:a="http://schemas.openxmlformats.org/drawingml/2006/main">
            <a:off x="8020050" y="3552825"/>
            <a:ext cx="1390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AI and email execution</a:t>
            </a:r>
          </a:p>
        </p:txBody>
      </p:sp>
      <p:sp>
        <p:nvSpPr>
          <p:cNvPr id="46" name="">
            <a:extLst xmlns:a="http://schemas.openxmlformats.org/drawingml/2006/main">
              <a:ext uri="{FF2B5EF4-FFF2-40B4-BE49-F238E27FC236}">
                <a16:creationId xmlns:a16="http://schemas.microsoft.com/office/drawing/2014/main" id="{4B6F2C84-8982-4CE4-AADD-4973CDE838DA}"/>
              </a:ext>
            </a:extLst>
          </p:cNvPr>
          <p:cNvSpPr>
            <a:spLocks xmlns:a="http://schemas.openxmlformats.org/drawingml/2006/main" noGrp="1"/>
          </p:cNvSpPr>
          <p:nvPr/>
        </p:nvSpPr>
        <p:spPr>
          <a:xfrm xmlns:a="http://schemas.openxmlformats.org/drawingml/2006/main">
            <a:off x="9525000" y="3590925"/>
            <a:ext cx="2857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7" name="">
            <a:extLst xmlns:a="http://schemas.openxmlformats.org/drawingml/2006/main">
              <a:ext uri="{FF2B5EF4-FFF2-40B4-BE49-F238E27FC236}">
                <a16:creationId xmlns:a16="http://schemas.microsoft.com/office/drawing/2014/main" id="{92EAFDDC-5001-4A8D-9747-91510FA60883}"/>
              </a:ext>
            </a:extLst>
          </p:cNvPr>
          <p:cNvSpPr>
            <a:spLocks xmlns:a="http://schemas.openxmlformats.org/drawingml/2006/main" noGrp="1"/>
          </p:cNvSpPr>
          <p:nvPr/>
        </p:nvSpPr>
        <p:spPr>
          <a:xfrm xmlns:a="http://schemas.openxmlformats.org/drawingml/2006/main">
            <a:off x="9810750" y="3143250"/>
            <a:ext cx="17716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8" name="">
            <a:extLst xmlns:a="http://schemas.openxmlformats.org/drawingml/2006/main">
              <a:ext uri="{FF2B5EF4-FFF2-40B4-BE49-F238E27FC236}">
                <a16:creationId xmlns:a16="http://schemas.microsoft.com/office/drawing/2014/main" id="{FDAC5D63-A133-4869-AAD0-D8C73146127D}"/>
              </a:ext>
            </a:extLst>
          </p:cNvPr>
          <p:cNvSpPr>
            <a:spLocks xmlns:a="http://schemas.openxmlformats.org/drawingml/2006/main" noGrp="1"/>
          </p:cNvSpPr>
          <p:nvPr/>
        </p:nvSpPr>
        <p:spPr>
          <a:xfrm xmlns:a="http://schemas.openxmlformats.org/drawingml/2006/main">
            <a:off x="9810750" y="3143250"/>
            <a:ext cx="66675" cy="8953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9" name="">
            <a:extLst xmlns:a="http://schemas.openxmlformats.org/drawingml/2006/main">
              <a:ext uri="{FF2B5EF4-FFF2-40B4-BE49-F238E27FC236}">
                <a16:creationId xmlns:a16="http://schemas.microsoft.com/office/drawing/2014/main" id="{26797D28-65CA-4079-BF76-B1AFB7208358}"/>
              </a:ext>
            </a:extLst>
          </p:cNvPr>
          <p:cNvSpPr>
            <a:spLocks xmlns:a="http://schemas.openxmlformats.org/drawingml/2006/main" noGrp="1"/>
          </p:cNvSpPr>
          <p:nvPr/>
        </p:nvSpPr>
        <p:spPr>
          <a:xfrm xmlns:a="http://schemas.openxmlformats.org/drawingml/2006/main">
            <a:off x="10020300" y="325755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9050"/>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External providers</a:t>
            </a:r>
          </a:p>
        </p:txBody>
      </p:sp>
      <p:sp>
        <p:nvSpPr>
          <p:cNvPr id="50" name="">
            <a:extLst xmlns:a="http://schemas.openxmlformats.org/drawingml/2006/main">
              <a:ext uri="{FF2B5EF4-FFF2-40B4-BE49-F238E27FC236}">
                <a16:creationId xmlns:a16="http://schemas.microsoft.com/office/drawing/2014/main" id="{7B0BAEE1-07C3-43C7-943D-706754FBC680}"/>
              </a:ext>
            </a:extLst>
          </p:cNvPr>
          <p:cNvSpPr>
            <a:spLocks xmlns:a="http://schemas.openxmlformats.org/drawingml/2006/main" noGrp="1"/>
          </p:cNvSpPr>
          <p:nvPr/>
        </p:nvSpPr>
        <p:spPr>
          <a:xfrm xmlns:a="http://schemas.openxmlformats.org/drawingml/2006/main">
            <a:off x="10020300" y="3552825"/>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77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Gemini and Resend</a:t>
            </a:r>
          </a:p>
        </p:txBody>
      </p:sp>
      <p:sp>
        <p:nvSpPr>
          <p:cNvPr id="51" name="">
            <a:extLst xmlns:a="http://schemas.openxmlformats.org/drawingml/2006/main">
              <a:ext uri="{FF2B5EF4-FFF2-40B4-BE49-F238E27FC236}">
                <a16:creationId xmlns:a16="http://schemas.microsoft.com/office/drawing/2014/main" id="{BF07852D-9D7D-4239-823E-28B55A6DA774}"/>
              </a:ext>
            </a:extLst>
          </p:cNvPr>
          <p:cNvSpPr>
            <a:spLocks xmlns:a="http://schemas.openxmlformats.org/drawingml/2006/main" noGrp="1"/>
          </p:cNvSpPr>
          <p:nvPr/>
        </p:nvSpPr>
        <p:spPr>
          <a:xfrm xmlns:a="http://schemas.openxmlformats.org/drawingml/2006/main">
            <a:off x="609600" y="47053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lgn="l">
              <a:defRPr sz="975" b="1">
                <a:solidFill>
                  <a:srgbClr val="9B651B"/>
                </a:solidFill>
                <a:latin typeface="Noto Sans"/>
                <a:ea typeface="Noto Sans"/>
                <a:cs typeface="Noto Sans"/>
              </a:defRPr>
            </a:defPPr>
            <a:lvl1pPr algn="l">
              <a:defRPr sz="975" b="1">
                <a:solidFill>
                  <a:srgbClr val="9B651B"/>
                </a:solidFill>
                <a:latin typeface="Noto Sans"/>
                <a:ea typeface="Noto Sans"/>
                <a:cs typeface="Noto Sans"/>
              </a:defRPr>
            </a:lvl1pPr>
            <a:lvl2pPr algn="l">
              <a:defRPr sz="975" b="1">
                <a:solidFill>
                  <a:srgbClr val="9B651B"/>
                </a:solidFill>
                <a:latin typeface="Noto Sans"/>
                <a:ea typeface="Noto Sans"/>
                <a:cs typeface="Noto Sans"/>
              </a:defRPr>
            </a:lvl2pPr>
            <a:lvl3pPr algn="l">
              <a:defRPr sz="975" b="1">
                <a:solidFill>
                  <a:srgbClr val="9B651B"/>
                </a:solidFill>
                <a:latin typeface="Noto Sans"/>
                <a:ea typeface="Noto Sans"/>
                <a:cs typeface="Noto Sans"/>
              </a:defRPr>
            </a:lvl3pPr>
            <a:lvl4pPr algn="l">
              <a:defRPr sz="975" b="1">
                <a:solidFill>
                  <a:srgbClr val="9B651B"/>
                </a:solidFill>
                <a:latin typeface="Noto Sans"/>
                <a:ea typeface="Noto Sans"/>
                <a:cs typeface="Noto Sans"/>
              </a:defRPr>
            </a:lvl4pPr>
            <a:lvl5pPr algn="l">
              <a:defRPr sz="975" b="1">
                <a:solidFill>
                  <a:srgbClr val="9B651B"/>
                </a:solidFill>
                <a:latin typeface="Noto Sans"/>
                <a:ea typeface="Noto Sans"/>
                <a:cs typeface="Noto Sans"/>
              </a:defRPr>
            </a:lvl5pPr>
            <a:lvl6pPr algn="l">
              <a:defRPr sz="975" b="1">
                <a:solidFill>
                  <a:srgbClr val="9B651B"/>
                </a:solidFill>
                <a:latin typeface="Noto Sans"/>
                <a:ea typeface="Noto Sans"/>
                <a:cs typeface="Noto Sans"/>
              </a:defRPr>
            </a:lvl6pPr>
            <a:lvl7pPr algn="l">
              <a:defRPr sz="975" b="1">
                <a:solidFill>
                  <a:srgbClr val="9B651B"/>
                </a:solidFill>
                <a:latin typeface="Noto Sans"/>
                <a:ea typeface="Noto Sans"/>
                <a:cs typeface="Noto Sans"/>
              </a:defRPr>
            </a:lvl7pPr>
            <a:lvl8pPr algn="l">
              <a:defRPr sz="975" b="1">
                <a:solidFill>
                  <a:srgbClr val="9B651B"/>
                </a:solidFill>
                <a:latin typeface="Noto Sans"/>
                <a:ea typeface="Noto Sans"/>
                <a:cs typeface="Noto Sans"/>
              </a:defRPr>
            </a:lvl8pPr>
            <a:lvl9pPr algn="l">
              <a:defRPr sz="975" b="1">
                <a:solidFill>
                  <a:srgbClr val="9B651B"/>
                </a:solidFill>
                <a:latin typeface="Noto Sans"/>
                <a:ea typeface="Noto Sans"/>
                <a:cs typeface="Noto Sans"/>
              </a:defRPr>
            </a:lvl9pPr>
          </a:lstStyle>
          <a:p xmlns:a="http://schemas.openxmlformats.org/drawingml/2006/main">
            <a:pPr algn="l">
              <a:defRPr sz="975" b="1">
                <a:solidFill>
                  <a:srgbClr val="9B651B"/>
                </a:solidFill>
                <a:latin typeface="Noto Sans"/>
                <a:ea typeface="Noto Sans"/>
                <a:cs typeface="Noto Sans"/>
              </a:defRPr>
            </a:pPr>
            <a:r>
              <a:rPr sz="975" b="1">
                <a:solidFill>
                  <a:srgbClr val="9B651B"/>
                </a:solidFill>
                <a:latin typeface="Noto Sans"/>
                <a:ea typeface="Noto Sans"/>
                <a:cs typeface="Noto Sans"/>
              </a:rPr>
              <a:t>REAL-TIME PATH</a:t>
            </a:r>
          </a:p>
        </p:txBody>
      </p:sp>
      <p:sp>
        <p:nvSpPr>
          <p:cNvPr id="52" name="">
            <a:extLst xmlns:a="http://schemas.openxmlformats.org/drawingml/2006/main">
              <a:ext uri="{FF2B5EF4-FFF2-40B4-BE49-F238E27FC236}">
                <a16:creationId xmlns:a16="http://schemas.microsoft.com/office/drawing/2014/main" id="{159EE431-F3F0-4414-B743-91F04AA11B73}"/>
              </a:ext>
            </a:extLst>
          </p:cNvPr>
          <p:cNvSpPr>
            <a:spLocks xmlns:a="http://schemas.openxmlformats.org/drawingml/2006/main" noGrp="1"/>
          </p:cNvSpPr>
          <p:nvPr/>
        </p:nvSpPr>
        <p:spPr>
          <a:xfrm xmlns:a="http://schemas.openxmlformats.org/drawingml/2006/main">
            <a:off x="2000250" y="4495800"/>
            <a:ext cx="20002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3" name="">
            <a:extLst xmlns:a="http://schemas.openxmlformats.org/drawingml/2006/main">
              <a:ext uri="{FF2B5EF4-FFF2-40B4-BE49-F238E27FC236}">
                <a16:creationId xmlns:a16="http://schemas.microsoft.com/office/drawing/2014/main" id="{CCAB20CC-49E4-4CCD-8CC7-8F7254E20211}"/>
              </a:ext>
            </a:extLst>
          </p:cNvPr>
          <p:cNvSpPr>
            <a:spLocks xmlns:a="http://schemas.openxmlformats.org/drawingml/2006/main" noGrp="1"/>
          </p:cNvSpPr>
          <p:nvPr/>
        </p:nvSpPr>
        <p:spPr>
          <a:xfrm xmlns:a="http://schemas.openxmlformats.org/drawingml/2006/main">
            <a:off x="2000250" y="4495800"/>
            <a:ext cx="66675" cy="8953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54" name="">
            <a:extLst xmlns:a="http://schemas.openxmlformats.org/drawingml/2006/main">
              <a:ext uri="{FF2B5EF4-FFF2-40B4-BE49-F238E27FC236}">
                <a16:creationId xmlns:a16="http://schemas.microsoft.com/office/drawing/2014/main" id="{38ED7C78-56C3-42C4-BB96-F6C622355927}"/>
              </a:ext>
            </a:extLst>
          </p:cNvPr>
          <p:cNvSpPr>
            <a:spLocks xmlns:a="http://schemas.openxmlformats.org/drawingml/2006/main" noGrp="1"/>
          </p:cNvSpPr>
          <p:nvPr/>
        </p:nvSpPr>
        <p:spPr>
          <a:xfrm xmlns:a="http://schemas.openxmlformats.org/drawingml/2006/main">
            <a:off x="2209800" y="46101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Socket ticket</a:t>
            </a:r>
          </a:p>
        </p:txBody>
      </p:sp>
      <p:sp>
        <p:nvSpPr>
          <p:cNvPr id="55" name="">
            <a:extLst xmlns:a="http://schemas.openxmlformats.org/drawingml/2006/main">
              <a:ext uri="{FF2B5EF4-FFF2-40B4-BE49-F238E27FC236}">
                <a16:creationId xmlns:a16="http://schemas.microsoft.com/office/drawing/2014/main" id="{68097911-35E0-44CA-AEE9-CAC532A7F0F1}"/>
              </a:ext>
            </a:extLst>
          </p:cNvPr>
          <p:cNvSpPr>
            <a:spLocks xmlns:a="http://schemas.openxmlformats.org/drawingml/2006/main" noGrp="1"/>
          </p:cNvSpPr>
          <p:nvPr/>
        </p:nvSpPr>
        <p:spPr>
          <a:xfrm xmlns:a="http://schemas.openxmlformats.org/drawingml/2006/main">
            <a:off x="2209800" y="4905375"/>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Short-lived credential</a:t>
            </a:r>
          </a:p>
        </p:txBody>
      </p:sp>
      <p:sp>
        <p:nvSpPr>
          <p:cNvPr id="56" name="">
            <a:extLst xmlns:a="http://schemas.openxmlformats.org/drawingml/2006/main">
              <a:ext uri="{FF2B5EF4-FFF2-40B4-BE49-F238E27FC236}">
                <a16:creationId xmlns:a16="http://schemas.microsoft.com/office/drawing/2014/main" id="{0223A698-845E-45B8-B2BC-21891B3F9724}"/>
              </a:ext>
            </a:extLst>
          </p:cNvPr>
          <p:cNvSpPr>
            <a:spLocks xmlns:a="http://schemas.openxmlformats.org/drawingml/2006/main" noGrp="1"/>
          </p:cNvSpPr>
          <p:nvPr/>
        </p:nvSpPr>
        <p:spPr>
          <a:xfrm xmlns:a="http://schemas.openxmlformats.org/drawingml/2006/main">
            <a:off x="4000500" y="494347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57" name="">
            <a:extLst xmlns:a="http://schemas.openxmlformats.org/drawingml/2006/main">
              <a:ext uri="{FF2B5EF4-FFF2-40B4-BE49-F238E27FC236}">
                <a16:creationId xmlns:a16="http://schemas.microsoft.com/office/drawing/2014/main" id="{9A8CD79A-120C-43DE-8E1A-694CCD457BDD}"/>
              </a:ext>
            </a:extLst>
          </p:cNvPr>
          <p:cNvSpPr>
            <a:spLocks xmlns:a="http://schemas.openxmlformats.org/drawingml/2006/main" noGrp="1"/>
          </p:cNvSpPr>
          <p:nvPr/>
        </p:nvSpPr>
        <p:spPr>
          <a:xfrm xmlns:a="http://schemas.openxmlformats.org/drawingml/2006/main">
            <a:off x="4400550" y="4495800"/>
            <a:ext cx="20955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8" name="">
            <a:extLst xmlns:a="http://schemas.openxmlformats.org/drawingml/2006/main">
              <a:ext uri="{FF2B5EF4-FFF2-40B4-BE49-F238E27FC236}">
                <a16:creationId xmlns:a16="http://schemas.microsoft.com/office/drawing/2014/main" id="{DAAD610C-47B0-4C8B-B3C8-9DD8EA531252}"/>
              </a:ext>
            </a:extLst>
          </p:cNvPr>
          <p:cNvSpPr>
            <a:spLocks xmlns:a="http://schemas.openxmlformats.org/drawingml/2006/main" noGrp="1"/>
          </p:cNvSpPr>
          <p:nvPr/>
        </p:nvSpPr>
        <p:spPr>
          <a:xfrm xmlns:a="http://schemas.openxmlformats.org/drawingml/2006/main">
            <a:off x="4400550" y="4495800"/>
            <a:ext cx="66675" cy="895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59" name="">
            <a:extLst xmlns:a="http://schemas.openxmlformats.org/drawingml/2006/main">
              <a:ext uri="{FF2B5EF4-FFF2-40B4-BE49-F238E27FC236}">
                <a16:creationId xmlns:a16="http://schemas.microsoft.com/office/drawing/2014/main" id="{2F728FE5-70CE-46EE-9D77-AF598F3A55D0}"/>
              </a:ext>
            </a:extLst>
          </p:cNvPr>
          <p:cNvSpPr>
            <a:spLocks xmlns:a="http://schemas.openxmlformats.org/drawingml/2006/main" noGrp="1"/>
          </p:cNvSpPr>
          <p:nvPr/>
        </p:nvSpPr>
        <p:spPr>
          <a:xfrm xmlns:a="http://schemas.openxmlformats.org/drawingml/2006/main">
            <a:off x="4610100" y="461010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 WebSocket</a:t>
            </a:r>
          </a:p>
        </p:txBody>
      </p:sp>
      <p:sp>
        <p:nvSpPr>
          <p:cNvPr id="60" name="">
            <a:extLst xmlns:a="http://schemas.openxmlformats.org/drawingml/2006/main">
              <a:ext uri="{FF2B5EF4-FFF2-40B4-BE49-F238E27FC236}">
                <a16:creationId xmlns:a16="http://schemas.microsoft.com/office/drawing/2014/main" id="{243A0A73-614D-4823-B632-E65D453F69CE}"/>
              </a:ext>
            </a:extLst>
          </p:cNvPr>
          <p:cNvSpPr>
            <a:spLocks xmlns:a="http://schemas.openxmlformats.org/drawingml/2006/main" noGrp="1"/>
          </p:cNvSpPr>
          <p:nvPr/>
        </p:nvSpPr>
        <p:spPr>
          <a:xfrm xmlns:a="http://schemas.openxmlformats.org/drawingml/2006/main">
            <a:off x="4610100" y="490537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 and stage checks</a:t>
            </a:r>
          </a:p>
        </p:txBody>
      </p:sp>
      <p:sp>
        <p:nvSpPr>
          <p:cNvPr id="61" name="">
            <a:extLst xmlns:a="http://schemas.openxmlformats.org/drawingml/2006/main">
              <a:ext uri="{FF2B5EF4-FFF2-40B4-BE49-F238E27FC236}">
                <a16:creationId xmlns:a16="http://schemas.microsoft.com/office/drawing/2014/main" id="{86EF96A8-B9AB-4803-AB4E-BEFAAF837460}"/>
              </a:ext>
            </a:extLst>
          </p:cNvPr>
          <p:cNvSpPr>
            <a:spLocks xmlns:a="http://schemas.openxmlformats.org/drawingml/2006/main" noGrp="1"/>
          </p:cNvSpPr>
          <p:nvPr/>
        </p:nvSpPr>
        <p:spPr>
          <a:xfrm xmlns:a="http://schemas.openxmlformats.org/drawingml/2006/main">
            <a:off x="6496050" y="494347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62" name="">
            <a:extLst xmlns:a="http://schemas.openxmlformats.org/drawingml/2006/main">
              <a:ext uri="{FF2B5EF4-FFF2-40B4-BE49-F238E27FC236}">
                <a16:creationId xmlns:a16="http://schemas.microsoft.com/office/drawing/2014/main" id="{99EE2F86-0C6D-4F51-9A4D-48B2CB11C845}"/>
              </a:ext>
            </a:extLst>
          </p:cNvPr>
          <p:cNvSpPr>
            <a:spLocks xmlns:a="http://schemas.openxmlformats.org/drawingml/2006/main" noGrp="1"/>
          </p:cNvSpPr>
          <p:nvPr/>
        </p:nvSpPr>
        <p:spPr>
          <a:xfrm xmlns:a="http://schemas.openxmlformats.org/drawingml/2006/main">
            <a:off x="6896100" y="4495800"/>
            <a:ext cx="19431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3" name="">
            <a:extLst xmlns:a="http://schemas.openxmlformats.org/drawingml/2006/main">
              <a:ext uri="{FF2B5EF4-FFF2-40B4-BE49-F238E27FC236}">
                <a16:creationId xmlns:a16="http://schemas.microsoft.com/office/drawing/2014/main" id="{1345077B-D490-4A25-A448-389BD6DB9545}"/>
              </a:ext>
            </a:extLst>
          </p:cNvPr>
          <p:cNvSpPr>
            <a:spLocks xmlns:a="http://schemas.openxmlformats.org/drawingml/2006/main" noGrp="1"/>
          </p:cNvSpPr>
          <p:nvPr/>
        </p:nvSpPr>
        <p:spPr>
          <a:xfrm xmlns:a="http://schemas.openxmlformats.org/drawingml/2006/main">
            <a:off x="6896100" y="4495800"/>
            <a:ext cx="66675" cy="8953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64" name="">
            <a:extLst xmlns:a="http://schemas.openxmlformats.org/drawingml/2006/main">
              <a:ext uri="{FF2B5EF4-FFF2-40B4-BE49-F238E27FC236}">
                <a16:creationId xmlns:a16="http://schemas.microsoft.com/office/drawing/2014/main" id="{85931A69-A359-422C-9790-9CE2FD740203}"/>
              </a:ext>
            </a:extLst>
          </p:cNvPr>
          <p:cNvSpPr>
            <a:spLocks xmlns:a="http://schemas.openxmlformats.org/drawingml/2006/main" noGrp="1"/>
          </p:cNvSpPr>
          <p:nvPr/>
        </p:nvSpPr>
        <p:spPr>
          <a:xfrm xmlns:a="http://schemas.openxmlformats.org/drawingml/2006/main">
            <a:off x="7105650" y="46101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65" name="">
            <a:extLst xmlns:a="http://schemas.openxmlformats.org/drawingml/2006/main">
              <a:ext uri="{FF2B5EF4-FFF2-40B4-BE49-F238E27FC236}">
                <a16:creationId xmlns:a16="http://schemas.microsoft.com/office/drawing/2014/main" id="{96EAFD24-7947-4709-9F8B-355777A24A11}"/>
              </a:ext>
            </a:extLst>
          </p:cNvPr>
          <p:cNvSpPr>
            <a:spLocks xmlns:a="http://schemas.openxmlformats.org/drawingml/2006/main" noGrp="1"/>
          </p:cNvSpPr>
          <p:nvPr/>
        </p:nvSpPr>
        <p:spPr>
          <a:xfrm xmlns:a="http://schemas.openxmlformats.org/drawingml/2006/main">
            <a:off x="7105650" y="490537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Ordered message history</a:t>
            </a:r>
          </a:p>
        </p:txBody>
      </p:sp>
      <p:sp>
        <p:nvSpPr>
          <p:cNvPr id="66" name="">
            <a:extLst xmlns:a="http://schemas.openxmlformats.org/drawingml/2006/main">
              <a:ext uri="{FF2B5EF4-FFF2-40B4-BE49-F238E27FC236}">
                <a16:creationId xmlns:a16="http://schemas.microsoft.com/office/drawing/2014/main" id="{9DC2D342-DCE1-40CD-B018-2EA94B9F2CF6}"/>
              </a:ext>
            </a:extLst>
          </p:cNvPr>
          <p:cNvSpPr>
            <a:spLocks xmlns:a="http://schemas.openxmlformats.org/drawingml/2006/main" noGrp="1"/>
          </p:cNvSpPr>
          <p:nvPr/>
        </p:nvSpPr>
        <p:spPr>
          <a:xfrm xmlns:a="http://schemas.openxmlformats.org/drawingml/2006/main">
            <a:off x="8839200" y="4943475"/>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67" name="">
            <a:extLst xmlns:a="http://schemas.openxmlformats.org/drawingml/2006/main">
              <a:ext uri="{FF2B5EF4-FFF2-40B4-BE49-F238E27FC236}">
                <a16:creationId xmlns:a16="http://schemas.microsoft.com/office/drawing/2014/main" id="{B7F1B22A-6200-4C86-BA0A-4D87DABAC9BD}"/>
              </a:ext>
            </a:extLst>
          </p:cNvPr>
          <p:cNvSpPr>
            <a:spLocks xmlns:a="http://schemas.openxmlformats.org/drawingml/2006/main" noGrp="1"/>
          </p:cNvSpPr>
          <p:nvPr/>
        </p:nvSpPr>
        <p:spPr>
          <a:xfrm xmlns:a="http://schemas.openxmlformats.org/drawingml/2006/main">
            <a:off x="9239250" y="4495800"/>
            <a:ext cx="23431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8" name="">
            <a:extLst xmlns:a="http://schemas.openxmlformats.org/drawingml/2006/main">
              <a:ext uri="{FF2B5EF4-FFF2-40B4-BE49-F238E27FC236}">
                <a16:creationId xmlns:a16="http://schemas.microsoft.com/office/drawing/2014/main" id="{27EC6503-8D7A-43C0-A001-E0B3E6BA159B}"/>
              </a:ext>
            </a:extLst>
          </p:cNvPr>
          <p:cNvSpPr>
            <a:spLocks xmlns:a="http://schemas.openxmlformats.org/drawingml/2006/main" noGrp="1"/>
          </p:cNvSpPr>
          <p:nvPr/>
        </p:nvSpPr>
        <p:spPr>
          <a:xfrm xmlns:a="http://schemas.openxmlformats.org/drawingml/2006/main">
            <a:off x="9239250" y="4495800"/>
            <a:ext cx="66675" cy="8953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69" name="">
            <a:extLst xmlns:a="http://schemas.openxmlformats.org/drawingml/2006/main">
              <a:ext uri="{FF2B5EF4-FFF2-40B4-BE49-F238E27FC236}">
                <a16:creationId xmlns:a16="http://schemas.microsoft.com/office/drawing/2014/main" id="{2216283B-0EC8-4DA5-9D5B-B49BEF55044C}"/>
              </a:ext>
            </a:extLst>
          </p:cNvPr>
          <p:cNvSpPr>
            <a:spLocks xmlns:a="http://schemas.openxmlformats.org/drawingml/2006/main" noGrp="1"/>
          </p:cNvSpPr>
          <p:nvPr/>
        </p:nvSpPr>
        <p:spPr>
          <a:xfrm xmlns:a="http://schemas.openxmlformats.org/drawingml/2006/main">
            <a:off x="9448800" y="461010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 fan-out</a:t>
            </a:r>
          </a:p>
        </p:txBody>
      </p:sp>
      <p:sp>
        <p:nvSpPr>
          <p:cNvPr id="70" name="">
            <a:extLst xmlns:a="http://schemas.openxmlformats.org/drawingml/2006/main">
              <a:ext uri="{FF2B5EF4-FFF2-40B4-BE49-F238E27FC236}">
                <a16:creationId xmlns:a16="http://schemas.microsoft.com/office/drawing/2014/main" id="{CEBCF86C-2515-4ADF-9D63-F39ED13F4A90}"/>
              </a:ext>
            </a:extLst>
          </p:cNvPr>
          <p:cNvSpPr>
            <a:spLocks xmlns:a="http://schemas.openxmlformats.org/drawingml/2006/main" noGrp="1"/>
          </p:cNvSpPr>
          <p:nvPr/>
        </p:nvSpPr>
        <p:spPr>
          <a:xfrm xmlns:a="http://schemas.openxmlformats.org/drawingml/2006/main">
            <a:off x="9448800" y="4905375"/>
            <a:ext cx="201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Presence and cross-process delivery</a:t>
            </a:r>
          </a:p>
        </p:txBody>
      </p:sp>
      <p:sp>
        <p:nvSpPr>
          <p:cNvPr id="71" name="">
            <a:extLst xmlns:a="http://schemas.openxmlformats.org/drawingml/2006/main">
              <a:ext uri="{FF2B5EF4-FFF2-40B4-BE49-F238E27FC236}">
                <a16:creationId xmlns:a16="http://schemas.microsoft.com/office/drawing/2014/main" id="{25CE44B0-17C7-4F26-8E44-B6FD6F883185}"/>
              </a:ext>
            </a:extLst>
          </p:cNvPr>
          <p:cNvSpPr>
            <a:spLocks xmlns:a="http://schemas.openxmlformats.org/drawingml/2006/main" noGrp="1"/>
          </p:cNvSpPr>
          <p:nvPr/>
        </p:nvSpPr>
        <p:spPr>
          <a:xfrm xmlns:a="http://schemas.openxmlformats.org/drawingml/2006/main">
            <a:off x="2000250" y="5715000"/>
            <a:ext cx="9582150" cy="400050"/>
          </a:xfrm>
          <a:prstGeom xmlns:a="http://schemas.openxmlformats.org/drawingml/2006/main" prst="roundRect">
            <a:avLst>
              <a:gd name="adj" fmla="val 28571"/>
            </a:avLst>
          </a:prstGeom>
          <a:solidFill xmlns:a="http://schemas.openxmlformats.org/drawingml/2006/main">
            <a:srgbClr val="EDF1E9"/>
          </a:solidFill>
          <a:ln xmlns:a="http://schemas.openxmlformats.org/drawingml/2006/main" w="11430">
            <a:solidFill>
              <a:srgbClr val="CFDBCF"/>
            </a:solidFill>
            <a:prstDash val="solid"/>
          </a:ln>
        </p:spPr>
      </p:sp>
      <p:sp>
        <p:nvSpPr>
          <p:cNvPr id="72" name="">
            <a:extLst xmlns:a="http://schemas.openxmlformats.org/drawingml/2006/main">
              <a:ext uri="{FF2B5EF4-FFF2-40B4-BE49-F238E27FC236}">
                <a16:creationId xmlns:a16="http://schemas.microsoft.com/office/drawing/2014/main" id="{01954CF6-1AA2-4C46-8287-0FD09516CE2B}"/>
              </a:ext>
            </a:extLst>
          </p:cNvPr>
          <p:cNvSpPr>
            <a:spLocks xmlns:a="http://schemas.openxmlformats.org/drawingml/2006/main" noGrp="1"/>
          </p:cNvSpPr>
          <p:nvPr/>
        </p:nvSpPr>
        <p:spPr>
          <a:xfrm xmlns:a="http://schemas.openxmlformats.org/drawingml/2006/main">
            <a:off x="2209800" y="5753100"/>
            <a:ext cx="912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166"/>
          </a:bodyPr>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Durable state stays in PostgreSQL. Redis coordinates fast, temporary work. External providers remain behind controlled workers.</a:t>
            </a:r>
          </a:p>
        </p:txBody>
      </p:sp>
      <p:sp>
        <p:nvSpPr>
          <p:cNvPr id="73" name="">
            <a:extLst xmlns:a="http://schemas.openxmlformats.org/drawingml/2006/main">
              <a:ext uri="{FF2B5EF4-FFF2-40B4-BE49-F238E27FC236}">
                <a16:creationId xmlns:a16="http://schemas.microsoft.com/office/drawing/2014/main" id="{56FBF37F-6240-40F3-BCD5-767D40672676}"/>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772167629"/>
      </p:ext>
    </p:extLst>
  </p:cSld>
</p:sld>
</file>

<file path=ppt/slides/slide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8C8FB69-E621-412D-9933-F7C3E127295E}"/>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MAINTAINABILITY</a:t>
            </a:r>
          </a:p>
        </p:txBody>
      </p:sp>
      <p:sp>
        <p:nvSpPr>
          <p:cNvPr id="2" name="">
            <a:extLst xmlns:a="http://schemas.openxmlformats.org/drawingml/2006/main">
              <a:ext uri="{FF2B5EF4-FFF2-40B4-BE49-F238E27FC236}">
                <a16:creationId xmlns:a16="http://schemas.microsoft.com/office/drawing/2014/main" id="{E4C73677-A52A-47A0-B93F-DA638B389671}"/>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How the backend code is organized</a:t>
            </a:r>
          </a:p>
        </p:txBody>
      </p:sp>
      <p:sp>
        <p:nvSpPr>
          <p:cNvPr id="3" name="">
            <a:extLst xmlns:a="http://schemas.openxmlformats.org/drawingml/2006/main">
              <a:ext uri="{FF2B5EF4-FFF2-40B4-BE49-F238E27FC236}">
                <a16:creationId xmlns:a16="http://schemas.microsoft.com/office/drawing/2014/main" id="{0A770FDF-55AA-4A6C-B806-3DB6C9903C2C}"/>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05</a:t>
            </a:r>
          </a:p>
        </p:txBody>
      </p:sp>
      <p:sp>
        <p:nvSpPr>
          <p:cNvPr id="4" name="">
            <a:extLst xmlns:a="http://schemas.openxmlformats.org/drawingml/2006/main">
              <a:ext uri="{FF2B5EF4-FFF2-40B4-BE49-F238E27FC236}">
                <a16:creationId xmlns:a16="http://schemas.microsoft.com/office/drawing/2014/main" id="{D59AAD7E-C109-4259-8234-0857110D9652}"/>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1BE04C1D-18C5-491B-BEB3-56D8393C3F92}"/>
              </a:ext>
            </a:extLst>
          </p:cNvPr>
          <p:cNvSpPr>
            <a:spLocks xmlns:a="http://schemas.openxmlformats.org/drawingml/2006/main" noGrp="1"/>
          </p:cNvSpPr>
          <p:nvPr/>
        </p:nvSpPr>
        <p:spPr>
          <a:xfrm xmlns:a="http://schemas.openxmlformats.org/drawingml/2006/main">
            <a:off x="609600" y="1371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Each layer has one clear responsibility, which keeps security and business rules reusable.</a:t>
            </a:r>
          </a:p>
        </p:txBody>
      </p:sp>
      <p:sp>
        <p:nvSpPr>
          <p:cNvPr id="6" name="">
            <a:extLst xmlns:a="http://schemas.openxmlformats.org/drawingml/2006/main">
              <a:ext uri="{FF2B5EF4-FFF2-40B4-BE49-F238E27FC236}">
                <a16:creationId xmlns:a16="http://schemas.microsoft.com/office/drawing/2014/main" id="{BFB3DB3B-FFD1-40DF-84C7-6D92CA6CCC79}"/>
              </a:ext>
            </a:extLst>
          </p:cNvPr>
          <p:cNvSpPr>
            <a:spLocks xmlns:a="http://schemas.openxmlformats.org/drawingml/2006/main" noGrp="1"/>
          </p:cNvSpPr>
          <p:nvPr/>
        </p:nvSpPr>
        <p:spPr>
          <a:xfrm xmlns:a="http://schemas.openxmlformats.org/drawingml/2006/main">
            <a:off x="609600" y="1981200"/>
            <a:ext cx="71056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1524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85D89123-F50C-439F-92C1-9C017FBBD71B}"/>
              </a:ext>
            </a:extLst>
          </p:cNvPr>
          <p:cNvSpPr>
            <a:spLocks xmlns:a="http://schemas.openxmlformats.org/drawingml/2006/main" noGrp="1"/>
          </p:cNvSpPr>
          <p:nvPr/>
        </p:nvSpPr>
        <p:spPr>
          <a:xfrm xmlns:a="http://schemas.openxmlformats.org/drawingml/2006/main">
            <a:off x="838200" y="20574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Routers</a:t>
            </a:r>
          </a:p>
        </p:txBody>
      </p:sp>
      <p:sp>
        <p:nvSpPr>
          <p:cNvPr id="8" name="">
            <a:extLst xmlns:a="http://schemas.openxmlformats.org/drawingml/2006/main">
              <a:ext uri="{FF2B5EF4-FFF2-40B4-BE49-F238E27FC236}">
                <a16:creationId xmlns:a16="http://schemas.microsoft.com/office/drawing/2014/main" id="{E4BE1C14-F56E-4B6C-896D-9747148FDADD}"/>
              </a:ext>
            </a:extLst>
          </p:cNvPr>
          <p:cNvSpPr>
            <a:spLocks xmlns:a="http://schemas.openxmlformats.org/drawingml/2006/main" noGrp="1"/>
          </p:cNvSpPr>
          <p:nvPr/>
        </p:nvSpPr>
        <p:spPr>
          <a:xfrm xmlns:a="http://schemas.openxmlformats.org/drawingml/2006/main">
            <a:off x="2724150" y="20478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HTTP and WebSocket boundaries</a:t>
            </a:r>
          </a:p>
        </p:txBody>
      </p:sp>
      <p:sp>
        <p:nvSpPr>
          <p:cNvPr id="9" name="">
            <a:extLst xmlns:a="http://schemas.openxmlformats.org/drawingml/2006/main">
              <a:ext uri="{FF2B5EF4-FFF2-40B4-BE49-F238E27FC236}">
                <a16:creationId xmlns:a16="http://schemas.microsoft.com/office/drawing/2014/main" id="{5685FCEF-9D67-4059-BB8F-770B4D51EC4E}"/>
              </a:ext>
            </a:extLst>
          </p:cNvPr>
          <p:cNvSpPr>
            <a:spLocks xmlns:a="http://schemas.openxmlformats.org/drawingml/2006/main" noGrp="1"/>
          </p:cNvSpPr>
          <p:nvPr/>
        </p:nvSpPr>
        <p:spPr>
          <a:xfrm xmlns:a="http://schemas.openxmlformats.org/drawingml/2006/main">
            <a:off x="5162550" y="2038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Parse the request and coordinate dependencies</a:t>
            </a:r>
          </a:p>
        </p:txBody>
      </p:sp>
      <p:sp>
        <p:nvSpPr>
          <p:cNvPr id="10" name="">
            <a:extLst xmlns:a="http://schemas.openxmlformats.org/drawingml/2006/main">
              <a:ext uri="{FF2B5EF4-FFF2-40B4-BE49-F238E27FC236}">
                <a16:creationId xmlns:a16="http://schemas.microsoft.com/office/drawing/2014/main" id="{AAB454F7-B702-44DE-9263-7339A7F96F42}"/>
              </a:ext>
            </a:extLst>
          </p:cNvPr>
          <p:cNvSpPr>
            <a:spLocks xmlns:a="http://schemas.openxmlformats.org/drawingml/2006/main" noGrp="1"/>
          </p:cNvSpPr>
          <p:nvPr/>
        </p:nvSpPr>
        <p:spPr>
          <a:xfrm xmlns:a="http://schemas.openxmlformats.org/drawingml/2006/main">
            <a:off x="781050" y="2724150"/>
            <a:ext cx="6762750" cy="590550"/>
          </a:xfrm>
          <a:prstGeom xmlns:a="http://schemas.openxmlformats.org/drawingml/2006/main" prst="roundRect">
            <a:avLst>
              <a:gd name="adj" fmla="val 19355"/>
            </a:avLst>
          </a:prstGeom>
          <a:solidFill xmlns:a="http://schemas.openxmlformats.org/drawingml/2006/main">
            <a:srgbClr val="FFFEFA"/>
          </a:solidFill>
          <a:ln xmlns:a="http://schemas.openxmlformats.org/drawingml/2006/main" w="15240">
            <a:solidFill>
              <a:srgbClr val="35645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17FC862F-3B51-44A9-9C1F-6BF355768042}"/>
              </a:ext>
            </a:extLst>
          </p:cNvPr>
          <p:cNvSpPr>
            <a:spLocks xmlns:a="http://schemas.openxmlformats.org/drawingml/2006/main" noGrp="1"/>
          </p:cNvSpPr>
          <p:nvPr/>
        </p:nvSpPr>
        <p:spPr>
          <a:xfrm xmlns:a="http://schemas.openxmlformats.org/drawingml/2006/main">
            <a:off x="1009650" y="28003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defPPr algn="l">
              <a:defRPr sz="1350" b="1">
                <a:solidFill>
                  <a:srgbClr val="356456"/>
                </a:solidFill>
                <a:latin typeface="Noto Sans"/>
                <a:ea typeface="Noto Sans"/>
                <a:cs typeface="Noto Sans"/>
              </a:defRPr>
            </a:defPPr>
            <a:lvl1pPr algn="l">
              <a:defRPr sz="1350" b="1">
                <a:solidFill>
                  <a:srgbClr val="356456"/>
                </a:solidFill>
                <a:latin typeface="Noto Sans"/>
                <a:ea typeface="Noto Sans"/>
                <a:cs typeface="Noto Sans"/>
              </a:defRPr>
            </a:lvl1pPr>
            <a:lvl2pPr algn="l">
              <a:defRPr sz="1350" b="1">
                <a:solidFill>
                  <a:srgbClr val="356456"/>
                </a:solidFill>
                <a:latin typeface="Noto Sans"/>
                <a:ea typeface="Noto Sans"/>
                <a:cs typeface="Noto Sans"/>
              </a:defRPr>
            </a:lvl2pPr>
            <a:lvl3pPr algn="l">
              <a:defRPr sz="1350" b="1">
                <a:solidFill>
                  <a:srgbClr val="356456"/>
                </a:solidFill>
                <a:latin typeface="Noto Sans"/>
                <a:ea typeface="Noto Sans"/>
                <a:cs typeface="Noto Sans"/>
              </a:defRPr>
            </a:lvl3pPr>
            <a:lvl4pPr algn="l">
              <a:defRPr sz="1350" b="1">
                <a:solidFill>
                  <a:srgbClr val="356456"/>
                </a:solidFill>
                <a:latin typeface="Noto Sans"/>
                <a:ea typeface="Noto Sans"/>
                <a:cs typeface="Noto Sans"/>
              </a:defRPr>
            </a:lvl4pPr>
            <a:lvl5pPr algn="l">
              <a:defRPr sz="1350" b="1">
                <a:solidFill>
                  <a:srgbClr val="356456"/>
                </a:solidFill>
                <a:latin typeface="Noto Sans"/>
                <a:ea typeface="Noto Sans"/>
                <a:cs typeface="Noto Sans"/>
              </a:defRPr>
            </a:lvl5pPr>
            <a:lvl6pPr algn="l">
              <a:defRPr sz="1350" b="1">
                <a:solidFill>
                  <a:srgbClr val="356456"/>
                </a:solidFill>
                <a:latin typeface="Noto Sans"/>
                <a:ea typeface="Noto Sans"/>
                <a:cs typeface="Noto Sans"/>
              </a:defRPr>
            </a:lvl6pPr>
            <a:lvl7pPr algn="l">
              <a:defRPr sz="1350" b="1">
                <a:solidFill>
                  <a:srgbClr val="356456"/>
                </a:solidFill>
                <a:latin typeface="Noto Sans"/>
                <a:ea typeface="Noto Sans"/>
                <a:cs typeface="Noto Sans"/>
              </a:defRPr>
            </a:lvl7pPr>
            <a:lvl8pPr algn="l">
              <a:defRPr sz="1350" b="1">
                <a:solidFill>
                  <a:srgbClr val="356456"/>
                </a:solidFill>
                <a:latin typeface="Noto Sans"/>
                <a:ea typeface="Noto Sans"/>
                <a:cs typeface="Noto Sans"/>
              </a:defRPr>
            </a:lvl8pPr>
            <a:lvl9pPr algn="l">
              <a:defRPr sz="1350" b="1">
                <a:solidFill>
                  <a:srgbClr val="356456"/>
                </a:solidFill>
                <a:latin typeface="Noto Sans"/>
                <a:ea typeface="Noto Sans"/>
                <a:cs typeface="Noto Sans"/>
              </a:defRPr>
            </a:lvl9pPr>
          </a:lstStyle>
          <a:p xmlns:a="http://schemas.openxmlformats.org/drawingml/2006/main">
            <a:pPr algn="l">
              <a:defRPr sz="1350" b="1">
                <a:solidFill>
                  <a:srgbClr val="356456"/>
                </a:solidFill>
                <a:latin typeface="Noto Sans"/>
                <a:ea typeface="Noto Sans"/>
                <a:cs typeface="Noto Sans"/>
              </a:defRPr>
            </a:pPr>
            <a:r>
              <a:rPr sz="1350" b="1">
                <a:solidFill>
                  <a:srgbClr val="356456"/>
                </a:solidFill>
                <a:latin typeface="Noto Sans"/>
                <a:ea typeface="Noto Sans"/>
                <a:cs typeface="Noto Sans"/>
              </a:rPr>
              <a:t>Dependencies</a:t>
            </a:r>
          </a:p>
        </p:txBody>
      </p:sp>
      <p:sp>
        <p:nvSpPr>
          <p:cNvPr id="12" name="">
            <a:extLst xmlns:a="http://schemas.openxmlformats.org/drawingml/2006/main">
              <a:ext uri="{FF2B5EF4-FFF2-40B4-BE49-F238E27FC236}">
                <a16:creationId xmlns:a16="http://schemas.microsoft.com/office/drawing/2014/main" id="{337ECE7A-5EFA-4A76-8987-7D6A3EF4BAA0}"/>
              </a:ext>
            </a:extLst>
          </p:cNvPr>
          <p:cNvSpPr>
            <a:spLocks xmlns:a="http://schemas.openxmlformats.org/drawingml/2006/main" noGrp="1"/>
          </p:cNvSpPr>
          <p:nvPr/>
        </p:nvSpPr>
        <p:spPr>
          <a:xfrm xmlns:a="http://schemas.openxmlformats.org/drawingml/2006/main">
            <a:off x="2895600" y="27908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Identity and request context</a:t>
            </a:r>
          </a:p>
        </p:txBody>
      </p:sp>
      <p:sp>
        <p:nvSpPr>
          <p:cNvPr id="13" name="">
            <a:extLst xmlns:a="http://schemas.openxmlformats.org/drawingml/2006/main">
              <a:ext uri="{FF2B5EF4-FFF2-40B4-BE49-F238E27FC236}">
                <a16:creationId xmlns:a16="http://schemas.microsoft.com/office/drawing/2014/main" id="{9B760500-813F-4374-A79A-2FE9A13F23C6}"/>
              </a:ext>
            </a:extLst>
          </p:cNvPr>
          <p:cNvSpPr>
            <a:spLocks xmlns:a="http://schemas.openxmlformats.org/drawingml/2006/main" noGrp="1"/>
          </p:cNvSpPr>
          <p:nvPr/>
        </p:nvSpPr>
        <p:spPr>
          <a:xfrm xmlns:a="http://schemas.openxmlformats.org/drawingml/2006/main">
            <a:off x="5334000" y="2781300"/>
            <a:ext cx="201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Authentication, sessions, pagination and shared guards</a:t>
            </a:r>
          </a:p>
        </p:txBody>
      </p:sp>
      <p:sp>
        <p:nvSpPr>
          <p:cNvPr id="14" name="">
            <a:extLst xmlns:a="http://schemas.openxmlformats.org/drawingml/2006/main">
              <a:ext uri="{FF2B5EF4-FFF2-40B4-BE49-F238E27FC236}">
                <a16:creationId xmlns:a16="http://schemas.microsoft.com/office/drawing/2014/main" id="{50C46A77-D980-4152-80E6-F8B75D44B08A}"/>
              </a:ext>
            </a:extLst>
          </p:cNvPr>
          <p:cNvSpPr>
            <a:spLocks xmlns:a="http://schemas.openxmlformats.org/drawingml/2006/main" noGrp="1"/>
          </p:cNvSpPr>
          <p:nvPr/>
        </p:nvSpPr>
        <p:spPr>
          <a:xfrm xmlns:a="http://schemas.openxmlformats.org/drawingml/2006/main">
            <a:off x="952500" y="3467100"/>
            <a:ext cx="64198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1524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7B74ECBB-D607-47D7-8A62-A1EC26480AC9}"/>
              </a:ext>
            </a:extLst>
          </p:cNvPr>
          <p:cNvSpPr>
            <a:spLocks xmlns:a="http://schemas.openxmlformats.org/drawingml/2006/main" noGrp="1"/>
          </p:cNvSpPr>
          <p:nvPr/>
        </p:nvSpPr>
        <p:spPr>
          <a:xfrm xmlns:a="http://schemas.openxmlformats.org/drawingml/2006/main">
            <a:off x="1181100" y="35433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Services</a:t>
            </a:r>
          </a:p>
        </p:txBody>
      </p:sp>
      <p:sp>
        <p:nvSpPr>
          <p:cNvPr id="16" name="">
            <a:extLst xmlns:a="http://schemas.openxmlformats.org/drawingml/2006/main">
              <a:ext uri="{FF2B5EF4-FFF2-40B4-BE49-F238E27FC236}">
                <a16:creationId xmlns:a16="http://schemas.microsoft.com/office/drawing/2014/main" id="{058568DD-C572-4459-9B70-EF73C98FDFDA}"/>
              </a:ext>
            </a:extLst>
          </p:cNvPr>
          <p:cNvSpPr>
            <a:spLocks xmlns:a="http://schemas.openxmlformats.org/drawingml/2006/main" noGrp="1"/>
          </p:cNvSpPr>
          <p:nvPr/>
        </p:nvSpPr>
        <p:spPr>
          <a:xfrm xmlns:a="http://schemas.openxmlformats.org/drawingml/2006/main">
            <a:off x="3067050" y="35337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Domain behavior</a:t>
            </a:r>
          </a:p>
        </p:txBody>
      </p:sp>
      <p:sp>
        <p:nvSpPr>
          <p:cNvPr id="17" name="">
            <a:extLst xmlns:a="http://schemas.openxmlformats.org/drawingml/2006/main">
              <a:ext uri="{FF2B5EF4-FFF2-40B4-BE49-F238E27FC236}">
                <a16:creationId xmlns:a16="http://schemas.microsoft.com/office/drawing/2014/main" id="{4CC8E20B-C9E3-41EE-B66D-A1C887CEF36B}"/>
              </a:ext>
            </a:extLst>
          </p:cNvPr>
          <p:cNvSpPr>
            <a:spLocks xmlns:a="http://schemas.openxmlformats.org/drawingml/2006/main" noGrp="1"/>
          </p:cNvSpPr>
          <p:nvPr/>
        </p:nvSpPr>
        <p:spPr>
          <a:xfrm xmlns:a="http://schemas.openxmlformats.org/drawingml/2006/main">
            <a:off x="5505450" y="3524250"/>
            <a:ext cx="184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Recruitment rules, files, AI, email and notifications</a:t>
            </a:r>
          </a:p>
        </p:txBody>
      </p:sp>
      <p:sp>
        <p:nvSpPr>
          <p:cNvPr id="18" name="">
            <a:extLst xmlns:a="http://schemas.openxmlformats.org/drawingml/2006/main">
              <a:ext uri="{FF2B5EF4-FFF2-40B4-BE49-F238E27FC236}">
                <a16:creationId xmlns:a16="http://schemas.microsoft.com/office/drawing/2014/main" id="{68906C96-3F25-4DBA-AFDA-ACA6C046823E}"/>
              </a:ext>
            </a:extLst>
          </p:cNvPr>
          <p:cNvSpPr>
            <a:spLocks xmlns:a="http://schemas.openxmlformats.org/drawingml/2006/main" noGrp="1"/>
          </p:cNvSpPr>
          <p:nvPr/>
        </p:nvSpPr>
        <p:spPr>
          <a:xfrm xmlns:a="http://schemas.openxmlformats.org/drawingml/2006/main">
            <a:off x="1123950" y="4210050"/>
            <a:ext cx="6076950" cy="590550"/>
          </a:xfrm>
          <a:prstGeom xmlns:a="http://schemas.openxmlformats.org/drawingml/2006/main" prst="roundRect">
            <a:avLst>
              <a:gd name="adj" fmla="val 19355"/>
            </a:avLst>
          </a:prstGeom>
          <a:solidFill xmlns:a="http://schemas.openxmlformats.org/drawingml/2006/main">
            <a:srgbClr val="FFFEFA"/>
          </a:solidFill>
          <a:ln xmlns:a="http://schemas.openxmlformats.org/drawingml/2006/main" w="15240">
            <a:solidFill>
              <a:srgbClr val="28734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E59F7554-172B-4EE1-9D19-EE84748265FD}"/>
              </a:ext>
            </a:extLst>
          </p:cNvPr>
          <p:cNvSpPr>
            <a:spLocks xmlns:a="http://schemas.openxmlformats.org/drawingml/2006/main" noGrp="1"/>
          </p:cNvSpPr>
          <p:nvPr/>
        </p:nvSpPr>
        <p:spPr>
          <a:xfrm xmlns:a="http://schemas.openxmlformats.org/drawingml/2006/main">
            <a:off x="1352550" y="42862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defPPr algn="l">
              <a:defRPr sz="1350" b="1">
                <a:solidFill>
                  <a:srgbClr val="28734D"/>
                </a:solidFill>
                <a:latin typeface="Noto Sans"/>
                <a:ea typeface="Noto Sans"/>
                <a:cs typeface="Noto Sans"/>
              </a:defRPr>
            </a:defPPr>
            <a:lvl1pPr algn="l">
              <a:defRPr sz="1350" b="1">
                <a:solidFill>
                  <a:srgbClr val="28734D"/>
                </a:solidFill>
                <a:latin typeface="Noto Sans"/>
                <a:ea typeface="Noto Sans"/>
                <a:cs typeface="Noto Sans"/>
              </a:defRPr>
            </a:lvl1pPr>
            <a:lvl2pPr algn="l">
              <a:defRPr sz="1350" b="1">
                <a:solidFill>
                  <a:srgbClr val="28734D"/>
                </a:solidFill>
                <a:latin typeface="Noto Sans"/>
                <a:ea typeface="Noto Sans"/>
                <a:cs typeface="Noto Sans"/>
              </a:defRPr>
            </a:lvl2pPr>
            <a:lvl3pPr algn="l">
              <a:defRPr sz="1350" b="1">
                <a:solidFill>
                  <a:srgbClr val="28734D"/>
                </a:solidFill>
                <a:latin typeface="Noto Sans"/>
                <a:ea typeface="Noto Sans"/>
                <a:cs typeface="Noto Sans"/>
              </a:defRPr>
            </a:lvl3pPr>
            <a:lvl4pPr algn="l">
              <a:defRPr sz="1350" b="1">
                <a:solidFill>
                  <a:srgbClr val="28734D"/>
                </a:solidFill>
                <a:latin typeface="Noto Sans"/>
                <a:ea typeface="Noto Sans"/>
                <a:cs typeface="Noto Sans"/>
              </a:defRPr>
            </a:lvl4pPr>
            <a:lvl5pPr algn="l">
              <a:defRPr sz="1350" b="1">
                <a:solidFill>
                  <a:srgbClr val="28734D"/>
                </a:solidFill>
                <a:latin typeface="Noto Sans"/>
                <a:ea typeface="Noto Sans"/>
                <a:cs typeface="Noto Sans"/>
              </a:defRPr>
            </a:lvl5pPr>
            <a:lvl6pPr algn="l">
              <a:defRPr sz="1350" b="1">
                <a:solidFill>
                  <a:srgbClr val="28734D"/>
                </a:solidFill>
                <a:latin typeface="Noto Sans"/>
                <a:ea typeface="Noto Sans"/>
                <a:cs typeface="Noto Sans"/>
              </a:defRPr>
            </a:lvl6pPr>
            <a:lvl7pPr algn="l">
              <a:defRPr sz="1350" b="1">
                <a:solidFill>
                  <a:srgbClr val="28734D"/>
                </a:solidFill>
                <a:latin typeface="Noto Sans"/>
                <a:ea typeface="Noto Sans"/>
                <a:cs typeface="Noto Sans"/>
              </a:defRPr>
            </a:lvl7pPr>
            <a:lvl8pPr algn="l">
              <a:defRPr sz="1350" b="1">
                <a:solidFill>
                  <a:srgbClr val="28734D"/>
                </a:solidFill>
                <a:latin typeface="Noto Sans"/>
                <a:ea typeface="Noto Sans"/>
                <a:cs typeface="Noto Sans"/>
              </a:defRPr>
            </a:lvl8pPr>
            <a:lvl9pPr algn="l">
              <a:defRPr sz="1350" b="1">
                <a:solidFill>
                  <a:srgbClr val="28734D"/>
                </a:solidFill>
                <a:latin typeface="Noto Sans"/>
                <a:ea typeface="Noto Sans"/>
                <a:cs typeface="Noto Sans"/>
              </a:defRPr>
            </a:lvl9pPr>
          </a:lstStyle>
          <a:p xmlns:a="http://schemas.openxmlformats.org/drawingml/2006/main">
            <a:pPr algn="l">
              <a:defRPr sz="1350" b="1">
                <a:solidFill>
                  <a:srgbClr val="28734D"/>
                </a:solidFill>
                <a:latin typeface="Noto Sans"/>
                <a:ea typeface="Noto Sans"/>
                <a:cs typeface="Noto Sans"/>
              </a:defRPr>
            </a:pPr>
            <a:r>
              <a:rPr sz="1350" b="1">
                <a:solidFill>
                  <a:srgbClr val="28734D"/>
                </a:solidFill>
                <a:latin typeface="Noto Sans"/>
                <a:ea typeface="Noto Sans"/>
                <a:cs typeface="Noto Sans"/>
              </a:rPr>
              <a:t>Models + migrations</a:t>
            </a:r>
          </a:p>
        </p:txBody>
      </p:sp>
      <p:sp>
        <p:nvSpPr>
          <p:cNvPr id="20" name="">
            <a:extLst xmlns:a="http://schemas.openxmlformats.org/drawingml/2006/main">
              <a:ext uri="{FF2B5EF4-FFF2-40B4-BE49-F238E27FC236}">
                <a16:creationId xmlns:a16="http://schemas.microsoft.com/office/drawing/2014/main" id="{4C816D41-286A-4716-A40F-75B16B611CFB}"/>
              </a:ext>
            </a:extLst>
          </p:cNvPr>
          <p:cNvSpPr>
            <a:spLocks xmlns:a="http://schemas.openxmlformats.org/drawingml/2006/main" noGrp="1"/>
          </p:cNvSpPr>
          <p:nvPr/>
        </p:nvSpPr>
        <p:spPr>
          <a:xfrm xmlns:a="http://schemas.openxmlformats.org/drawingml/2006/main">
            <a:off x="3238500" y="42767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Durable state</a:t>
            </a:r>
          </a:p>
        </p:txBody>
      </p:sp>
      <p:sp>
        <p:nvSpPr>
          <p:cNvPr id="21" name="">
            <a:extLst xmlns:a="http://schemas.openxmlformats.org/drawingml/2006/main">
              <a:ext uri="{FF2B5EF4-FFF2-40B4-BE49-F238E27FC236}">
                <a16:creationId xmlns:a16="http://schemas.microsoft.com/office/drawing/2014/main" id="{EE7BF683-264A-4BA4-B0A4-C160405DF272}"/>
              </a:ext>
            </a:extLst>
          </p:cNvPr>
          <p:cNvSpPr>
            <a:spLocks xmlns:a="http://schemas.openxmlformats.org/drawingml/2006/main" noGrp="1"/>
          </p:cNvSpPr>
          <p:nvPr/>
        </p:nvSpPr>
        <p:spPr>
          <a:xfrm xmlns:a="http://schemas.openxmlformats.org/drawingml/2006/main">
            <a:off x="5676900" y="426720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4"/>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Relationships, constraints, indexes and schema history</a:t>
            </a:r>
          </a:p>
        </p:txBody>
      </p:sp>
      <p:sp>
        <p:nvSpPr>
          <p:cNvPr id="22" name="">
            <a:extLst xmlns:a="http://schemas.openxmlformats.org/drawingml/2006/main">
              <a:ext uri="{FF2B5EF4-FFF2-40B4-BE49-F238E27FC236}">
                <a16:creationId xmlns:a16="http://schemas.microsoft.com/office/drawing/2014/main" id="{CEC51E70-AA1A-4D01-A2CC-85E81ADB40A6}"/>
              </a:ext>
            </a:extLst>
          </p:cNvPr>
          <p:cNvSpPr>
            <a:spLocks xmlns:a="http://schemas.openxmlformats.org/drawingml/2006/main" noGrp="1"/>
          </p:cNvSpPr>
          <p:nvPr/>
        </p:nvSpPr>
        <p:spPr>
          <a:xfrm xmlns:a="http://schemas.openxmlformats.org/drawingml/2006/main">
            <a:off x="1295400" y="4953000"/>
            <a:ext cx="57340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15240">
            <a:solidFill>
              <a:srgbClr val="9B651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EF498FA9-46E5-46B7-81B7-BAE36B1948B0}"/>
              </a:ext>
            </a:extLst>
          </p:cNvPr>
          <p:cNvSpPr>
            <a:spLocks xmlns:a="http://schemas.openxmlformats.org/drawingml/2006/main" noGrp="1"/>
          </p:cNvSpPr>
          <p:nvPr/>
        </p:nvSpPr>
        <p:spPr>
          <a:xfrm xmlns:a="http://schemas.openxmlformats.org/drawingml/2006/main">
            <a:off x="1524000" y="5029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Workers + integrations</a:t>
            </a:r>
          </a:p>
        </p:txBody>
      </p:sp>
      <p:sp>
        <p:nvSpPr>
          <p:cNvPr id="24" name="">
            <a:extLst xmlns:a="http://schemas.openxmlformats.org/drawingml/2006/main">
              <a:ext uri="{FF2B5EF4-FFF2-40B4-BE49-F238E27FC236}">
                <a16:creationId xmlns:a16="http://schemas.microsoft.com/office/drawing/2014/main" id="{6B4561C8-2CBE-4200-A604-6C530523AE5A}"/>
              </a:ext>
            </a:extLst>
          </p:cNvPr>
          <p:cNvSpPr>
            <a:spLocks xmlns:a="http://schemas.openxmlformats.org/drawingml/2006/main" noGrp="1"/>
          </p:cNvSpPr>
          <p:nvPr/>
        </p:nvSpPr>
        <p:spPr>
          <a:xfrm xmlns:a="http://schemas.openxmlformats.org/drawingml/2006/main">
            <a:off x="3409950" y="50196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417"/>
          </a:bodyPr>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Asynchronous edges</a:t>
            </a:r>
          </a:p>
        </p:txBody>
      </p:sp>
      <p:sp>
        <p:nvSpPr>
          <p:cNvPr id="25" name="">
            <a:extLst xmlns:a="http://schemas.openxmlformats.org/drawingml/2006/main">
              <a:ext uri="{FF2B5EF4-FFF2-40B4-BE49-F238E27FC236}">
                <a16:creationId xmlns:a16="http://schemas.microsoft.com/office/drawing/2014/main" id="{ED6CFAAA-7646-4F6C-B8F2-94221C619B89}"/>
              </a:ext>
            </a:extLst>
          </p:cNvPr>
          <p:cNvSpPr>
            <a:spLocks xmlns:a="http://schemas.openxmlformats.org/drawingml/2006/main" noGrp="1"/>
          </p:cNvSpPr>
          <p:nvPr/>
        </p:nvSpPr>
        <p:spPr>
          <a:xfrm xmlns:a="http://schemas.openxmlformats.org/drawingml/2006/main">
            <a:off x="5848350" y="5010150"/>
            <a:ext cx="1504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050"/>
          </a:bodyPr>
          <a:lstStyle xmlns:a="http://schemas.openxmlformats.org/drawingml/2006/main">
            <a:defPPr algn="l">
              <a:defRPr sz="975" b="0">
                <a:solidFill>
                  <a:srgbClr val="617369"/>
                </a:solidFill>
                <a:latin typeface="Noto Sans"/>
                <a:ea typeface="Noto Sans"/>
                <a:cs typeface="Noto Sans"/>
              </a:defRPr>
            </a:defPPr>
            <a:lvl1pPr algn="l">
              <a:defRPr sz="975" b="0">
                <a:solidFill>
                  <a:srgbClr val="617369"/>
                </a:solidFill>
                <a:latin typeface="Noto Sans"/>
                <a:ea typeface="Noto Sans"/>
                <a:cs typeface="Noto Sans"/>
              </a:defRPr>
            </a:lvl1pPr>
            <a:lvl2pPr algn="l">
              <a:defRPr sz="975" b="0">
                <a:solidFill>
                  <a:srgbClr val="617369"/>
                </a:solidFill>
                <a:latin typeface="Noto Sans"/>
                <a:ea typeface="Noto Sans"/>
                <a:cs typeface="Noto Sans"/>
              </a:defRPr>
            </a:lvl2pPr>
            <a:lvl3pPr algn="l">
              <a:defRPr sz="975" b="0">
                <a:solidFill>
                  <a:srgbClr val="617369"/>
                </a:solidFill>
                <a:latin typeface="Noto Sans"/>
                <a:ea typeface="Noto Sans"/>
                <a:cs typeface="Noto Sans"/>
              </a:defRPr>
            </a:lvl3pPr>
            <a:lvl4pPr algn="l">
              <a:defRPr sz="975" b="0">
                <a:solidFill>
                  <a:srgbClr val="617369"/>
                </a:solidFill>
                <a:latin typeface="Noto Sans"/>
                <a:ea typeface="Noto Sans"/>
                <a:cs typeface="Noto Sans"/>
              </a:defRPr>
            </a:lvl4pPr>
            <a:lvl5pPr algn="l">
              <a:defRPr sz="975" b="0">
                <a:solidFill>
                  <a:srgbClr val="617369"/>
                </a:solidFill>
                <a:latin typeface="Noto Sans"/>
                <a:ea typeface="Noto Sans"/>
                <a:cs typeface="Noto Sans"/>
              </a:defRPr>
            </a:lvl5pPr>
            <a:lvl6pPr algn="l">
              <a:defRPr sz="975" b="0">
                <a:solidFill>
                  <a:srgbClr val="617369"/>
                </a:solidFill>
                <a:latin typeface="Noto Sans"/>
                <a:ea typeface="Noto Sans"/>
                <a:cs typeface="Noto Sans"/>
              </a:defRPr>
            </a:lvl6pPr>
            <a:lvl7pPr algn="l">
              <a:defRPr sz="975" b="0">
                <a:solidFill>
                  <a:srgbClr val="617369"/>
                </a:solidFill>
                <a:latin typeface="Noto Sans"/>
                <a:ea typeface="Noto Sans"/>
                <a:cs typeface="Noto Sans"/>
              </a:defRPr>
            </a:lvl7pPr>
            <a:lvl8pPr algn="l">
              <a:defRPr sz="975" b="0">
                <a:solidFill>
                  <a:srgbClr val="617369"/>
                </a:solidFill>
                <a:latin typeface="Noto Sans"/>
                <a:ea typeface="Noto Sans"/>
                <a:cs typeface="Noto Sans"/>
              </a:defRPr>
            </a:lvl8pPr>
            <a:lvl9pPr algn="l">
              <a:defRPr sz="975" b="0">
                <a:solidFill>
                  <a:srgbClr val="617369"/>
                </a:solidFill>
                <a:latin typeface="Noto Sans"/>
                <a:ea typeface="Noto Sans"/>
                <a:cs typeface="Noto Sans"/>
              </a:defRPr>
            </a:lvl9pPr>
          </a:lstStyle>
          <a:p xmlns:a="http://schemas.openxmlformats.org/drawingml/2006/main">
            <a:pPr algn="l">
              <a:defRPr sz="975" b="0">
                <a:solidFill>
                  <a:srgbClr val="617369"/>
                </a:solidFill>
                <a:latin typeface="Noto Sans"/>
                <a:ea typeface="Noto Sans"/>
                <a:cs typeface="Noto Sans"/>
              </a:defRPr>
            </a:pPr>
            <a:r>
              <a:rPr sz="975" b="0">
                <a:solidFill>
                  <a:srgbClr val="617369"/>
                </a:solidFill>
                <a:latin typeface="Noto Sans"/>
                <a:ea typeface="Noto Sans"/>
                <a:cs typeface="Noto Sans"/>
              </a:rPr>
              <a:t>Redis, Celery, Gemini, Resend and private storage</a:t>
            </a:r>
          </a:p>
        </p:txBody>
      </p:sp>
      <p:sp>
        <p:nvSpPr>
          <p:cNvPr id="26" name="">
            <a:extLst xmlns:a="http://schemas.openxmlformats.org/drawingml/2006/main">
              <a:ext uri="{FF2B5EF4-FFF2-40B4-BE49-F238E27FC236}">
                <a16:creationId xmlns:a16="http://schemas.microsoft.com/office/drawing/2014/main" id="{6F5A8DCE-2812-4D2D-9CA5-AE509A4C3E98}"/>
              </a:ext>
            </a:extLst>
          </p:cNvPr>
          <p:cNvSpPr>
            <a:spLocks xmlns:a="http://schemas.openxmlformats.org/drawingml/2006/main" noGrp="1"/>
          </p:cNvSpPr>
          <p:nvPr/>
        </p:nvSpPr>
        <p:spPr>
          <a:xfrm xmlns:a="http://schemas.openxmlformats.org/drawingml/2006/main">
            <a:off x="8172450" y="1981200"/>
            <a:ext cx="3409950" cy="3714750"/>
          </a:xfrm>
          <a:prstGeom xmlns:a="http://schemas.openxmlformats.org/drawingml/2006/main" prst="roundRect">
            <a:avLst>
              <a:gd name="adj" fmla="val 3352"/>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FA283153-C8A9-4F8E-B2F5-E192E97FA43E}"/>
              </a:ext>
            </a:extLst>
          </p:cNvPr>
          <p:cNvSpPr>
            <a:spLocks xmlns:a="http://schemas.openxmlformats.org/drawingml/2006/main" noGrp="1"/>
          </p:cNvSpPr>
          <p:nvPr/>
        </p:nvSpPr>
        <p:spPr>
          <a:xfrm xmlns:a="http://schemas.openxmlformats.org/drawingml/2006/main">
            <a:off x="8458200" y="220980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205"/>
          </a:bodyPr>
          <a:lstStyle xmlns:a="http://schemas.openxmlformats.org/drawingml/2006/main">
            <a:defPPr algn="l">
              <a:defRPr sz="1950" b="0">
                <a:solidFill>
                  <a:srgbClr val="194D38"/>
                </a:solidFill>
                <a:latin typeface="Noto Serif"/>
                <a:ea typeface="Noto Serif"/>
                <a:cs typeface="Noto Serif"/>
              </a:defRPr>
            </a:defPPr>
            <a:lvl1pPr algn="l">
              <a:defRPr sz="1950" b="0">
                <a:solidFill>
                  <a:srgbClr val="194D38"/>
                </a:solidFill>
                <a:latin typeface="Noto Serif"/>
                <a:ea typeface="Noto Serif"/>
                <a:cs typeface="Noto Serif"/>
              </a:defRPr>
            </a:lvl1pPr>
            <a:lvl2pPr algn="l">
              <a:defRPr sz="1950" b="0">
                <a:solidFill>
                  <a:srgbClr val="194D38"/>
                </a:solidFill>
                <a:latin typeface="Noto Serif"/>
                <a:ea typeface="Noto Serif"/>
                <a:cs typeface="Noto Serif"/>
              </a:defRPr>
            </a:lvl2pPr>
            <a:lvl3pPr algn="l">
              <a:defRPr sz="1950" b="0">
                <a:solidFill>
                  <a:srgbClr val="194D38"/>
                </a:solidFill>
                <a:latin typeface="Noto Serif"/>
                <a:ea typeface="Noto Serif"/>
                <a:cs typeface="Noto Serif"/>
              </a:defRPr>
            </a:lvl3pPr>
            <a:lvl4pPr algn="l">
              <a:defRPr sz="1950" b="0">
                <a:solidFill>
                  <a:srgbClr val="194D38"/>
                </a:solidFill>
                <a:latin typeface="Noto Serif"/>
                <a:ea typeface="Noto Serif"/>
                <a:cs typeface="Noto Serif"/>
              </a:defRPr>
            </a:lvl4pPr>
            <a:lvl5pPr algn="l">
              <a:defRPr sz="1950" b="0">
                <a:solidFill>
                  <a:srgbClr val="194D38"/>
                </a:solidFill>
                <a:latin typeface="Noto Serif"/>
                <a:ea typeface="Noto Serif"/>
                <a:cs typeface="Noto Serif"/>
              </a:defRPr>
            </a:lvl5pPr>
            <a:lvl6pPr algn="l">
              <a:defRPr sz="1950" b="0">
                <a:solidFill>
                  <a:srgbClr val="194D38"/>
                </a:solidFill>
                <a:latin typeface="Noto Serif"/>
                <a:ea typeface="Noto Serif"/>
                <a:cs typeface="Noto Serif"/>
              </a:defRPr>
            </a:lvl6pPr>
            <a:lvl7pPr algn="l">
              <a:defRPr sz="1950" b="0">
                <a:solidFill>
                  <a:srgbClr val="194D38"/>
                </a:solidFill>
                <a:latin typeface="Noto Serif"/>
                <a:ea typeface="Noto Serif"/>
                <a:cs typeface="Noto Serif"/>
              </a:defRPr>
            </a:lvl7pPr>
            <a:lvl8pPr algn="l">
              <a:defRPr sz="1950" b="0">
                <a:solidFill>
                  <a:srgbClr val="194D38"/>
                </a:solidFill>
                <a:latin typeface="Noto Serif"/>
                <a:ea typeface="Noto Serif"/>
                <a:cs typeface="Noto Serif"/>
              </a:defRPr>
            </a:lvl8pPr>
            <a:lvl9pPr algn="l">
              <a:defRPr sz="1950" b="0">
                <a:solidFill>
                  <a:srgbClr val="194D38"/>
                </a:solidFill>
                <a:latin typeface="Noto Serif"/>
                <a:ea typeface="Noto Serif"/>
                <a:cs typeface="Noto Serif"/>
              </a:defRPr>
            </a:lvl9pPr>
          </a:lstStyle>
          <a:p xmlns:a="http://schemas.openxmlformats.org/drawingml/2006/main">
            <a:pPr algn="l">
              <a:defRPr sz="1950" b="0">
                <a:solidFill>
                  <a:srgbClr val="194D38"/>
                </a:solidFill>
                <a:latin typeface="Noto Serif"/>
                <a:ea typeface="Noto Serif"/>
                <a:cs typeface="Noto Serif"/>
              </a:defRPr>
            </a:pPr>
            <a:r>
              <a:rPr sz="1950" b="0">
                <a:solidFill>
                  <a:srgbClr val="194D38"/>
                </a:solidFill>
                <a:latin typeface="Noto Serif"/>
                <a:ea typeface="Noto Serif"/>
                <a:cs typeface="Noto Serif"/>
              </a:rPr>
              <a:t>Design rule</a:t>
            </a:r>
          </a:p>
        </p:txBody>
      </p:sp>
      <p:sp>
        <p:nvSpPr>
          <p:cNvPr id="28" name="">
            <a:extLst xmlns:a="http://schemas.openxmlformats.org/drawingml/2006/main">
              <a:ext uri="{FF2B5EF4-FFF2-40B4-BE49-F238E27FC236}">
                <a16:creationId xmlns:a16="http://schemas.microsoft.com/office/drawing/2014/main" id="{41A4F30B-B212-48D5-8B51-95CB76F69DC8}"/>
              </a:ext>
            </a:extLst>
          </p:cNvPr>
          <p:cNvSpPr>
            <a:spLocks xmlns:a="http://schemas.openxmlformats.org/drawingml/2006/main" noGrp="1"/>
          </p:cNvSpPr>
          <p:nvPr/>
        </p:nvSpPr>
        <p:spPr>
          <a:xfrm xmlns:a="http://schemas.openxmlformats.org/drawingml/2006/main">
            <a:off x="8458200" y="2762250"/>
            <a:ext cx="26860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631"/>
          </a:bodyPr>
          <a:lstStyle xmlns:a="http://schemas.openxmlformats.org/drawingml/2006/main">
            <a:defPPr algn="l">
              <a:defRPr sz="2100" b="1">
                <a:solidFill>
                  <a:srgbClr val="192B23"/>
                </a:solidFill>
                <a:latin typeface="Noto Sans"/>
                <a:ea typeface="Noto Sans"/>
                <a:cs typeface="Noto Sans"/>
              </a:defRPr>
            </a:defPPr>
            <a:lvl1pPr algn="l">
              <a:defRPr sz="2100" b="1">
                <a:solidFill>
                  <a:srgbClr val="192B23"/>
                </a:solidFill>
                <a:latin typeface="Noto Sans"/>
                <a:ea typeface="Noto Sans"/>
                <a:cs typeface="Noto Sans"/>
              </a:defRPr>
            </a:lvl1pPr>
            <a:lvl2pPr algn="l">
              <a:defRPr sz="2100" b="1">
                <a:solidFill>
                  <a:srgbClr val="192B23"/>
                </a:solidFill>
                <a:latin typeface="Noto Sans"/>
                <a:ea typeface="Noto Sans"/>
                <a:cs typeface="Noto Sans"/>
              </a:defRPr>
            </a:lvl2pPr>
            <a:lvl3pPr algn="l">
              <a:defRPr sz="2100" b="1">
                <a:solidFill>
                  <a:srgbClr val="192B23"/>
                </a:solidFill>
                <a:latin typeface="Noto Sans"/>
                <a:ea typeface="Noto Sans"/>
                <a:cs typeface="Noto Sans"/>
              </a:defRPr>
            </a:lvl3pPr>
            <a:lvl4pPr algn="l">
              <a:defRPr sz="2100" b="1">
                <a:solidFill>
                  <a:srgbClr val="192B23"/>
                </a:solidFill>
                <a:latin typeface="Noto Sans"/>
                <a:ea typeface="Noto Sans"/>
                <a:cs typeface="Noto Sans"/>
              </a:defRPr>
            </a:lvl4pPr>
            <a:lvl5pPr algn="l">
              <a:defRPr sz="2100" b="1">
                <a:solidFill>
                  <a:srgbClr val="192B23"/>
                </a:solidFill>
                <a:latin typeface="Noto Sans"/>
                <a:ea typeface="Noto Sans"/>
                <a:cs typeface="Noto Sans"/>
              </a:defRPr>
            </a:lvl5pPr>
            <a:lvl6pPr algn="l">
              <a:defRPr sz="2100" b="1">
                <a:solidFill>
                  <a:srgbClr val="192B23"/>
                </a:solidFill>
                <a:latin typeface="Noto Sans"/>
                <a:ea typeface="Noto Sans"/>
                <a:cs typeface="Noto Sans"/>
              </a:defRPr>
            </a:lvl6pPr>
            <a:lvl7pPr algn="l">
              <a:defRPr sz="2100" b="1">
                <a:solidFill>
                  <a:srgbClr val="192B23"/>
                </a:solidFill>
                <a:latin typeface="Noto Sans"/>
                <a:ea typeface="Noto Sans"/>
                <a:cs typeface="Noto Sans"/>
              </a:defRPr>
            </a:lvl7pPr>
            <a:lvl8pPr algn="l">
              <a:defRPr sz="2100" b="1">
                <a:solidFill>
                  <a:srgbClr val="192B23"/>
                </a:solidFill>
                <a:latin typeface="Noto Sans"/>
                <a:ea typeface="Noto Sans"/>
                <a:cs typeface="Noto Sans"/>
              </a:defRPr>
            </a:lvl8pPr>
            <a:lvl9pPr algn="l">
              <a:defRPr sz="2100" b="1">
                <a:solidFill>
                  <a:srgbClr val="192B23"/>
                </a:solidFill>
                <a:latin typeface="Noto Sans"/>
                <a:ea typeface="Noto Sans"/>
                <a:cs typeface="Noto Sans"/>
              </a:defRPr>
            </a:lvl9pPr>
          </a:lstStyle>
          <a:p xmlns:a="http://schemas.openxmlformats.org/drawingml/2006/main">
            <a:pPr algn="l">
              <a:defRPr sz="2100" b="1">
                <a:solidFill>
                  <a:srgbClr val="192B23"/>
                </a:solidFill>
                <a:latin typeface="Noto Sans"/>
                <a:ea typeface="Noto Sans"/>
                <a:cs typeface="Noto Sans"/>
              </a:defRPr>
            </a:pPr>
            <a:r>
              <a:rPr sz="2100" b="1">
                <a:solidFill>
                  <a:srgbClr val="192B23"/>
                </a:solidFill>
                <a:latin typeface="Noto Sans"/>
                <a:ea typeface="Noto Sans"/>
                <a:cs typeface="Noto Sans"/>
              </a:rPr>
              <a:t>Routers coordinate.</a:t>
            </a:r>
          </a:p>
          <a:p xmlns:a="http://schemas.openxmlformats.org/drawingml/2006/main">
            <a:pPr algn="l">
              <a:defRPr sz="2100" b="1">
                <a:solidFill>
                  <a:srgbClr val="192B23"/>
                </a:solidFill>
                <a:latin typeface="Noto Sans"/>
                <a:ea typeface="Noto Sans"/>
                <a:cs typeface="Noto Sans"/>
              </a:defRPr>
            </a:pPr>
            <a:r>
              <a:rPr sz="2100" b="1">
                <a:solidFill>
                  <a:srgbClr val="192B23"/>
                </a:solidFill>
                <a:latin typeface="Noto Sans"/>
                <a:ea typeface="Noto Sans"/>
                <a:cs typeface="Noto Sans"/>
              </a:rPr>
              <a:t>Services decide.</a:t>
            </a:r>
          </a:p>
          <a:p xmlns:a="http://schemas.openxmlformats.org/drawingml/2006/main">
            <a:pPr algn="l">
              <a:defRPr sz="2100" b="1">
                <a:solidFill>
                  <a:srgbClr val="192B23"/>
                </a:solidFill>
                <a:latin typeface="Noto Sans"/>
                <a:ea typeface="Noto Sans"/>
                <a:cs typeface="Noto Sans"/>
              </a:defRPr>
            </a:pPr>
            <a:r>
              <a:rPr sz="2100" b="1">
                <a:solidFill>
                  <a:srgbClr val="192B23"/>
                </a:solidFill>
                <a:latin typeface="Noto Sans"/>
                <a:ea typeface="Noto Sans"/>
                <a:cs typeface="Noto Sans"/>
              </a:rPr>
              <a:t>The database protects.</a:t>
            </a:r>
          </a:p>
        </p:txBody>
      </p:sp>
      <p:sp>
        <p:nvSpPr>
          <p:cNvPr id="29" name="">
            <a:extLst xmlns:a="http://schemas.openxmlformats.org/drawingml/2006/main">
              <a:ext uri="{FF2B5EF4-FFF2-40B4-BE49-F238E27FC236}">
                <a16:creationId xmlns:a16="http://schemas.microsoft.com/office/drawing/2014/main" id="{FF9F5CAD-0100-46B5-B6E3-D8281783F66B}"/>
              </a:ext>
            </a:extLst>
          </p:cNvPr>
          <p:cNvSpPr>
            <a:spLocks xmlns:a="http://schemas.openxmlformats.org/drawingml/2006/main" noGrp="1"/>
          </p:cNvSpPr>
          <p:nvPr/>
        </p:nvSpPr>
        <p:spPr>
          <a:xfrm xmlns:a="http://schemas.openxmlformats.org/drawingml/2006/main">
            <a:off x="8458200" y="4171950"/>
            <a:ext cx="2590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30" name="">
            <a:extLst xmlns:a="http://schemas.openxmlformats.org/drawingml/2006/main">
              <a:ext uri="{FF2B5EF4-FFF2-40B4-BE49-F238E27FC236}">
                <a16:creationId xmlns:a16="http://schemas.microsoft.com/office/drawing/2014/main" id="{9FB27A43-8F87-4A6C-BF2E-B74B09D9FA48}"/>
              </a:ext>
            </a:extLst>
          </p:cNvPr>
          <p:cNvSpPr>
            <a:spLocks xmlns:a="http://schemas.openxmlformats.org/drawingml/2006/main" noGrp="1"/>
          </p:cNvSpPr>
          <p:nvPr/>
        </p:nvSpPr>
        <p:spPr>
          <a:xfrm xmlns:a="http://schemas.openxmlformats.org/drawingml/2006/main">
            <a:off x="8458200" y="4362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Why it matters</a:t>
            </a:r>
          </a:p>
        </p:txBody>
      </p:sp>
      <p:sp>
        <p:nvSpPr>
          <p:cNvPr id="31" name="">
            <a:extLst xmlns:a="http://schemas.openxmlformats.org/drawingml/2006/main">
              <a:ext uri="{FF2B5EF4-FFF2-40B4-BE49-F238E27FC236}">
                <a16:creationId xmlns:a16="http://schemas.microsoft.com/office/drawing/2014/main" id="{7E0FFFB6-9759-41B4-9459-FC43BC6E44D6}"/>
              </a:ext>
            </a:extLst>
          </p:cNvPr>
          <p:cNvSpPr>
            <a:spLocks xmlns:a="http://schemas.openxmlformats.org/drawingml/2006/main" noGrp="1"/>
          </p:cNvSpPr>
          <p:nvPr/>
        </p:nvSpPr>
        <p:spPr>
          <a:xfrm xmlns:a="http://schemas.openxmlformats.org/drawingml/2006/main">
            <a:off x="8458200" y="4705350"/>
            <a:ext cx="2686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926"/>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The same permission and workflow logic can serve the web UI, API clients, workers, and tests without duplication.</a:t>
            </a:r>
          </a:p>
        </p:txBody>
      </p:sp>
      <p:sp>
        <p:nvSpPr>
          <p:cNvPr id="32" name="">
            <a:extLst xmlns:a="http://schemas.openxmlformats.org/drawingml/2006/main">
              <a:ext uri="{FF2B5EF4-FFF2-40B4-BE49-F238E27FC236}">
                <a16:creationId xmlns:a16="http://schemas.microsoft.com/office/drawing/2014/main" id="{2F8B23F7-59EB-41EB-B953-4006D9B69107}"/>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442705775"/>
      </p:ext>
    </p:extLst>
  </p:cSld>
</p:sld>
</file>

<file path=ppt/slides/slide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4A8E38C-B242-4891-BAA2-686F01E3E389}"/>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ENGINEERING DECISIONS</a:t>
            </a:r>
          </a:p>
        </p:txBody>
      </p:sp>
      <p:sp>
        <p:nvSpPr>
          <p:cNvPr id="2" name="">
            <a:extLst xmlns:a="http://schemas.openxmlformats.org/drawingml/2006/main">
              <a:ext uri="{FF2B5EF4-FFF2-40B4-BE49-F238E27FC236}">
                <a16:creationId xmlns:a16="http://schemas.microsoft.com/office/drawing/2014/main" id="{55940D07-3CDD-489D-A91D-960250518C3B}"/>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Technical choices and trade-offs</a:t>
            </a:r>
          </a:p>
        </p:txBody>
      </p:sp>
      <p:sp>
        <p:nvSpPr>
          <p:cNvPr id="3" name="">
            <a:extLst xmlns:a="http://schemas.openxmlformats.org/drawingml/2006/main">
              <a:ext uri="{FF2B5EF4-FFF2-40B4-BE49-F238E27FC236}">
                <a16:creationId xmlns:a16="http://schemas.microsoft.com/office/drawing/2014/main" id="{F77CFA54-BD30-4B6E-914B-0E9D5024B590}"/>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06</a:t>
            </a:r>
          </a:p>
        </p:txBody>
      </p:sp>
      <p:sp>
        <p:nvSpPr>
          <p:cNvPr id="4" name="">
            <a:extLst xmlns:a="http://schemas.openxmlformats.org/drawingml/2006/main">
              <a:ext uri="{FF2B5EF4-FFF2-40B4-BE49-F238E27FC236}">
                <a16:creationId xmlns:a16="http://schemas.microsoft.com/office/drawing/2014/main" id="{1C3AF306-60FB-4A2C-8AE7-4E3CC845B9E0}"/>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10723AA3-089D-4DF4-845A-52727932154B}"/>
              </a:ext>
            </a:extLst>
          </p:cNvPr>
          <p:cNvSpPr>
            <a:spLocks xmlns:a="http://schemas.openxmlformats.org/drawingml/2006/main" noGrp="1"/>
          </p:cNvSpPr>
          <p:nvPr/>
        </p:nvSpPr>
        <p:spPr>
          <a:xfrm xmlns:a="http://schemas.openxmlformats.org/drawingml/2006/main">
            <a:off x="609600" y="16002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599FBD5E-2CEF-4508-89C8-6DBF11631CC8}"/>
              </a:ext>
            </a:extLst>
          </p:cNvPr>
          <p:cNvSpPr>
            <a:spLocks xmlns:a="http://schemas.openxmlformats.org/drawingml/2006/main" noGrp="1"/>
          </p:cNvSpPr>
          <p:nvPr/>
        </p:nvSpPr>
        <p:spPr>
          <a:xfrm xmlns:a="http://schemas.openxmlformats.org/drawingml/2006/main">
            <a:off x="609600" y="1600200"/>
            <a:ext cx="66675" cy="11430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7" name="">
            <a:extLst xmlns:a="http://schemas.openxmlformats.org/drawingml/2006/main">
              <a:ext uri="{FF2B5EF4-FFF2-40B4-BE49-F238E27FC236}">
                <a16:creationId xmlns:a16="http://schemas.microsoft.com/office/drawing/2014/main" id="{2672EF81-6CF5-442C-BBCB-BA0E5E1CF35F}"/>
              </a:ext>
            </a:extLst>
          </p:cNvPr>
          <p:cNvSpPr>
            <a:spLocks xmlns:a="http://schemas.openxmlformats.org/drawingml/2006/main" noGrp="1"/>
          </p:cNvSpPr>
          <p:nvPr/>
        </p:nvSpPr>
        <p:spPr>
          <a:xfrm xmlns:a="http://schemas.openxmlformats.org/drawingml/2006/main">
            <a:off x="81915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a:t>
            </a:r>
          </a:p>
        </p:txBody>
      </p:sp>
      <p:sp>
        <p:nvSpPr>
          <p:cNvPr id="8" name="">
            <a:extLst xmlns:a="http://schemas.openxmlformats.org/drawingml/2006/main">
              <a:ext uri="{FF2B5EF4-FFF2-40B4-BE49-F238E27FC236}">
                <a16:creationId xmlns:a16="http://schemas.microsoft.com/office/drawing/2014/main" id="{115B9F5A-A24E-4D7B-BB2C-23A285F416CA}"/>
              </a:ext>
            </a:extLst>
          </p:cNvPr>
          <p:cNvSpPr>
            <a:spLocks xmlns:a="http://schemas.openxmlformats.org/drawingml/2006/main" noGrp="1"/>
          </p:cNvSpPr>
          <p:nvPr/>
        </p:nvSpPr>
        <p:spPr>
          <a:xfrm xmlns:a="http://schemas.openxmlformats.org/drawingml/2006/main">
            <a:off x="81915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Async request handling, dependency injection, validation and OpenAPI</a:t>
            </a:r>
          </a:p>
        </p:txBody>
      </p:sp>
      <p:sp>
        <p:nvSpPr>
          <p:cNvPr id="9" name="">
            <a:extLst xmlns:a="http://schemas.openxmlformats.org/drawingml/2006/main">
              <a:ext uri="{FF2B5EF4-FFF2-40B4-BE49-F238E27FC236}">
                <a16:creationId xmlns:a16="http://schemas.microsoft.com/office/drawing/2014/main" id="{562E8F55-FEAD-4E2A-ABBB-84168E942BDA}"/>
              </a:ext>
            </a:extLst>
          </p:cNvPr>
          <p:cNvSpPr>
            <a:spLocks xmlns:a="http://schemas.openxmlformats.org/drawingml/2006/main" noGrp="1"/>
          </p:cNvSpPr>
          <p:nvPr/>
        </p:nvSpPr>
        <p:spPr>
          <a:xfrm xmlns:a="http://schemas.openxmlformats.org/drawingml/2006/main">
            <a:off x="6153150" y="16002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5F900A87-5F1D-4745-9092-44A8FDA9735F}"/>
              </a:ext>
            </a:extLst>
          </p:cNvPr>
          <p:cNvSpPr>
            <a:spLocks xmlns:a="http://schemas.openxmlformats.org/drawingml/2006/main" noGrp="1"/>
          </p:cNvSpPr>
          <p:nvPr/>
        </p:nvSpPr>
        <p:spPr>
          <a:xfrm xmlns:a="http://schemas.openxmlformats.org/drawingml/2006/main">
            <a:off x="6153150" y="1600200"/>
            <a:ext cx="66675" cy="11430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1" name="">
            <a:extLst xmlns:a="http://schemas.openxmlformats.org/drawingml/2006/main">
              <a:ext uri="{FF2B5EF4-FFF2-40B4-BE49-F238E27FC236}">
                <a16:creationId xmlns:a16="http://schemas.microsoft.com/office/drawing/2014/main" id="{BD8A827D-ADC4-48F4-8905-4ED7B6521D42}"/>
              </a:ext>
            </a:extLst>
          </p:cNvPr>
          <p:cNvSpPr>
            <a:spLocks xmlns:a="http://schemas.openxmlformats.org/drawingml/2006/main" noGrp="1"/>
          </p:cNvSpPr>
          <p:nvPr/>
        </p:nvSpPr>
        <p:spPr>
          <a:xfrm xmlns:a="http://schemas.openxmlformats.org/drawingml/2006/main">
            <a:off x="6362700" y="17145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12" name="">
            <a:extLst xmlns:a="http://schemas.openxmlformats.org/drawingml/2006/main">
              <a:ext uri="{FF2B5EF4-FFF2-40B4-BE49-F238E27FC236}">
                <a16:creationId xmlns:a16="http://schemas.microsoft.com/office/drawing/2014/main" id="{0693EDE2-900E-48EF-ABEB-45A3FFB9DA19}"/>
              </a:ext>
            </a:extLst>
          </p:cNvPr>
          <p:cNvSpPr>
            <a:spLocks xmlns:a="http://schemas.openxmlformats.org/drawingml/2006/main" noGrp="1"/>
          </p:cNvSpPr>
          <p:nvPr/>
        </p:nvSpPr>
        <p:spPr>
          <a:xfrm xmlns:a="http://schemas.openxmlformats.org/drawingml/2006/main">
            <a:off x="6362700" y="20097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Transactions and relational integrity fit recruitment workflows</a:t>
            </a:r>
          </a:p>
        </p:txBody>
      </p:sp>
      <p:sp>
        <p:nvSpPr>
          <p:cNvPr id="13" name="">
            <a:extLst xmlns:a="http://schemas.openxmlformats.org/drawingml/2006/main">
              <a:ext uri="{FF2B5EF4-FFF2-40B4-BE49-F238E27FC236}">
                <a16:creationId xmlns:a16="http://schemas.microsoft.com/office/drawing/2014/main" id="{41CF42F0-1E4D-48B8-9DB9-F9FB4F702EE2}"/>
              </a:ext>
            </a:extLst>
          </p:cNvPr>
          <p:cNvSpPr>
            <a:spLocks xmlns:a="http://schemas.openxmlformats.org/drawingml/2006/main" noGrp="1"/>
          </p:cNvSpPr>
          <p:nvPr/>
        </p:nvSpPr>
        <p:spPr>
          <a:xfrm xmlns:a="http://schemas.openxmlformats.org/drawingml/2006/main">
            <a:off x="609600" y="302895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223277FD-C51C-4B64-BE9C-3D4B9C1D3A32}"/>
              </a:ext>
            </a:extLst>
          </p:cNvPr>
          <p:cNvSpPr>
            <a:spLocks xmlns:a="http://schemas.openxmlformats.org/drawingml/2006/main" noGrp="1"/>
          </p:cNvSpPr>
          <p:nvPr/>
        </p:nvSpPr>
        <p:spPr>
          <a:xfrm xmlns:a="http://schemas.openxmlformats.org/drawingml/2006/main">
            <a:off x="609600" y="3028950"/>
            <a:ext cx="66675" cy="11430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5" name="">
            <a:extLst xmlns:a="http://schemas.openxmlformats.org/drawingml/2006/main">
              <a:ext uri="{FF2B5EF4-FFF2-40B4-BE49-F238E27FC236}">
                <a16:creationId xmlns:a16="http://schemas.microsoft.com/office/drawing/2014/main" id="{0F9FAD1C-C12F-474F-94CE-4BA3CE4DDADA}"/>
              </a:ext>
            </a:extLst>
          </p:cNvPr>
          <p:cNvSpPr>
            <a:spLocks xmlns:a="http://schemas.openxmlformats.org/drawingml/2006/main" noGrp="1"/>
          </p:cNvSpPr>
          <p:nvPr/>
        </p:nvSpPr>
        <p:spPr>
          <a:xfrm xmlns:a="http://schemas.openxmlformats.org/drawingml/2006/main">
            <a:off x="81915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SQLAlchemy + Alembic</a:t>
            </a:r>
          </a:p>
        </p:txBody>
      </p:sp>
      <p:sp>
        <p:nvSpPr>
          <p:cNvPr id="16" name="">
            <a:extLst xmlns:a="http://schemas.openxmlformats.org/drawingml/2006/main">
              <a:ext uri="{FF2B5EF4-FFF2-40B4-BE49-F238E27FC236}">
                <a16:creationId xmlns:a16="http://schemas.microsoft.com/office/drawing/2014/main" id="{328E0936-E812-474C-89DD-D8456A2B7076}"/>
              </a:ext>
            </a:extLst>
          </p:cNvPr>
          <p:cNvSpPr>
            <a:spLocks xmlns:a="http://schemas.openxmlformats.org/drawingml/2006/main" noGrp="1"/>
          </p:cNvSpPr>
          <p:nvPr/>
        </p:nvSpPr>
        <p:spPr>
          <a:xfrm xmlns:a="http://schemas.openxmlformats.org/drawingml/2006/main">
            <a:off x="81915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Async data access with versioned schema changes</a:t>
            </a:r>
          </a:p>
        </p:txBody>
      </p:sp>
      <p:sp>
        <p:nvSpPr>
          <p:cNvPr id="17" name="">
            <a:extLst xmlns:a="http://schemas.openxmlformats.org/drawingml/2006/main">
              <a:ext uri="{FF2B5EF4-FFF2-40B4-BE49-F238E27FC236}">
                <a16:creationId xmlns:a16="http://schemas.microsoft.com/office/drawing/2014/main" id="{0C48C3C9-9598-4F2A-9CD6-A793B9C55A5E}"/>
              </a:ext>
            </a:extLst>
          </p:cNvPr>
          <p:cNvSpPr>
            <a:spLocks xmlns:a="http://schemas.openxmlformats.org/drawingml/2006/main" noGrp="1"/>
          </p:cNvSpPr>
          <p:nvPr/>
        </p:nvSpPr>
        <p:spPr>
          <a:xfrm xmlns:a="http://schemas.openxmlformats.org/drawingml/2006/main">
            <a:off x="6153150" y="302895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93DBC987-D90A-4B44-ADA0-AFBFE861DA86}"/>
              </a:ext>
            </a:extLst>
          </p:cNvPr>
          <p:cNvSpPr>
            <a:spLocks xmlns:a="http://schemas.openxmlformats.org/drawingml/2006/main" noGrp="1"/>
          </p:cNvSpPr>
          <p:nvPr/>
        </p:nvSpPr>
        <p:spPr>
          <a:xfrm xmlns:a="http://schemas.openxmlformats.org/drawingml/2006/main">
            <a:off x="6153150" y="3028950"/>
            <a:ext cx="66675" cy="114300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19" name="">
            <a:extLst xmlns:a="http://schemas.openxmlformats.org/drawingml/2006/main">
              <a:ext uri="{FF2B5EF4-FFF2-40B4-BE49-F238E27FC236}">
                <a16:creationId xmlns:a16="http://schemas.microsoft.com/office/drawing/2014/main" id="{3B1986BF-CC06-43F5-956F-2E7A57DDE529}"/>
              </a:ext>
            </a:extLst>
          </p:cNvPr>
          <p:cNvSpPr>
            <a:spLocks xmlns:a="http://schemas.openxmlformats.org/drawingml/2006/main" noGrp="1"/>
          </p:cNvSpPr>
          <p:nvPr/>
        </p:nvSpPr>
        <p:spPr>
          <a:xfrm xmlns:a="http://schemas.openxmlformats.org/drawingml/2006/main">
            <a:off x="6362700" y="3143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 + Celery</a:t>
            </a:r>
          </a:p>
        </p:txBody>
      </p:sp>
      <p:sp>
        <p:nvSpPr>
          <p:cNvPr id="20" name="">
            <a:extLst xmlns:a="http://schemas.openxmlformats.org/drawingml/2006/main">
              <a:ext uri="{FF2B5EF4-FFF2-40B4-BE49-F238E27FC236}">
                <a16:creationId xmlns:a16="http://schemas.microsoft.com/office/drawing/2014/main" id="{F183C457-47F6-4A72-B611-F6B98D4FA3DF}"/>
              </a:ext>
            </a:extLst>
          </p:cNvPr>
          <p:cNvSpPr>
            <a:spLocks xmlns:a="http://schemas.openxmlformats.org/drawingml/2006/main" noGrp="1"/>
          </p:cNvSpPr>
          <p:nvPr/>
        </p:nvSpPr>
        <p:spPr>
          <a:xfrm xmlns:a="http://schemas.openxmlformats.org/drawingml/2006/main">
            <a:off x="6362700" y="343852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Slow AI tasks leave the HTTP request path</a:t>
            </a:r>
          </a:p>
        </p:txBody>
      </p:sp>
      <p:sp>
        <p:nvSpPr>
          <p:cNvPr id="21" name="">
            <a:extLst xmlns:a="http://schemas.openxmlformats.org/drawingml/2006/main">
              <a:ext uri="{FF2B5EF4-FFF2-40B4-BE49-F238E27FC236}">
                <a16:creationId xmlns:a16="http://schemas.microsoft.com/office/drawing/2014/main" id="{AFBFFD0D-8BB1-447A-A7B8-342D67CE132C}"/>
              </a:ext>
            </a:extLst>
          </p:cNvPr>
          <p:cNvSpPr>
            <a:spLocks xmlns:a="http://schemas.openxmlformats.org/drawingml/2006/main" noGrp="1"/>
          </p:cNvSpPr>
          <p:nvPr/>
        </p:nvSpPr>
        <p:spPr>
          <a:xfrm xmlns:a="http://schemas.openxmlformats.org/drawingml/2006/main">
            <a:off x="609600" y="44577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70D61ADC-54CE-4058-978B-EDEAF6FF7EF0}"/>
              </a:ext>
            </a:extLst>
          </p:cNvPr>
          <p:cNvSpPr>
            <a:spLocks xmlns:a="http://schemas.openxmlformats.org/drawingml/2006/main" noGrp="1"/>
          </p:cNvSpPr>
          <p:nvPr/>
        </p:nvSpPr>
        <p:spPr>
          <a:xfrm xmlns:a="http://schemas.openxmlformats.org/drawingml/2006/main">
            <a:off x="609600" y="4457700"/>
            <a:ext cx="66675" cy="11430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3" name="">
            <a:extLst xmlns:a="http://schemas.openxmlformats.org/drawingml/2006/main">
              <a:ext uri="{FF2B5EF4-FFF2-40B4-BE49-F238E27FC236}">
                <a16:creationId xmlns:a16="http://schemas.microsoft.com/office/drawing/2014/main" id="{0FBCC3B7-388E-4530-A0C9-52B29DD02F2C}"/>
              </a:ext>
            </a:extLst>
          </p:cNvPr>
          <p:cNvSpPr>
            <a:spLocks xmlns:a="http://schemas.openxmlformats.org/drawingml/2006/main" noGrp="1"/>
          </p:cNvSpPr>
          <p:nvPr/>
        </p:nvSpPr>
        <p:spPr>
          <a:xfrm xmlns:a="http://schemas.openxmlformats.org/drawingml/2006/main">
            <a:off x="81915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Supabase private storage</a:t>
            </a:r>
          </a:p>
        </p:txBody>
      </p:sp>
      <p:sp>
        <p:nvSpPr>
          <p:cNvPr id="24" name="">
            <a:extLst xmlns:a="http://schemas.openxmlformats.org/drawingml/2006/main">
              <a:ext uri="{FF2B5EF4-FFF2-40B4-BE49-F238E27FC236}">
                <a16:creationId xmlns:a16="http://schemas.microsoft.com/office/drawing/2014/main" id="{5278F789-8BA5-4AF4-B913-B00DD91F090A}"/>
              </a:ext>
            </a:extLst>
          </p:cNvPr>
          <p:cNvSpPr>
            <a:spLocks xmlns:a="http://schemas.openxmlformats.org/drawingml/2006/main" noGrp="1"/>
          </p:cNvSpPr>
          <p:nvPr/>
        </p:nvSpPr>
        <p:spPr>
          <a:xfrm xmlns:a="http://schemas.openxmlformats.org/drawingml/2006/main">
            <a:off x="81915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Protected CV and image assets with backend-only credentials</a:t>
            </a:r>
          </a:p>
        </p:txBody>
      </p:sp>
      <p:sp>
        <p:nvSpPr>
          <p:cNvPr id="25" name="">
            <a:extLst xmlns:a="http://schemas.openxmlformats.org/drawingml/2006/main">
              <a:ext uri="{FF2B5EF4-FFF2-40B4-BE49-F238E27FC236}">
                <a16:creationId xmlns:a16="http://schemas.microsoft.com/office/drawing/2014/main" id="{2522C849-0750-4369-B55C-1D799E44188E}"/>
              </a:ext>
            </a:extLst>
          </p:cNvPr>
          <p:cNvSpPr>
            <a:spLocks xmlns:a="http://schemas.openxmlformats.org/drawingml/2006/main" noGrp="1"/>
          </p:cNvSpPr>
          <p:nvPr/>
        </p:nvSpPr>
        <p:spPr>
          <a:xfrm xmlns:a="http://schemas.openxmlformats.org/drawingml/2006/main">
            <a:off x="6153150" y="4457700"/>
            <a:ext cx="5086350" cy="1143000"/>
          </a:xfrm>
          <a:prstGeom xmlns:a="http://schemas.openxmlformats.org/drawingml/2006/main" prst="roundRect">
            <a:avLst>
              <a:gd name="adj" fmla="val 10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5E5A48B7-4BAF-417F-85EA-572505251ABC}"/>
              </a:ext>
            </a:extLst>
          </p:cNvPr>
          <p:cNvSpPr>
            <a:spLocks xmlns:a="http://schemas.openxmlformats.org/drawingml/2006/main" noGrp="1"/>
          </p:cNvSpPr>
          <p:nvPr/>
        </p:nvSpPr>
        <p:spPr>
          <a:xfrm xmlns:a="http://schemas.openxmlformats.org/drawingml/2006/main">
            <a:off x="6153150" y="4457700"/>
            <a:ext cx="66675" cy="11430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7" name="">
            <a:extLst xmlns:a="http://schemas.openxmlformats.org/drawingml/2006/main">
              <a:ext uri="{FF2B5EF4-FFF2-40B4-BE49-F238E27FC236}">
                <a16:creationId xmlns:a16="http://schemas.microsoft.com/office/drawing/2014/main" id="{F74FD853-51D4-4150-B00C-3CD5AF89FE68}"/>
              </a:ext>
            </a:extLst>
          </p:cNvPr>
          <p:cNvSpPr>
            <a:spLocks xmlns:a="http://schemas.openxmlformats.org/drawingml/2006/main" noGrp="1"/>
          </p:cNvSpPr>
          <p:nvPr/>
        </p:nvSpPr>
        <p:spPr>
          <a:xfrm xmlns:a="http://schemas.openxmlformats.org/drawingml/2006/main">
            <a:off x="6362700" y="4572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Docker + Ansible</a:t>
            </a:r>
          </a:p>
        </p:txBody>
      </p:sp>
      <p:sp>
        <p:nvSpPr>
          <p:cNvPr id="28" name="">
            <a:extLst xmlns:a="http://schemas.openxmlformats.org/drawingml/2006/main">
              <a:ext uri="{FF2B5EF4-FFF2-40B4-BE49-F238E27FC236}">
                <a16:creationId xmlns:a16="http://schemas.microsoft.com/office/drawing/2014/main" id="{FB97DB08-33F2-4B6F-8F14-EF942AD288D4}"/>
              </a:ext>
            </a:extLst>
          </p:cNvPr>
          <p:cNvSpPr>
            <a:spLocks xmlns:a="http://schemas.openxmlformats.org/drawingml/2006/main" noGrp="1"/>
          </p:cNvSpPr>
          <p:nvPr/>
        </p:nvSpPr>
        <p:spPr>
          <a:xfrm xmlns:a="http://schemas.openxmlformats.org/drawingml/2006/main">
            <a:off x="6362700" y="4867275"/>
            <a:ext cx="4762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Repeatable environments and controlled production deployment</a:t>
            </a:r>
          </a:p>
        </p:txBody>
      </p:sp>
      <p:sp>
        <p:nvSpPr>
          <p:cNvPr id="29" name="">
            <a:extLst xmlns:a="http://schemas.openxmlformats.org/drawingml/2006/main">
              <a:ext uri="{FF2B5EF4-FFF2-40B4-BE49-F238E27FC236}">
                <a16:creationId xmlns:a16="http://schemas.microsoft.com/office/drawing/2014/main" id="{445F15B5-9C41-4060-8872-A14CD01744FC}"/>
              </a:ext>
            </a:extLst>
          </p:cNvPr>
          <p:cNvSpPr>
            <a:spLocks xmlns:a="http://schemas.openxmlformats.org/drawingml/2006/main" noGrp="1"/>
          </p:cNvSpPr>
          <p:nvPr/>
        </p:nvSpPr>
        <p:spPr>
          <a:xfrm xmlns:a="http://schemas.openxmlformats.org/drawingml/2006/main">
            <a:off x="609600" y="59626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Main trade-off</a:t>
            </a:r>
          </a:p>
        </p:txBody>
      </p:sp>
      <p:sp>
        <p:nvSpPr>
          <p:cNvPr id="30" name="">
            <a:extLst xmlns:a="http://schemas.openxmlformats.org/drawingml/2006/main">
              <a:ext uri="{FF2B5EF4-FFF2-40B4-BE49-F238E27FC236}">
                <a16:creationId xmlns:a16="http://schemas.microsoft.com/office/drawing/2014/main" id="{A24F9E34-08A9-492E-9A4C-4B251B75B808}"/>
              </a:ext>
            </a:extLst>
          </p:cNvPr>
          <p:cNvSpPr>
            <a:spLocks xmlns:a="http://schemas.openxmlformats.org/drawingml/2006/main" noGrp="1"/>
          </p:cNvSpPr>
          <p:nvPr/>
        </p:nvSpPr>
        <p:spPr>
          <a:xfrm xmlns:a="http://schemas.openxmlformats.org/drawingml/2006/main">
            <a:off x="2305050" y="5905500"/>
            <a:ext cx="914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624"/>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More infrastructure gives better reliability, but it also increases configuration, testing, and operational responsibility.</a:t>
            </a:r>
          </a:p>
        </p:txBody>
      </p:sp>
      <p:sp>
        <p:nvSpPr>
          <p:cNvPr id="31" name="">
            <a:extLst xmlns:a="http://schemas.openxmlformats.org/drawingml/2006/main">
              <a:ext uri="{FF2B5EF4-FFF2-40B4-BE49-F238E27FC236}">
                <a16:creationId xmlns:a16="http://schemas.microsoft.com/office/drawing/2014/main" id="{0B1955B0-4D17-4D90-9895-6075F5AAB05B}"/>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580281043"/>
      </p:ext>
    </p:extLst>
  </p:cSld>
</p:sld>
</file>

<file path=ppt/slides/slide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B78BE3EF-9134-441A-AE11-D5EFEB76EC3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REQUEST LIFECYCLE</a:t>
            </a:r>
          </a:p>
        </p:txBody>
      </p:sp>
      <p:sp>
        <p:nvSpPr>
          <p:cNvPr id="2" name="">
            <a:extLst xmlns:a="http://schemas.openxmlformats.org/drawingml/2006/main">
              <a:ext uri="{FF2B5EF4-FFF2-40B4-BE49-F238E27FC236}">
                <a16:creationId xmlns:a16="http://schemas.microsoft.com/office/drawing/2014/main" id="{48BD4CAC-954D-49B9-B442-BE350DF60A6B}"/>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 protected API request</a:t>
            </a:r>
          </a:p>
        </p:txBody>
      </p:sp>
      <p:sp>
        <p:nvSpPr>
          <p:cNvPr id="3" name="">
            <a:extLst xmlns:a="http://schemas.openxmlformats.org/drawingml/2006/main">
              <a:ext uri="{FF2B5EF4-FFF2-40B4-BE49-F238E27FC236}">
                <a16:creationId xmlns:a16="http://schemas.microsoft.com/office/drawing/2014/main" id="{29FE2496-C156-42AE-9847-96ABAFA5D619}"/>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07</a:t>
            </a:r>
          </a:p>
        </p:txBody>
      </p:sp>
      <p:sp>
        <p:nvSpPr>
          <p:cNvPr id="4" name="">
            <a:extLst xmlns:a="http://schemas.openxmlformats.org/drawingml/2006/main">
              <a:ext uri="{FF2B5EF4-FFF2-40B4-BE49-F238E27FC236}">
                <a16:creationId xmlns:a16="http://schemas.microsoft.com/office/drawing/2014/main" id="{91A896C9-508D-4CB0-BDC3-0BC3FEE57DCE}"/>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6CF40D5-D7A3-4DD4-9AA7-080EC6E287FC}"/>
              </a:ext>
            </a:extLst>
          </p:cNvPr>
          <p:cNvSpPr>
            <a:spLocks xmlns:a="http://schemas.openxmlformats.org/drawingml/2006/main" noGrp="1"/>
          </p:cNvSpPr>
          <p:nvPr/>
        </p:nvSpPr>
        <p:spPr>
          <a:xfrm xmlns:a="http://schemas.openxmlformats.org/drawingml/2006/main">
            <a:off x="609600" y="139065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Every request passes through the same security and validation boundary.</a:t>
            </a:r>
          </a:p>
        </p:txBody>
      </p:sp>
      <p:sp>
        <p:nvSpPr>
          <p:cNvPr id="6" name="">
            <a:extLst xmlns:a="http://schemas.openxmlformats.org/drawingml/2006/main">
              <a:ext uri="{FF2B5EF4-FFF2-40B4-BE49-F238E27FC236}">
                <a16:creationId xmlns:a16="http://schemas.microsoft.com/office/drawing/2014/main" id="{F11A06D2-2F81-417B-B374-70544C34BC8D}"/>
              </a:ext>
            </a:extLst>
          </p:cNvPr>
          <p:cNvSpPr>
            <a:spLocks xmlns:a="http://schemas.openxmlformats.org/drawingml/2006/main" noGrp="1"/>
          </p:cNvSpPr>
          <p:nvPr/>
        </p:nvSpPr>
        <p:spPr>
          <a:xfrm xmlns:a="http://schemas.openxmlformats.org/drawingml/2006/main">
            <a:off x="60960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4D90C66B-BA63-4D02-AF7B-80E73C21430A}"/>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8" name="">
            <a:extLst xmlns:a="http://schemas.openxmlformats.org/drawingml/2006/main">
              <a:ext uri="{FF2B5EF4-FFF2-40B4-BE49-F238E27FC236}">
                <a16:creationId xmlns:a16="http://schemas.microsoft.com/office/drawing/2014/main" id="{0B404E7A-F7BC-4B5A-8CE8-24B2829123D0}"/>
              </a:ext>
            </a:extLst>
          </p:cNvPr>
          <p:cNvSpPr>
            <a:spLocks xmlns:a="http://schemas.openxmlformats.org/drawingml/2006/main" noGrp="1"/>
          </p:cNvSpPr>
          <p:nvPr/>
        </p:nvSpPr>
        <p:spPr>
          <a:xfrm xmlns:a="http://schemas.openxmlformats.org/drawingml/2006/main">
            <a:off x="7620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9" name="">
            <a:extLst xmlns:a="http://schemas.openxmlformats.org/drawingml/2006/main">
              <a:ext uri="{FF2B5EF4-FFF2-40B4-BE49-F238E27FC236}">
                <a16:creationId xmlns:a16="http://schemas.microsoft.com/office/drawing/2014/main" id="{4019A658-6C4F-47F2-9462-48EA84795E4E}"/>
              </a:ext>
            </a:extLst>
          </p:cNvPr>
          <p:cNvSpPr>
            <a:spLocks xmlns:a="http://schemas.openxmlformats.org/drawingml/2006/main" noGrp="1"/>
          </p:cNvSpPr>
          <p:nvPr/>
        </p:nvSpPr>
        <p:spPr>
          <a:xfrm xmlns:a="http://schemas.openxmlformats.org/drawingml/2006/main">
            <a:off x="13335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a:t>
            </a:r>
          </a:p>
        </p:txBody>
      </p:sp>
      <p:sp>
        <p:nvSpPr>
          <p:cNvPr id="10" name="">
            <a:extLst xmlns:a="http://schemas.openxmlformats.org/drawingml/2006/main">
              <a:ext uri="{FF2B5EF4-FFF2-40B4-BE49-F238E27FC236}">
                <a16:creationId xmlns:a16="http://schemas.microsoft.com/office/drawing/2014/main" id="{3EE67B24-8DE3-4D65-A125-6997555E53B9}"/>
              </a:ext>
            </a:extLst>
          </p:cNvPr>
          <p:cNvSpPr>
            <a:spLocks xmlns:a="http://schemas.openxmlformats.org/drawingml/2006/main" noGrp="1"/>
          </p:cNvSpPr>
          <p:nvPr/>
        </p:nvSpPr>
        <p:spPr>
          <a:xfrm xmlns:a="http://schemas.openxmlformats.org/drawingml/2006/main">
            <a:off x="13335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FastAPI matches the endpoint</a:t>
            </a:r>
          </a:p>
        </p:txBody>
      </p:sp>
      <p:sp>
        <p:nvSpPr>
          <p:cNvPr id="11" name="">
            <a:extLst xmlns:a="http://schemas.openxmlformats.org/drawingml/2006/main">
              <a:ext uri="{FF2B5EF4-FFF2-40B4-BE49-F238E27FC236}">
                <a16:creationId xmlns:a16="http://schemas.microsoft.com/office/drawing/2014/main" id="{CAF8C930-6FA8-4EAF-8096-15ADAF8AADDB}"/>
              </a:ext>
            </a:extLst>
          </p:cNvPr>
          <p:cNvSpPr>
            <a:spLocks xmlns:a="http://schemas.openxmlformats.org/drawingml/2006/main" noGrp="1"/>
          </p:cNvSpPr>
          <p:nvPr/>
        </p:nvSpPr>
        <p:spPr>
          <a:xfrm xmlns:a="http://schemas.openxmlformats.org/drawingml/2006/main">
            <a:off x="3867150" y="24384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2A489918-CAED-45EB-AEC8-A8B9C6BC1827}"/>
              </a:ext>
            </a:extLst>
          </p:cNvPr>
          <p:cNvSpPr>
            <a:spLocks xmlns:a="http://schemas.openxmlformats.org/drawingml/2006/main" noGrp="1"/>
          </p:cNvSpPr>
          <p:nvPr/>
        </p:nvSpPr>
        <p:spPr>
          <a:xfrm xmlns:a="http://schemas.openxmlformats.org/drawingml/2006/main">
            <a:off x="428625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F200B213-123B-4AC8-A9FC-6D99417D9CB8}"/>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14" name="">
            <a:extLst xmlns:a="http://schemas.openxmlformats.org/drawingml/2006/main">
              <a:ext uri="{FF2B5EF4-FFF2-40B4-BE49-F238E27FC236}">
                <a16:creationId xmlns:a16="http://schemas.microsoft.com/office/drawing/2014/main" id="{21AF4D32-E3B1-450B-BD67-291C5325E4BE}"/>
              </a:ext>
            </a:extLst>
          </p:cNvPr>
          <p:cNvSpPr>
            <a:spLocks xmlns:a="http://schemas.openxmlformats.org/drawingml/2006/main" noGrp="1"/>
          </p:cNvSpPr>
          <p:nvPr/>
        </p:nvSpPr>
        <p:spPr>
          <a:xfrm xmlns:a="http://schemas.openxmlformats.org/drawingml/2006/main">
            <a:off x="443865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C25523C5-1D70-46BC-A735-C84A400CF959}"/>
              </a:ext>
            </a:extLst>
          </p:cNvPr>
          <p:cNvSpPr>
            <a:spLocks xmlns:a="http://schemas.openxmlformats.org/drawingml/2006/main" noGrp="1"/>
          </p:cNvSpPr>
          <p:nvPr/>
        </p:nvSpPr>
        <p:spPr>
          <a:xfrm xmlns:a="http://schemas.openxmlformats.org/drawingml/2006/main">
            <a:off x="501015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Validate</a:t>
            </a:r>
          </a:p>
        </p:txBody>
      </p:sp>
      <p:sp>
        <p:nvSpPr>
          <p:cNvPr id="16" name="">
            <a:extLst xmlns:a="http://schemas.openxmlformats.org/drawingml/2006/main">
              <a:ext uri="{FF2B5EF4-FFF2-40B4-BE49-F238E27FC236}">
                <a16:creationId xmlns:a16="http://schemas.microsoft.com/office/drawing/2014/main" id="{5DDE5D91-0E02-49DC-AA0A-393DEBB11187}"/>
              </a:ext>
            </a:extLst>
          </p:cNvPr>
          <p:cNvSpPr>
            <a:spLocks xmlns:a="http://schemas.openxmlformats.org/drawingml/2006/main" noGrp="1"/>
          </p:cNvSpPr>
          <p:nvPr/>
        </p:nvSpPr>
        <p:spPr>
          <a:xfrm xmlns:a="http://schemas.openxmlformats.org/drawingml/2006/main">
            <a:off x="501015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Pydantic checks input</a:t>
            </a:r>
          </a:p>
        </p:txBody>
      </p:sp>
      <p:sp>
        <p:nvSpPr>
          <p:cNvPr id="17" name="">
            <a:extLst xmlns:a="http://schemas.openxmlformats.org/drawingml/2006/main">
              <a:ext uri="{FF2B5EF4-FFF2-40B4-BE49-F238E27FC236}">
                <a16:creationId xmlns:a16="http://schemas.microsoft.com/office/drawing/2014/main" id="{0E3B3086-D76A-4A42-B47D-1406C95C9DC7}"/>
              </a:ext>
            </a:extLst>
          </p:cNvPr>
          <p:cNvSpPr>
            <a:spLocks xmlns:a="http://schemas.openxmlformats.org/drawingml/2006/main" noGrp="1"/>
          </p:cNvSpPr>
          <p:nvPr/>
        </p:nvSpPr>
        <p:spPr>
          <a:xfrm xmlns:a="http://schemas.openxmlformats.org/drawingml/2006/main">
            <a:off x="7543800" y="24384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8" name="">
            <a:extLst xmlns:a="http://schemas.openxmlformats.org/drawingml/2006/main">
              <a:ext uri="{FF2B5EF4-FFF2-40B4-BE49-F238E27FC236}">
                <a16:creationId xmlns:a16="http://schemas.microsoft.com/office/drawing/2014/main" id="{AA649A03-948A-4616-8D4A-620726A5BCC0}"/>
              </a:ext>
            </a:extLst>
          </p:cNvPr>
          <p:cNvSpPr>
            <a:spLocks xmlns:a="http://schemas.openxmlformats.org/drawingml/2006/main" noGrp="1"/>
          </p:cNvSpPr>
          <p:nvPr/>
        </p:nvSpPr>
        <p:spPr>
          <a:xfrm xmlns:a="http://schemas.openxmlformats.org/drawingml/2006/main">
            <a:off x="7962900" y="20002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65D2BD42-17FD-45EA-9513-D2C465092E89}"/>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20" name="">
            <a:extLst xmlns:a="http://schemas.openxmlformats.org/drawingml/2006/main">
              <a:ext uri="{FF2B5EF4-FFF2-40B4-BE49-F238E27FC236}">
                <a16:creationId xmlns:a16="http://schemas.microsoft.com/office/drawing/2014/main" id="{83C7FB06-5B61-4344-A170-E3D1180A3BB8}"/>
              </a:ext>
            </a:extLst>
          </p:cNvPr>
          <p:cNvSpPr>
            <a:spLocks xmlns:a="http://schemas.openxmlformats.org/drawingml/2006/main" noGrp="1"/>
          </p:cNvSpPr>
          <p:nvPr/>
        </p:nvSpPr>
        <p:spPr>
          <a:xfrm xmlns:a="http://schemas.openxmlformats.org/drawingml/2006/main">
            <a:off x="8115300" y="2171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21" name="">
            <a:extLst xmlns:a="http://schemas.openxmlformats.org/drawingml/2006/main">
              <a:ext uri="{FF2B5EF4-FFF2-40B4-BE49-F238E27FC236}">
                <a16:creationId xmlns:a16="http://schemas.microsoft.com/office/drawing/2014/main" id="{858B25C2-D9AE-4519-B6D7-09F53CA4BD2E}"/>
              </a:ext>
            </a:extLst>
          </p:cNvPr>
          <p:cNvSpPr>
            <a:spLocks xmlns:a="http://schemas.openxmlformats.org/drawingml/2006/main" noGrp="1"/>
          </p:cNvSpPr>
          <p:nvPr/>
        </p:nvSpPr>
        <p:spPr>
          <a:xfrm xmlns:a="http://schemas.openxmlformats.org/drawingml/2006/main">
            <a:off x="8686800" y="21145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Authenticate</a:t>
            </a:r>
          </a:p>
        </p:txBody>
      </p:sp>
      <p:sp>
        <p:nvSpPr>
          <p:cNvPr id="22" name="">
            <a:extLst xmlns:a="http://schemas.openxmlformats.org/drawingml/2006/main">
              <a:ext uri="{FF2B5EF4-FFF2-40B4-BE49-F238E27FC236}">
                <a16:creationId xmlns:a16="http://schemas.microsoft.com/office/drawing/2014/main" id="{7B73244D-6460-4F06-9536-8A399545E407}"/>
              </a:ext>
            </a:extLst>
          </p:cNvPr>
          <p:cNvSpPr>
            <a:spLocks xmlns:a="http://schemas.openxmlformats.org/drawingml/2006/main" noGrp="1"/>
          </p:cNvSpPr>
          <p:nvPr/>
        </p:nvSpPr>
        <p:spPr>
          <a:xfrm xmlns:a="http://schemas.openxmlformats.org/drawingml/2006/main">
            <a:off x="8686800" y="24193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Resolve the current user</a:t>
            </a:r>
          </a:p>
        </p:txBody>
      </p:sp>
      <p:sp>
        <p:nvSpPr>
          <p:cNvPr id="23" name="">
            <a:extLst xmlns:a="http://schemas.openxmlformats.org/drawingml/2006/main">
              <a:ext uri="{FF2B5EF4-FFF2-40B4-BE49-F238E27FC236}">
                <a16:creationId xmlns:a16="http://schemas.microsoft.com/office/drawing/2014/main" id="{CEAB4EB1-36EE-4050-A91E-71186562B185}"/>
              </a:ext>
            </a:extLst>
          </p:cNvPr>
          <p:cNvSpPr>
            <a:spLocks xmlns:a="http://schemas.openxmlformats.org/drawingml/2006/main" noGrp="1"/>
          </p:cNvSpPr>
          <p:nvPr/>
        </p:nvSpPr>
        <p:spPr>
          <a:xfrm xmlns:a="http://schemas.openxmlformats.org/drawingml/2006/main">
            <a:off x="60960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244CA92D-3D4E-4EC7-88A5-BF417609784A}"/>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25" name="">
            <a:extLst xmlns:a="http://schemas.openxmlformats.org/drawingml/2006/main">
              <a:ext uri="{FF2B5EF4-FFF2-40B4-BE49-F238E27FC236}">
                <a16:creationId xmlns:a16="http://schemas.microsoft.com/office/drawing/2014/main" id="{F833B55B-C61D-4870-BF18-3C197B410069}"/>
              </a:ext>
            </a:extLst>
          </p:cNvPr>
          <p:cNvSpPr>
            <a:spLocks xmlns:a="http://schemas.openxmlformats.org/drawingml/2006/main" noGrp="1"/>
          </p:cNvSpPr>
          <p:nvPr/>
        </p:nvSpPr>
        <p:spPr>
          <a:xfrm xmlns:a="http://schemas.openxmlformats.org/drawingml/2006/main">
            <a:off x="7620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4</a:t>
            </a:r>
          </a:p>
        </p:txBody>
      </p:sp>
      <p:sp>
        <p:nvSpPr>
          <p:cNvPr id="26" name="">
            <a:extLst xmlns:a="http://schemas.openxmlformats.org/drawingml/2006/main">
              <a:ext uri="{FF2B5EF4-FFF2-40B4-BE49-F238E27FC236}">
                <a16:creationId xmlns:a16="http://schemas.microsoft.com/office/drawing/2014/main" id="{932AB193-6DAE-4FA4-88BA-837912F56492}"/>
              </a:ext>
            </a:extLst>
          </p:cNvPr>
          <p:cNvSpPr>
            <a:spLocks xmlns:a="http://schemas.openxmlformats.org/drawingml/2006/main" noGrp="1"/>
          </p:cNvSpPr>
          <p:nvPr/>
        </p:nvSpPr>
        <p:spPr>
          <a:xfrm xmlns:a="http://schemas.openxmlformats.org/drawingml/2006/main">
            <a:off x="13335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Authorize</a:t>
            </a:r>
          </a:p>
        </p:txBody>
      </p:sp>
      <p:sp>
        <p:nvSpPr>
          <p:cNvPr id="27" name="">
            <a:extLst xmlns:a="http://schemas.openxmlformats.org/drawingml/2006/main">
              <a:ext uri="{FF2B5EF4-FFF2-40B4-BE49-F238E27FC236}">
                <a16:creationId xmlns:a16="http://schemas.microsoft.com/office/drawing/2014/main" id="{2B19DC19-8499-4191-8957-54E28A9E2157}"/>
              </a:ext>
            </a:extLst>
          </p:cNvPr>
          <p:cNvSpPr>
            <a:spLocks xmlns:a="http://schemas.openxmlformats.org/drawingml/2006/main" noGrp="1"/>
          </p:cNvSpPr>
          <p:nvPr/>
        </p:nvSpPr>
        <p:spPr>
          <a:xfrm xmlns:a="http://schemas.openxmlformats.org/drawingml/2006/main">
            <a:off x="13335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Check role, tenant and ownership</a:t>
            </a:r>
          </a:p>
        </p:txBody>
      </p:sp>
      <p:sp>
        <p:nvSpPr>
          <p:cNvPr id="28" name="">
            <a:extLst xmlns:a="http://schemas.openxmlformats.org/drawingml/2006/main">
              <a:ext uri="{FF2B5EF4-FFF2-40B4-BE49-F238E27FC236}">
                <a16:creationId xmlns:a16="http://schemas.microsoft.com/office/drawing/2014/main" id="{13E4A0AB-A748-48A2-96BB-9F2927493E84}"/>
              </a:ext>
            </a:extLst>
          </p:cNvPr>
          <p:cNvSpPr>
            <a:spLocks xmlns:a="http://schemas.openxmlformats.org/drawingml/2006/main" noGrp="1"/>
          </p:cNvSpPr>
          <p:nvPr/>
        </p:nvSpPr>
        <p:spPr>
          <a:xfrm xmlns:a="http://schemas.openxmlformats.org/drawingml/2006/main">
            <a:off x="3867150" y="41529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9" name="">
            <a:extLst xmlns:a="http://schemas.openxmlformats.org/drawingml/2006/main">
              <a:ext uri="{FF2B5EF4-FFF2-40B4-BE49-F238E27FC236}">
                <a16:creationId xmlns:a16="http://schemas.microsoft.com/office/drawing/2014/main" id="{A8A6FCD1-71E6-42AE-B54A-0FD89CB42132}"/>
              </a:ext>
            </a:extLst>
          </p:cNvPr>
          <p:cNvSpPr>
            <a:spLocks xmlns:a="http://schemas.openxmlformats.org/drawingml/2006/main" noGrp="1"/>
          </p:cNvSpPr>
          <p:nvPr/>
        </p:nvSpPr>
        <p:spPr>
          <a:xfrm xmlns:a="http://schemas.openxmlformats.org/drawingml/2006/main">
            <a:off x="428625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954AF4C8-4585-4274-9CBB-BFFEB0E920E7}"/>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31" name="">
            <a:extLst xmlns:a="http://schemas.openxmlformats.org/drawingml/2006/main">
              <a:ext uri="{FF2B5EF4-FFF2-40B4-BE49-F238E27FC236}">
                <a16:creationId xmlns:a16="http://schemas.microsoft.com/office/drawing/2014/main" id="{CF7894EA-E648-4AF1-BFDC-36D2F05D51A4}"/>
              </a:ext>
            </a:extLst>
          </p:cNvPr>
          <p:cNvSpPr>
            <a:spLocks xmlns:a="http://schemas.openxmlformats.org/drawingml/2006/main" noGrp="1"/>
          </p:cNvSpPr>
          <p:nvPr/>
        </p:nvSpPr>
        <p:spPr>
          <a:xfrm xmlns:a="http://schemas.openxmlformats.org/drawingml/2006/main">
            <a:off x="443865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5</a:t>
            </a:r>
          </a:p>
        </p:txBody>
      </p:sp>
      <p:sp>
        <p:nvSpPr>
          <p:cNvPr id="32" name="">
            <a:extLst xmlns:a="http://schemas.openxmlformats.org/drawingml/2006/main">
              <a:ext uri="{FF2B5EF4-FFF2-40B4-BE49-F238E27FC236}">
                <a16:creationId xmlns:a16="http://schemas.microsoft.com/office/drawing/2014/main" id="{5E08627C-95FA-48DF-8AA8-8FA5118F6BCC}"/>
              </a:ext>
            </a:extLst>
          </p:cNvPr>
          <p:cNvSpPr>
            <a:spLocks xmlns:a="http://schemas.openxmlformats.org/drawingml/2006/main" noGrp="1"/>
          </p:cNvSpPr>
          <p:nvPr/>
        </p:nvSpPr>
        <p:spPr>
          <a:xfrm xmlns:a="http://schemas.openxmlformats.org/drawingml/2006/main">
            <a:off x="501015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Execute</a:t>
            </a:r>
          </a:p>
        </p:txBody>
      </p:sp>
      <p:sp>
        <p:nvSpPr>
          <p:cNvPr id="33" name="">
            <a:extLst xmlns:a="http://schemas.openxmlformats.org/drawingml/2006/main">
              <a:ext uri="{FF2B5EF4-FFF2-40B4-BE49-F238E27FC236}">
                <a16:creationId xmlns:a16="http://schemas.microsoft.com/office/drawing/2014/main" id="{3FE4D876-08AF-4C13-B8B2-0ED722063D2E}"/>
              </a:ext>
            </a:extLst>
          </p:cNvPr>
          <p:cNvSpPr>
            <a:spLocks xmlns:a="http://schemas.openxmlformats.org/drawingml/2006/main" noGrp="1"/>
          </p:cNvSpPr>
          <p:nvPr/>
        </p:nvSpPr>
        <p:spPr>
          <a:xfrm xmlns:a="http://schemas.openxmlformats.org/drawingml/2006/main">
            <a:off x="501015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Service logic and transaction</a:t>
            </a:r>
          </a:p>
        </p:txBody>
      </p:sp>
      <p:sp>
        <p:nvSpPr>
          <p:cNvPr id="34" name="">
            <a:extLst xmlns:a="http://schemas.openxmlformats.org/drawingml/2006/main">
              <a:ext uri="{FF2B5EF4-FFF2-40B4-BE49-F238E27FC236}">
                <a16:creationId xmlns:a16="http://schemas.microsoft.com/office/drawing/2014/main" id="{478B0C02-C80C-494C-B911-EE30C9180A75}"/>
              </a:ext>
            </a:extLst>
          </p:cNvPr>
          <p:cNvSpPr>
            <a:spLocks xmlns:a="http://schemas.openxmlformats.org/drawingml/2006/main" noGrp="1"/>
          </p:cNvSpPr>
          <p:nvPr/>
        </p:nvSpPr>
        <p:spPr>
          <a:xfrm xmlns:a="http://schemas.openxmlformats.org/drawingml/2006/main">
            <a:off x="7543800" y="415290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5" name="">
            <a:extLst xmlns:a="http://schemas.openxmlformats.org/drawingml/2006/main">
              <a:ext uri="{FF2B5EF4-FFF2-40B4-BE49-F238E27FC236}">
                <a16:creationId xmlns:a16="http://schemas.microsoft.com/office/drawing/2014/main" id="{034E4922-11A6-4387-A76A-FB5C79CE81DA}"/>
              </a:ext>
            </a:extLst>
          </p:cNvPr>
          <p:cNvSpPr>
            <a:spLocks xmlns:a="http://schemas.openxmlformats.org/drawingml/2006/main" noGrp="1"/>
          </p:cNvSpPr>
          <p:nvPr/>
        </p:nvSpPr>
        <p:spPr>
          <a:xfrm xmlns:a="http://schemas.openxmlformats.org/drawingml/2006/main">
            <a:off x="7962900" y="3714750"/>
            <a:ext cx="325755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CDD45AEE-42FE-435D-A5F6-27778189386B}"/>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37" name="">
            <a:extLst xmlns:a="http://schemas.openxmlformats.org/drawingml/2006/main">
              <a:ext uri="{FF2B5EF4-FFF2-40B4-BE49-F238E27FC236}">
                <a16:creationId xmlns:a16="http://schemas.microsoft.com/office/drawing/2014/main" id="{AAAFBD4A-4A37-43DA-ADDE-3806DC7B57F0}"/>
              </a:ext>
            </a:extLst>
          </p:cNvPr>
          <p:cNvSpPr>
            <a:spLocks xmlns:a="http://schemas.openxmlformats.org/drawingml/2006/main" noGrp="1"/>
          </p:cNvSpPr>
          <p:nvPr/>
        </p:nvSpPr>
        <p:spPr>
          <a:xfrm xmlns:a="http://schemas.openxmlformats.org/drawingml/2006/main">
            <a:off x="8115300" y="38862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6</a:t>
            </a:r>
          </a:p>
        </p:txBody>
      </p:sp>
      <p:sp>
        <p:nvSpPr>
          <p:cNvPr id="38" name="">
            <a:extLst xmlns:a="http://schemas.openxmlformats.org/drawingml/2006/main">
              <a:ext uri="{FF2B5EF4-FFF2-40B4-BE49-F238E27FC236}">
                <a16:creationId xmlns:a16="http://schemas.microsoft.com/office/drawing/2014/main" id="{9FF00272-E72C-4DB9-BEFD-2B21EBCA9FCE}"/>
              </a:ext>
            </a:extLst>
          </p:cNvPr>
          <p:cNvSpPr>
            <a:spLocks xmlns:a="http://schemas.openxmlformats.org/drawingml/2006/main" noGrp="1"/>
          </p:cNvSpPr>
          <p:nvPr/>
        </p:nvSpPr>
        <p:spPr>
          <a:xfrm xmlns:a="http://schemas.openxmlformats.org/drawingml/2006/main">
            <a:off x="8686800" y="3829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Respond</a:t>
            </a:r>
          </a:p>
        </p:txBody>
      </p:sp>
      <p:sp>
        <p:nvSpPr>
          <p:cNvPr id="39" name="">
            <a:extLst xmlns:a="http://schemas.openxmlformats.org/drawingml/2006/main">
              <a:ext uri="{FF2B5EF4-FFF2-40B4-BE49-F238E27FC236}">
                <a16:creationId xmlns:a16="http://schemas.microsoft.com/office/drawing/2014/main" id="{EC054391-252F-43D1-8D51-EFBEE669D4BB}"/>
              </a:ext>
            </a:extLst>
          </p:cNvPr>
          <p:cNvSpPr>
            <a:spLocks xmlns:a="http://schemas.openxmlformats.org/drawingml/2006/main" noGrp="1"/>
          </p:cNvSpPr>
          <p:nvPr/>
        </p:nvSpPr>
        <p:spPr>
          <a:xfrm xmlns:a="http://schemas.openxmlformats.org/drawingml/2006/main">
            <a:off x="8686800" y="4133850"/>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Typed output or safe error</a:t>
            </a:r>
          </a:p>
        </p:txBody>
      </p:sp>
      <p:sp>
        <p:nvSpPr>
          <p:cNvPr id="40" name="">
            <a:extLst xmlns:a="http://schemas.openxmlformats.org/drawingml/2006/main">
              <a:ext uri="{FF2B5EF4-FFF2-40B4-BE49-F238E27FC236}">
                <a16:creationId xmlns:a16="http://schemas.microsoft.com/office/drawing/2014/main" id="{48F8AA16-B6E6-4F7F-939A-0B746017F6D7}"/>
              </a:ext>
            </a:extLst>
          </p:cNvPr>
          <p:cNvSpPr>
            <a:spLocks xmlns:a="http://schemas.openxmlformats.org/drawingml/2006/main" noGrp="1"/>
          </p:cNvSpPr>
          <p:nvPr/>
        </p:nvSpPr>
        <p:spPr>
          <a:xfrm xmlns:a="http://schemas.openxmlformats.org/drawingml/2006/main">
            <a:off x="609600" y="5010150"/>
            <a:ext cx="10610850" cy="990600"/>
          </a:xfrm>
          <a:prstGeom xmlns:a="http://schemas.openxmlformats.org/drawingml/2006/main" prst="roundRect">
            <a:avLst>
              <a:gd name="adj" fmla="val 11538"/>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3EBA46B1-2B34-4DF6-BD85-C5D6B4D1EE0C}"/>
              </a:ext>
            </a:extLst>
          </p:cNvPr>
          <p:cNvSpPr>
            <a:spLocks xmlns:a="http://schemas.openxmlformats.org/drawingml/2006/main" noGrp="1"/>
          </p:cNvSpPr>
          <p:nvPr/>
        </p:nvSpPr>
        <p:spPr>
          <a:xfrm xmlns:a="http://schemas.openxmlformats.org/drawingml/2006/main">
            <a:off x="800100" y="5143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B34538"/>
                </a:solidFill>
                <a:latin typeface="Noto Sans"/>
                <a:ea typeface="Noto Sans"/>
                <a:cs typeface="Noto Sans"/>
              </a:defRPr>
            </a:defPPr>
            <a:lvl1pPr algn="l">
              <a:defRPr sz="1350" b="1">
                <a:solidFill>
                  <a:srgbClr val="B34538"/>
                </a:solidFill>
                <a:latin typeface="Noto Sans"/>
                <a:ea typeface="Noto Sans"/>
                <a:cs typeface="Noto Sans"/>
              </a:defRPr>
            </a:lvl1pPr>
            <a:lvl2pPr algn="l">
              <a:defRPr sz="1350" b="1">
                <a:solidFill>
                  <a:srgbClr val="B34538"/>
                </a:solidFill>
                <a:latin typeface="Noto Sans"/>
                <a:ea typeface="Noto Sans"/>
                <a:cs typeface="Noto Sans"/>
              </a:defRPr>
            </a:lvl2pPr>
            <a:lvl3pPr algn="l">
              <a:defRPr sz="1350" b="1">
                <a:solidFill>
                  <a:srgbClr val="B34538"/>
                </a:solidFill>
                <a:latin typeface="Noto Sans"/>
                <a:ea typeface="Noto Sans"/>
                <a:cs typeface="Noto Sans"/>
              </a:defRPr>
            </a:lvl3pPr>
            <a:lvl4pPr algn="l">
              <a:defRPr sz="1350" b="1">
                <a:solidFill>
                  <a:srgbClr val="B34538"/>
                </a:solidFill>
                <a:latin typeface="Noto Sans"/>
                <a:ea typeface="Noto Sans"/>
                <a:cs typeface="Noto Sans"/>
              </a:defRPr>
            </a:lvl4pPr>
            <a:lvl5pPr algn="l">
              <a:defRPr sz="1350" b="1">
                <a:solidFill>
                  <a:srgbClr val="B34538"/>
                </a:solidFill>
                <a:latin typeface="Noto Sans"/>
                <a:ea typeface="Noto Sans"/>
                <a:cs typeface="Noto Sans"/>
              </a:defRPr>
            </a:lvl5pPr>
            <a:lvl6pPr algn="l">
              <a:defRPr sz="1350" b="1">
                <a:solidFill>
                  <a:srgbClr val="B34538"/>
                </a:solidFill>
                <a:latin typeface="Noto Sans"/>
                <a:ea typeface="Noto Sans"/>
                <a:cs typeface="Noto Sans"/>
              </a:defRPr>
            </a:lvl6pPr>
            <a:lvl7pPr algn="l">
              <a:defRPr sz="1350" b="1">
                <a:solidFill>
                  <a:srgbClr val="B34538"/>
                </a:solidFill>
                <a:latin typeface="Noto Sans"/>
                <a:ea typeface="Noto Sans"/>
                <a:cs typeface="Noto Sans"/>
              </a:defRPr>
            </a:lvl7pPr>
            <a:lvl8pPr algn="l">
              <a:defRPr sz="1350" b="1">
                <a:solidFill>
                  <a:srgbClr val="B34538"/>
                </a:solidFill>
                <a:latin typeface="Noto Sans"/>
                <a:ea typeface="Noto Sans"/>
                <a:cs typeface="Noto Sans"/>
              </a:defRPr>
            </a:lvl8pPr>
            <a:lvl9pPr algn="l">
              <a:defRPr sz="1350" b="1">
                <a:solidFill>
                  <a:srgbClr val="B34538"/>
                </a:solidFill>
                <a:latin typeface="Noto Sans"/>
                <a:ea typeface="Noto Sans"/>
                <a:cs typeface="Noto Sans"/>
              </a:defRPr>
            </a:lvl9pPr>
          </a:lstStyle>
          <a:p xmlns:a="http://schemas.openxmlformats.org/drawingml/2006/main">
            <a:pPr algn="l">
              <a:defRPr sz="1350" b="1">
                <a:solidFill>
                  <a:srgbClr val="B34538"/>
                </a:solidFill>
                <a:latin typeface="Noto Sans"/>
                <a:ea typeface="Noto Sans"/>
                <a:cs typeface="Noto Sans"/>
              </a:defRPr>
            </a:pPr>
            <a:r>
              <a:rPr sz="1350" b="1">
                <a:solidFill>
                  <a:srgbClr val="B34538"/>
                </a:solidFill>
                <a:latin typeface="Noto Sans"/>
                <a:ea typeface="Noto Sans"/>
                <a:cs typeface="Noto Sans"/>
              </a:rPr>
              <a:t>Cookie security</a:t>
            </a:r>
          </a:p>
        </p:txBody>
      </p:sp>
      <p:sp>
        <p:nvSpPr>
          <p:cNvPr id="42" name="">
            <a:extLst xmlns:a="http://schemas.openxmlformats.org/drawingml/2006/main">
              <a:ext uri="{FF2B5EF4-FFF2-40B4-BE49-F238E27FC236}">
                <a16:creationId xmlns:a16="http://schemas.microsoft.com/office/drawing/2014/main" id="{E2E07359-8546-4390-9762-EBB463AE4F52}"/>
              </a:ext>
            </a:extLst>
          </p:cNvPr>
          <p:cNvSpPr>
            <a:spLocks xmlns:a="http://schemas.openxmlformats.org/drawingml/2006/main" noGrp="1"/>
          </p:cNvSpPr>
          <p:nvPr/>
        </p:nvSpPr>
        <p:spPr>
          <a:xfrm xmlns:a="http://schemas.openxmlformats.org/drawingml/2006/main">
            <a:off x="2609850" y="5086350"/>
            <a:ext cx="8362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173"/>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Mutating cookie requests require an approved Origin plus a matching CSRF cookie and X-CSRF-Token header.</a:t>
            </a:r>
          </a:p>
        </p:txBody>
      </p:sp>
      <p:sp>
        <p:nvSpPr>
          <p:cNvPr id="43" name="">
            <a:extLst xmlns:a="http://schemas.openxmlformats.org/drawingml/2006/main">
              <a:ext uri="{FF2B5EF4-FFF2-40B4-BE49-F238E27FC236}">
                <a16:creationId xmlns:a16="http://schemas.microsoft.com/office/drawing/2014/main" id="{1B36E785-471D-4F45-9269-9597183C6E3A}"/>
              </a:ext>
            </a:extLst>
          </p:cNvPr>
          <p:cNvSpPr>
            <a:spLocks xmlns:a="http://schemas.openxmlformats.org/drawingml/2006/main" noGrp="1"/>
          </p:cNvSpPr>
          <p:nvPr/>
        </p:nvSpPr>
        <p:spPr>
          <a:xfrm xmlns:a="http://schemas.openxmlformats.org/drawingml/2006/main">
            <a:off x="800100" y="55626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Safe failures</a:t>
            </a:r>
          </a:p>
        </p:txBody>
      </p:sp>
      <p:sp>
        <p:nvSpPr>
          <p:cNvPr id="44" name="">
            <a:extLst xmlns:a="http://schemas.openxmlformats.org/drawingml/2006/main">
              <a:ext uri="{FF2B5EF4-FFF2-40B4-BE49-F238E27FC236}">
                <a16:creationId xmlns:a16="http://schemas.microsoft.com/office/drawing/2014/main" id="{F5EE86DB-A77C-4F76-B722-1CBA13F81C60}"/>
              </a:ext>
            </a:extLst>
          </p:cNvPr>
          <p:cNvSpPr>
            <a:spLocks xmlns:a="http://schemas.openxmlformats.org/drawingml/2006/main" noGrp="1"/>
          </p:cNvSpPr>
          <p:nvPr/>
        </p:nvSpPr>
        <p:spPr>
          <a:xfrm xmlns:a="http://schemas.openxmlformats.org/drawingml/2006/main">
            <a:off x="2609850" y="5505450"/>
            <a:ext cx="8362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Expected errors stay explicit; unexpected failures return a safe message and a traceable error ID.</a:t>
            </a:r>
          </a:p>
        </p:txBody>
      </p:sp>
      <p:sp>
        <p:nvSpPr>
          <p:cNvPr id="45" name="">
            <a:extLst xmlns:a="http://schemas.openxmlformats.org/drawingml/2006/main">
              <a:ext uri="{FF2B5EF4-FFF2-40B4-BE49-F238E27FC236}">
                <a16:creationId xmlns:a16="http://schemas.microsoft.com/office/drawing/2014/main" id="{86172793-BE9D-44C6-BB3A-6C322054F71F}"/>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041873140"/>
      </p:ext>
    </p:extLst>
  </p:cSld>
</p:sld>
</file>

<file path=ppt/slides/slide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B9EF4F8E-7B20-46C9-83F1-DFE02E41782D}"/>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DATABASE DESIGN</a:t>
            </a:r>
          </a:p>
        </p:txBody>
      </p:sp>
      <p:sp>
        <p:nvSpPr>
          <p:cNvPr id="2" name="">
            <a:extLst xmlns:a="http://schemas.openxmlformats.org/drawingml/2006/main">
              <a:ext uri="{FF2B5EF4-FFF2-40B4-BE49-F238E27FC236}">
                <a16:creationId xmlns:a16="http://schemas.microsoft.com/office/drawing/2014/main" id="{8CD44F9C-8681-44ED-AED3-BBDDC3318541}"/>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Recruitment data model</a:t>
            </a:r>
          </a:p>
        </p:txBody>
      </p:sp>
      <p:sp>
        <p:nvSpPr>
          <p:cNvPr id="3" name="">
            <a:extLst xmlns:a="http://schemas.openxmlformats.org/drawingml/2006/main">
              <a:ext uri="{FF2B5EF4-FFF2-40B4-BE49-F238E27FC236}">
                <a16:creationId xmlns:a16="http://schemas.microsoft.com/office/drawing/2014/main" id="{BA021FF4-8787-4F3F-B1F3-B105E44254BB}"/>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08</a:t>
            </a:r>
          </a:p>
        </p:txBody>
      </p:sp>
      <p:sp>
        <p:nvSpPr>
          <p:cNvPr id="4" name="">
            <a:extLst xmlns:a="http://schemas.openxmlformats.org/drawingml/2006/main">
              <a:ext uri="{FF2B5EF4-FFF2-40B4-BE49-F238E27FC236}">
                <a16:creationId xmlns:a16="http://schemas.microsoft.com/office/drawing/2014/main" id="{E7949787-4BA7-4A03-B557-6E4DE075FF15}"/>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72F976B2-12D3-4031-BE93-C796FDB8A335}"/>
              </a:ext>
            </a:extLst>
          </p:cNvPr>
          <p:cNvSpPr>
            <a:spLocks xmlns:a="http://schemas.openxmlformats.org/drawingml/2006/main" noGrp="1"/>
          </p:cNvSpPr>
          <p:nvPr/>
        </p:nvSpPr>
        <p:spPr>
          <a:xfrm xmlns:a="http://schemas.openxmlformats.org/drawingml/2006/main">
            <a:off x="609600" y="1381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application record connects the candidate, offer, workflow, and conversation.</a:t>
            </a:r>
          </a:p>
        </p:txBody>
      </p:sp>
      <p:sp>
        <p:nvSpPr>
          <p:cNvPr id="6" name="">
            <a:extLst xmlns:a="http://schemas.openxmlformats.org/drawingml/2006/main">
              <a:ext uri="{FF2B5EF4-FFF2-40B4-BE49-F238E27FC236}">
                <a16:creationId xmlns:a16="http://schemas.microsoft.com/office/drawing/2014/main" id="{0BCEBF33-7FD2-4EB2-9330-7B12E8DEC3B0}"/>
              </a:ext>
            </a:extLst>
          </p:cNvPr>
          <p:cNvSpPr>
            <a:spLocks xmlns:a="http://schemas.openxmlformats.org/drawingml/2006/main" noGrp="1"/>
          </p:cNvSpPr>
          <p:nvPr/>
        </p:nvSpPr>
        <p:spPr>
          <a:xfrm xmlns:a="http://schemas.openxmlformats.org/drawingml/2006/main">
            <a:off x="723900" y="2171700"/>
            <a:ext cx="200025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384F8981-695D-440B-BAD0-8C1F4EC76EB6}"/>
              </a:ext>
            </a:extLst>
          </p:cNvPr>
          <p:cNvSpPr>
            <a:spLocks xmlns:a="http://schemas.openxmlformats.org/drawingml/2006/main" noGrp="1"/>
          </p:cNvSpPr>
          <p:nvPr/>
        </p:nvSpPr>
        <p:spPr>
          <a:xfrm xmlns:a="http://schemas.openxmlformats.org/drawingml/2006/main">
            <a:off x="723900" y="2171700"/>
            <a:ext cx="66675" cy="10096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57CA2922-94B9-419A-BA5D-4F58E2FB8D61}"/>
              </a:ext>
            </a:extLst>
          </p:cNvPr>
          <p:cNvSpPr>
            <a:spLocks xmlns:a="http://schemas.openxmlformats.org/drawingml/2006/main" noGrp="1"/>
          </p:cNvSpPr>
          <p:nvPr/>
        </p:nvSpPr>
        <p:spPr>
          <a:xfrm xmlns:a="http://schemas.openxmlformats.org/drawingml/2006/main">
            <a:off x="933450" y="228600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User</a:t>
            </a:r>
          </a:p>
        </p:txBody>
      </p:sp>
      <p:sp>
        <p:nvSpPr>
          <p:cNvPr id="9" name="">
            <a:extLst xmlns:a="http://schemas.openxmlformats.org/drawingml/2006/main">
              <a:ext uri="{FF2B5EF4-FFF2-40B4-BE49-F238E27FC236}">
                <a16:creationId xmlns:a16="http://schemas.microsoft.com/office/drawing/2014/main" id="{6973A433-551A-436E-AB53-AC8091CCEE2D}"/>
              </a:ext>
            </a:extLst>
          </p:cNvPr>
          <p:cNvSpPr>
            <a:spLocks xmlns:a="http://schemas.openxmlformats.org/drawingml/2006/main" noGrp="1"/>
          </p:cNvSpPr>
          <p:nvPr/>
        </p:nvSpPr>
        <p:spPr>
          <a:xfrm xmlns:a="http://schemas.openxmlformats.org/drawingml/2006/main">
            <a:off x="933450" y="2581275"/>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Identity, role, security state</a:t>
            </a:r>
          </a:p>
        </p:txBody>
      </p:sp>
      <p:sp>
        <p:nvSpPr>
          <p:cNvPr id="10" name="">
            <a:extLst xmlns:a="http://schemas.openxmlformats.org/drawingml/2006/main">
              <a:ext uri="{FF2B5EF4-FFF2-40B4-BE49-F238E27FC236}">
                <a16:creationId xmlns:a16="http://schemas.microsoft.com/office/drawing/2014/main" id="{D4CC343D-4B38-4EDE-8EA9-3D72EC6A9A23}"/>
              </a:ext>
            </a:extLst>
          </p:cNvPr>
          <p:cNvSpPr>
            <a:spLocks xmlns:a="http://schemas.openxmlformats.org/drawingml/2006/main" noGrp="1"/>
          </p:cNvSpPr>
          <p:nvPr/>
        </p:nvSpPr>
        <p:spPr>
          <a:xfrm xmlns:a="http://schemas.openxmlformats.org/drawingml/2006/main">
            <a:off x="723900" y="3829050"/>
            <a:ext cx="200025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416EE2BC-E29B-4B4E-AEFF-08F16B5A8299}"/>
              </a:ext>
            </a:extLst>
          </p:cNvPr>
          <p:cNvSpPr>
            <a:spLocks xmlns:a="http://schemas.openxmlformats.org/drawingml/2006/main" noGrp="1"/>
          </p:cNvSpPr>
          <p:nvPr/>
        </p:nvSpPr>
        <p:spPr>
          <a:xfrm xmlns:a="http://schemas.openxmlformats.org/drawingml/2006/main">
            <a:off x="723900" y="3829050"/>
            <a:ext cx="66675" cy="10096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12" name="">
            <a:extLst xmlns:a="http://schemas.openxmlformats.org/drawingml/2006/main">
              <a:ext uri="{FF2B5EF4-FFF2-40B4-BE49-F238E27FC236}">
                <a16:creationId xmlns:a16="http://schemas.microsoft.com/office/drawing/2014/main" id="{D2CF37DC-CA9E-4DB0-A9C4-0480B35643E0}"/>
              </a:ext>
            </a:extLst>
          </p:cNvPr>
          <p:cNvSpPr>
            <a:spLocks xmlns:a="http://schemas.openxmlformats.org/drawingml/2006/main" noGrp="1"/>
          </p:cNvSpPr>
          <p:nvPr/>
        </p:nvSpPr>
        <p:spPr>
          <a:xfrm xmlns:a="http://schemas.openxmlformats.org/drawingml/2006/main">
            <a:off x="933450" y="3943350"/>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 profile</a:t>
            </a:r>
          </a:p>
        </p:txBody>
      </p:sp>
      <p:sp>
        <p:nvSpPr>
          <p:cNvPr id="13" name="">
            <a:extLst xmlns:a="http://schemas.openxmlformats.org/drawingml/2006/main">
              <a:ext uri="{FF2B5EF4-FFF2-40B4-BE49-F238E27FC236}">
                <a16:creationId xmlns:a16="http://schemas.microsoft.com/office/drawing/2014/main" id="{E2B9A1BF-0A6E-47E2-B21B-5FA6A1D3662C}"/>
              </a:ext>
            </a:extLst>
          </p:cNvPr>
          <p:cNvSpPr>
            <a:spLocks xmlns:a="http://schemas.openxmlformats.org/drawingml/2006/main" noGrp="1"/>
          </p:cNvSpPr>
          <p:nvPr/>
        </p:nvSpPr>
        <p:spPr>
          <a:xfrm xmlns:a="http://schemas.openxmlformats.org/drawingml/2006/main">
            <a:off x="933450" y="4238625"/>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Skills, experience, CV assets</a:t>
            </a:r>
          </a:p>
        </p:txBody>
      </p:sp>
      <p:sp>
        <p:nvSpPr>
          <p:cNvPr id="14" name="">
            <a:extLst xmlns:a="http://schemas.openxmlformats.org/drawingml/2006/main">
              <a:ext uri="{FF2B5EF4-FFF2-40B4-BE49-F238E27FC236}">
                <a16:creationId xmlns:a16="http://schemas.microsoft.com/office/drawing/2014/main" id="{A5D325EF-349D-4101-98F5-A03A83D2596F}"/>
              </a:ext>
            </a:extLst>
          </p:cNvPr>
          <p:cNvSpPr>
            <a:spLocks xmlns:a="http://schemas.openxmlformats.org/drawingml/2006/main" noGrp="1"/>
          </p:cNvSpPr>
          <p:nvPr/>
        </p:nvSpPr>
        <p:spPr>
          <a:xfrm xmlns:a="http://schemas.openxmlformats.org/drawingml/2006/main">
            <a:off x="3505200" y="1752600"/>
            <a:ext cx="21336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BABB4405-038F-4A0E-A08C-E35DA0D6C3FB}"/>
              </a:ext>
            </a:extLst>
          </p:cNvPr>
          <p:cNvSpPr>
            <a:spLocks xmlns:a="http://schemas.openxmlformats.org/drawingml/2006/main" noGrp="1"/>
          </p:cNvSpPr>
          <p:nvPr/>
        </p:nvSpPr>
        <p:spPr>
          <a:xfrm xmlns:a="http://schemas.openxmlformats.org/drawingml/2006/main">
            <a:off x="3505200" y="1752600"/>
            <a:ext cx="66675" cy="10096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6" name="">
            <a:extLst xmlns:a="http://schemas.openxmlformats.org/drawingml/2006/main">
              <a:ext uri="{FF2B5EF4-FFF2-40B4-BE49-F238E27FC236}">
                <a16:creationId xmlns:a16="http://schemas.microsoft.com/office/drawing/2014/main" id="{E128D8FA-4546-4998-9A3A-D967297C3819}"/>
              </a:ext>
            </a:extLst>
          </p:cNvPr>
          <p:cNvSpPr>
            <a:spLocks xmlns:a="http://schemas.openxmlformats.org/drawingml/2006/main" noGrp="1"/>
          </p:cNvSpPr>
          <p:nvPr/>
        </p:nvSpPr>
        <p:spPr>
          <a:xfrm xmlns:a="http://schemas.openxmlformats.org/drawingml/2006/main">
            <a:off x="3714750" y="18669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Company</a:t>
            </a:r>
          </a:p>
        </p:txBody>
      </p:sp>
      <p:sp>
        <p:nvSpPr>
          <p:cNvPr id="17" name="">
            <a:extLst xmlns:a="http://schemas.openxmlformats.org/drawingml/2006/main">
              <a:ext uri="{FF2B5EF4-FFF2-40B4-BE49-F238E27FC236}">
                <a16:creationId xmlns:a16="http://schemas.microsoft.com/office/drawing/2014/main" id="{037D3C0B-CE04-45CB-90A3-234691238206}"/>
              </a:ext>
            </a:extLst>
          </p:cNvPr>
          <p:cNvSpPr>
            <a:spLocks xmlns:a="http://schemas.openxmlformats.org/drawingml/2006/main" noGrp="1"/>
          </p:cNvSpPr>
          <p:nvPr/>
        </p:nvSpPr>
        <p:spPr>
          <a:xfrm xmlns:a="http://schemas.openxmlformats.org/drawingml/2006/main">
            <a:off x="3714750" y="216217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Organization and memberships</a:t>
            </a:r>
          </a:p>
        </p:txBody>
      </p:sp>
      <p:sp>
        <p:nvSpPr>
          <p:cNvPr id="18" name="">
            <a:extLst xmlns:a="http://schemas.openxmlformats.org/drawingml/2006/main">
              <a:ext uri="{FF2B5EF4-FFF2-40B4-BE49-F238E27FC236}">
                <a16:creationId xmlns:a16="http://schemas.microsoft.com/office/drawing/2014/main" id="{576E2A8C-3806-4F4A-864D-45E6A83EF589}"/>
              </a:ext>
            </a:extLst>
          </p:cNvPr>
          <p:cNvSpPr>
            <a:spLocks xmlns:a="http://schemas.openxmlformats.org/drawingml/2006/main" noGrp="1"/>
          </p:cNvSpPr>
          <p:nvPr/>
        </p:nvSpPr>
        <p:spPr>
          <a:xfrm xmlns:a="http://schemas.openxmlformats.org/drawingml/2006/main">
            <a:off x="3505200" y="3409950"/>
            <a:ext cx="21336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9557D32D-C205-4B89-AC5C-7F295F47CB07}"/>
              </a:ext>
            </a:extLst>
          </p:cNvPr>
          <p:cNvSpPr>
            <a:spLocks xmlns:a="http://schemas.openxmlformats.org/drawingml/2006/main" noGrp="1"/>
          </p:cNvSpPr>
          <p:nvPr/>
        </p:nvSpPr>
        <p:spPr>
          <a:xfrm xmlns:a="http://schemas.openxmlformats.org/drawingml/2006/main">
            <a:off x="3505200" y="3409950"/>
            <a:ext cx="66675" cy="10096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0" name="">
            <a:extLst xmlns:a="http://schemas.openxmlformats.org/drawingml/2006/main">
              <a:ext uri="{FF2B5EF4-FFF2-40B4-BE49-F238E27FC236}">
                <a16:creationId xmlns:a16="http://schemas.microsoft.com/office/drawing/2014/main" id="{4A59FC91-78D0-400B-9AAC-35AF378C7B55}"/>
              </a:ext>
            </a:extLst>
          </p:cNvPr>
          <p:cNvSpPr>
            <a:spLocks xmlns:a="http://schemas.openxmlformats.org/drawingml/2006/main" noGrp="1"/>
          </p:cNvSpPr>
          <p:nvPr/>
        </p:nvSpPr>
        <p:spPr>
          <a:xfrm xmlns:a="http://schemas.openxmlformats.org/drawingml/2006/main">
            <a:off x="3714750" y="35242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Offer</a:t>
            </a:r>
          </a:p>
        </p:txBody>
      </p:sp>
      <p:sp>
        <p:nvSpPr>
          <p:cNvPr id="21" name="">
            <a:extLst xmlns:a="http://schemas.openxmlformats.org/drawingml/2006/main">
              <a:ext uri="{FF2B5EF4-FFF2-40B4-BE49-F238E27FC236}">
                <a16:creationId xmlns:a16="http://schemas.microsoft.com/office/drawing/2014/main" id="{BD76996B-E73C-4A2E-81AF-4EFDD575836F}"/>
              </a:ext>
            </a:extLst>
          </p:cNvPr>
          <p:cNvSpPr>
            <a:spLocks xmlns:a="http://schemas.openxmlformats.org/drawingml/2006/main" noGrp="1"/>
          </p:cNvSpPr>
          <p:nvPr/>
        </p:nvSpPr>
        <p:spPr>
          <a:xfrm xmlns:a="http://schemas.openxmlformats.org/drawingml/2006/main">
            <a:off x="3714750" y="381952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Requirements and recruiter</a:t>
            </a:r>
          </a:p>
        </p:txBody>
      </p:sp>
      <p:sp>
        <p:nvSpPr>
          <p:cNvPr id="22" name="">
            <a:extLst xmlns:a="http://schemas.openxmlformats.org/drawingml/2006/main">
              <a:ext uri="{FF2B5EF4-FFF2-40B4-BE49-F238E27FC236}">
                <a16:creationId xmlns:a16="http://schemas.microsoft.com/office/drawing/2014/main" id="{E3047F12-5196-46F1-B8B7-582B5B2DFB02}"/>
              </a:ext>
            </a:extLst>
          </p:cNvPr>
          <p:cNvSpPr>
            <a:spLocks xmlns:a="http://schemas.openxmlformats.org/drawingml/2006/main" noGrp="1"/>
          </p:cNvSpPr>
          <p:nvPr/>
        </p:nvSpPr>
        <p:spPr>
          <a:xfrm xmlns:a="http://schemas.openxmlformats.org/drawingml/2006/main">
            <a:off x="6477000" y="2571750"/>
            <a:ext cx="2343150" cy="1276350"/>
          </a:xfrm>
          <a:prstGeom xmlns:a="http://schemas.openxmlformats.org/drawingml/2006/main" prst="roundRect">
            <a:avLst>
              <a:gd name="adj" fmla="val 895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639FFEB6-CE0C-4F2C-968A-93B99A65A9B8}"/>
              </a:ext>
            </a:extLst>
          </p:cNvPr>
          <p:cNvSpPr>
            <a:spLocks xmlns:a="http://schemas.openxmlformats.org/drawingml/2006/main" noGrp="1"/>
          </p:cNvSpPr>
          <p:nvPr/>
        </p:nvSpPr>
        <p:spPr>
          <a:xfrm xmlns:a="http://schemas.openxmlformats.org/drawingml/2006/main">
            <a:off x="6477000" y="2571750"/>
            <a:ext cx="66675" cy="12763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4" name="">
            <a:extLst xmlns:a="http://schemas.openxmlformats.org/drawingml/2006/main">
              <a:ext uri="{FF2B5EF4-FFF2-40B4-BE49-F238E27FC236}">
                <a16:creationId xmlns:a16="http://schemas.microsoft.com/office/drawing/2014/main" id="{B00ED77E-3400-4B16-ACAC-13F1194A6673}"/>
              </a:ext>
            </a:extLst>
          </p:cNvPr>
          <p:cNvSpPr>
            <a:spLocks xmlns:a="http://schemas.openxmlformats.org/drawingml/2006/main" noGrp="1"/>
          </p:cNvSpPr>
          <p:nvPr/>
        </p:nvSpPr>
        <p:spPr>
          <a:xfrm xmlns:a="http://schemas.openxmlformats.org/drawingml/2006/main">
            <a:off x="6686550" y="268605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Application</a:t>
            </a:r>
          </a:p>
        </p:txBody>
      </p:sp>
      <p:sp>
        <p:nvSpPr>
          <p:cNvPr id="25" name="">
            <a:extLst xmlns:a="http://schemas.openxmlformats.org/drawingml/2006/main">
              <a:ext uri="{FF2B5EF4-FFF2-40B4-BE49-F238E27FC236}">
                <a16:creationId xmlns:a16="http://schemas.microsoft.com/office/drawing/2014/main" id="{D444DE94-B0FB-4285-8E2B-8841BE0BC174}"/>
              </a:ext>
            </a:extLst>
          </p:cNvPr>
          <p:cNvSpPr>
            <a:spLocks xmlns:a="http://schemas.openxmlformats.org/drawingml/2006/main" noGrp="1"/>
          </p:cNvSpPr>
          <p:nvPr/>
        </p:nvSpPr>
        <p:spPr>
          <a:xfrm xmlns:a="http://schemas.openxmlformats.org/drawingml/2006/main">
            <a:off x="6686550" y="2981325"/>
            <a:ext cx="2019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Candidate, offer, CV snapshot, stage</a:t>
            </a:r>
          </a:p>
        </p:txBody>
      </p:sp>
      <p:sp>
        <p:nvSpPr>
          <p:cNvPr id="26" name="">
            <a:extLst xmlns:a="http://schemas.openxmlformats.org/drawingml/2006/main">
              <a:ext uri="{FF2B5EF4-FFF2-40B4-BE49-F238E27FC236}">
                <a16:creationId xmlns:a16="http://schemas.microsoft.com/office/drawing/2014/main" id="{12EC84A5-4F98-4A82-9345-A426FC6D8725}"/>
              </a:ext>
            </a:extLst>
          </p:cNvPr>
          <p:cNvSpPr>
            <a:spLocks xmlns:a="http://schemas.openxmlformats.org/drawingml/2006/main" noGrp="1"/>
          </p:cNvSpPr>
          <p:nvPr/>
        </p:nvSpPr>
        <p:spPr>
          <a:xfrm xmlns:a="http://schemas.openxmlformats.org/drawingml/2006/main">
            <a:off x="9563100" y="1752600"/>
            <a:ext cx="20193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384DD472-1E2F-4E0A-89FB-FD6F861FE106}"/>
              </a:ext>
            </a:extLst>
          </p:cNvPr>
          <p:cNvSpPr>
            <a:spLocks xmlns:a="http://schemas.openxmlformats.org/drawingml/2006/main" noGrp="1"/>
          </p:cNvSpPr>
          <p:nvPr/>
        </p:nvSpPr>
        <p:spPr>
          <a:xfrm xmlns:a="http://schemas.openxmlformats.org/drawingml/2006/main">
            <a:off x="9563100" y="1752600"/>
            <a:ext cx="66675" cy="10096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8" name="">
            <a:extLst xmlns:a="http://schemas.openxmlformats.org/drawingml/2006/main">
              <a:ext uri="{FF2B5EF4-FFF2-40B4-BE49-F238E27FC236}">
                <a16:creationId xmlns:a16="http://schemas.microsoft.com/office/drawing/2014/main" id="{CE89FDCC-E1BD-44A1-9AD4-1838D2CFD863}"/>
              </a:ext>
            </a:extLst>
          </p:cNvPr>
          <p:cNvSpPr>
            <a:spLocks xmlns:a="http://schemas.openxmlformats.org/drawingml/2006/main" noGrp="1"/>
          </p:cNvSpPr>
          <p:nvPr/>
        </p:nvSpPr>
        <p:spPr>
          <a:xfrm xmlns:a="http://schemas.openxmlformats.org/drawingml/2006/main">
            <a:off x="9772650" y="186690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Interview</a:t>
            </a:r>
          </a:p>
        </p:txBody>
      </p:sp>
      <p:sp>
        <p:nvSpPr>
          <p:cNvPr id="29" name="">
            <a:extLst xmlns:a="http://schemas.openxmlformats.org/drawingml/2006/main">
              <a:ext uri="{FF2B5EF4-FFF2-40B4-BE49-F238E27FC236}">
                <a16:creationId xmlns:a16="http://schemas.microsoft.com/office/drawing/2014/main" id="{98C1102D-2D4A-40D6-8D83-96A6590D99AA}"/>
              </a:ext>
            </a:extLst>
          </p:cNvPr>
          <p:cNvSpPr>
            <a:spLocks xmlns:a="http://schemas.openxmlformats.org/drawingml/2006/main" noGrp="1"/>
          </p:cNvSpPr>
          <p:nvPr/>
        </p:nvSpPr>
        <p:spPr>
          <a:xfrm xmlns:a="http://schemas.openxmlformats.org/drawingml/2006/main">
            <a:off x="9772650" y="216217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Schedule and feedback</a:t>
            </a:r>
          </a:p>
        </p:txBody>
      </p:sp>
      <p:sp>
        <p:nvSpPr>
          <p:cNvPr id="30" name="">
            <a:extLst xmlns:a="http://schemas.openxmlformats.org/drawingml/2006/main">
              <a:ext uri="{FF2B5EF4-FFF2-40B4-BE49-F238E27FC236}">
                <a16:creationId xmlns:a16="http://schemas.microsoft.com/office/drawing/2014/main" id="{C2D7ADF5-1F89-40E1-864D-FF32029DC1C0}"/>
              </a:ext>
            </a:extLst>
          </p:cNvPr>
          <p:cNvSpPr>
            <a:spLocks xmlns:a="http://schemas.openxmlformats.org/drawingml/2006/main" noGrp="1"/>
          </p:cNvSpPr>
          <p:nvPr/>
        </p:nvSpPr>
        <p:spPr>
          <a:xfrm xmlns:a="http://schemas.openxmlformats.org/drawingml/2006/main">
            <a:off x="9563100" y="3409950"/>
            <a:ext cx="2019300" cy="1009650"/>
          </a:xfrm>
          <a:prstGeom xmlns:a="http://schemas.openxmlformats.org/drawingml/2006/main" prst="roundRect">
            <a:avLst>
              <a:gd name="adj" fmla="val 1132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E23137E3-65E8-498C-959D-6CEA43BC11F4}"/>
              </a:ext>
            </a:extLst>
          </p:cNvPr>
          <p:cNvSpPr>
            <a:spLocks xmlns:a="http://schemas.openxmlformats.org/drawingml/2006/main" noGrp="1"/>
          </p:cNvSpPr>
          <p:nvPr/>
        </p:nvSpPr>
        <p:spPr>
          <a:xfrm xmlns:a="http://schemas.openxmlformats.org/drawingml/2006/main">
            <a:off x="9563100" y="3409950"/>
            <a:ext cx="66675" cy="10096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2" name="">
            <a:extLst xmlns:a="http://schemas.openxmlformats.org/drawingml/2006/main">
              <a:ext uri="{FF2B5EF4-FFF2-40B4-BE49-F238E27FC236}">
                <a16:creationId xmlns:a16="http://schemas.microsoft.com/office/drawing/2014/main" id="{50B926C8-E9BC-42CD-8EF1-3915E8E31870}"/>
              </a:ext>
            </a:extLst>
          </p:cNvPr>
          <p:cNvSpPr>
            <a:spLocks xmlns:a="http://schemas.openxmlformats.org/drawingml/2006/main" noGrp="1"/>
          </p:cNvSpPr>
          <p:nvPr/>
        </p:nvSpPr>
        <p:spPr>
          <a:xfrm xmlns:a="http://schemas.openxmlformats.org/drawingml/2006/main">
            <a:off x="9772650" y="352425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Chat messages</a:t>
            </a:r>
          </a:p>
        </p:txBody>
      </p:sp>
      <p:sp>
        <p:nvSpPr>
          <p:cNvPr id="33" name="">
            <a:extLst xmlns:a="http://schemas.openxmlformats.org/drawingml/2006/main">
              <a:ext uri="{FF2B5EF4-FFF2-40B4-BE49-F238E27FC236}">
                <a16:creationId xmlns:a16="http://schemas.microsoft.com/office/drawing/2014/main" id="{758DFD8C-DF27-4AE7-8BA0-0CB85CC6D6F7}"/>
              </a:ext>
            </a:extLst>
          </p:cNvPr>
          <p:cNvSpPr>
            <a:spLocks xmlns:a="http://schemas.openxmlformats.org/drawingml/2006/main" noGrp="1"/>
          </p:cNvSpPr>
          <p:nvPr/>
        </p:nvSpPr>
        <p:spPr>
          <a:xfrm xmlns:a="http://schemas.openxmlformats.org/drawingml/2006/main">
            <a:off x="9772650" y="3819525"/>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Ordered recruitment history</a:t>
            </a:r>
          </a:p>
        </p:txBody>
      </p:sp>
      <p:sp>
        <p:nvSpPr>
          <p:cNvPr id="34" name="">
            <a:extLst xmlns:a="http://schemas.openxmlformats.org/drawingml/2006/main">
              <a:ext uri="{FF2B5EF4-FFF2-40B4-BE49-F238E27FC236}">
                <a16:creationId xmlns:a16="http://schemas.microsoft.com/office/drawing/2014/main" id="{976C9705-C2EC-49DF-A934-E82C5FF3E494}"/>
              </a:ext>
            </a:extLst>
          </p:cNvPr>
          <p:cNvSpPr>
            <a:spLocks xmlns:a="http://schemas.openxmlformats.org/drawingml/2006/main" noGrp="1"/>
          </p:cNvSpPr>
          <p:nvPr/>
        </p:nvSpPr>
        <p:spPr>
          <a:xfrm xmlns:a="http://schemas.openxmlformats.org/drawingml/2006/main">
            <a:off x="1724025" y="3181350"/>
            <a:ext cx="0" cy="647700"/>
          </a:xfrm>
          <a:prstGeom xmlns:a="http://schemas.openxmlformats.org/drawingml/2006/main" prst="line">
            <a:avLst/>
          </a:prstGeom>
          <a:noFill xmlns:a="http://schemas.openxmlformats.org/drawingml/2006/main"/>
          <a:ln xmlns:a="http://schemas.openxmlformats.org/drawingml/2006/main" w="19050">
            <a:solidFill>
              <a:srgbClr val="194D38"/>
            </a:solidFill>
            <a:prstDash val="solid"/>
          </a:ln>
        </p:spPr>
      </p:sp>
      <p:sp>
        <p:nvSpPr>
          <p:cNvPr id="35" name="">
            <a:extLst xmlns:a="http://schemas.openxmlformats.org/drawingml/2006/main">
              <a:ext uri="{FF2B5EF4-FFF2-40B4-BE49-F238E27FC236}">
                <a16:creationId xmlns:a16="http://schemas.microsoft.com/office/drawing/2014/main" id="{66F2CB68-5CFB-422F-B923-B15F65BCE86C}"/>
              </a:ext>
            </a:extLst>
          </p:cNvPr>
          <p:cNvSpPr>
            <a:spLocks xmlns:a="http://schemas.openxmlformats.org/drawingml/2006/main" noGrp="1"/>
          </p:cNvSpPr>
          <p:nvPr/>
        </p:nvSpPr>
        <p:spPr>
          <a:xfrm xmlns:a="http://schemas.openxmlformats.org/drawingml/2006/main">
            <a:off x="2724150" y="2676525"/>
            <a:ext cx="781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6" name="">
            <a:extLst xmlns:a="http://schemas.openxmlformats.org/drawingml/2006/main">
              <a:ext uri="{FF2B5EF4-FFF2-40B4-BE49-F238E27FC236}">
                <a16:creationId xmlns:a16="http://schemas.microsoft.com/office/drawing/2014/main" id="{60F7E6BF-63B1-45B2-B2D9-83C811588C6A}"/>
              </a:ext>
            </a:extLst>
          </p:cNvPr>
          <p:cNvSpPr>
            <a:spLocks xmlns:a="http://schemas.openxmlformats.org/drawingml/2006/main" noGrp="1"/>
          </p:cNvSpPr>
          <p:nvPr/>
        </p:nvSpPr>
        <p:spPr>
          <a:xfrm xmlns:a="http://schemas.openxmlformats.org/drawingml/2006/main">
            <a:off x="4572000" y="2762250"/>
            <a:ext cx="0" cy="647700"/>
          </a:xfrm>
          <a:prstGeom xmlns:a="http://schemas.openxmlformats.org/drawingml/2006/main" prst="line">
            <a:avLst/>
          </a:prstGeom>
          <a:noFill xmlns:a="http://schemas.openxmlformats.org/drawingml/2006/main"/>
          <a:ln xmlns:a="http://schemas.openxmlformats.org/drawingml/2006/main" w="19050">
            <a:solidFill>
              <a:srgbClr val="A25C38"/>
            </a:solidFill>
            <a:prstDash val="solid"/>
          </a:ln>
        </p:spPr>
      </p:sp>
      <p:sp>
        <p:nvSpPr>
          <p:cNvPr id="37" name="">
            <a:extLst xmlns:a="http://schemas.openxmlformats.org/drawingml/2006/main">
              <a:ext uri="{FF2B5EF4-FFF2-40B4-BE49-F238E27FC236}">
                <a16:creationId xmlns:a16="http://schemas.microsoft.com/office/drawing/2014/main" id="{C1A64689-7087-4FC0-AA87-25BD6379A9AC}"/>
              </a:ext>
            </a:extLst>
          </p:cNvPr>
          <p:cNvSpPr>
            <a:spLocks xmlns:a="http://schemas.openxmlformats.org/drawingml/2006/main" noGrp="1"/>
          </p:cNvSpPr>
          <p:nvPr/>
        </p:nvSpPr>
        <p:spPr>
          <a:xfrm xmlns:a="http://schemas.openxmlformats.org/drawingml/2006/main">
            <a:off x="5638800" y="390525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8" name="">
            <a:extLst xmlns:a="http://schemas.openxmlformats.org/drawingml/2006/main">
              <a:ext uri="{FF2B5EF4-FFF2-40B4-BE49-F238E27FC236}">
                <a16:creationId xmlns:a16="http://schemas.microsoft.com/office/drawing/2014/main" id="{05F7A081-56D0-44BB-8977-20D2FA3FFDA1}"/>
              </a:ext>
            </a:extLst>
          </p:cNvPr>
          <p:cNvSpPr>
            <a:spLocks xmlns:a="http://schemas.openxmlformats.org/drawingml/2006/main" noGrp="1"/>
          </p:cNvSpPr>
          <p:nvPr/>
        </p:nvSpPr>
        <p:spPr>
          <a:xfrm xmlns:a="http://schemas.openxmlformats.org/drawingml/2006/main">
            <a:off x="6057900" y="3219450"/>
            <a:ext cx="0" cy="68580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9" name="">
            <a:extLst xmlns:a="http://schemas.openxmlformats.org/drawingml/2006/main">
              <a:ext uri="{FF2B5EF4-FFF2-40B4-BE49-F238E27FC236}">
                <a16:creationId xmlns:a16="http://schemas.microsoft.com/office/drawing/2014/main" id="{F8CD624B-B767-4030-9743-703BF06E3445}"/>
              </a:ext>
            </a:extLst>
          </p:cNvPr>
          <p:cNvSpPr>
            <a:spLocks xmlns:a="http://schemas.openxmlformats.org/drawingml/2006/main" noGrp="1"/>
          </p:cNvSpPr>
          <p:nvPr/>
        </p:nvSpPr>
        <p:spPr>
          <a:xfrm xmlns:a="http://schemas.openxmlformats.org/drawingml/2006/main">
            <a:off x="6057900" y="3219450"/>
            <a:ext cx="4191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0" name="">
            <a:extLst xmlns:a="http://schemas.openxmlformats.org/drawingml/2006/main">
              <a:ext uri="{FF2B5EF4-FFF2-40B4-BE49-F238E27FC236}">
                <a16:creationId xmlns:a16="http://schemas.microsoft.com/office/drawing/2014/main" id="{3352880A-5842-482E-AF3D-C34798E67757}"/>
              </a:ext>
            </a:extLst>
          </p:cNvPr>
          <p:cNvSpPr>
            <a:spLocks xmlns:a="http://schemas.openxmlformats.org/drawingml/2006/main" noGrp="1"/>
          </p:cNvSpPr>
          <p:nvPr/>
        </p:nvSpPr>
        <p:spPr>
          <a:xfrm xmlns:a="http://schemas.openxmlformats.org/drawingml/2006/main">
            <a:off x="2724150" y="4333875"/>
            <a:ext cx="18669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1" name="">
            <a:extLst xmlns:a="http://schemas.openxmlformats.org/drawingml/2006/main">
              <a:ext uri="{FF2B5EF4-FFF2-40B4-BE49-F238E27FC236}">
                <a16:creationId xmlns:a16="http://schemas.microsoft.com/office/drawing/2014/main" id="{50A79B0C-BB3E-477F-9053-FB586264256B}"/>
              </a:ext>
            </a:extLst>
          </p:cNvPr>
          <p:cNvSpPr>
            <a:spLocks xmlns:a="http://schemas.openxmlformats.org/drawingml/2006/main" noGrp="1"/>
          </p:cNvSpPr>
          <p:nvPr/>
        </p:nvSpPr>
        <p:spPr>
          <a:xfrm xmlns:a="http://schemas.openxmlformats.org/drawingml/2006/main">
            <a:off x="4591050" y="3629025"/>
            <a:ext cx="0" cy="70485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2" name="">
            <a:extLst xmlns:a="http://schemas.openxmlformats.org/drawingml/2006/main">
              <a:ext uri="{FF2B5EF4-FFF2-40B4-BE49-F238E27FC236}">
                <a16:creationId xmlns:a16="http://schemas.microsoft.com/office/drawing/2014/main" id="{97418E9B-34F9-4845-B89E-EA25919EB0DB}"/>
              </a:ext>
            </a:extLst>
          </p:cNvPr>
          <p:cNvSpPr>
            <a:spLocks xmlns:a="http://schemas.openxmlformats.org/drawingml/2006/main" noGrp="1"/>
          </p:cNvSpPr>
          <p:nvPr/>
        </p:nvSpPr>
        <p:spPr>
          <a:xfrm xmlns:a="http://schemas.openxmlformats.org/drawingml/2006/main">
            <a:off x="4591050" y="3629025"/>
            <a:ext cx="18859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3" name="">
            <a:extLst xmlns:a="http://schemas.openxmlformats.org/drawingml/2006/main">
              <a:ext uri="{FF2B5EF4-FFF2-40B4-BE49-F238E27FC236}">
                <a16:creationId xmlns:a16="http://schemas.microsoft.com/office/drawing/2014/main" id="{DB932B2F-4AE2-4433-A730-80508C10458D}"/>
              </a:ext>
            </a:extLst>
          </p:cNvPr>
          <p:cNvSpPr>
            <a:spLocks xmlns:a="http://schemas.openxmlformats.org/drawingml/2006/main" noGrp="1"/>
          </p:cNvSpPr>
          <p:nvPr/>
        </p:nvSpPr>
        <p:spPr>
          <a:xfrm xmlns:a="http://schemas.openxmlformats.org/drawingml/2006/main">
            <a:off x="8820150" y="3009900"/>
            <a:ext cx="3714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4" name="">
            <a:extLst xmlns:a="http://schemas.openxmlformats.org/drawingml/2006/main">
              <a:ext uri="{FF2B5EF4-FFF2-40B4-BE49-F238E27FC236}">
                <a16:creationId xmlns:a16="http://schemas.microsoft.com/office/drawing/2014/main" id="{45AAEEC7-4AF7-49D5-8A1E-7D438B2CC4CA}"/>
              </a:ext>
            </a:extLst>
          </p:cNvPr>
          <p:cNvSpPr>
            <a:spLocks xmlns:a="http://schemas.openxmlformats.org/drawingml/2006/main" noGrp="1"/>
          </p:cNvSpPr>
          <p:nvPr/>
        </p:nvSpPr>
        <p:spPr>
          <a:xfrm xmlns:a="http://schemas.openxmlformats.org/drawingml/2006/main">
            <a:off x="9191625" y="2257425"/>
            <a:ext cx="0" cy="752475"/>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5" name="">
            <a:extLst xmlns:a="http://schemas.openxmlformats.org/drawingml/2006/main">
              <a:ext uri="{FF2B5EF4-FFF2-40B4-BE49-F238E27FC236}">
                <a16:creationId xmlns:a16="http://schemas.microsoft.com/office/drawing/2014/main" id="{0265D7F1-1C07-434D-826B-9C52E7C67E0D}"/>
              </a:ext>
            </a:extLst>
          </p:cNvPr>
          <p:cNvSpPr>
            <a:spLocks xmlns:a="http://schemas.openxmlformats.org/drawingml/2006/main" noGrp="1"/>
          </p:cNvSpPr>
          <p:nvPr/>
        </p:nvSpPr>
        <p:spPr>
          <a:xfrm xmlns:a="http://schemas.openxmlformats.org/drawingml/2006/main">
            <a:off x="9191625" y="2257425"/>
            <a:ext cx="3714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6" name="">
            <a:extLst xmlns:a="http://schemas.openxmlformats.org/drawingml/2006/main">
              <a:ext uri="{FF2B5EF4-FFF2-40B4-BE49-F238E27FC236}">
                <a16:creationId xmlns:a16="http://schemas.microsoft.com/office/drawing/2014/main" id="{4A4D0A15-517E-400F-8909-116D72070AAB}"/>
              </a:ext>
            </a:extLst>
          </p:cNvPr>
          <p:cNvSpPr>
            <a:spLocks xmlns:a="http://schemas.openxmlformats.org/drawingml/2006/main" noGrp="1"/>
          </p:cNvSpPr>
          <p:nvPr/>
        </p:nvSpPr>
        <p:spPr>
          <a:xfrm xmlns:a="http://schemas.openxmlformats.org/drawingml/2006/main">
            <a:off x="8820150" y="3409950"/>
            <a:ext cx="742950" cy="504825"/>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47" name="">
            <a:extLst xmlns:a="http://schemas.openxmlformats.org/drawingml/2006/main">
              <a:ext uri="{FF2B5EF4-FFF2-40B4-BE49-F238E27FC236}">
                <a16:creationId xmlns:a16="http://schemas.microsoft.com/office/drawing/2014/main" id="{273897A0-EE7B-4CDF-A865-A388190B81CA}"/>
              </a:ext>
            </a:extLst>
          </p:cNvPr>
          <p:cNvSpPr>
            <a:spLocks xmlns:a="http://schemas.openxmlformats.org/drawingml/2006/main" noGrp="1"/>
          </p:cNvSpPr>
          <p:nvPr/>
        </p:nvSpPr>
        <p:spPr>
          <a:xfrm xmlns:a="http://schemas.openxmlformats.org/drawingml/2006/main">
            <a:off x="723900" y="5314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l">
              <a:defRPr sz="1500" b="1">
                <a:solidFill>
                  <a:srgbClr val="9B651B"/>
                </a:solidFill>
                <a:latin typeface="Noto Sans"/>
                <a:ea typeface="Noto Sans"/>
                <a:cs typeface="Noto Sans"/>
              </a:defRPr>
            </a:defPPr>
            <a:lvl1pPr algn="l">
              <a:defRPr sz="1500" b="1">
                <a:solidFill>
                  <a:srgbClr val="9B651B"/>
                </a:solidFill>
                <a:latin typeface="Noto Sans"/>
                <a:ea typeface="Noto Sans"/>
                <a:cs typeface="Noto Sans"/>
              </a:defRPr>
            </a:lvl1pPr>
            <a:lvl2pPr algn="l">
              <a:defRPr sz="1500" b="1">
                <a:solidFill>
                  <a:srgbClr val="9B651B"/>
                </a:solidFill>
                <a:latin typeface="Noto Sans"/>
                <a:ea typeface="Noto Sans"/>
                <a:cs typeface="Noto Sans"/>
              </a:defRPr>
            </a:lvl2pPr>
            <a:lvl3pPr algn="l">
              <a:defRPr sz="1500" b="1">
                <a:solidFill>
                  <a:srgbClr val="9B651B"/>
                </a:solidFill>
                <a:latin typeface="Noto Sans"/>
                <a:ea typeface="Noto Sans"/>
                <a:cs typeface="Noto Sans"/>
              </a:defRPr>
            </a:lvl3pPr>
            <a:lvl4pPr algn="l">
              <a:defRPr sz="1500" b="1">
                <a:solidFill>
                  <a:srgbClr val="9B651B"/>
                </a:solidFill>
                <a:latin typeface="Noto Sans"/>
                <a:ea typeface="Noto Sans"/>
                <a:cs typeface="Noto Sans"/>
              </a:defRPr>
            </a:lvl4pPr>
            <a:lvl5pPr algn="l">
              <a:defRPr sz="1500" b="1">
                <a:solidFill>
                  <a:srgbClr val="9B651B"/>
                </a:solidFill>
                <a:latin typeface="Noto Sans"/>
                <a:ea typeface="Noto Sans"/>
                <a:cs typeface="Noto Sans"/>
              </a:defRPr>
            </a:lvl5pPr>
            <a:lvl6pPr algn="l">
              <a:defRPr sz="1500" b="1">
                <a:solidFill>
                  <a:srgbClr val="9B651B"/>
                </a:solidFill>
                <a:latin typeface="Noto Sans"/>
                <a:ea typeface="Noto Sans"/>
                <a:cs typeface="Noto Sans"/>
              </a:defRPr>
            </a:lvl6pPr>
            <a:lvl7pPr algn="l">
              <a:defRPr sz="1500" b="1">
                <a:solidFill>
                  <a:srgbClr val="9B651B"/>
                </a:solidFill>
                <a:latin typeface="Noto Sans"/>
                <a:ea typeface="Noto Sans"/>
                <a:cs typeface="Noto Sans"/>
              </a:defRPr>
            </a:lvl7pPr>
            <a:lvl8pPr algn="l">
              <a:defRPr sz="1500" b="1">
                <a:solidFill>
                  <a:srgbClr val="9B651B"/>
                </a:solidFill>
                <a:latin typeface="Noto Sans"/>
                <a:ea typeface="Noto Sans"/>
                <a:cs typeface="Noto Sans"/>
              </a:defRPr>
            </a:lvl8pPr>
            <a:lvl9pPr algn="l">
              <a:defRPr sz="1500" b="1">
                <a:solidFill>
                  <a:srgbClr val="9B651B"/>
                </a:solidFill>
                <a:latin typeface="Noto Sans"/>
                <a:ea typeface="Noto Sans"/>
                <a:cs typeface="Noto Sans"/>
              </a:defRPr>
            </a:lvl9pPr>
          </a:lstStyle>
          <a:p xmlns:a="http://schemas.openxmlformats.org/drawingml/2006/main">
            <a:pPr algn="l">
              <a:defRPr sz="1500" b="1">
                <a:solidFill>
                  <a:srgbClr val="9B651B"/>
                </a:solidFill>
                <a:latin typeface="Noto Sans"/>
                <a:ea typeface="Noto Sans"/>
                <a:cs typeface="Noto Sans"/>
              </a:defRPr>
            </a:pPr>
            <a:r>
              <a:rPr sz="1500" b="1">
                <a:solidFill>
                  <a:srgbClr val="9B651B"/>
                </a:solidFill>
                <a:latin typeface="Noto Sans"/>
                <a:ea typeface="Noto Sans"/>
                <a:cs typeface="Noto Sans"/>
              </a:rPr>
              <a:t>Integrity rules</a:t>
            </a:r>
          </a:p>
        </p:txBody>
      </p:sp>
      <p:sp>
        <p:nvSpPr>
          <p:cNvPr id="48" name="">
            <a:extLst xmlns:a="http://schemas.openxmlformats.org/drawingml/2006/main">
              <a:ext uri="{FF2B5EF4-FFF2-40B4-BE49-F238E27FC236}">
                <a16:creationId xmlns:a16="http://schemas.microsoft.com/office/drawing/2014/main" id="{4EEEE2F4-4EF3-40DF-BFE9-D9824575E53F}"/>
              </a:ext>
            </a:extLst>
          </p:cNvPr>
          <p:cNvSpPr>
            <a:spLocks xmlns:a="http://schemas.openxmlformats.org/drawingml/2006/main" noGrp="1"/>
          </p:cNvSpPr>
          <p:nvPr/>
        </p:nvSpPr>
        <p:spPr>
          <a:xfrm xmlns:a="http://schemas.openxmlformats.org/drawingml/2006/main">
            <a:off x="2457450" y="5219700"/>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Foreign keys protect relationships. Unique constraints prevent duplicates. Transactions keep multi-step updates consistent. Alembic versions each schema change.</a:t>
            </a:r>
          </a:p>
        </p:txBody>
      </p:sp>
      <p:sp>
        <p:nvSpPr>
          <p:cNvPr id="49" name="">
            <a:extLst xmlns:a="http://schemas.openxmlformats.org/drawingml/2006/main">
              <a:ext uri="{FF2B5EF4-FFF2-40B4-BE49-F238E27FC236}">
                <a16:creationId xmlns:a16="http://schemas.microsoft.com/office/drawing/2014/main" id="{E6F9CAA9-0962-4E91-A896-12226249DFD5}"/>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369732332"/>
      </p:ext>
    </p:extLst>
  </p:cSld>
</p:sld>
</file>

<file path=ppt/slides/slide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30FF801-D65D-4154-9244-2144351F5020}"/>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DATA CORRECTNESS</a:t>
            </a:r>
          </a:p>
        </p:txBody>
      </p:sp>
      <p:sp>
        <p:nvSpPr>
          <p:cNvPr id="2" name="">
            <a:extLst xmlns:a="http://schemas.openxmlformats.org/drawingml/2006/main">
              <a:ext uri="{FF2B5EF4-FFF2-40B4-BE49-F238E27FC236}">
                <a16:creationId xmlns:a16="http://schemas.microsoft.com/office/drawing/2014/main" id="{BF68428F-D2F6-46FC-BCA0-08D4AA1D3811}"/>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Database integrity under concurrency</a:t>
            </a:r>
          </a:p>
        </p:txBody>
      </p:sp>
      <p:sp>
        <p:nvSpPr>
          <p:cNvPr id="3" name="">
            <a:extLst xmlns:a="http://schemas.openxmlformats.org/drawingml/2006/main">
              <a:ext uri="{FF2B5EF4-FFF2-40B4-BE49-F238E27FC236}">
                <a16:creationId xmlns:a16="http://schemas.microsoft.com/office/drawing/2014/main" id="{01DE1EF8-9434-4EF5-B317-95FC059DE2A3}"/>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09</a:t>
            </a:r>
          </a:p>
        </p:txBody>
      </p:sp>
      <p:sp>
        <p:nvSpPr>
          <p:cNvPr id="4" name="">
            <a:extLst xmlns:a="http://schemas.openxmlformats.org/drawingml/2006/main">
              <a:ext uri="{FF2B5EF4-FFF2-40B4-BE49-F238E27FC236}">
                <a16:creationId xmlns:a16="http://schemas.microsoft.com/office/drawing/2014/main" id="{2784BF07-42BA-49BB-A49F-3479E9B7B0EC}"/>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DF173B5A-1AD7-4F75-9F69-6628D098B6B5}"/>
              </a:ext>
            </a:extLst>
          </p:cNvPr>
          <p:cNvSpPr>
            <a:spLocks xmlns:a="http://schemas.openxmlformats.org/drawingml/2006/main" noGrp="1"/>
          </p:cNvSpPr>
          <p:nvPr/>
        </p:nvSpPr>
        <p:spPr>
          <a:xfrm xmlns:a="http://schemas.openxmlformats.org/drawingml/2006/main">
            <a:off x="609600" y="13716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Correctness must survive two users—or two workers—acting at the same time.</a:t>
            </a:r>
          </a:p>
        </p:txBody>
      </p:sp>
      <p:sp>
        <p:nvSpPr>
          <p:cNvPr id="6" name="">
            <a:extLst xmlns:a="http://schemas.openxmlformats.org/drawingml/2006/main">
              <a:ext uri="{FF2B5EF4-FFF2-40B4-BE49-F238E27FC236}">
                <a16:creationId xmlns:a16="http://schemas.microsoft.com/office/drawing/2014/main" id="{F0B80C17-BF54-4EC2-9081-A14F88C6F040}"/>
              </a:ext>
            </a:extLst>
          </p:cNvPr>
          <p:cNvSpPr>
            <a:spLocks xmlns:a="http://schemas.openxmlformats.org/drawingml/2006/main" noGrp="1"/>
          </p:cNvSpPr>
          <p:nvPr/>
        </p:nvSpPr>
        <p:spPr>
          <a:xfrm xmlns:a="http://schemas.openxmlformats.org/drawingml/2006/main">
            <a:off x="609600" y="1943100"/>
            <a:ext cx="4972050" cy="3390900"/>
          </a:xfrm>
          <a:prstGeom xmlns:a="http://schemas.openxmlformats.org/drawingml/2006/main" prst="roundRect">
            <a:avLst>
              <a:gd name="adj" fmla="val 337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7D2B9CF3-6C5B-4899-B75E-B26C6E5EBD14}"/>
              </a:ext>
            </a:extLst>
          </p:cNvPr>
          <p:cNvSpPr>
            <a:spLocks xmlns:a="http://schemas.openxmlformats.org/drawingml/2006/main" noGrp="1"/>
          </p:cNvSpPr>
          <p:nvPr/>
        </p:nvSpPr>
        <p:spPr>
          <a:xfrm xmlns:a="http://schemas.openxmlformats.org/drawingml/2006/main">
            <a:off x="876300" y="21526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Durable invariants</a:t>
            </a:r>
          </a:p>
        </p:txBody>
      </p:sp>
      <p:sp>
        <p:nvSpPr>
          <p:cNvPr id="8" name="">
            <a:extLst xmlns:a="http://schemas.openxmlformats.org/drawingml/2006/main">
              <a:ext uri="{FF2B5EF4-FFF2-40B4-BE49-F238E27FC236}">
                <a16:creationId xmlns:a16="http://schemas.microsoft.com/office/drawing/2014/main" id="{94A52C40-FB73-4636-B880-69B25494347D}"/>
              </a:ext>
            </a:extLst>
          </p:cNvPr>
          <p:cNvSpPr>
            <a:spLocks xmlns:a="http://schemas.openxmlformats.org/drawingml/2006/main" noGrp="1"/>
          </p:cNvSpPr>
          <p:nvPr/>
        </p:nvSpPr>
        <p:spPr>
          <a:xfrm xmlns:a="http://schemas.openxmlformats.org/drawingml/2006/main">
            <a:off x="876300" y="2686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01</a:t>
            </a:r>
          </a:p>
        </p:txBody>
      </p:sp>
      <p:sp>
        <p:nvSpPr>
          <p:cNvPr id="9" name="">
            <a:extLst xmlns:a="http://schemas.openxmlformats.org/drawingml/2006/main">
              <a:ext uri="{FF2B5EF4-FFF2-40B4-BE49-F238E27FC236}">
                <a16:creationId xmlns:a16="http://schemas.microsoft.com/office/drawing/2014/main" id="{ECF83DC4-1079-4DB8-B394-07F838E818E7}"/>
              </a:ext>
            </a:extLst>
          </p:cNvPr>
          <p:cNvSpPr>
            <a:spLocks xmlns:a="http://schemas.openxmlformats.org/drawingml/2006/main" noGrp="1"/>
          </p:cNvSpPr>
          <p:nvPr/>
        </p:nvSpPr>
        <p:spPr>
          <a:xfrm xmlns:a="http://schemas.openxmlformats.org/drawingml/2006/main">
            <a:off x="1352550" y="26479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Foreign keys</a:t>
            </a:r>
          </a:p>
        </p:txBody>
      </p:sp>
      <p:sp>
        <p:nvSpPr>
          <p:cNvPr id="10" name="">
            <a:extLst xmlns:a="http://schemas.openxmlformats.org/drawingml/2006/main">
              <a:ext uri="{FF2B5EF4-FFF2-40B4-BE49-F238E27FC236}">
                <a16:creationId xmlns:a16="http://schemas.microsoft.com/office/drawing/2014/main" id="{CB329C31-387B-42CD-81D3-280A06C20F94}"/>
              </a:ext>
            </a:extLst>
          </p:cNvPr>
          <p:cNvSpPr>
            <a:spLocks xmlns:a="http://schemas.openxmlformats.org/drawingml/2006/main" noGrp="1"/>
          </p:cNvSpPr>
          <p:nvPr/>
        </p:nvSpPr>
        <p:spPr>
          <a:xfrm xmlns:a="http://schemas.openxmlformats.org/drawingml/2006/main">
            <a:off x="3009900" y="261937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Reject broken relationships</a:t>
            </a:r>
          </a:p>
        </p:txBody>
      </p:sp>
      <p:sp>
        <p:nvSpPr>
          <p:cNvPr id="11" name="">
            <a:extLst xmlns:a="http://schemas.openxmlformats.org/drawingml/2006/main">
              <a:ext uri="{FF2B5EF4-FFF2-40B4-BE49-F238E27FC236}">
                <a16:creationId xmlns:a16="http://schemas.microsoft.com/office/drawing/2014/main" id="{A50F6BBC-0A9B-4044-82A7-0DDB7C89E80C}"/>
              </a:ext>
            </a:extLst>
          </p:cNvPr>
          <p:cNvSpPr>
            <a:spLocks xmlns:a="http://schemas.openxmlformats.org/drawingml/2006/main" noGrp="1"/>
          </p:cNvSpPr>
          <p:nvPr/>
        </p:nvSpPr>
        <p:spPr>
          <a:xfrm xmlns:a="http://schemas.openxmlformats.org/drawingml/2006/main">
            <a:off x="876300" y="32766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02</a:t>
            </a:r>
          </a:p>
        </p:txBody>
      </p:sp>
      <p:sp>
        <p:nvSpPr>
          <p:cNvPr id="12" name="">
            <a:extLst xmlns:a="http://schemas.openxmlformats.org/drawingml/2006/main">
              <a:ext uri="{FF2B5EF4-FFF2-40B4-BE49-F238E27FC236}">
                <a16:creationId xmlns:a16="http://schemas.microsoft.com/office/drawing/2014/main" id="{D54AAC47-9437-41C5-873E-75A143576D42}"/>
              </a:ext>
            </a:extLst>
          </p:cNvPr>
          <p:cNvSpPr>
            <a:spLocks xmlns:a="http://schemas.openxmlformats.org/drawingml/2006/main" noGrp="1"/>
          </p:cNvSpPr>
          <p:nvPr/>
        </p:nvSpPr>
        <p:spPr>
          <a:xfrm xmlns:a="http://schemas.openxmlformats.org/drawingml/2006/main">
            <a:off x="1352550" y="32385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108"/>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Unique constraints</a:t>
            </a:r>
          </a:p>
        </p:txBody>
      </p:sp>
      <p:sp>
        <p:nvSpPr>
          <p:cNvPr id="13" name="">
            <a:extLst xmlns:a="http://schemas.openxmlformats.org/drawingml/2006/main">
              <a:ext uri="{FF2B5EF4-FFF2-40B4-BE49-F238E27FC236}">
                <a16:creationId xmlns:a16="http://schemas.microsoft.com/office/drawing/2014/main" id="{BB0444F8-78A3-40CF-912D-F77BB6991F98}"/>
              </a:ext>
            </a:extLst>
          </p:cNvPr>
          <p:cNvSpPr>
            <a:spLocks xmlns:a="http://schemas.openxmlformats.org/drawingml/2006/main" noGrp="1"/>
          </p:cNvSpPr>
          <p:nvPr/>
        </p:nvSpPr>
        <p:spPr>
          <a:xfrm xmlns:a="http://schemas.openxmlformats.org/drawingml/2006/main">
            <a:off x="3009900" y="320992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3"/>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Block duplicate membership and work</a:t>
            </a:r>
          </a:p>
        </p:txBody>
      </p:sp>
      <p:sp>
        <p:nvSpPr>
          <p:cNvPr id="14" name="">
            <a:extLst xmlns:a="http://schemas.openxmlformats.org/drawingml/2006/main">
              <a:ext uri="{FF2B5EF4-FFF2-40B4-BE49-F238E27FC236}">
                <a16:creationId xmlns:a16="http://schemas.microsoft.com/office/drawing/2014/main" id="{47B5CF0B-CB72-45CF-B3E5-F5DCF0776D4F}"/>
              </a:ext>
            </a:extLst>
          </p:cNvPr>
          <p:cNvSpPr>
            <a:spLocks xmlns:a="http://schemas.openxmlformats.org/drawingml/2006/main" noGrp="1"/>
          </p:cNvSpPr>
          <p:nvPr/>
        </p:nvSpPr>
        <p:spPr>
          <a:xfrm xmlns:a="http://schemas.openxmlformats.org/drawingml/2006/main">
            <a:off x="876300" y="38671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03</a:t>
            </a:r>
          </a:p>
        </p:txBody>
      </p:sp>
      <p:sp>
        <p:nvSpPr>
          <p:cNvPr id="15" name="">
            <a:extLst xmlns:a="http://schemas.openxmlformats.org/drawingml/2006/main">
              <a:ext uri="{FF2B5EF4-FFF2-40B4-BE49-F238E27FC236}">
                <a16:creationId xmlns:a16="http://schemas.microsoft.com/office/drawing/2014/main" id="{49823937-F95C-4486-B7D2-8623F5762C04}"/>
              </a:ext>
            </a:extLst>
          </p:cNvPr>
          <p:cNvSpPr>
            <a:spLocks xmlns:a="http://schemas.openxmlformats.org/drawingml/2006/main" noGrp="1"/>
          </p:cNvSpPr>
          <p:nvPr/>
        </p:nvSpPr>
        <p:spPr>
          <a:xfrm xmlns:a="http://schemas.openxmlformats.org/drawingml/2006/main">
            <a:off x="1352550" y="38290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Transactions</a:t>
            </a:r>
          </a:p>
        </p:txBody>
      </p:sp>
      <p:sp>
        <p:nvSpPr>
          <p:cNvPr id="16" name="">
            <a:extLst xmlns:a="http://schemas.openxmlformats.org/drawingml/2006/main">
              <a:ext uri="{FF2B5EF4-FFF2-40B4-BE49-F238E27FC236}">
                <a16:creationId xmlns:a16="http://schemas.microsoft.com/office/drawing/2014/main" id="{74CA454E-1AA3-421A-8F03-3A6E0923FEFB}"/>
              </a:ext>
            </a:extLst>
          </p:cNvPr>
          <p:cNvSpPr>
            <a:spLocks xmlns:a="http://schemas.openxmlformats.org/drawingml/2006/main" noGrp="1"/>
          </p:cNvSpPr>
          <p:nvPr/>
        </p:nvSpPr>
        <p:spPr>
          <a:xfrm xmlns:a="http://schemas.openxmlformats.org/drawingml/2006/main">
            <a:off x="3009900" y="380047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25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Commit related changes together</a:t>
            </a:r>
          </a:p>
        </p:txBody>
      </p:sp>
      <p:sp>
        <p:nvSpPr>
          <p:cNvPr id="17" name="">
            <a:extLst xmlns:a="http://schemas.openxmlformats.org/drawingml/2006/main">
              <a:ext uri="{FF2B5EF4-FFF2-40B4-BE49-F238E27FC236}">
                <a16:creationId xmlns:a16="http://schemas.microsoft.com/office/drawing/2014/main" id="{BEB6C16D-2794-42F0-9FF4-F9FEC43B371C}"/>
              </a:ext>
            </a:extLst>
          </p:cNvPr>
          <p:cNvSpPr>
            <a:spLocks xmlns:a="http://schemas.openxmlformats.org/drawingml/2006/main" noGrp="1"/>
          </p:cNvSpPr>
          <p:nvPr/>
        </p:nvSpPr>
        <p:spPr>
          <a:xfrm xmlns:a="http://schemas.openxmlformats.org/drawingml/2006/main">
            <a:off x="876300" y="4457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04</a:t>
            </a:r>
          </a:p>
        </p:txBody>
      </p:sp>
      <p:sp>
        <p:nvSpPr>
          <p:cNvPr id="18" name="">
            <a:extLst xmlns:a="http://schemas.openxmlformats.org/drawingml/2006/main">
              <a:ext uri="{FF2B5EF4-FFF2-40B4-BE49-F238E27FC236}">
                <a16:creationId xmlns:a16="http://schemas.microsoft.com/office/drawing/2014/main" id="{A291A029-0334-4F7D-ABC3-01821A8EB6BC}"/>
              </a:ext>
            </a:extLst>
          </p:cNvPr>
          <p:cNvSpPr>
            <a:spLocks xmlns:a="http://schemas.openxmlformats.org/drawingml/2006/main" noGrp="1"/>
          </p:cNvSpPr>
          <p:nvPr/>
        </p:nvSpPr>
        <p:spPr>
          <a:xfrm xmlns:a="http://schemas.openxmlformats.org/drawingml/2006/main">
            <a:off x="1352550" y="44196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Alembic</a:t>
            </a:r>
          </a:p>
        </p:txBody>
      </p:sp>
      <p:sp>
        <p:nvSpPr>
          <p:cNvPr id="19" name="">
            <a:extLst xmlns:a="http://schemas.openxmlformats.org/drawingml/2006/main">
              <a:ext uri="{FF2B5EF4-FFF2-40B4-BE49-F238E27FC236}">
                <a16:creationId xmlns:a16="http://schemas.microsoft.com/office/drawing/2014/main" id="{0BE6547C-F3FB-4322-9CEE-258561B3951F}"/>
              </a:ext>
            </a:extLst>
          </p:cNvPr>
          <p:cNvSpPr>
            <a:spLocks xmlns:a="http://schemas.openxmlformats.org/drawingml/2006/main" noGrp="1"/>
          </p:cNvSpPr>
          <p:nvPr/>
        </p:nvSpPr>
        <p:spPr>
          <a:xfrm xmlns:a="http://schemas.openxmlformats.org/drawingml/2006/main">
            <a:off x="3009900" y="4391025"/>
            <a:ext cx="224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3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Apply schema changes in order</a:t>
            </a:r>
          </a:p>
        </p:txBody>
      </p:sp>
      <p:sp>
        <p:nvSpPr>
          <p:cNvPr id="20" name="">
            <a:extLst xmlns:a="http://schemas.openxmlformats.org/drawingml/2006/main">
              <a:ext uri="{FF2B5EF4-FFF2-40B4-BE49-F238E27FC236}">
                <a16:creationId xmlns:a16="http://schemas.microsoft.com/office/drawing/2014/main" id="{75DB65D1-E54D-4DE9-A601-75DA500DFCCC}"/>
              </a:ext>
            </a:extLst>
          </p:cNvPr>
          <p:cNvSpPr>
            <a:spLocks xmlns:a="http://schemas.openxmlformats.org/drawingml/2006/main" noGrp="1"/>
          </p:cNvSpPr>
          <p:nvPr/>
        </p:nvSpPr>
        <p:spPr>
          <a:xfrm xmlns:a="http://schemas.openxmlformats.org/drawingml/2006/main">
            <a:off x="6076950" y="1943100"/>
            <a:ext cx="5505450" cy="3390900"/>
          </a:xfrm>
          <a:prstGeom xmlns:a="http://schemas.openxmlformats.org/drawingml/2006/main" prst="roundRect">
            <a:avLst>
              <a:gd name="adj" fmla="val 337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27369462-397F-467A-93A4-EF74C952EF69}"/>
              </a:ext>
            </a:extLst>
          </p:cNvPr>
          <p:cNvSpPr>
            <a:spLocks xmlns:a="http://schemas.openxmlformats.org/drawingml/2006/main" noGrp="1"/>
          </p:cNvSpPr>
          <p:nvPr/>
        </p:nvSpPr>
        <p:spPr>
          <a:xfrm xmlns:a="http://schemas.openxmlformats.org/drawingml/2006/main">
            <a:off x="6343650" y="21526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Concurrency controls</a:t>
            </a:r>
          </a:p>
        </p:txBody>
      </p:sp>
      <p:sp>
        <p:nvSpPr>
          <p:cNvPr id="22" name="">
            <a:extLst xmlns:a="http://schemas.openxmlformats.org/drawingml/2006/main">
              <a:ext uri="{FF2B5EF4-FFF2-40B4-BE49-F238E27FC236}">
                <a16:creationId xmlns:a16="http://schemas.microsoft.com/office/drawing/2014/main" id="{36C8C631-6CAE-4307-94F2-44F69B1B6312}"/>
              </a:ext>
            </a:extLst>
          </p:cNvPr>
          <p:cNvSpPr>
            <a:spLocks xmlns:a="http://schemas.openxmlformats.org/drawingml/2006/main" noGrp="1"/>
          </p:cNvSpPr>
          <p:nvPr/>
        </p:nvSpPr>
        <p:spPr>
          <a:xfrm xmlns:a="http://schemas.openxmlformats.org/drawingml/2006/main">
            <a:off x="6343650" y="2686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01</a:t>
            </a:r>
          </a:p>
        </p:txBody>
      </p:sp>
      <p:sp>
        <p:nvSpPr>
          <p:cNvPr id="23" name="">
            <a:extLst xmlns:a="http://schemas.openxmlformats.org/drawingml/2006/main">
              <a:ext uri="{FF2B5EF4-FFF2-40B4-BE49-F238E27FC236}">
                <a16:creationId xmlns:a16="http://schemas.microsoft.com/office/drawing/2014/main" id="{CEA62721-6D4D-4B5D-9146-EA164E0992A7}"/>
              </a:ext>
            </a:extLst>
          </p:cNvPr>
          <p:cNvSpPr>
            <a:spLocks xmlns:a="http://schemas.openxmlformats.org/drawingml/2006/main" noGrp="1"/>
          </p:cNvSpPr>
          <p:nvPr/>
        </p:nvSpPr>
        <p:spPr>
          <a:xfrm xmlns:a="http://schemas.openxmlformats.org/drawingml/2006/main">
            <a:off x="6819900" y="26479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Row locking</a:t>
            </a:r>
          </a:p>
        </p:txBody>
      </p:sp>
      <p:sp>
        <p:nvSpPr>
          <p:cNvPr id="24" name="">
            <a:extLst xmlns:a="http://schemas.openxmlformats.org/drawingml/2006/main">
              <a:ext uri="{FF2B5EF4-FFF2-40B4-BE49-F238E27FC236}">
                <a16:creationId xmlns:a16="http://schemas.microsoft.com/office/drawing/2014/main" id="{67C57391-EC35-44F6-A4F4-7B8BE89B71FA}"/>
              </a:ext>
            </a:extLst>
          </p:cNvPr>
          <p:cNvSpPr>
            <a:spLocks xmlns:a="http://schemas.openxmlformats.org/drawingml/2006/main" noGrp="1"/>
          </p:cNvSpPr>
          <p:nvPr/>
        </p:nvSpPr>
        <p:spPr>
          <a:xfrm xmlns:a="http://schemas.openxmlformats.org/drawingml/2006/main">
            <a:off x="8401050" y="26193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49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SELECT FOR UPDATE protects transitions</a:t>
            </a:r>
          </a:p>
        </p:txBody>
      </p:sp>
      <p:sp>
        <p:nvSpPr>
          <p:cNvPr id="25" name="">
            <a:extLst xmlns:a="http://schemas.openxmlformats.org/drawingml/2006/main">
              <a:ext uri="{FF2B5EF4-FFF2-40B4-BE49-F238E27FC236}">
                <a16:creationId xmlns:a16="http://schemas.microsoft.com/office/drawing/2014/main" id="{E743596F-487A-41A5-A6A9-02D3E40411C5}"/>
              </a:ext>
            </a:extLst>
          </p:cNvPr>
          <p:cNvSpPr>
            <a:spLocks xmlns:a="http://schemas.openxmlformats.org/drawingml/2006/main" noGrp="1"/>
          </p:cNvSpPr>
          <p:nvPr/>
        </p:nvSpPr>
        <p:spPr>
          <a:xfrm xmlns:a="http://schemas.openxmlformats.org/drawingml/2006/main">
            <a:off x="6343650" y="32766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02</a:t>
            </a:r>
          </a:p>
        </p:txBody>
      </p:sp>
      <p:sp>
        <p:nvSpPr>
          <p:cNvPr id="26" name="">
            <a:extLst xmlns:a="http://schemas.openxmlformats.org/drawingml/2006/main">
              <a:ext uri="{FF2B5EF4-FFF2-40B4-BE49-F238E27FC236}">
                <a16:creationId xmlns:a16="http://schemas.microsoft.com/office/drawing/2014/main" id="{C6982F1D-B3D2-4A2E-9F76-333000F0040E}"/>
              </a:ext>
            </a:extLst>
          </p:cNvPr>
          <p:cNvSpPr>
            <a:spLocks xmlns:a="http://schemas.openxmlformats.org/drawingml/2006/main" noGrp="1"/>
          </p:cNvSpPr>
          <p:nvPr/>
        </p:nvSpPr>
        <p:spPr>
          <a:xfrm xmlns:a="http://schemas.openxmlformats.org/drawingml/2006/main">
            <a:off x="6819900" y="3238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Skip locked</a:t>
            </a:r>
          </a:p>
        </p:txBody>
      </p:sp>
      <p:sp>
        <p:nvSpPr>
          <p:cNvPr id="27" name="">
            <a:extLst xmlns:a="http://schemas.openxmlformats.org/drawingml/2006/main">
              <a:ext uri="{FF2B5EF4-FFF2-40B4-BE49-F238E27FC236}">
                <a16:creationId xmlns:a16="http://schemas.microsoft.com/office/drawing/2014/main" id="{02442206-5972-47C8-9995-88C39138E234}"/>
              </a:ext>
            </a:extLst>
          </p:cNvPr>
          <p:cNvSpPr>
            <a:spLocks xmlns:a="http://schemas.openxmlformats.org/drawingml/2006/main" noGrp="1"/>
          </p:cNvSpPr>
          <p:nvPr/>
        </p:nvSpPr>
        <p:spPr>
          <a:xfrm xmlns:a="http://schemas.openxmlformats.org/drawingml/2006/main">
            <a:off x="8401050" y="32099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Workers safely claim different rows</a:t>
            </a:r>
          </a:p>
        </p:txBody>
      </p:sp>
      <p:sp>
        <p:nvSpPr>
          <p:cNvPr id="28" name="">
            <a:extLst xmlns:a="http://schemas.openxmlformats.org/drawingml/2006/main">
              <a:ext uri="{FF2B5EF4-FFF2-40B4-BE49-F238E27FC236}">
                <a16:creationId xmlns:a16="http://schemas.microsoft.com/office/drawing/2014/main" id="{9A5F1F28-D611-4CB3-990A-F0D73A49AAAA}"/>
              </a:ext>
            </a:extLst>
          </p:cNvPr>
          <p:cNvSpPr>
            <a:spLocks xmlns:a="http://schemas.openxmlformats.org/drawingml/2006/main" noGrp="1"/>
          </p:cNvSpPr>
          <p:nvPr/>
        </p:nvSpPr>
        <p:spPr>
          <a:xfrm xmlns:a="http://schemas.openxmlformats.org/drawingml/2006/main">
            <a:off x="6343650" y="38671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03</a:t>
            </a:r>
          </a:p>
        </p:txBody>
      </p:sp>
      <p:sp>
        <p:nvSpPr>
          <p:cNvPr id="29" name="">
            <a:extLst xmlns:a="http://schemas.openxmlformats.org/drawingml/2006/main">
              <a:ext uri="{FF2B5EF4-FFF2-40B4-BE49-F238E27FC236}">
                <a16:creationId xmlns:a16="http://schemas.microsoft.com/office/drawing/2014/main" id="{5B932443-0917-4E13-9E73-F3C5C77D75E2}"/>
              </a:ext>
            </a:extLst>
          </p:cNvPr>
          <p:cNvSpPr>
            <a:spLocks xmlns:a="http://schemas.openxmlformats.org/drawingml/2006/main" noGrp="1"/>
          </p:cNvSpPr>
          <p:nvPr/>
        </p:nvSpPr>
        <p:spPr>
          <a:xfrm xmlns:a="http://schemas.openxmlformats.org/drawingml/2006/main">
            <a:off x="6819900" y="3829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Version checks</a:t>
            </a:r>
          </a:p>
        </p:txBody>
      </p:sp>
      <p:sp>
        <p:nvSpPr>
          <p:cNvPr id="30" name="">
            <a:extLst xmlns:a="http://schemas.openxmlformats.org/drawingml/2006/main">
              <a:ext uri="{FF2B5EF4-FFF2-40B4-BE49-F238E27FC236}">
                <a16:creationId xmlns:a16="http://schemas.microsoft.com/office/drawing/2014/main" id="{5A32025C-7A1D-444A-A66D-67939FD8E834}"/>
              </a:ext>
            </a:extLst>
          </p:cNvPr>
          <p:cNvSpPr>
            <a:spLocks xmlns:a="http://schemas.openxmlformats.org/drawingml/2006/main" noGrp="1"/>
          </p:cNvSpPr>
          <p:nvPr/>
        </p:nvSpPr>
        <p:spPr>
          <a:xfrm xmlns:a="http://schemas.openxmlformats.org/drawingml/2006/main">
            <a:off x="8401050" y="380047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Reject updates based on stale state</a:t>
            </a:r>
          </a:p>
        </p:txBody>
      </p:sp>
      <p:sp>
        <p:nvSpPr>
          <p:cNvPr id="31" name="">
            <a:extLst xmlns:a="http://schemas.openxmlformats.org/drawingml/2006/main">
              <a:ext uri="{FF2B5EF4-FFF2-40B4-BE49-F238E27FC236}">
                <a16:creationId xmlns:a16="http://schemas.microsoft.com/office/drawing/2014/main" id="{95825E79-5AE9-4D55-BB5C-BCBF436F3A90}"/>
              </a:ext>
            </a:extLst>
          </p:cNvPr>
          <p:cNvSpPr>
            <a:spLocks xmlns:a="http://schemas.openxmlformats.org/drawingml/2006/main" noGrp="1"/>
          </p:cNvSpPr>
          <p:nvPr/>
        </p:nvSpPr>
        <p:spPr>
          <a:xfrm xmlns:a="http://schemas.openxmlformats.org/drawingml/2006/main">
            <a:off x="6343650" y="4457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04</a:t>
            </a:r>
          </a:p>
        </p:txBody>
      </p:sp>
      <p:sp>
        <p:nvSpPr>
          <p:cNvPr id="32" name="">
            <a:extLst xmlns:a="http://schemas.openxmlformats.org/drawingml/2006/main">
              <a:ext uri="{FF2B5EF4-FFF2-40B4-BE49-F238E27FC236}">
                <a16:creationId xmlns:a16="http://schemas.microsoft.com/office/drawing/2014/main" id="{F5A337CF-205C-4323-ACE7-DB5795D7C34B}"/>
              </a:ext>
            </a:extLst>
          </p:cNvPr>
          <p:cNvSpPr>
            <a:spLocks xmlns:a="http://schemas.openxmlformats.org/drawingml/2006/main" noGrp="1"/>
          </p:cNvSpPr>
          <p:nvPr/>
        </p:nvSpPr>
        <p:spPr>
          <a:xfrm xmlns:a="http://schemas.openxmlformats.org/drawingml/2006/main">
            <a:off x="6819900" y="44196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Idempotency</a:t>
            </a:r>
          </a:p>
        </p:txBody>
      </p:sp>
      <p:sp>
        <p:nvSpPr>
          <p:cNvPr id="33" name="">
            <a:extLst xmlns:a="http://schemas.openxmlformats.org/drawingml/2006/main">
              <a:ext uri="{FF2B5EF4-FFF2-40B4-BE49-F238E27FC236}">
                <a16:creationId xmlns:a16="http://schemas.microsoft.com/office/drawing/2014/main" id="{4753184E-372D-4C00-A97F-4BB2C04E8AAB}"/>
              </a:ext>
            </a:extLst>
          </p:cNvPr>
          <p:cNvSpPr>
            <a:spLocks xmlns:a="http://schemas.openxmlformats.org/drawingml/2006/main" noGrp="1"/>
          </p:cNvSpPr>
          <p:nvPr/>
        </p:nvSpPr>
        <p:spPr>
          <a:xfrm xmlns:a="http://schemas.openxmlformats.org/drawingml/2006/main">
            <a:off x="8401050" y="4391025"/>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Repeated delivery produces one effect</a:t>
            </a:r>
          </a:p>
        </p:txBody>
      </p:sp>
      <p:sp>
        <p:nvSpPr>
          <p:cNvPr id="34" name="">
            <a:extLst xmlns:a="http://schemas.openxmlformats.org/drawingml/2006/main">
              <a:ext uri="{FF2B5EF4-FFF2-40B4-BE49-F238E27FC236}">
                <a16:creationId xmlns:a16="http://schemas.microsoft.com/office/drawing/2014/main" id="{2A40BCB0-7637-44EE-903E-4E7C3358938A}"/>
              </a:ext>
            </a:extLst>
          </p:cNvPr>
          <p:cNvSpPr>
            <a:spLocks xmlns:a="http://schemas.openxmlformats.org/drawingml/2006/main" noGrp="1"/>
          </p:cNvSpPr>
          <p:nvPr/>
        </p:nvSpPr>
        <p:spPr>
          <a:xfrm xmlns:a="http://schemas.openxmlformats.org/drawingml/2006/main">
            <a:off x="609600" y="5581650"/>
            <a:ext cx="10972800" cy="476250"/>
          </a:xfrm>
          <a:prstGeom xmlns:a="http://schemas.openxmlformats.org/drawingml/2006/main" prst="roundRect">
            <a:avLst>
              <a:gd name="adj" fmla="val 24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C026F86F-8820-4210-894D-CE77CC89E262}"/>
              </a:ext>
            </a:extLst>
          </p:cNvPr>
          <p:cNvSpPr>
            <a:spLocks xmlns:a="http://schemas.openxmlformats.org/drawingml/2006/main" noGrp="1"/>
          </p:cNvSpPr>
          <p:nvPr/>
        </p:nvSpPr>
        <p:spPr>
          <a:xfrm xmlns:a="http://schemas.openxmlformats.org/drawingml/2006/main">
            <a:off x="800100" y="56388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9B651B"/>
                </a:solidFill>
                <a:latin typeface="Noto Sans"/>
                <a:ea typeface="Noto Sans"/>
                <a:cs typeface="Noto Sans"/>
              </a:defRPr>
            </a:defPPr>
            <a:lvl1pPr algn="l">
              <a:defRPr sz="1275" b="0">
                <a:solidFill>
                  <a:srgbClr val="9B651B"/>
                </a:solidFill>
                <a:latin typeface="Noto Sans"/>
                <a:ea typeface="Noto Sans"/>
                <a:cs typeface="Noto Sans"/>
              </a:defRPr>
            </a:lvl1pPr>
            <a:lvl2pPr algn="l">
              <a:defRPr sz="1275" b="0">
                <a:solidFill>
                  <a:srgbClr val="9B651B"/>
                </a:solidFill>
                <a:latin typeface="Noto Sans"/>
                <a:ea typeface="Noto Sans"/>
                <a:cs typeface="Noto Sans"/>
              </a:defRPr>
            </a:lvl2pPr>
            <a:lvl3pPr algn="l">
              <a:defRPr sz="1275" b="0">
                <a:solidFill>
                  <a:srgbClr val="9B651B"/>
                </a:solidFill>
                <a:latin typeface="Noto Sans"/>
                <a:ea typeface="Noto Sans"/>
                <a:cs typeface="Noto Sans"/>
              </a:defRPr>
            </a:lvl3pPr>
            <a:lvl4pPr algn="l">
              <a:defRPr sz="1275" b="0">
                <a:solidFill>
                  <a:srgbClr val="9B651B"/>
                </a:solidFill>
                <a:latin typeface="Noto Sans"/>
                <a:ea typeface="Noto Sans"/>
                <a:cs typeface="Noto Sans"/>
              </a:defRPr>
            </a:lvl4pPr>
            <a:lvl5pPr algn="l">
              <a:defRPr sz="1275" b="0">
                <a:solidFill>
                  <a:srgbClr val="9B651B"/>
                </a:solidFill>
                <a:latin typeface="Noto Sans"/>
                <a:ea typeface="Noto Sans"/>
                <a:cs typeface="Noto Sans"/>
              </a:defRPr>
            </a:lvl5pPr>
            <a:lvl6pPr algn="l">
              <a:defRPr sz="1275" b="0">
                <a:solidFill>
                  <a:srgbClr val="9B651B"/>
                </a:solidFill>
                <a:latin typeface="Noto Sans"/>
                <a:ea typeface="Noto Sans"/>
                <a:cs typeface="Noto Sans"/>
              </a:defRPr>
            </a:lvl6pPr>
            <a:lvl7pPr algn="l">
              <a:defRPr sz="1275" b="0">
                <a:solidFill>
                  <a:srgbClr val="9B651B"/>
                </a:solidFill>
                <a:latin typeface="Noto Sans"/>
                <a:ea typeface="Noto Sans"/>
                <a:cs typeface="Noto Sans"/>
              </a:defRPr>
            </a:lvl7pPr>
            <a:lvl8pPr algn="l">
              <a:defRPr sz="1275" b="0">
                <a:solidFill>
                  <a:srgbClr val="9B651B"/>
                </a:solidFill>
                <a:latin typeface="Noto Sans"/>
                <a:ea typeface="Noto Sans"/>
                <a:cs typeface="Noto Sans"/>
              </a:defRPr>
            </a:lvl8pPr>
            <a:lvl9pPr algn="l">
              <a:defRPr sz="1275" b="0">
                <a:solidFill>
                  <a:srgbClr val="9B651B"/>
                </a:solidFill>
                <a:latin typeface="Noto Sans"/>
                <a:ea typeface="Noto Sans"/>
                <a:cs typeface="Noto Sans"/>
              </a:defRPr>
            </a:lvl9pPr>
          </a:lstStyle>
          <a:p xmlns:a="http://schemas.openxmlformats.org/drawingml/2006/main">
            <a:pPr algn="l">
              <a:defRPr sz="1275" b="0">
                <a:solidFill>
                  <a:srgbClr val="9B651B"/>
                </a:solidFill>
                <a:latin typeface="Noto Sans"/>
                <a:ea typeface="Noto Sans"/>
                <a:cs typeface="Noto Sans"/>
              </a:defRPr>
            </a:pPr>
            <a:r>
              <a:rPr sz="1275" b="0">
                <a:solidFill>
                  <a:srgbClr val="9B651B"/>
                </a:solidFill>
                <a:latin typeface="Noto Sans"/>
                <a:ea typeface="Noto Sans"/>
                <a:cs typeface="Noto Sans"/>
              </a:rPr>
              <a:t>Example: lock the application, validate its current stage, write the transition and notification work, then commit once.</a:t>
            </a:r>
          </a:p>
        </p:txBody>
      </p:sp>
      <p:sp>
        <p:nvSpPr>
          <p:cNvPr id="36" name="">
            <a:extLst xmlns:a="http://schemas.openxmlformats.org/drawingml/2006/main">
              <a:ext uri="{FF2B5EF4-FFF2-40B4-BE49-F238E27FC236}">
                <a16:creationId xmlns:a16="http://schemas.microsoft.com/office/drawing/2014/main" id="{3281AEA1-E40F-4233-9E36-54F09CE6B09A}"/>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977256378"/>
      </p:ext>
    </p:extLst>
  </p:cSld>
</p:sld>
</file>

<file path=ppt/slides/slide10.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05E1B2D5-A0AA-46D3-B9F5-DF0DE7A96865}"/>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IDENTITY</a:t>
            </a:r>
          </a:p>
        </p:txBody>
      </p:sp>
      <p:sp>
        <p:nvSpPr>
          <p:cNvPr id="2" name="">
            <a:extLst xmlns:a="http://schemas.openxmlformats.org/drawingml/2006/main">
              <a:ext uri="{FF2B5EF4-FFF2-40B4-BE49-F238E27FC236}">
                <a16:creationId xmlns:a16="http://schemas.microsoft.com/office/drawing/2014/main" id="{BE1F06C3-7928-4948-AE08-FD84F0A6D765}"/>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Authentication and session security</a:t>
            </a:r>
          </a:p>
        </p:txBody>
      </p:sp>
      <p:sp>
        <p:nvSpPr>
          <p:cNvPr id="3" name="">
            <a:extLst xmlns:a="http://schemas.openxmlformats.org/drawingml/2006/main">
              <a:ext uri="{FF2B5EF4-FFF2-40B4-BE49-F238E27FC236}">
                <a16:creationId xmlns:a16="http://schemas.microsoft.com/office/drawing/2014/main" id="{8F2E3A2A-248E-46C2-A124-406364EA582A}"/>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10</a:t>
            </a:r>
          </a:p>
        </p:txBody>
      </p:sp>
      <p:sp>
        <p:nvSpPr>
          <p:cNvPr id="4" name="">
            <a:extLst xmlns:a="http://schemas.openxmlformats.org/drawingml/2006/main">
              <a:ext uri="{FF2B5EF4-FFF2-40B4-BE49-F238E27FC236}">
                <a16:creationId xmlns:a16="http://schemas.microsoft.com/office/drawing/2014/main" id="{BCE9C571-284D-4E61-9FC3-A673D57126AA}"/>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167B2F7-8E7C-42ED-8B03-7B73D63EB621}"/>
              </a:ext>
            </a:extLst>
          </p:cNvPr>
          <p:cNvSpPr>
            <a:spLocks xmlns:a="http://schemas.openxmlformats.org/drawingml/2006/main" noGrp="1"/>
          </p:cNvSpPr>
          <p:nvPr/>
        </p:nvSpPr>
        <p:spPr>
          <a:xfrm xmlns:a="http://schemas.openxmlformats.org/drawingml/2006/main">
            <a:off x="609600" y="13716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 token identifies a session. Current database state decides whether that session still has authority.</a:t>
            </a:r>
          </a:p>
        </p:txBody>
      </p:sp>
      <p:sp>
        <p:nvSpPr>
          <p:cNvPr id="6" name="">
            <a:extLst xmlns:a="http://schemas.openxmlformats.org/drawingml/2006/main">
              <a:ext uri="{FF2B5EF4-FFF2-40B4-BE49-F238E27FC236}">
                <a16:creationId xmlns:a16="http://schemas.microsoft.com/office/drawing/2014/main" id="{3B106098-0343-4C88-AB66-153A041E6142}"/>
              </a:ext>
            </a:extLst>
          </p:cNvPr>
          <p:cNvSpPr>
            <a:spLocks xmlns:a="http://schemas.openxmlformats.org/drawingml/2006/main" noGrp="1"/>
          </p:cNvSpPr>
          <p:nvPr/>
        </p:nvSpPr>
        <p:spPr>
          <a:xfrm xmlns:a="http://schemas.openxmlformats.org/drawingml/2006/main">
            <a:off x="60960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C0D59A9A-DFF8-4F71-83BF-3F36B4D558CF}"/>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ellipse">
            <a:avLst/>
          </a:prstGeom>
          <a:solidFill xmlns:a="http://schemas.openxmlformats.org/drawingml/2006/main">
            <a:srgbClr val="194D38"/>
          </a:solidFill>
          <a:ln xmlns:a="http://schemas.openxmlformats.org/drawingml/2006/main" w="11430">
            <a:solidFill>
              <a:srgbClr val="194D38"/>
            </a:solidFill>
            <a:prstDash val="solid"/>
          </a:ln>
        </p:spPr>
      </p:sp>
      <p:sp>
        <p:nvSpPr>
          <p:cNvPr id="8" name="">
            <a:extLst xmlns:a="http://schemas.openxmlformats.org/drawingml/2006/main">
              <a:ext uri="{FF2B5EF4-FFF2-40B4-BE49-F238E27FC236}">
                <a16:creationId xmlns:a16="http://schemas.microsoft.com/office/drawing/2014/main" id="{8F14A6BA-B470-4124-9000-E2622A2C668F}"/>
              </a:ext>
            </a:extLst>
          </p:cNvPr>
          <p:cNvSpPr>
            <a:spLocks xmlns:a="http://schemas.openxmlformats.org/drawingml/2006/main" noGrp="1"/>
          </p:cNvSpPr>
          <p:nvPr/>
        </p:nvSpPr>
        <p:spPr>
          <a:xfrm xmlns:a="http://schemas.openxmlformats.org/drawingml/2006/main">
            <a:off x="7620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9" name="">
            <a:extLst xmlns:a="http://schemas.openxmlformats.org/drawingml/2006/main">
              <a:ext uri="{FF2B5EF4-FFF2-40B4-BE49-F238E27FC236}">
                <a16:creationId xmlns:a16="http://schemas.microsoft.com/office/drawing/2014/main" id="{BF064A16-69E6-4B9E-B273-07A5805D7507}"/>
              </a:ext>
            </a:extLst>
          </p:cNvPr>
          <p:cNvSpPr>
            <a:spLocks xmlns:a="http://schemas.openxmlformats.org/drawingml/2006/main" noGrp="1"/>
          </p:cNvSpPr>
          <p:nvPr/>
        </p:nvSpPr>
        <p:spPr>
          <a:xfrm xmlns:a="http://schemas.openxmlformats.org/drawingml/2006/main">
            <a:off x="13335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Register</a:t>
            </a:r>
          </a:p>
        </p:txBody>
      </p:sp>
      <p:sp>
        <p:nvSpPr>
          <p:cNvPr id="10" name="">
            <a:extLst xmlns:a="http://schemas.openxmlformats.org/drawingml/2006/main">
              <a:ext uri="{FF2B5EF4-FFF2-40B4-BE49-F238E27FC236}">
                <a16:creationId xmlns:a16="http://schemas.microsoft.com/office/drawing/2014/main" id="{0FFCE5F4-D281-4413-8514-1CD96C1A6BBB}"/>
              </a:ext>
            </a:extLst>
          </p:cNvPr>
          <p:cNvSpPr>
            <a:spLocks xmlns:a="http://schemas.openxmlformats.org/drawingml/2006/main" noGrp="1"/>
          </p:cNvSpPr>
          <p:nvPr/>
        </p:nvSpPr>
        <p:spPr>
          <a:xfrm xmlns:a="http://schemas.openxmlformats.org/drawingml/2006/main">
            <a:off x="13335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Candidate submits validated account data</a:t>
            </a:r>
          </a:p>
        </p:txBody>
      </p:sp>
      <p:sp>
        <p:nvSpPr>
          <p:cNvPr id="11" name="">
            <a:extLst xmlns:a="http://schemas.openxmlformats.org/drawingml/2006/main">
              <a:ext uri="{FF2B5EF4-FFF2-40B4-BE49-F238E27FC236}">
                <a16:creationId xmlns:a16="http://schemas.microsoft.com/office/drawing/2014/main" id="{A99F7C69-89C0-4C1B-8785-C2D51174DFFC}"/>
              </a:ext>
            </a:extLst>
          </p:cNvPr>
          <p:cNvSpPr>
            <a:spLocks xmlns:a="http://schemas.openxmlformats.org/drawingml/2006/main" noGrp="1"/>
          </p:cNvSpPr>
          <p:nvPr/>
        </p:nvSpPr>
        <p:spPr>
          <a:xfrm xmlns:a="http://schemas.openxmlformats.org/drawingml/2006/main">
            <a:off x="443865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2651639C-8252-4D5D-B39E-BB3FD4CF469F}"/>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ellipse">
            <a:avLst/>
          </a:prstGeom>
          <a:solidFill xmlns:a="http://schemas.openxmlformats.org/drawingml/2006/main">
            <a:srgbClr val="356456"/>
          </a:solidFill>
          <a:ln xmlns:a="http://schemas.openxmlformats.org/drawingml/2006/main" w="11430">
            <a:solidFill>
              <a:srgbClr val="356456"/>
            </a:solidFill>
            <a:prstDash val="solid"/>
          </a:ln>
        </p:spPr>
      </p:sp>
      <p:sp>
        <p:nvSpPr>
          <p:cNvPr id="13" name="">
            <a:extLst xmlns:a="http://schemas.openxmlformats.org/drawingml/2006/main">
              <a:ext uri="{FF2B5EF4-FFF2-40B4-BE49-F238E27FC236}">
                <a16:creationId xmlns:a16="http://schemas.microsoft.com/office/drawing/2014/main" id="{A3D89C34-EAF6-40AE-9432-F16D7AA85DEE}"/>
              </a:ext>
            </a:extLst>
          </p:cNvPr>
          <p:cNvSpPr>
            <a:spLocks xmlns:a="http://schemas.openxmlformats.org/drawingml/2006/main" noGrp="1"/>
          </p:cNvSpPr>
          <p:nvPr/>
        </p:nvSpPr>
        <p:spPr>
          <a:xfrm xmlns:a="http://schemas.openxmlformats.org/drawingml/2006/main">
            <a:off x="459105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86FE0D6D-74BB-427D-9C35-D9EFFEB111A8}"/>
              </a:ext>
            </a:extLst>
          </p:cNvPr>
          <p:cNvSpPr>
            <a:spLocks xmlns:a="http://schemas.openxmlformats.org/drawingml/2006/main" noGrp="1"/>
          </p:cNvSpPr>
          <p:nvPr/>
        </p:nvSpPr>
        <p:spPr>
          <a:xfrm xmlns:a="http://schemas.openxmlformats.org/drawingml/2006/main">
            <a:off x="516255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Verify email</a:t>
            </a:r>
          </a:p>
        </p:txBody>
      </p:sp>
      <p:sp>
        <p:nvSpPr>
          <p:cNvPr id="15" name="">
            <a:extLst xmlns:a="http://schemas.openxmlformats.org/drawingml/2006/main">
              <a:ext uri="{FF2B5EF4-FFF2-40B4-BE49-F238E27FC236}">
                <a16:creationId xmlns:a16="http://schemas.microsoft.com/office/drawing/2014/main" id="{411E9CFD-40E8-4D21-A896-50F07A275F7A}"/>
              </a:ext>
            </a:extLst>
          </p:cNvPr>
          <p:cNvSpPr>
            <a:spLocks xmlns:a="http://schemas.openxmlformats.org/drawingml/2006/main" noGrp="1"/>
          </p:cNvSpPr>
          <p:nvPr/>
        </p:nvSpPr>
        <p:spPr>
          <a:xfrm xmlns:a="http://schemas.openxmlformats.org/drawingml/2006/main">
            <a:off x="516255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OTP proves control of the address</a:t>
            </a:r>
          </a:p>
        </p:txBody>
      </p:sp>
      <p:sp>
        <p:nvSpPr>
          <p:cNvPr id="16" name="">
            <a:extLst xmlns:a="http://schemas.openxmlformats.org/drawingml/2006/main">
              <a:ext uri="{FF2B5EF4-FFF2-40B4-BE49-F238E27FC236}">
                <a16:creationId xmlns:a16="http://schemas.microsoft.com/office/drawing/2014/main" id="{2E3AAC76-DCFD-42A3-80D8-99E1643E90C1}"/>
              </a:ext>
            </a:extLst>
          </p:cNvPr>
          <p:cNvSpPr>
            <a:spLocks xmlns:a="http://schemas.openxmlformats.org/drawingml/2006/main" noGrp="1"/>
          </p:cNvSpPr>
          <p:nvPr/>
        </p:nvSpPr>
        <p:spPr>
          <a:xfrm xmlns:a="http://schemas.openxmlformats.org/drawingml/2006/main">
            <a:off x="8267700" y="205740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85B0BBBC-FC79-4F13-91C8-4E71B231E04F}"/>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ellipse">
            <a:avLst/>
          </a:prstGeom>
          <a:solidFill xmlns:a="http://schemas.openxmlformats.org/drawingml/2006/main">
            <a:srgbClr val="A25C38"/>
          </a:solidFill>
          <a:ln xmlns:a="http://schemas.openxmlformats.org/drawingml/2006/main" w="11430">
            <a:solidFill>
              <a:srgbClr val="A25C38"/>
            </a:solidFill>
            <a:prstDash val="solid"/>
          </a:ln>
        </p:spPr>
      </p:sp>
      <p:sp>
        <p:nvSpPr>
          <p:cNvPr id="18" name="">
            <a:extLst xmlns:a="http://schemas.openxmlformats.org/drawingml/2006/main">
              <a:ext uri="{FF2B5EF4-FFF2-40B4-BE49-F238E27FC236}">
                <a16:creationId xmlns:a16="http://schemas.microsoft.com/office/drawing/2014/main" id="{E4E7926E-2FAE-461F-8A68-B626EC134549}"/>
              </a:ext>
            </a:extLst>
          </p:cNvPr>
          <p:cNvSpPr>
            <a:spLocks xmlns:a="http://schemas.openxmlformats.org/drawingml/2006/main" noGrp="1"/>
          </p:cNvSpPr>
          <p:nvPr/>
        </p:nvSpPr>
        <p:spPr>
          <a:xfrm xmlns:a="http://schemas.openxmlformats.org/drawingml/2006/main">
            <a:off x="8420100" y="22288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5370A2DB-39A2-400A-BF83-D967980A3B87}"/>
              </a:ext>
            </a:extLst>
          </p:cNvPr>
          <p:cNvSpPr>
            <a:spLocks xmlns:a="http://schemas.openxmlformats.org/drawingml/2006/main" noGrp="1"/>
          </p:cNvSpPr>
          <p:nvPr/>
        </p:nvSpPr>
        <p:spPr>
          <a:xfrm xmlns:a="http://schemas.openxmlformats.org/drawingml/2006/main">
            <a:off x="8991600" y="217170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Sign in</a:t>
            </a:r>
          </a:p>
        </p:txBody>
      </p:sp>
      <p:sp>
        <p:nvSpPr>
          <p:cNvPr id="20" name="">
            <a:extLst xmlns:a="http://schemas.openxmlformats.org/drawingml/2006/main">
              <a:ext uri="{FF2B5EF4-FFF2-40B4-BE49-F238E27FC236}">
                <a16:creationId xmlns:a16="http://schemas.microsoft.com/office/drawing/2014/main" id="{B74AF506-1FF9-4915-B6AF-561D450B6F81}"/>
              </a:ext>
            </a:extLst>
          </p:cNvPr>
          <p:cNvSpPr>
            <a:spLocks xmlns:a="http://schemas.openxmlformats.org/drawingml/2006/main" noGrp="1"/>
          </p:cNvSpPr>
          <p:nvPr/>
        </p:nvSpPr>
        <p:spPr>
          <a:xfrm xmlns:a="http://schemas.openxmlformats.org/drawingml/2006/main">
            <a:off x="8991600" y="247650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bcrypt verifies the password</a:t>
            </a:r>
          </a:p>
        </p:txBody>
      </p:sp>
      <p:sp>
        <p:nvSpPr>
          <p:cNvPr id="21" name="">
            <a:extLst xmlns:a="http://schemas.openxmlformats.org/drawingml/2006/main">
              <a:ext uri="{FF2B5EF4-FFF2-40B4-BE49-F238E27FC236}">
                <a16:creationId xmlns:a16="http://schemas.microsoft.com/office/drawing/2014/main" id="{0EAC6ACA-4415-4831-9BE8-90567659335B}"/>
              </a:ext>
            </a:extLst>
          </p:cNvPr>
          <p:cNvSpPr>
            <a:spLocks xmlns:a="http://schemas.openxmlformats.org/drawingml/2006/main" noGrp="1"/>
          </p:cNvSpPr>
          <p:nvPr/>
        </p:nvSpPr>
        <p:spPr>
          <a:xfrm xmlns:a="http://schemas.openxmlformats.org/drawingml/2006/main">
            <a:off x="60960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E2EB570B-0E34-4E9D-8D33-5DCB598F9353}"/>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ellipse">
            <a:avLst/>
          </a:prstGeom>
          <a:solidFill xmlns:a="http://schemas.openxmlformats.org/drawingml/2006/main">
            <a:srgbClr val="28734D"/>
          </a:solidFill>
          <a:ln xmlns:a="http://schemas.openxmlformats.org/drawingml/2006/main" w="11430">
            <a:solidFill>
              <a:srgbClr val="28734D"/>
            </a:solidFill>
            <a:prstDash val="solid"/>
          </a:ln>
        </p:spPr>
      </p:sp>
      <p:sp>
        <p:nvSpPr>
          <p:cNvPr id="23" name="">
            <a:extLst xmlns:a="http://schemas.openxmlformats.org/drawingml/2006/main">
              <a:ext uri="{FF2B5EF4-FFF2-40B4-BE49-F238E27FC236}">
                <a16:creationId xmlns:a16="http://schemas.microsoft.com/office/drawing/2014/main" id="{A8F4A795-2BA4-4BB7-A2C0-085804FEC72D}"/>
              </a:ext>
            </a:extLst>
          </p:cNvPr>
          <p:cNvSpPr>
            <a:spLocks xmlns:a="http://schemas.openxmlformats.org/drawingml/2006/main" noGrp="1"/>
          </p:cNvSpPr>
          <p:nvPr/>
        </p:nvSpPr>
        <p:spPr>
          <a:xfrm xmlns:a="http://schemas.openxmlformats.org/drawingml/2006/main">
            <a:off x="7620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4</a:t>
            </a:r>
          </a:p>
        </p:txBody>
      </p:sp>
      <p:sp>
        <p:nvSpPr>
          <p:cNvPr id="24" name="">
            <a:extLst xmlns:a="http://schemas.openxmlformats.org/drawingml/2006/main">
              <a:ext uri="{FF2B5EF4-FFF2-40B4-BE49-F238E27FC236}">
                <a16:creationId xmlns:a16="http://schemas.microsoft.com/office/drawing/2014/main" id="{5DFA67C8-1B76-4364-AB9E-D664EC941C98}"/>
              </a:ext>
            </a:extLst>
          </p:cNvPr>
          <p:cNvSpPr>
            <a:spLocks xmlns:a="http://schemas.openxmlformats.org/drawingml/2006/main" noGrp="1"/>
          </p:cNvSpPr>
          <p:nvPr/>
        </p:nvSpPr>
        <p:spPr>
          <a:xfrm xmlns:a="http://schemas.openxmlformats.org/drawingml/2006/main">
            <a:off x="13335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Issue session</a:t>
            </a:r>
          </a:p>
        </p:txBody>
      </p:sp>
      <p:sp>
        <p:nvSpPr>
          <p:cNvPr id="25" name="">
            <a:extLst xmlns:a="http://schemas.openxmlformats.org/drawingml/2006/main">
              <a:ext uri="{FF2B5EF4-FFF2-40B4-BE49-F238E27FC236}">
                <a16:creationId xmlns:a16="http://schemas.microsoft.com/office/drawing/2014/main" id="{D36DE7D7-127D-4A0F-93AF-E5F7DAEF9422}"/>
              </a:ext>
            </a:extLst>
          </p:cNvPr>
          <p:cNvSpPr>
            <a:spLocks xmlns:a="http://schemas.openxmlformats.org/drawingml/2006/main" noGrp="1"/>
          </p:cNvSpPr>
          <p:nvPr/>
        </p:nvSpPr>
        <p:spPr>
          <a:xfrm xmlns:a="http://schemas.openxmlformats.org/drawingml/2006/main">
            <a:off x="13335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JWT and secure cookie state</a:t>
            </a:r>
          </a:p>
        </p:txBody>
      </p:sp>
      <p:sp>
        <p:nvSpPr>
          <p:cNvPr id="26" name="">
            <a:extLst xmlns:a="http://schemas.openxmlformats.org/drawingml/2006/main">
              <a:ext uri="{FF2B5EF4-FFF2-40B4-BE49-F238E27FC236}">
                <a16:creationId xmlns:a16="http://schemas.microsoft.com/office/drawing/2014/main" id="{2489AA20-4064-456B-9F9D-448B6A6D4670}"/>
              </a:ext>
            </a:extLst>
          </p:cNvPr>
          <p:cNvSpPr>
            <a:spLocks xmlns:a="http://schemas.openxmlformats.org/drawingml/2006/main" noGrp="1"/>
          </p:cNvSpPr>
          <p:nvPr/>
        </p:nvSpPr>
        <p:spPr>
          <a:xfrm xmlns:a="http://schemas.openxmlformats.org/drawingml/2006/main">
            <a:off x="443865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CC539D7A-5B02-4D20-BBC7-31E8B3F6A693}"/>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ellipse">
            <a:avLst/>
          </a:prstGeom>
          <a:solidFill xmlns:a="http://schemas.openxmlformats.org/drawingml/2006/main">
            <a:srgbClr val="9B651B"/>
          </a:solidFill>
          <a:ln xmlns:a="http://schemas.openxmlformats.org/drawingml/2006/main" w="11430">
            <a:solidFill>
              <a:srgbClr val="9B651B"/>
            </a:solidFill>
            <a:prstDash val="solid"/>
          </a:ln>
        </p:spPr>
      </p:sp>
      <p:sp>
        <p:nvSpPr>
          <p:cNvPr id="28" name="">
            <a:extLst xmlns:a="http://schemas.openxmlformats.org/drawingml/2006/main">
              <a:ext uri="{FF2B5EF4-FFF2-40B4-BE49-F238E27FC236}">
                <a16:creationId xmlns:a16="http://schemas.microsoft.com/office/drawing/2014/main" id="{85B36B50-4783-4EEA-A25B-A18AC9F7B2DE}"/>
              </a:ext>
            </a:extLst>
          </p:cNvPr>
          <p:cNvSpPr>
            <a:spLocks xmlns:a="http://schemas.openxmlformats.org/drawingml/2006/main" noGrp="1"/>
          </p:cNvSpPr>
          <p:nvPr/>
        </p:nvSpPr>
        <p:spPr>
          <a:xfrm xmlns:a="http://schemas.openxmlformats.org/drawingml/2006/main">
            <a:off x="459105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5</a:t>
            </a:r>
          </a:p>
        </p:txBody>
      </p:sp>
      <p:sp>
        <p:nvSpPr>
          <p:cNvPr id="29" name="">
            <a:extLst xmlns:a="http://schemas.openxmlformats.org/drawingml/2006/main">
              <a:ext uri="{FF2B5EF4-FFF2-40B4-BE49-F238E27FC236}">
                <a16:creationId xmlns:a16="http://schemas.microsoft.com/office/drawing/2014/main" id="{8DFDFF20-1FB8-44F6-9C5A-494D8837115A}"/>
              </a:ext>
            </a:extLst>
          </p:cNvPr>
          <p:cNvSpPr>
            <a:spLocks xmlns:a="http://schemas.openxmlformats.org/drawingml/2006/main" noGrp="1"/>
          </p:cNvSpPr>
          <p:nvPr/>
        </p:nvSpPr>
        <p:spPr>
          <a:xfrm xmlns:a="http://schemas.openxmlformats.org/drawingml/2006/main">
            <a:off x="516255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Load user</a:t>
            </a:r>
          </a:p>
        </p:txBody>
      </p:sp>
      <p:sp>
        <p:nvSpPr>
          <p:cNvPr id="30" name="">
            <a:extLst xmlns:a="http://schemas.openxmlformats.org/drawingml/2006/main">
              <a:ext uri="{FF2B5EF4-FFF2-40B4-BE49-F238E27FC236}">
                <a16:creationId xmlns:a16="http://schemas.microsoft.com/office/drawing/2014/main" id="{74073A96-6F9A-42D9-BEAD-2E5777E47C1E}"/>
              </a:ext>
            </a:extLst>
          </p:cNvPr>
          <p:cNvSpPr>
            <a:spLocks xmlns:a="http://schemas.openxmlformats.org/drawingml/2006/main" noGrp="1"/>
          </p:cNvSpPr>
          <p:nvPr/>
        </p:nvSpPr>
        <p:spPr>
          <a:xfrm xmlns:a="http://schemas.openxmlformats.org/drawingml/2006/main">
            <a:off x="516255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Protected requests query current state</a:t>
            </a:r>
          </a:p>
        </p:txBody>
      </p:sp>
      <p:sp>
        <p:nvSpPr>
          <p:cNvPr id="31" name="">
            <a:extLst xmlns:a="http://schemas.openxmlformats.org/drawingml/2006/main">
              <a:ext uri="{FF2B5EF4-FFF2-40B4-BE49-F238E27FC236}">
                <a16:creationId xmlns:a16="http://schemas.microsoft.com/office/drawing/2014/main" id="{E89FA7EE-DB9F-4DAC-956D-414F5388EE57}"/>
              </a:ext>
            </a:extLst>
          </p:cNvPr>
          <p:cNvSpPr>
            <a:spLocks xmlns:a="http://schemas.openxmlformats.org/drawingml/2006/main" noGrp="1"/>
          </p:cNvSpPr>
          <p:nvPr/>
        </p:nvSpPr>
        <p:spPr>
          <a:xfrm xmlns:a="http://schemas.openxmlformats.org/drawingml/2006/main">
            <a:off x="8267700" y="37528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403573D3-219C-4D0A-9C87-AC2FCEA07D05}"/>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ellipse">
            <a:avLst/>
          </a:prstGeom>
          <a:solidFill xmlns:a="http://schemas.openxmlformats.org/drawingml/2006/main">
            <a:srgbClr val="B34538"/>
          </a:solidFill>
          <a:ln xmlns:a="http://schemas.openxmlformats.org/drawingml/2006/main" w="11430">
            <a:solidFill>
              <a:srgbClr val="B34538"/>
            </a:solidFill>
            <a:prstDash val="solid"/>
          </a:ln>
        </p:spPr>
      </p:sp>
      <p:sp>
        <p:nvSpPr>
          <p:cNvPr id="33" name="">
            <a:extLst xmlns:a="http://schemas.openxmlformats.org/drawingml/2006/main">
              <a:ext uri="{FF2B5EF4-FFF2-40B4-BE49-F238E27FC236}">
                <a16:creationId xmlns:a16="http://schemas.microsoft.com/office/drawing/2014/main" id="{BD2C69E5-DC56-4FA4-BC63-422C18D6DCB6}"/>
              </a:ext>
            </a:extLst>
          </p:cNvPr>
          <p:cNvSpPr>
            <a:spLocks xmlns:a="http://schemas.openxmlformats.org/drawingml/2006/main" noGrp="1"/>
          </p:cNvSpPr>
          <p:nvPr/>
        </p:nvSpPr>
        <p:spPr>
          <a:xfrm xmlns:a="http://schemas.openxmlformats.org/drawingml/2006/main">
            <a:off x="8420100" y="3924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6</a:t>
            </a:r>
          </a:p>
        </p:txBody>
      </p:sp>
      <p:sp>
        <p:nvSpPr>
          <p:cNvPr id="34" name="">
            <a:extLst xmlns:a="http://schemas.openxmlformats.org/drawingml/2006/main">
              <a:ext uri="{FF2B5EF4-FFF2-40B4-BE49-F238E27FC236}">
                <a16:creationId xmlns:a16="http://schemas.microsoft.com/office/drawing/2014/main" id="{8457857F-15A5-4FFE-8943-6FF17A8EDCE5}"/>
              </a:ext>
            </a:extLst>
          </p:cNvPr>
          <p:cNvSpPr>
            <a:spLocks xmlns:a="http://schemas.openxmlformats.org/drawingml/2006/main" noGrp="1"/>
          </p:cNvSpPr>
          <p:nvPr/>
        </p:nvSpPr>
        <p:spPr>
          <a:xfrm xmlns:a="http://schemas.openxmlformats.org/drawingml/2006/main">
            <a:off x="8991600" y="38671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Revoke</a:t>
            </a:r>
          </a:p>
        </p:txBody>
      </p:sp>
      <p:sp>
        <p:nvSpPr>
          <p:cNvPr id="35" name="">
            <a:extLst xmlns:a="http://schemas.openxmlformats.org/drawingml/2006/main">
              <a:ext uri="{FF2B5EF4-FFF2-40B4-BE49-F238E27FC236}">
                <a16:creationId xmlns:a16="http://schemas.microsoft.com/office/drawing/2014/main" id="{1F7765C6-7C6E-47DD-A705-317FBA786831}"/>
              </a:ext>
            </a:extLst>
          </p:cNvPr>
          <p:cNvSpPr>
            <a:spLocks xmlns:a="http://schemas.openxmlformats.org/drawingml/2006/main" noGrp="1"/>
          </p:cNvSpPr>
          <p:nvPr/>
        </p:nvSpPr>
        <p:spPr>
          <a:xfrm xmlns:a="http://schemas.openxmlformats.org/drawingml/2006/main">
            <a:off x="8991600" y="41719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725"/>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Sensitive changes invalidate old authority</a:t>
            </a:r>
          </a:p>
        </p:txBody>
      </p:sp>
      <p:sp>
        <p:nvSpPr>
          <p:cNvPr id="36" name="">
            <a:extLst xmlns:a="http://schemas.openxmlformats.org/drawingml/2006/main">
              <a:ext uri="{FF2B5EF4-FFF2-40B4-BE49-F238E27FC236}">
                <a16:creationId xmlns:a16="http://schemas.microsoft.com/office/drawing/2014/main" id="{21FED21B-A8EE-4808-AE00-962E9321145D}"/>
              </a:ext>
            </a:extLst>
          </p:cNvPr>
          <p:cNvSpPr>
            <a:spLocks xmlns:a="http://schemas.openxmlformats.org/drawingml/2006/main" noGrp="1"/>
          </p:cNvSpPr>
          <p:nvPr/>
        </p:nvSpPr>
        <p:spPr>
          <a:xfrm xmlns:a="http://schemas.openxmlformats.org/drawingml/2006/main">
            <a:off x="609600" y="52197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Revocation model</a:t>
            </a:r>
          </a:p>
        </p:txBody>
      </p:sp>
      <p:sp>
        <p:nvSpPr>
          <p:cNvPr id="37" name="">
            <a:extLst xmlns:a="http://schemas.openxmlformats.org/drawingml/2006/main">
              <a:ext uri="{FF2B5EF4-FFF2-40B4-BE49-F238E27FC236}">
                <a16:creationId xmlns:a16="http://schemas.microsoft.com/office/drawing/2014/main" id="{6151519A-351B-47BD-86F7-B00E5CB7A2C1}"/>
              </a:ext>
            </a:extLst>
          </p:cNvPr>
          <p:cNvSpPr>
            <a:spLocks xmlns:a="http://schemas.openxmlformats.org/drawingml/2006/main" noGrp="1"/>
          </p:cNvSpPr>
          <p:nvPr/>
        </p:nvSpPr>
        <p:spPr>
          <a:xfrm xmlns:a="http://schemas.openxmlformats.org/drawingml/2006/main">
            <a:off x="2514600" y="5143500"/>
            <a:ext cx="885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358"/>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JWTs carry session ID and auth_version. Redis gives fast rejection; PostgreSQL remains the durable source of truth.</a:t>
            </a:r>
          </a:p>
        </p:txBody>
      </p:sp>
      <p:sp>
        <p:nvSpPr>
          <p:cNvPr id="38" name="">
            <a:extLst xmlns:a="http://schemas.openxmlformats.org/drawingml/2006/main">
              <a:ext uri="{FF2B5EF4-FFF2-40B4-BE49-F238E27FC236}">
                <a16:creationId xmlns:a16="http://schemas.microsoft.com/office/drawing/2014/main" id="{BE7DD24D-66A5-40AD-B85C-AA9BD89E7626}"/>
              </a:ext>
            </a:extLst>
          </p:cNvPr>
          <p:cNvSpPr>
            <a:spLocks xmlns:a="http://schemas.openxmlformats.org/drawingml/2006/main" noGrp="1"/>
          </p:cNvSpPr>
          <p:nvPr/>
        </p:nvSpPr>
        <p:spPr>
          <a:xfrm xmlns:a="http://schemas.openxmlformats.org/drawingml/2006/main">
            <a:off x="2514600" y="5619750"/>
            <a:ext cx="885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0">
                <a:solidFill>
                  <a:srgbClr val="9B651B"/>
                </a:solidFill>
                <a:latin typeface="Noto Sans"/>
                <a:ea typeface="Noto Sans"/>
                <a:cs typeface="Noto Sans"/>
              </a:defRPr>
            </a:defPPr>
            <a:lvl1pPr algn="l">
              <a:defRPr sz="1200" b="0">
                <a:solidFill>
                  <a:srgbClr val="9B651B"/>
                </a:solidFill>
                <a:latin typeface="Noto Sans"/>
                <a:ea typeface="Noto Sans"/>
                <a:cs typeface="Noto Sans"/>
              </a:defRPr>
            </a:lvl1pPr>
            <a:lvl2pPr algn="l">
              <a:defRPr sz="1200" b="0">
                <a:solidFill>
                  <a:srgbClr val="9B651B"/>
                </a:solidFill>
                <a:latin typeface="Noto Sans"/>
                <a:ea typeface="Noto Sans"/>
                <a:cs typeface="Noto Sans"/>
              </a:defRPr>
            </a:lvl2pPr>
            <a:lvl3pPr algn="l">
              <a:defRPr sz="1200" b="0">
                <a:solidFill>
                  <a:srgbClr val="9B651B"/>
                </a:solidFill>
                <a:latin typeface="Noto Sans"/>
                <a:ea typeface="Noto Sans"/>
                <a:cs typeface="Noto Sans"/>
              </a:defRPr>
            </a:lvl3pPr>
            <a:lvl4pPr algn="l">
              <a:defRPr sz="1200" b="0">
                <a:solidFill>
                  <a:srgbClr val="9B651B"/>
                </a:solidFill>
                <a:latin typeface="Noto Sans"/>
                <a:ea typeface="Noto Sans"/>
                <a:cs typeface="Noto Sans"/>
              </a:defRPr>
            </a:lvl4pPr>
            <a:lvl5pPr algn="l">
              <a:defRPr sz="1200" b="0">
                <a:solidFill>
                  <a:srgbClr val="9B651B"/>
                </a:solidFill>
                <a:latin typeface="Noto Sans"/>
                <a:ea typeface="Noto Sans"/>
                <a:cs typeface="Noto Sans"/>
              </a:defRPr>
            </a:lvl5pPr>
            <a:lvl6pPr algn="l">
              <a:defRPr sz="1200" b="0">
                <a:solidFill>
                  <a:srgbClr val="9B651B"/>
                </a:solidFill>
                <a:latin typeface="Noto Sans"/>
                <a:ea typeface="Noto Sans"/>
                <a:cs typeface="Noto Sans"/>
              </a:defRPr>
            </a:lvl6pPr>
            <a:lvl7pPr algn="l">
              <a:defRPr sz="1200" b="0">
                <a:solidFill>
                  <a:srgbClr val="9B651B"/>
                </a:solidFill>
                <a:latin typeface="Noto Sans"/>
                <a:ea typeface="Noto Sans"/>
                <a:cs typeface="Noto Sans"/>
              </a:defRPr>
            </a:lvl7pPr>
            <a:lvl8pPr algn="l">
              <a:defRPr sz="1200" b="0">
                <a:solidFill>
                  <a:srgbClr val="9B651B"/>
                </a:solidFill>
                <a:latin typeface="Noto Sans"/>
                <a:ea typeface="Noto Sans"/>
                <a:cs typeface="Noto Sans"/>
              </a:defRPr>
            </a:lvl8pPr>
            <a:lvl9pPr algn="l">
              <a:defRPr sz="1200" b="0">
                <a:solidFill>
                  <a:srgbClr val="9B651B"/>
                </a:solidFill>
                <a:latin typeface="Noto Sans"/>
                <a:ea typeface="Noto Sans"/>
                <a:cs typeface="Noto Sans"/>
              </a:defRPr>
            </a:lvl9pPr>
          </a:lstStyle>
          <a:p xmlns:a="http://schemas.openxmlformats.org/drawingml/2006/main">
            <a:pPr algn="l">
              <a:defRPr sz="1200" b="0">
                <a:solidFill>
                  <a:srgbClr val="9B651B"/>
                </a:solidFill>
                <a:latin typeface="Noto Sans"/>
                <a:ea typeface="Noto Sans"/>
                <a:cs typeface="Noto Sans"/>
              </a:defRPr>
            </a:pPr>
            <a:r>
              <a:rPr sz="1200" b="0">
                <a:solidFill>
                  <a:srgbClr val="9B651B"/>
                </a:solidFill>
                <a:latin typeface="Noto Sans"/>
                <a:ea typeface="Noto Sans"/>
                <a:cs typeface="Noto Sans"/>
              </a:rPr>
              <a:t>2FA challenges are short-lived and consumed atomically to prevent replay. Trusted devices remain revocable.</a:t>
            </a:r>
          </a:p>
        </p:txBody>
      </p:sp>
      <p:sp>
        <p:nvSpPr>
          <p:cNvPr id="39" name="">
            <a:extLst xmlns:a="http://schemas.openxmlformats.org/drawingml/2006/main">
              <a:ext uri="{FF2B5EF4-FFF2-40B4-BE49-F238E27FC236}">
                <a16:creationId xmlns:a16="http://schemas.microsoft.com/office/drawing/2014/main" id="{81437085-C58E-4C99-8828-5432FF1C18C0}"/>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884572198"/>
      </p:ext>
    </p:extLst>
  </p:cSld>
</p:sld>
</file>

<file path=ppt/slides/slide1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0D9D6B94-6A09-4DA9-AB7C-D165615FB628}"/>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ACCESS CONTROL</a:t>
            </a:r>
          </a:p>
        </p:txBody>
      </p:sp>
      <p:sp>
        <p:nvSpPr>
          <p:cNvPr id="2" name="">
            <a:extLst xmlns:a="http://schemas.openxmlformats.org/drawingml/2006/main">
              <a:ext uri="{FF2B5EF4-FFF2-40B4-BE49-F238E27FC236}">
                <a16:creationId xmlns:a16="http://schemas.microsoft.com/office/drawing/2014/main" id="{8F7972F3-DEF6-450F-AA41-F72DEB3AA3F1}"/>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Role and tenant authorization</a:t>
            </a:r>
          </a:p>
        </p:txBody>
      </p:sp>
      <p:sp>
        <p:nvSpPr>
          <p:cNvPr id="3" name="">
            <a:extLst xmlns:a="http://schemas.openxmlformats.org/drawingml/2006/main">
              <a:ext uri="{FF2B5EF4-FFF2-40B4-BE49-F238E27FC236}">
                <a16:creationId xmlns:a16="http://schemas.microsoft.com/office/drawing/2014/main" id="{818197EA-304E-4300-B36D-59E5D5E7173F}"/>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11</a:t>
            </a:r>
          </a:p>
        </p:txBody>
      </p:sp>
      <p:sp>
        <p:nvSpPr>
          <p:cNvPr id="4" name="">
            <a:extLst xmlns:a="http://schemas.openxmlformats.org/drawingml/2006/main">
              <a:ext uri="{FF2B5EF4-FFF2-40B4-BE49-F238E27FC236}">
                <a16:creationId xmlns:a16="http://schemas.microsoft.com/office/drawing/2014/main" id="{9612FA9D-7AFA-4E01-88FF-C875A3E25A66}"/>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173C111-7B3C-46B2-B161-213ABB0FD008}"/>
              </a:ext>
            </a:extLst>
          </p:cNvPr>
          <p:cNvSpPr>
            <a:spLocks xmlns:a="http://schemas.openxmlformats.org/drawingml/2006/main" noGrp="1"/>
          </p:cNvSpPr>
          <p:nvPr/>
        </p:nvSpPr>
        <p:spPr>
          <a:xfrm xmlns:a="http://schemas.openxmlformats.org/drawingml/2006/main">
            <a:off x="609600" y="13716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lgn="l">
              <a:defRPr sz="1575" b="0">
                <a:solidFill>
                  <a:srgbClr val="617369"/>
                </a:solidFill>
                <a:latin typeface="Noto Sans"/>
                <a:ea typeface="Noto Sans"/>
                <a:cs typeface="Noto Sans"/>
              </a:defRPr>
            </a:defPPr>
            <a:lvl1pPr algn="l">
              <a:defRPr sz="1575" b="0">
                <a:solidFill>
                  <a:srgbClr val="617369"/>
                </a:solidFill>
                <a:latin typeface="Noto Sans"/>
                <a:ea typeface="Noto Sans"/>
                <a:cs typeface="Noto Sans"/>
              </a:defRPr>
            </a:lvl1pPr>
            <a:lvl2pPr algn="l">
              <a:defRPr sz="1575" b="0">
                <a:solidFill>
                  <a:srgbClr val="617369"/>
                </a:solidFill>
                <a:latin typeface="Noto Sans"/>
                <a:ea typeface="Noto Sans"/>
                <a:cs typeface="Noto Sans"/>
              </a:defRPr>
            </a:lvl2pPr>
            <a:lvl3pPr algn="l">
              <a:defRPr sz="1575" b="0">
                <a:solidFill>
                  <a:srgbClr val="617369"/>
                </a:solidFill>
                <a:latin typeface="Noto Sans"/>
                <a:ea typeface="Noto Sans"/>
                <a:cs typeface="Noto Sans"/>
              </a:defRPr>
            </a:lvl3pPr>
            <a:lvl4pPr algn="l">
              <a:defRPr sz="1575" b="0">
                <a:solidFill>
                  <a:srgbClr val="617369"/>
                </a:solidFill>
                <a:latin typeface="Noto Sans"/>
                <a:ea typeface="Noto Sans"/>
                <a:cs typeface="Noto Sans"/>
              </a:defRPr>
            </a:lvl4pPr>
            <a:lvl5pPr algn="l">
              <a:defRPr sz="1575" b="0">
                <a:solidFill>
                  <a:srgbClr val="617369"/>
                </a:solidFill>
                <a:latin typeface="Noto Sans"/>
                <a:ea typeface="Noto Sans"/>
                <a:cs typeface="Noto Sans"/>
              </a:defRPr>
            </a:lvl5pPr>
            <a:lvl6pPr algn="l">
              <a:defRPr sz="1575" b="0">
                <a:solidFill>
                  <a:srgbClr val="617369"/>
                </a:solidFill>
                <a:latin typeface="Noto Sans"/>
                <a:ea typeface="Noto Sans"/>
                <a:cs typeface="Noto Sans"/>
              </a:defRPr>
            </a:lvl6pPr>
            <a:lvl7pPr algn="l">
              <a:defRPr sz="1575" b="0">
                <a:solidFill>
                  <a:srgbClr val="617369"/>
                </a:solidFill>
                <a:latin typeface="Noto Sans"/>
                <a:ea typeface="Noto Sans"/>
                <a:cs typeface="Noto Sans"/>
              </a:defRPr>
            </a:lvl7pPr>
            <a:lvl8pPr algn="l">
              <a:defRPr sz="1575" b="0">
                <a:solidFill>
                  <a:srgbClr val="617369"/>
                </a:solidFill>
                <a:latin typeface="Noto Sans"/>
                <a:ea typeface="Noto Sans"/>
                <a:cs typeface="Noto Sans"/>
              </a:defRPr>
            </a:lvl8pPr>
            <a:lvl9pPr algn="l">
              <a:defRPr sz="1575" b="0">
                <a:solidFill>
                  <a:srgbClr val="617369"/>
                </a:solidFill>
                <a:latin typeface="Noto Sans"/>
                <a:ea typeface="Noto Sans"/>
                <a:cs typeface="Noto Sans"/>
              </a:defRPr>
            </a:lvl9pPr>
          </a:lstStyle>
          <a:p xmlns:a="http://schemas.openxmlformats.org/drawingml/2006/main">
            <a:pPr algn="l">
              <a:defRPr sz="1575" b="0">
                <a:solidFill>
                  <a:srgbClr val="617369"/>
                </a:solidFill>
                <a:latin typeface="Noto Sans"/>
                <a:ea typeface="Noto Sans"/>
                <a:cs typeface="Noto Sans"/>
              </a:defRPr>
            </a:pPr>
            <a:r>
              <a:rPr sz="1575" b="0">
                <a:solidFill>
                  <a:srgbClr val="617369"/>
                </a:solidFill>
                <a:latin typeface="Noto Sans"/>
                <a:ea typeface="Noto Sans"/>
                <a:cs typeface="Noto Sans"/>
              </a:rPr>
              <a:t>Each protected action combines a permission check with resource scope.</a:t>
            </a:r>
          </a:p>
        </p:txBody>
      </p:sp>
      <p:sp>
        <p:nvSpPr>
          <p:cNvPr id="6" name="">
            <a:extLst xmlns:a="http://schemas.openxmlformats.org/drawingml/2006/main">
              <a:ext uri="{FF2B5EF4-FFF2-40B4-BE49-F238E27FC236}">
                <a16:creationId xmlns:a16="http://schemas.microsoft.com/office/drawing/2014/main" id="{77CE14B5-1F03-4FD5-A991-5CE75FCB423B}"/>
              </a:ext>
            </a:extLst>
          </p:cNvPr>
          <p:cNvSpPr>
            <a:spLocks xmlns:a="http://schemas.openxmlformats.org/drawingml/2006/main" noGrp="1"/>
          </p:cNvSpPr>
          <p:nvPr/>
        </p:nvSpPr>
        <p:spPr>
          <a:xfrm xmlns:a="http://schemas.openxmlformats.org/drawingml/2006/main">
            <a:off x="609600" y="1885950"/>
            <a:ext cx="5143500" cy="3848100"/>
          </a:xfrm>
          <a:prstGeom xmlns:a="http://schemas.openxmlformats.org/drawingml/2006/main" prst="roundRect">
            <a:avLst>
              <a:gd name="adj" fmla="val 2970"/>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67A9E442-E591-4F96-B6A8-4DB75723E58E}"/>
              </a:ext>
            </a:extLst>
          </p:cNvPr>
          <p:cNvSpPr>
            <a:spLocks xmlns:a="http://schemas.openxmlformats.org/drawingml/2006/main" noGrp="1"/>
          </p:cNvSpPr>
          <p:nvPr/>
        </p:nvSpPr>
        <p:spPr>
          <a:xfrm xmlns:a="http://schemas.openxmlformats.org/drawingml/2006/main">
            <a:off x="876300" y="20955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2B23"/>
                </a:solidFill>
                <a:latin typeface="Noto Sans"/>
                <a:ea typeface="Noto Sans"/>
                <a:cs typeface="Noto Sans"/>
              </a:defRPr>
            </a:defPPr>
            <a:lvl1pPr algn="l">
              <a:defRPr sz="1875" b="1">
                <a:solidFill>
                  <a:srgbClr val="192B23"/>
                </a:solidFill>
                <a:latin typeface="Noto Sans"/>
                <a:ea typeface="Noto Sans"/>
                <a:cs typeface="Noto Sans"/>
              </a:defRPr>
            </a:lvl1pPr>
            <a:lvl2pPr algn="l">
              <a:defRPr sz="1875" b="1">
                <a:solidFill>
                  <a:srgbClr val="192B23"/>
                </a:solidFill>
                <a:latin typeface="Noto Sans"/>
                <a:ea typeface="Noto Sans"/>
                <a:cs typeface="Noto Sans"/>
              </a:defRPr>
            </a:lvl2pPr>
            <a:lvl3pPr algn="l">
              <a:defRPr sz="1875" b="1">
                <a:solidFill>
                  <a:srgbClr val="192B23"/>
                </a:solidFill>
                <a:latin typeface="Noto Sans"/>
                <a:ea typeface="Noto Sans"/>
                <a:cs typeface="Noto Sans"/>
              </a:defRPr>
            </a:lvl3pPr>
            <a:lvl4pPr algn="l">
              <a:defRPr sz="1875" b="1">
                <a:solidFill>
                  <a:srgbClr val="192B23"/>
                </a:solidFill>
                <a:latin typeface="Noto Sans"/>
                <a:ea typeface="Noto Sans"/>
                <a:cs typeface="Noto Sans"/>
              </a:defRPr>
            </a:lvl4pPr>
            <a:lvl5pPr algn="l">
              <a:defRPr sz="1875" b="1">
                <a:solidFill>
                  <a:srgbClr val="192B23"/>
                </a:solidFill>
                <a:latin typeface="Noto Sans"/>
                <a:ea typeface="Noto Sans"/>
                <a:cs typeface="Noto Sans"/>
              </a:defRPr>
            </a:lvl5pPr>
            <a:lvl6pPr algn="l">
              <a:defRPr sz="1875" b="1">
                <a:solidFill>
                  <a:srgbClr val="192B23"/>
                </a:solidFill>
                <a:latin typeface="Noto Sans"/>
                <a:ea typeface="Noto Sans"/>
                <a:cs typeface="Noto Sans"/>
              </a:defRPr>
            </a:lvl6pPr>
            <a:lvl7pPr algn="l">
              <a:defRPr sz="1875" b="1">
                <a:solidFill>
                  <a:srgbClr val="192B23"/>
                </a:solidFill>
                <a:latin typeface="Noto Sans"/>
                <a:ea typeface="Noto Sans"/>
                <a:cs typeface="Noto Sans"/>
              </a:defRPr>
            </a:lvl7pPr>
            <a:lvl8pPr algn="l">
              <a:defRPr sz="1875" b="1">
                <a:solidFill>
                  <a:srgbClr val="192B23"/>
                </a:solidFill>
                <a:latin typeface="Noto Sans"/>
                <a:ea typeface="Noto Sans"/>
                <a:cs typeface="Noto Sans"/>
              </a:defRPr>
            </a:lvl8pPr>
            <a:lvl9pPr algn="l">
              <a:defRPr sz="1875" b="1">
                <a:solidFill>
                  <a:srgbClr val="192B23"/>
                </a:solidFill>
                <a:latin typeface="Noto Sans"/>
                <a:ea typeface="Noto Sans"/>
                <a:cs typeface="Noto Sans"/>
              </a:defRPr>
            </a:lvl9pPr>
          </a:lstStyle>
          <a:p xmlns:a="http://schemas.openxmlformats.org/drawingml/2006/main">
            <a:pPr algn="l">
              <a:defRPr sz="1875" b="1">
                <a:solidFill>
                  <a:srgbClr val="192B23"/>
                </a:solidFill>
                <a:latin typeface="Noto Sans"/>
                <a:ea typeface="Noto Sans"/>
                <a:cs typeface="Noto Sans"/>
              </a:defRPr>
            </a:pPr>
            <a:r>
              <a:rPr sz="1875" b="1">
                <a:solidFill>
                  <a:srgbClr val="192B23"/>
                </a:solidFill>
                <a:latin typeface="Noto Sans"/>
                <a:ea typeface="Noto Sans"/>
                <a:cs typeface="Noto Sans"/>
              </a:rPr>
              <a:t>Company permission model</a:t>
            </a:r>
          </a:p>
        </p:txBody>
      </p:sp>
      <p:sp>
        <p:nvSpPr>
          <p:cNvPr id="8" name="">
            <a:extLst xmlns:a="http://schemas.openxmlformats.org/drawingml/2006/main">
              <a:ext uri="{FF2B5EF4-FFF2-40B4-BE49-F238E27FC236}">
                <a16:creationId xmlns:a16="http://schemas.microsoft.com/office/drawing/2014/main" id="{8A1114B1-79DF-45A2-802F-80799EA25150}"/>
              </a:ext>
            </a:extLst>
          </p:cNvPr>
          <p:cNvSpPr>
            <a:spLocks xmlns:a="http://schemas.openxmlformats.org/drawingml/2006/main" noGrp="1"/>
          </p:cNvSpPr>
          <p:nvPr/>
        </p:nvSpPr>
        <p:spPr>
          <a:xfrm xmlns:a="http://schemas.openxmlformats.org/drawingml/2006/main">
            <a:off x="876300" y="26289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OWNER</a:t>
            </a:r>
          </a:p>
        </p:txBody>
      </p:sp>
      <p:sp>
        <p:nvSpPr>
          <p:cNvPr id="9" name="">
            <a:extLst xmlns:a="http://schemas.openxmlformats.org/drawingml/2006/main">
              <a:ext uri="{FF2B5EF4-FFF2-40B4-BE49-F238E27FC236}">
                <a16:creationId xmlns:a16="http://schemas.microsoft.com/office/drawing/2014/main" id="{0830664A-5944-4948-8DE1-61FB65B7BC69}"/>
              </a:ext>
            </a:extLst>
          </p:cNvPr>
          <p:cNvSpPr>
            <a:spLocks xmlns:a="http://schemas.openxmlformats.org/drawingml/2006/main" noGrp="1"/>
          </p:cNvSpPr>
          <p:nvPr/>
        </p:nvSpPr>
        <p:spPr>
          <a:xfrm xmlns:a="http://schemas.openxmlformats.org/drawingml/2006/main">
            <a:off x="2667000" y="25908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889"/>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Organization, membership, subscription and hiring</a:t>
            </a:r>
          </a:p>
        </p:txBody>
      </p:sp>
      <p:sp>
        <p:nvSpPr>
          <p:cNvPr id="10" name="">
            <a:extLst xmlns:a="http://schemas.openxmlformats.org/drawingml/2006/main">
              <a:ext uri="{FF2B5EF4-FFF2-40B4-BE49-F238E27FC236}">
                <a16:creationId xmlns:a16="http://schemas.microsoft.com/office/drawing/2014/main" id="{9747A6B0-27BB-49CA-9582-8F004EC01570}"/>
              </a:ext>
            </a:extLst>
          </p:cNvPr>
          <p:cNvSpPr>
            <a:spLocks xmlns:a="http://schemas.openxmlformats.org/drawingml/2006/main" noGrp="1"/>
          </p:cNvSpPr>
          <p:nvPr/>
        </p:nvSpPr>
        <p:spPr>
          <a:xfrm xmlns:a="http://schemas.openxmlformats.org/drawingml/2006/main">
            <a:off x="876300" y="306705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8EB66F47-FB6E-428F-A92C-D76ABD31A1D8}"/>
              </a:ext>
            </a:extLst>
          </p:cNvPr>
          <p:cNvSpPr>
            <a:spLocks xmlns:a="http://schemas.openxmlformats.org/drawingml/2006/main" noGrp="1"/>
          </p:cNvSpPr>
          <p:nvPr/>
        </p:nvSpPr>
        <p:spPr>
          <a:xfrm xmlns:a="http://schemas.openxmlformats.org/drawingml/2006/main">
            <a:off x="876300" y="31813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ADMIN</a:t>
            </a:r>
          </a:p>
        </p:txBody>
      </p:sp>
      <p:sp>
        <p:nvSpPr>
          <p:cNvPr id="12" name="">
            <a:extLst xmlns:a="http://schemas.openxmlformats.org/drawingml/2006/main">
              <a:ext uri="{FF2B5EF4-FFF2-40B4-BE49-F238E27FC236}">
                <a16:creationId xmlns:a16="http://schemas.microsoft.com/office/drawing/2014/main" id="{ED8C92B3-3224-4326-98EB-6358ACF20775}"/>
              </a:ext>
            </a:extLst>
          </p:cNvPr>
          <p:cNvSpPr>
            <a:spLocks xmlns:a="http://schemas.openxmlformats.org/drawingml/2006/main" noGrp="1"/>
          </p:cNvSpPr>
          <p:nvPr/>
        </p:nvSpPr>
        <p:spPr>
          <a:xfrm xmlns:a="http://schemas.openxmlformats.org/drawingml/2006/main">
            <a:off x="2667000" y="31432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623"/>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Team, offers and recruitment operations</a:t>
            </a:r>
          </a:p>
        </p:txBody>
      </p:sp>
      <p:sp>
        <p:nvSpPr>
          <p:cNvPr id="13" name="">
            <a:extLst xmlns:a="http://schemas.openxmlformats.org/drawingml/2006/main">
              <a:ext uri="{FF2B5EF4-FFF2-40B4-BE49-F238E27FC236}">
                <a16:creationId xmlns:a16="http://schemas.microsoft.com/office/drawing/2014/main" id="{6D6E98B6-428E-413E-8EC1-3C46B30F236F}"/>
              </a:ext>
            </a:extLst>
          </p:cNvPr>
          <p:cNvSpPr>
            <a:spLocks xmlns:a="http://schemas.openxmlformats.org/drawingml/2006/main" noGrp="1"/>
          </p:cNvSpPr>
          <p:nvPr/>
        </p:nvSpPr>
        <p:spPr>
          <a:xfrm xmlns:a="http://schemas.openxmlformats.org/drawingml/2006/main">
            <a:off x="876300" y="361950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4" name="">
            <a:extLst xmlns:a="http://schemas.openxmlformats.org/drawingml/2006/main">
              <a:ext uri="{FF2B5EF4-FFF2-40B4-BE49-F238E27FC236}">
                <a16:creationId xmlns:a16="http://schemas.microsoft.com/office/drawing/2014/main" id="{DA4BCF20-4C40-4E6D-951B-9C9391EA8C6A}"/>
              </a:ext>
            </a:extLst>
          </p:cNvPr>
          <p:cNvSpPr>
            <a:spLocks xmlns:a="http://schemas.openxmlformats.org/drawingml/2006/main" noGrp="1"/>
          </p:cNvSpPr>
          <p:nvPr/>
        </p:nvSpPr>
        <p:spPr>
          <a:xfrm xmlns:a="http://schemas.openxmlformats.org/drawingml/2006/main">
            <a:off x="876300" y="37338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HR</a:t>
            </a:r>
          </a:p>
        </p:txBody>
      </p:sp>
      <p:sp>
        <p:nvSpPr>
          <p:cNvPr id="15" name="">
            <a:extLst xmlns:a="http://schemas.openxmlformats.org/drawingml/2006/main">
              <a:ext uri="{FF2B5EF4-FFF2-40B4-BE49-F238E27FC236}">
                <a16:creationId xmlns:a16="http://schemas.microsoft.com/office/drawing/2014/main" id="{4D618488-92BC-481B-A2E0-1FA562812A0A}"/>
              </a:ext>
            </a:extLst>
          </p:cNvPr>
          <p:cNvSpPr>
            <a:spLocks xmlns:a="http://schemas.openxmlformats.org/drawingml/2006/main" noGrp="1"/>
          </p:cNvSpPr>
          <p:nvPr/>
        </p:nvSpPr>
        <p:spPr>
          <a:xfrm xmlns:a="http://schemas.openxmlformats.org/drawingml/2006/main">
            <a:off x="2667000" y="36957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Offers, interviews, stages and chat</a:t>
            </a:r>
          </a:p>
        </p:txBody>
      </p:sp>
      <p:sp>
        <p:nvSpPr>
          <p:cNvPr id="16" name="">
            <a:extLst xmlns:a="http://schemas.openxmlformats.org/drawingml/2006/main">
              <a:ext uri="{FF2B5EF4-FFF2-40B4-BE49-F238E27FC236}">
                <a16:creationId xmlns:a16="http://schemas.microsoft.com/office/drawing/2014/main" id="{CC2A50B3-6D1C-4D5B-A669-40962B156CC1}"/>
              </a:ext>
            </a:extLst>
          </p:cNvPr>
          <p:cNvSpPr>
            <a:spLocks xmlns:a="http://schemas.openxmlformats.org/drawingml/2006/main" noGrp="1"/>
          </p:cNvSpPr>
          <p:nvPr/>
        </p:nvSpPr>
        <p:spPr>
          <a:xfrm xmlns:a="http://schemas.openxmlformats.org/drawingml/2006/main">
            <a:off x="876300" y="417195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17" name="">
            <a:extLst xmlns:a="http://schemas.openxmlformats.org/drawingml/2006/main">
              <a:ext uri="{FF2B5EF4-FFF2-40B4-BE49-F238E27FC236}">
                <a16:creationId xmlns:a16="http://schemas.microsoft.com/office/drawing/2014/main" id="{C9D44CE6-8095-480E-89CA-2BF7CD4A2312}"/>
              </a:ext>
            </a:extLst>
          </p:cNvPr>
          <p:cNvSpPr>
            <a:spLocks xmlns:a="http://schemas.openxmlformats.org/drawingml/2006/main" noGrp="1"/>
          </p:cNvSpPr>
          <p:nvPr/>
        </p:nvSpPr>
        <p:spPr>
          <a:xfrm xmlns:a="http://schemas.openxmlformats.org/drawingml/2006/main">
            <a:off x="876300" y="42862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RECRUITER</a:t>
            </a:r>
          </a:p>
        </p:txBody>
      </p:sp>
      <p:sp>
        <p:nvSpPr>
          <p:cNvPr id="18" name="">
            <a:extLst xmlns:a="http://schemas.openxmlformats.org/drawingml/2006/main">
              <a:ext uri="{FF2B5EF4-FFF2-40B4-BE49-F238E27FC236}">
                <a16:creationId xmlns:a16="http://schemas.microsoft.com/office/drawing/2014/main" id="{8A5B1C7B-90C8-42F7-97CE-586319233CC8}"/>
              </a:ext>
            </a:extLst>
          </p:cNvPr>
          <p:cNvSpPr>
            <a:spLocks xmlns:a="http://schemas.openxmlformats.org/drawingml/2006/main" noGrp="1"/>
          </p:cNvSpPr>
          <p:nvPr/>
        </p:nvSpPr>
        <p:spPr>
          <a:xfrm xmlns:a="http://schemas.openxmlformats.org/drawingml/2006/main">
            <a:off x="2667000" y="424815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Applications, evaluation and chat</a:t>
            </a:r>
          </a:p>
        </p:txBody>
      </p:sp>
      <p:sp>
        <p:nvSpPr>
          <p:cNvPr id="19" name="">
            <a:extLst xmlns:a="http://schemas.openxmlformats.org/drawingml/2006/main">
              <a:ext uri="{FF2B5EF4-FFF2-40B4-BE49-F238E27FC236}">
                <a16:creationId xmlns:a16="http://schemas.microsoft.com/office/drawing/2014/main" id="{3D2D7BDC-A977-414D-AEE5-EBA1899AE8DE}"/>
              </a:ext>
            </a:extLst>
          </p:cNvPr>
          <p:cNvSpPr>
            <a:spLocks xmlns:a="http://schemas.openxmlformats.org/drawingml/2006/main" noGrp="1"/>
          </p:cNvSpPr>
          <p:nvPr/>
        </p:nvSpPr>
        <p:spPr>
          <a:xfrm xmlns:a="http://schemas.openxmlformats.org/drawingml/2006/main">
            <a:off x="876300" y="4724400"/>
            <a:ext cx="45720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20" name="">
            <a:extLst xmlns:a="http://schemas.openxmlformats.org/drawingml/2006/main">
              <a:ext uri="{FF2B5EF4-FFF2-40B4-BE49-F238E27FC236}">
                <a16:creationId xmlns:a16="http://schemas.microsoft.com/office/drawing/2014/main" id="{B357589F-D207-4ADA-9E16-8B0A9DCCBDFC}"/>
              </a:ext>
            </a:extLst>
          </p:cNvPr>
          <p:cNvSpPr>
            <a:spLocks xmlns:a="http://schemas.openxmlformats.org/drawingml/2006/main" noGrp="1"/>
          </p:cNvSpPr>
          <p:nvPr/>
        </p:nvSpPr>
        <p:spPr>
          <a:xfrm xmlns:a="http://schemas.openxmlformats.org/drawingml/2006/main">
            <a:off x="876300" y="483870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HIRING MANAGER</a:t>
            </a:r>
          </a:p>
        </p:txBody>
      </p:sp>
      <p:sp>
        <p:nvSpPr>
          <p:cNvPr id="21" name="">
            <a:extLst xmlns:a="http://schemas.openxmlformats.org/drawingml/2006/main">
              <a:ext uri="{FF2B5EF4-FFF2-40B4-BE49-F238E27FC236}">
                <a16:creationId xmlns:a16="http://schemas.microsoft.com/office/drawing/2014/main" id="{7135C9B8-157E-425E-9BBA-748D6677CD53}"/>
              </a:ext>
            </a:extLst>
          </p:cNvPr>
          <p:cNvSpPr>
            <a:spLocks xmlns:a="http://schemas.openxmlformats.org/drawingml/2006/main" noGrp="1"/>
          </p:cNvSpPr>
          <p:nvPr/>
        </p:nvSpPr>
        <p:spPr>
          <a:xfrm xmlns:a="http://schemas.openxmlformats.org/drawingml/2006/main">
            <a:off x="2667000" y="48006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857"/>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Review, feedback, analytics and stage changes</a:t>
            </a:r>
          </a:p>
        </p:txBody>
      </p:sp>
      <p:sp>
        <p:nvSpPr>
          <p:cNvPr id="22" name="">
            <a:extLst xmlns:a="http://schemas.openxmlformats.org/drawingml/2006/main">
              <a:ext uri="{FF2B5EF4-FFF2-40B4-BE49-F238E27FC236}">
                <a16:creationId xmlns:a16="http://schemas.microsoft.com/office/drawing/2014/main" id="{84DA23A8-6698-4653-B4C1-0A6E5C553158}"/>
              </a:ext>
            </a:extLst>
          </p:cNvPr>
          <p:cNvSpPr>
            <a:spLocks xmlns:a="http://schemas.openxmlformats.org/drawingml/2006/main" noGrp="1"/>
          </p:cNvSpPr>
          <p:nvPr/>
        </p:nvSpPr>
        <p:spPr>
          <a:xfrm xmlns:a="http://schemas.openxmlformats.org/drawingml/2006/main">
            <a:off x="5981700" y="3257550"/>
            <a:ext cx="47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500"/>
          </a:bodyPr>
          <a:lstStyle xmlns:a="http://schemas.openxmlformats.org/drawingml/2006/main">
            <a:defPPr algn="ctr">
              <a:defRPr sz="3600" b="1">
                <a:solidFill>
                  <a:srgbClr val="9B651B"/>
                </a:solidFill>
                <a:latin typeface="Noto Sans"/>
                <a:ea typeface="Noto Sans"/>
                <a:cs typeface="Noto Sans"/>
              </a:defRPr>
            </a:defPPr>
            <a:lvl1pPr algn="ctr">
              <a:defRPr sz="3600" b="1">
                <a:solidFill>
                  <a:srgbClr val="9B651B"/>
                </a:solidFill>
                <a:latin typeface="Noto Sans"/>
                <a:ea typeface="Noto Sans"/>
                <a:cs typeface="Noto Sans"/>
              </a:defRPr>
            </a:lvl1pPr>
            <a:lvl2pPr algn="ctr">
              <a:defRPr sz="3600" b="1">
                <a:solidFill>
                  <a:srgbClr val="9B651B"/>
                </a:solidFill>
                <a:latin typeface="Noto Sans"/>
                <a:ea typeface="Noto Sans"/>
                <a:cs typeface="Noto Sans"/>
              </a:defRPr>
            </a:lvl2pPr>
            <a:lvl3pPr algn="ctr">
              <a:defRPr sz="3600" b="1">
                <a:solidFill>
                  <a:srgbClr val="9B651B"/>
                </a:solidFill>
                <a:latin typeface="Noto Sans"/>
                <a:ea typeface="Noto Sans"/>
                <a:cs typeface="Noto Sans"/>
              </a:defRPr>
            </a:lvl3pPr>
            <a:lvl4pPr algn="ctr">
              <a:defRPr sz="3600" b="1">
                <a:solidFill>
                  <a:srgbClr val="9B651B"/>
                </a:solidFill>
                <a:latin typeface="Noto Sans"/>
                <a:ea typeface="Noto Sans"/>
                <a:cs typeface="Noto Sans"/>
              </a:defRPr>
            </a:lvl4pPr>
            <a:lvl5pPr algn="ctr">
              <a:defRPr sz="3600" b="1">
                <a:solidFill>
                  <a:srgbClr val="9B651B"/>
                </a:solidFill>
                <a:latin typeface="Noto Sans"/>
                <a:ea typeface="Noto Sans"/>
                <a:cs typeface="Noto Sans"/>
              </a:defRPr>
            </a:lvl5pPr>
            <a:lvl6pPr algn="ctr">
              <a:defRPr sz="3600" b="1">
                <a:solidFill>
                  <a:srgbClr val="9B651B"/>
                </a:solidFill>
                <a:latin typeface="Noto Sans"/>
                <a:ea typeface="Noto Sans"/>
                <a:cs typeface="Noto Sans"/>
              </a:defRPr>
            </a:lvl6pPr>
            <a:lvl7pPr algn="ctr">
              <a:defRPr sz="3600" b="1">
                <a:solidFill>
                  <a:srgbClr val="9B651B"/>
                </a:solidFill>
                <a:latin typeface="Noto Sans"/>
                <a:ea typeface="Noto Sans"/>
                <a:cs typeface="Noto Sans"/>
              </a:defRPr>
            </a:lvl7pPr>
            <a:lvl8pPr algn="ctr">
              <a:defRPr sz="3600" b="1">
                <a:solidFill>
                  <a:srgbClr val="9B651B"/>
                </a:solidFill>
                <a:latin typeface="Noto Sans"/>
                <a:ea typeface="Noto Sans"/>
                <a:cs typeface="Noto Sans"/>
              </a:defRPr>
            </a:lvl8pPr>
            <a:lvl9pPr algn="ctr">
              <a:defRPr sz="3600" b="1">
                <a:solidFill>
                  <a:srgbClr val="9B651B"/>
                </a:solidFill>
                <a:latin typeface="Noto Sans"/>
                <a:ea typeface="Noto Sans"/>
                <a:cs typeface="Noto Sans"/>
              </a:defRPr>
            </a:lvl9pPr>
          </a:lstStyle>
          <a:p xmlns:a="http://schemas.openxmlformats.org/drawingml/2006/main">
            <a:pPr algn="ctr">
              <a:defRPr sz="3600" b="1">
                <a:solidFill>
                  <a:srgbClr val="9B651B"/>
                </a:solidFill>
                <a:latin typeface="Noto Sans"/>
                <a:ea typeface="Noto Sans"/>
                <a:cs typeface="Noto Sans"/>
              </a:defRPr>
            </a:pPr>
            <a:r>
              <a:rPr sz="3600" b="1">
                <a:solidFill>
                  <a:srgbClr val="9B651B"/>
                </a:solidFill>
                <a:latin typeface="Noto Sans"/>
                <a:ea typeface="Noto Sans"/>
                <a:cs typeface="Noto Sans"/>
              </a:rPr>
              <a:t>+</a:t>
            </a:r>
          </a:p>
        </p:txBody>
      </p:sp>
      <p:sp>
        <p:nvSpPr>
          <p:cNvPr id="23" name="">
            <a:extLst xmlns:a="http://schemas.openxmlformats.org/drawingml/2006/main">
              <a:ext uri="{FF2B5EF4-FFF2-40B4-BE49-F238E27FC236}">
                <a16:creationId xmlns:a16="http://schemas.microsoft.com/office/drawing/2014/main" id="{C50083BC-71C8-4310-9EA0-178C4EDD093D}"/>
              </a:ext>
            </a:extLst>
          </p:cNvPr>
          <p:cNvSpPr>
            <a:spLocks xmlns:a="http://schemas.openxmlformats.org/drawingml/2006/main" noGrp="1"/>
          </p:cNvSpPr>
          <p:nvPr/>
        </p:nvSpPr>
        <p:spPr>
          <a:xfrm xmlns:a="http://schemas.openxmlformats.org/drawingml/2006/main">
            <a:off x="6705600" y="1885950"/>
            <a:ext cx="4876800" cy="3848100"/>
          </a:xfrm>
          <a:prstGeom xmlns:a="http://schemas.openxmlformats.org/drawingml/2006/main" prst="roundRect">
            <a:avLst>
              <a:gd name="adj" fmla="val 2970"/>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09F9CDDA-0966-4225-B222-19458BECC5F6}"/>
              </a:ext>
            </a:extLst>
          </p:cNvPr>
          <p:cNvSpPr>
            <a:spLocks xmlns:a="http://schemas.openxmlformats.org/drawingml/2006/main" noGrp="1"/>
          </p:cNvSpPr>
          <p:nvPr/>
        </p:nvSpPr>
        <p:spPr>
          <a:xfrm xmlns:a="http://schemas.openxmlformats.org/drawingml/2006/main">
            <a:off x="6991350" y="20955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2B23"/>
                </a:solidFill>
                <a:latin typeface="Noto Sans"/>
                <a:ea typeface="Noto Sans"/>
                <a:cs typeface="Noto Sans"/>
              </a:defRPr>
            </a:defPPr>
            <a:lvl1pPr algn="l">
              <a:defRPr sz="1875" b="1">
                <a:solidFill>
                  <a:srgbClr val="192B23"/>
                </a:solidFill>
                <a:latin typeface="Noto Sans"/>
                <a:ea typeface="Noto Sans"/>
                <a:cs typeface="Noto Sans"/>
              </a:defRPr>
            </a:lvl1pPr>
            <a:lvl2pPr algn="l">
              <a:defRPr sz="1875" b="1">
                <a:solidFill>
                  <a:srgbClr val="192B23"/>
                </a:solidFill>
                <a:latin typeface="Noto Sans"/>
                <a:ea typeface="Noto Sans"/>
                <a:cs typeface="Noto Sans"/>
              </a:defRPr>
            </a:lvl2pPr>
            <a:lvl3pPr algn="l">
              <a:defRPr sz="1875" b="1">
                <a:solidFill>
                  <a:srgbClr val="192B23"/>
                </a:solidFill>
                <a:latin typeface="Noto Sans"/>
                <a:ea typeface="Noto Sans"/>
                <a:cs typeface="Noto Sans"/>
              </a:defRPr>
            </a:lvl3pPr>
            <a:lvl4pPr algn="l">
              <a:defRPr sz="1875" b="1">
                <a:solidFill>
                  <a:srgbClr val="192B23"/>
                </a:solidFill>
                <a:latin typeface="Noto Sans"/>
                <a:ea typeface="Noto Sans"/>
                <a:cs typeface="Noto Sans"/>
              </a:defRPr>
            </a:lvl4pPr>
            <a:lvl5pPr algn="l">
              <a:defRPr sz="1875" b="1">
                <a:solidFill>
                  <a:srgbClr val="192B23"/>
                </a:solidFill>
                <a:latin typeface="Noto Sans"/>
                <a:ea typeface="Noto Sans"/>
                <a:cs typeface="Noto Sans"/>
              </a:defRPr>
            </a:lvl5pPr>
            <a:lvl6pPr algn="l">
              <a:defRPr sz="1875" b="1">
                <a:solidFill>
                  <a:srgbClr val="192B23"/>
                </a:solidFill>
                <a:latin typeface="Noto Sans"/>
                <a:ea typeface="Noto Sans"/>
                <a:cs typeface="Noto Sans"/>
              </a:defRPr>
            </a:lvl6pPr>
            <a:lvl7pPr algn="l">
              <a:defRPr sz="1875" b="1">
                <a:solidFill>
                  <a:srgbClr val="192B23"/>
                </a:solidFill>
                <a:latin typeface="Noto Sans"/>
                <a:ea typeface="Noto Sans"/>
                <a:cs typeface="Noto Sans"/>
              </a:defRPr>
            </a:lvl7pPr>
            <a:lvl8pPr algn="l">
              <a:defRPr sz="1875" b="1">
                <a:solidFill>
                  <a:srgbClr val="192B23"/>
                </a:solidFill>
                <a:latin typeface="Noto Sans"/>
                <a:ea typeface="Noto Sans"/>
                <a:cs typeface="Noto Sans"/>
              </a:defRPr>
            </a:lvl8pPr>
            <a:lvl9pPr algn="l">
              <a:defRPr sz="1875" b="1">
                <a:solidFill>
                  <a:srgbClr val="192B23"/>
                </a:solidFill>
                <a:latin typeface="Noto Sans"/>
                <a:ea typeface="Noto Sans"/>
                <a:cs typeface="Noto Sans"/>
              </a:defRPr>
            </a:lvl9pPr>
          </a:lstStyle>
          <a:p xmlns:a="http://schemas.openxmlformats.org/drawingml/2006/main">
            <a:pPr algn="l">
              <a:defRPr sz="1875" b="1">
                <a:solidFill>
                  <a:srgbClr val="192B23"/>
                </a:solidFill>
                <a:latin typeface="Noto Sans"/>
                <a:ea typeface="Noto Sans"/>
                <a:cs typeface="Noto Sans"/>
              </a:defRPr>
            </a:pPr>
            <a:r>
              <a:rPr sz="1875" b="1">
                <a:solidFill>
                  <a:srgbClr val="192B23"/>
                </a:solidFill>
                <a:latin typeface="Noto Sans"/>
                <a:ea typeface="Noto Sans"/>
                <a:cs typeface="Noto Sans"/>
              </a:rPr>
              <a:t>Resource scope</a:t>
            </a:r>
          </a:p>
        </p:txBody>
      </p:sp>
      <p:sp>
        <p:nvSpPr>
          <p:cNvPr id="25" name="">
            <a:extLst xmlns:a="http://schemas.openxmlformats.org/drawingml/2006/main">
              <a:ext uri="{FF2B5EF4-FFF2-40B4-BE49-F238E27FC236}">
                <a16:creationId xmlns:a16="http://schemas.microsoft.com/office/drawing/2014/main" id="{220AED79-45F5-4D67-BFC3-C1B54A4D5444}"/>
              </a:ext>
            </a:extLst>
          </p:cNvPr>
          <p:cNvSpPr>
            <a:spLocks xmlns:a="http://schemas.openxmlformats.org/drawingml/2006/main" noGrp="1"/>
          </p:cNvSpPr>
          <p:nvPr/>
        </p:nvSpPr>
        <p:spPr>
          <a:xfrm xmlns:a="http://schemas.openxmlformats.org/drawingml/2006/main">
            <a:off x="6991350" y="2647950"/>
            <a:ext cx="43053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36C57BEA-80DA-4F81-82B2-36E89013C1EF}"/>
              </a:ext>
            </a:extLst>
          </p:cNvPr>
          <p:cNvSpPr>
            <a:spLocks xmlns:a="http://schemas.openxmlformats.org/drawingml/2006/main" noGrp="1"/>
          </p:cNvSpPr>
          <p:nvPr/>
        </p:nvSpPr>
        <p:spPr>
          <a:xfrm xmlns:a="http://schemas.openxmlformats.org/drawingml/2006/main">
            <a:off x="6991350" y="2647950"/>
            <a:ext cx="66675" cy="10668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7" name="">
            <a:extLst xmlns:a="http://schemas.openxmlformats.org/drawingml/2006/main">
              <a:ext uri="{FF2B5EF4-FFF2-40B4-BE49-F238E27FC236}">
                <a16:creationId xmlns:a16="http://schemas.microsoft.com/office/drawing/2014/main" id="{554EB124-BA0A-41A4-812E-C8B4BBF45864}"/>
              </a:ext>
            </a:extLst>
          </p:cNvPr>
          <p:cNvSpPr>
            <a:spLocks xmlns:a="http://schemas.openxmlformats.org/drawingml/2006/main" noGrp="1"/>
          </p:cNvSpPr>
          <p:nvPr/>
        </p:nvSpPr>
        <p:spPr>
          <a:xfrm xmlns:a="http://schemas.openxmlformats.org/drawingml/2006/main">
            <a:off x="7200900" y="27622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Same company</a:t>
            </a:r>
          </a:p>
        </p:txBody>
      </p:sp>
      <p:sp>
        <p:nvSpPr>
          <p:cNvPr id="28" name="">
            <a:extLst xmlns:a="http://schemas.openxmlformats.org/drawingml/2006/main">
              <a:ext uri="{FF2B5EF4-FFF2-40B4-BE49-F238E27FC236}">
                <a16:creationId xmlns:a16="http://schemas.microsoft.com/office/drawing/2014/main" id="{04384411-8C55-4AED-876C-D6DFF2A400A4}"/>
              </a:ext>
            </a:extLst>
          </p:cNvPr>
          <p:cNvSpPr>
            <a:spLocks xmlns:a="http://schemas.openxmlformats.org/drawingml/2006/main" noGrp="1"/>
          </p:cNvSpPr>
          <p:nvPr/>
        </p:nvSpPr>
        <p:spPr>
          <a:xfrm xmlns:a="http://schemas.openxmlformats.org/drawingml/2006/main">
            <a:off x="7200900" y="30575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member cannot access another organization's candidates or offers</a:t>
            </a:r>
          </a:p>
        </p:txBody>
      </p:sp>
      <p:sp>
        <p:nvSpPr>
          <p:cNvPr id="29" name="">
            <a:extLst xmlns:a="http://schemas.openxmlformats.org/drawingml/2006/main">
              <a:ext uri="{FF2B5EF4-FFF2-40B4-BE49-F238E27FC236}">
                <a16:creationId xmlns:a16="http://schemas.microsoft.com/office/drawing/2014/main" id="{A77A7020-9173-4021-A66D-2FAEDBB6AA0F}"/>
              </a:ext>
            </a:extLst>
          </p:cNvPr>
          <p:cNvSpPr>
            <a:spLocks xmlns:a="http://schemas.openxmlformats.org/drawingml/2006/main" noGrp="1"/>
          </p:cNvSpPr>
          <p:nvPr/>
        </p:nvSpPr>
        <p:spPr>
          <a:xfrm xmlns:a="http://schemas.openxmlformats.org/drawingml/2006/main">
            <a:off x="6991350" y="3905250"/>
            <a:ext cx="43053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B3ED1A13-2396-455F-B2C0-121FDDD92CA9}"/>
              </a:ext>
            </a:extLst>
          </p:cNvPr>
          <p:cNvSpPr>
            <a:spLocks xmlns:a="http://schemas.openxmlformats.org/drawingml/2006/main" noGrp="1"/>
          </p:cNvSpPr>
          <p:nvPr/>
        </p:nvSpPr>
        <p:spPr>
          <a:xfrm xmlns:a="http://schemas.openxmlformats.org/drawingml/2006/main">
            <a:off x="6991350" y="3905250"/>
            <a:ext cx="66675" cy="10668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31" name="">
            <a:extLst xmlns:a="http://schemas.openxmlformats.org/drawingml/2006/main">
              <a:ext uri="{FF2B5EF4-FFF2-40B4-BE49-F238E27FC236}">
                <a16:creationId xmlns:a16="http://schemas.microsoft.com/office/drawing/2014/main" id="{6DDFD76C-34EE-4FD3-8A39-5B137DAE18CD}"/>
              </a:ext>
            </a:extLst>
          </p:cNvPr>
          <p:cNvSpPr>
            <a:spLocks xmlns:a="http://schemas.openxmlformats.org/drawingml/2006/main" noGrp="1"/>
          </p:cNvSpPr>
          <p:nvPr/>
        </p:nvSpPr>
        <p:spPr>
          <a:xfrm xmlns:a="http://schemas.openxmlformats.org/drawingml/2006/main">
            <a:off x="7200900" y="4019550"/>
            <a:ext cx="398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Same candidate</a:t>
            </a:r>
          </a:p>
        </p:txBody>
      </p:sp>
      <p:sp>
        <p:nvSpPr>
          <p:cNvPr id="32" name="">
            <a:extLst xmlns:a="http://schemas.openxmlformats.org/drawingml/2006/main">
              <a:ext uri="{FF2B5EF4-FFF2-40B4-BE49-F238E27FC236}">
                <a16:creationId xmlns:a16="http://schemas.microsoft.com/office/drawing/2014/main" id="{8E61182B-7944-413E-BA07-2B16FBF34679}"/>
              </a:ext>
            </a:extLst>
          </p:cNvPr>
          <p:cNvSpPr>
            <a:spLocks xmlns:a="http://schemas.openxmlformats.org/drawingml/2006/main" noGrp="1"/>
          </p:cNvSpPr>
          <p:nvPr/>
        </p:nvSpPr>
        <p:spPr>
          <a:xfrm xmlns:a="http://schemas.openxmlformats.org/drawingml/2006/main">
            <a:off x="7200900" y="43148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candidate can access only their own profile, files and applications</a:t>
            </a:r>
          </a:p>
        </p:txBody>
      </p:sp>
      <p:sp>
        <p:nvSpPr>
          <p:cNvPr id="33" name="">
            <a:extLst xmlns:a="http://schemas.openxmlformats.org/drawingml/2006/main">
              <a:ext uri="{FF2B5EF4-FFF2-40B4-BE49-F238E27FC236}">
                <a16:creationId xmlns:a16="http://schemas.microsoft.com/office/drawing/2014/main" id="{0B724082-2E77-4D21-9D7A-6279CC1159F9}"/>
              </a:ext>
            </a:extLst>
          </p:cNvPr>
          <p:cNvSpPr>
            <a:spLocks xmlns:a="http://schemas.openxmlformats.org/drawingml/2006/main" noGrp="1"/>
          </p:cNvSpPr>
          <p:nvPr/>
        </p:nvSpPr>
        <p:spPr>
          <a:xfrm xmlns:a="http://schemas.openxmlformats.org/drawingml/2006/main">
            <a:off x="6991350" y="5162550"/>
            <a:ext cx="430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583"/>
          </a:bodyPr>
          <a:lstStyle xmlns:a="http://schemas.openxmlformats.org/drawingml/2006/main">
            <a:defPPr algn="l">
              <a:defRPr sz="1200" b="0">
                <a:solidFill>
                  <a:srgbClr val="9B651B"/>
                </a:solidFill>
                <a:latin typeface="Noto Sans"/>
                <a:ea typeface="Noto Sans"/>
                <a:cs typeface="Noto Sans"/>
              </a:defRPr>
            </a:defPPr>
            <a:lvl1pPr algn="l">
              <a:defRPr sz="1200" b="0">
                <a:solidFill>
                  <a:srgbClr val="9B651B"/>
                </a:solidFill>
                <a:latin typeface="Noto Sans"/>
                <a:ea typeface="Noto Sans"/>
                <a:cs typeface="Noto Sans"/>
              </a:defRPr>
            </a:lvl1pPr>
            <a:lvl2pPr algn="l">
              <a:defRPr sz="1200" b="0">
                <a:solidFill>
                  <a:srgbClr val="9B651B"/>
                </a:solidFill>
                <a:latin typeface="Noto Sans"/>
                <a:ea typeface="Noto Sans"/>
                <a:cs typeface="Noto Sans"/>
              </a:defRPr>
            </a:lvl2pPr>
            <a:lvl3pPr algn="l">
              <a:defRPr sz="1200" b="0">
                <a:solidFill>
                  <a:srgbClr val="9B651B"/>
                </a:solidFill>
                <a:latin typeface="Noto Sans"/>
                <a:ea typeface="Noto Sans"/>
                <a:cs typeface="Noto Sans"/>
              </a:defRPr>
            </a:lvl3pPr>
            <a:lvl4pPr algn="l">
              <a:defRPr sz="1200" b="0">
                <a:solidFill>
                  <a:srgbClr val="9B651B"/>
                </a:solidFill>
                <a:latin typeface="Noto Sans"/>
                <a:ea typeface="Noto Sans"/>
                <a:cs typeface="Noto Sans"/>
              </a:defRPr>
            </a:lvl4pPr>
            <a:lvl5pPr algn="l">
              <a:defRPr sz="1200" b="0">
                <a:solidFill>
                  <a:srgbClr val="9B651B"/>
                </a:solidFill>
                <a:latin typeface="Noto Sans"/>
                <a:ea typeface="Noto Sans"/>
                <a:cs typeface="Noto Sans"/>
              </a:defRPr>
            </a:lvl5pPr>
            <a:lvl6pPr algn="l">
              <a:defRPr sz="1200" b="0">
                <a:solidFill>
                  <a:srgbClr val="9B651B"/>
                </a:solidFill>
                <a:latin typeface="Noto Sans"/>
                <a:ea typeface="Noto Sans"/>
                <a:cs typeface="Noto Sans"/>
              </a:defRPr>
            </a:lvl6pPr>
            <a:lvl7pPr algn="l">
              <a:defRPr sz="1200" b="0">
                <a:solidFill>
                  <a:srgbClr val="9B651B"/>
                </a:solidFill>
                <a:latin typeface="Noto Sans"/>
                <a:ea typeface="Noto Sans"/>
                <a:cs typeface="Noto Sans"/>
              </a:defRPr>
            </a:lvl7pPr>
            <a:lvl8pPr algn="l">
              <a:defRPr sz="1200" b="0">
                <a:solidFill>
                  <a:srgbClr val="9B651B"/>
                </a:solidFill>
                <a:latin typeface="Noto Sans"/>
                <a:ea typeface="Noto Sans"/>
                <a:cs typeface="Noto Sans"/>
              </a:defRPr>
            </a:lvl8pPr>
            <a:lvl9pPr algn="l">
              <a:defRPr sz="1200" b="0">
                <a:solidFill>
                  <a:srgbClr val="9B651B"/>
                </a:solidFill>
                <a:latin typeface="Noto Sans"/>
                <a:ea typeface="Noto Sans"/>
                <a:cs typeface="Noto Sans"/>
              </a:defRPr>
            </a:lvl9pPr>
          </a:lstStyle>
          <a:p xmlns:a="http://schemas.openxmlformats.org/drawingml/2006/main">
            <a:pPr algn="l">
              <a:defRPr sz="1200" b="0">
                <a:solidFill>
                  <a:srgbClr val="9B651B"/>
                </a:solidFill>
                <a:latin typeface="Noto Sans"/>
                <a:ea typeface="Noto Sans"/>
                <a:cs typeface="Noto Sans"/>
              </a:defRPr>
            </a:pPr>
            <a:r>
              <a:rPr sz="1200" b="0">
                <a:solidFill>
                  <a:srgbClr val="9B651B"/>
                </a:solidFill>
                <a:latin typeface="Noto Sans"/>
                <a:ea typeface="Noto Sans"/>
                <a:cs typeface="Noto Sans"/>
              </a:rPr>
              <a:t>Foreign or missing resources return a safe response that avoids leaking private existence.</a:t>
            </a:r>
          </a:p>
        </p:txBody>
      </p:sp>
      <p:sp>
        <p:nvSpPr>
          <p:cNvPr id="34" name="">
            <a:extLst xmlns:a="http://schemas.openxmlformats.org/drawingml/2006/main">
              <a:ext uri="{FF2B5EF4-FFF2-40B4-BE49-F238E27FC236}">
                <a16:creationId xmlns:a16="http://schemas.microsoft.com/office/drawing/2014/main" id="{AED815EA-6DB4-461B-AA75-8CDA5F337179}"/>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824083665"/>
      </p:ext>
    </p:extLst>
  </p:cSld>
</p:sld>
</file>

<file path=ppt/slides/slide1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3600CB19-CDB7-44A7-A834-5B59A9AA5307}"/>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BUSINESS RULES</a:t>
            </a:r>
          </a:p>
        </p:txBody>
      </p:sp>
      <p:sp>
        <p:nvSpPr>
          <p:cNvPr id="2" name="">
            <a:extLst xmlns:a="http://schemas.openxmlformats.org/drawingml/2006/main">
              <a:ext uri="{FF2B5EF4-FFF2-40B4-BE49-F238E27FC236}">
                <a16:creationId xmlns:a16="http://schemas.microsoft.com/office/drawing/2014/main" id="{13CE6869-F325-4577-B1F8-396C9C6BF704}"/>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Application workflow</a:t>
            </a:r>
          </a:p>
        </p:txBody>
      </p:sp>
      <p:sp>
        <p:nvSpPr>
          <p:cNvPr id="3" name="">
            <a:extLst xmlns:a="http://schemas.openxmlformats.org/drawingml/2006/main">
              <a:ext uri="{FF2B5EF4-FFF2-40B4-BE49-F238E27FC236}">
                <a16:creationId xmlns:a16="http://schemas.microsoft.com/office/drawing/2014/main" id="{52B2BFBD-F0FB-4661-8A3B-A40833C49F45}"/>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12</a:t>
            </a:r>
          </a:p>
        </p:txBody>
      </p:sp>
      <p:sp>
        <p:nvSpPr>
          <p:cNvPr id="4" name="">
            <a:extLst xmlns:a="http://schemas.openxmlformats.org/drawingml/2006/main">
              <a:ext uri="{FF2B5EF4-FFF2-40B4-BE49-F238E27FC236}">
                <a16:creationId xmlns:a16="http://schemas.microsoft.com/office/drawing/2014/main" id="{32BF97A7-CA71-48E9-941F-756400DFFA20}"/>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CC1E8E8C-D9AA-4C80-AEBA-9DE1695B98F2}"/>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backend controls every stage change and records the recruitment history.</a:t>
            </a:r>
          </a:p>
        </p:txBody>
      </p:sp>
      <p:sp>
        <p:nvSpPr>
          <p:cNvPr id="6" name="">
            <a:extLst xmlns:a="http://schemas.openxmlformats.org/drawingml/2006/main">
              <a:ext uri="{FF2B5EF4-FFF2-40B4-BE49-F238E27FC236}">
                <a16:creationId xmlns:a16="http://schemas.microsoft.com/office/drawing/2014/main" id="{55EB6727-B683-472F-8C71-8A818314D641}"/>
              </a:ext>
            </a:extLst>
          </p:cNvPr>
          <p:cNvSpPr>
            <a:spLocks xmlns:a="http://schemas.openxmlformats.org/drawingml/2006/main" noGrp="1"/>
          </p:cNvSpPr>
          <p:nvPr/>
        </p:nvSpPr>
        <p:spPr>
          <a:xfrm xmlns:a="http://schemas.openxmlformats.org/drawingml/2006/main">
            <a:off x="60960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386A605B-3952-4CB3-9E53-83146F6D23BE}"/>
              </a:ext>
            </a:extLst>
          </p:cNvPr>
          <p:cNvSpPr>
            <a:spLocks xmlns:a="http://schemas.openxmlformats.org/drawingml/2006/main" noGrp="1"/>
          </p:cNvSpPr>
          <p:nvPr/>
        </p:nvSpPr>
        <p:spPr>
          <a:xfrm xmlns:a="http://schemas.openxmlformats.org/drawingml/2006/main">
            <a:off x="8001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194D38"/>
                </a:solidFill>
                <a:latin typeface="Noto Sans"/>
                <a:ea typeface="Noto Sans"/>
                <a:cs typeface="Noto Sans"/>
              </a:defRPr>
            </a:defPPr>
            <a:lvl1pPr algn="l">
              <a:defRPr sz="1275" b="1">
                <a:solidFill>
                  <a:srgbClr val="194D38"/>
                </a:solidFill>
                <a:latin typeface="Noto Sans"/>
                <a:ea typeface="Noto Sans"/>
                <a:cs typeface="Noto Sans"/>
              </a:defRPr>
            </a:lvl1pPr>
            <a:lvl2pPr algn="l">
              <a:defRPr sz="1275" b="1">
                <a:solidFill>
                  <a:srgbClr val="194D38"/>
                </a:solidFill>
                <a:latin typeface="Noto Sans"/>
                <a:ea typeface="Noto Sans"/>
                <a:cs typeface="Noto Sans"/>
              </a:defRPr>
            </a:lvl2pPr>
            <a:lvl3pPr algn="l">
              <a:defRPr sz="1275" b="1">
                <a:solidFill>
                  <a:srgbClr val="194D38"/>
                </a:solidFill>
                <a:latin typeface="Noto Sans"/>
                <a:ea typeface="Noto Sans"/>
                <a:cs typeface="Noto Sans"/>
              </a:defRPr>
            </a:lvl3pPr>
            <a:lvl4pPr algn="l">
              <a:defRPr sz="1275" b="1">
                <a:solidFill>
                  <a:srgbClr val="194D38"/>
                </a:solidFill>
                <a:latin typeface="Noto Sans"/>
                <a:ea typeface="Noto Sans"/>
                <a:cs typeface="Noto Sans"/>
              </a:defRPr>
            </a:lvl4pPr>
            <a:lvl5pPr algn="l">
              <a:defRPr sz="1275" b="1">
                <a:solidFill>
                  <a:srgbClr val="194D38"/>
                </a:solidFill>
                <a:latin typeface="Noto Sans"/>
                <a:ea typeface="Noto Sans"/>
                <a:cs typeface="Noto Sans"/>
              </a:defRPr>
            </a:lvl5pPr>
            <a:lvl6pPr algn="l">
              <a:defRPr sz="1275" b="1">
                <a:solidFill>
                  <a:srgbClr val="194D38"/>
                </a:solidFill>
                <a:latin typeface="Noto Sans"/>
                <a:ea typeface="Noto Sans"/>
                <a:cs typeface="Noto Sans"/>
              </a:defRPr>
            </a:lvl6pPr>
            <a:lvl7pPr algn="l">
              <a:defRPr sz="1275" b="1">
                <a:solidFill>
                  <a:srgbClr val="194D38"/>
                </a:solidFill>
                <a:latin typeface="Noto Sans"/>
                <a:ea typeface="Noto Sans"/>
                <a:cs typeface="Noto Sans"/>
              </a:defRPr>
            </a:lvl7pPr>
            <a:lvl8pPr algn="l">
              <a:defRPr sz="1275" b="1">
                <a:solidFill>
                  <a:srgbClr val="194D38"/>
                </a:solidFill>
                <a:latin typeface="Noto Sans"/>
                <a:ea typeface="Noto Sans"/>
                <a:cs typeface="Noto Sans"/>
              </a:defRPr>
            </a:lvl8pPr>
            <a:lvl9pPr algn="l">
              <a:defRPr sz="1275" b="1">
                <a:solidFill>
                  <a:srgbClr val="194D38"/>
                </a:solidFill>
                <a:latin typeface="Noto Sans"/>
                <a:ea typeface="Noto Sans"/>
                <a:cs typeface="Noto Sans"/>
              </a:defRPr>
            </a:lvl9pPr>
          </a:lstStyle>
          <a:p xmlns:a="http://schemas.openxmlformats.org/drawingml/2006/main">
            <a:pPr algn="l">
              <a:defRPr sz="1275" b="1">
                <a:solidFill>
                  <a:srgbClr val="194D38"/>
                </a:solidFill>
                <a:latin typeface="Noto Sans"/>
                <a:ea typeface="Noto Sans"/>
                <a:cs typeface="Noto Sans"/>
              </a:defRPr>
            </a:pPr>
            <a:r>
              <a:rPr sz="1275"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3224CEB4-DD03-4A56-9100-6875F847B1C7}"/>
              </a:ext>
            </a:extLst>
          </p:cNvPr>
          <p:cNvSpPr>
            <a:spLocks xmlns:a="http://schemas.openxmlformats.org/drawingml/2006/main" noGrp="1"/>
          </p:cNvSpPr>
          <p:nvPr/>
        </p:nvSpPr>
        <p:spPr>
          <a:xfrm xmlns:a="http://schemas.openxmlformats.org/drawingml/2006/main">
            <a:off x="8001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Discover</a:t>
            </a:r>
          </a:p>
        </p:txBody>
      </p:sp>
      <p:sp>
        <p:nvSpPr>
          <p:cNvPr id="9" name="">
            <a:extLst xmlns:a="http://schemas.openxmlformats.org/drawingml/2006/main">
              <a:ext uri="{FF2B5EF4-FFF2-40B4-BE49-F238E27FC236}">
                <a16:creationId xmlns:a16="http://schemas.microsoft.com/office/drawing/2014/main" id="{78D6DD2C-EC39-4AC0-B1AB-3398EE9B9A32}"/>
              </a:ext>
            </a:extLst>
          </p:cNvPr>
          <p:cNvSpPr>
            <a:spLocks xmlns:a="http://schemas.openxmlformats.org/drawingml/2006/main" noGrp="1"/>
          </p:cNvSpPr>
          <p:nvPr/>
        </p:nvSpPr>
        <p:spPr>
          <a:xfrm xmlns:a="http://schemas.openxmlformats.org/drawingml/2006/main">
            <a:off x="8001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Offer search and matching</a:t>
            </a:r>
          </a:p>
        </p:txBody>
      </p:sp>
      <p:sp>
        <p:nvSpPr>
          <p:cNvPr id="10" name="">
            <a:extLst xmlns:a="http://schemas.openxmlformats.org/drawingml/2006/main">
              <a:ext uri="{FF2B5EF4-FFF2-40B4-BE49-F238E27FC236}">
                <a16:creationId xmlns:a16="http://schemas.microsoft.com/office/drawing/2014/main" id="{F4375446-6D97-47FC-97EF-4828D623B06D}"/>
              </a:ext>
            </a:extLst>
          </p:cNvPr>
          <p:cNvSpPr>
            <a:spLocks xmlns:a="http://schemas.openxmlformats.org/drawingml/2006/main" noGrp="1"/>
          </p:cNvSpPr>
          <p:nvPr/>
        </p:nvSpPr>
        <p:spPr>
          <a:xfrm xmlns:a="http://schemas.openxmlformats.org/drawingml/2006/main">
            <a:off x="213360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98EA9502-E002-48ED-9D61-33E7C7233B5D}"/>
              </a:ext>
            </a:extLst>
          </p:cNvPr>
          <p:cNvSpPr>
            <a:spLocks xmlns:a="http://schemas.openxmlformats.org/drawingml/2006/main" noGrp="1"/>
          </p:cNvSpPr>
          <p:nvPr/>
        </p:nvSpPr>
        <p:spPr>
          <a:xfrm xmlns:a="http://schemas.openxmlformats.org/drawingml/2006/main">
            <a:off x="242887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35645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77D3F732-72B2-4F06-A604-354753FDD65C}"/>
              </a:ext>
            </a:extLst>
          </p:cNvPr>
          <p:cNvSpPr>
            <a:spLocks xmlns:a="http://schemas.openxmlformats.org/drawingml/2006/main" noGrp="1"/>
          </p:cNvSpPr>
          <p:nvPr/>
        </p:nvSpPr>
        <p:spPr>
          <a:xfrm xmlns:a="http://schemas.openxmlformats.org/drawingml/2006/main">
            <a:off x="26193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01FD7915-EB27-409D-BD4B-55598310B2F7}"/>
              </a:ext>
            </a:extLst>
          </p:cNvPr>
          <p:cNvSpPr>
            <a:spLocks xmlns:a="http://schemas.openxmlformats.org/drawingml/2006/main" noGrp="1"/>
          </p:cNvSpPr>
          <p:nvPr/>
        </p:nvSpPr>
        <p:spPr>
          <a:xfrm xmlns:a="http://schemas.openxmlformats.org/drawingml/2006/main">
            <a:off x="26193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Apply</a:t>
            </a:r>
          </a:p>
        </p:txBody>
      </p:sp>
      <p:sp>
        <p:nvSpPr>
          <p:cNvPr id="14" name="">
            <a:extLst xmlns:a="http://schemas.openxmlformats.org/drawingml/2006/main">
              <a:ext uri="{FF2B5EF4-FFF2-40B4-BE49-F238E27FC236}">
                <a16:creationId xmlns:a16="http://schemas.microsoft.com/office/drawing/2014/main" id="{C8321DDF-1F53-4EA9-ACDA-6294F4E67429}"/>
              </a:ext>
            </a:extLst>
          </p:cNvPr>
          <p:cNvSpPr>
            <a:spLocks xmlns:a="http://schemas.openxmlformats.org/drawingml/2006/main" noGrp="1"/>
          </p:cNvSpPr>
          <p:nvPr/>
        </p:nvSpPr>
        <p:spPr>
          <a:xfrm xmlns:a="http://schemas.openxmlformats.org/drawingml/2006/main">
            <a:off x="26193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Validated profile and CV snapshot</a:t>
            </a:r>
          </a:p>
        </p:txBody>
      </p:sp>
      <p:sp>
        <p:nvSpPr>
          <p:cNvPr id="15" name="">
            <a:extLst xmlns:a="http://schemas.openxmlformats.org/drawingml/2006/main">
              <a:ext uri="{FF2B5EF4-FFF2-40B4-BE49-F238E27FC236}">
                <a16:creationId xmlns:a16="http://schemas.microsoft.com/office/drawing/2014/main" id="{F48A2054-D734-4368-9657-047F1D15CE0C}"/>
              </a:ext>
            </a:extLst>
          </p:cNvPr>
          <p:cNvSpPr>
            <a:spLocks xmlns:a="http://schemas.openxmlformats.org/drawingml/2006/main" noGrp="1"/>
          </p:cNvSpPr>
          <p:nvPr/>
        </p:nvSpPr>
        <p:spPr>
          <a:xfrm xmlns:a="http://schemas.openxmlformats.org/drawingml/2006/main">
            <a:off x="3952875"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23A9A5EB-A19A-488D-A62C-F532ED4729A2}"/>
              </a:ext>
            </a:extLst>
          </p:cNvPr>
          <p:cNvSpPr>
            <a:spLocks xmlns:a="http://schemas.openxmlformats.org/drawingml/2006/main" noGrp="1"/>
          </p:cNvSpPr>
          <p:nvPr/>
        </p:nvSpPr>
        <p:spPr>
          <a:xfrm xmlns:a="http://schemas.openxmlformats.org/drawingml/2006/main">
            <a:off x="424815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DB40F917-21F8-462F-A317-195F8CD1A8FA}"/>
              </a:ext>
            </a:extLst>
          </p:cNvPr>
          <p:cNvSpPr>
            <a:spLocks xmlns:a="http://schemas.openxmlformats.org/drawingml/2006/main" noGrp="1"/>
          </p:cNvSpPr>
          <p:nvPr/>
        </p:nvSpPr>
        <p:spPr>
          <a:xfrm xmlns:a="http://schemas.openxmlformats.org/drawingml/2006/main">
            <a:off x="443865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03</a:t>
            </a:r>
          </a:p>
        </p:txBody>
      </p:sp>
      <p:sp>
        <p:nvSpPr>
          <p:cNvPr id="18" name="">
            <a:extLst xmlns:a="http://schemas.openxmlformats.org/drawingml/2006/main">
              <a:ext uri="{FF2B5EF4-FFF2-40B4-BE49-F238E27FC236}">
                <a16:creationId xmlns:a16="http://schemas.microsoft.com/office/drawing/2014/main" id="{3BFD0E26-95C2-4081-B471-690A52D66468}"/>
              </a:ext>
            </a:extLst>
          </p:cNvPr>
          <p:cNvSpPr>
            <a:spLocks xmlns:a="http://schemas.openxmlformats.org/drawingml/2006/main" noGrp="1"/>
          </p:cNvSpPr>
          <p:nvPr/>
        </p:nvSpPr>
        <p:spPr>
          <a:xfrm xmlns:a="http://schemas.openxmlformats.org/drawingml/2006/main">
            <a:off x="443865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Screen</a:t>
            </a:r>
          </a:p>
        </p:txBody>
      </p:sp>
      <p:sp>
        <p:nvSpPr>
          <p:cNvPr id="19" name="">
            <a:extLst xmlns:a="http://schemas.openxmlformats.org/drawingml/2006/main">
              <a:ext uri="{FF2B5EF4-FFF2-40B4-BE49-F238E27FC236}">
                <a16:creationId xmlns:a16="http://schemas.microsoft.com/office/drawing/2014/main" id="{15B1F75E-C582-404C-8C5D-5679239B15F1}"/>
              </a:ext>
            </a:extLst>
          </p:cNvPr>
          <p:cNvSpPr>
            <a:spLocks xmlns:a="http://schemas.openxmlformats.org/drawingml/2006/main" noGrp="1"/>
          </p:cNvSpPr>
          <p:nvPr/>
        </p:nvSpPr>
        <p:spPr>
          <a:xfrm xmlns:a="http://schemas.openxmlformats.org/drawingml/2006/main">
            <a:off x="443865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Durable AI job adds context</a:t>
            </a:r>
          </a:p>
        </p:txBody>
      </p:sp>
      <p:sp>
        <p:nvSpPr>
          <p:cNvPr id="20" name="">
            <a:extLst xmlns:a="http://schemas.openxmlformats.org/drawingml/2006/main">
              <a:ext uri="{FF2B5EF4-FFF2-40B4-BE49-F238E27FC236}">
                <a16:creationId xmlns:a16="http://schemas.microsoft.com/office/drawing/2014/main" id="{7B7998D6-A884-41E2-AF53-9E7F31518139}"/>
              </a:ext>
            </a:extLst>
          </p:cNvPr>
          <p:cNvSpPr>
            <a:spLocks xmlns:a="http://schemas.openxmlformats.org/drawingml/2006/main" noGrp="1"/>
          </p:cNvSpPr>
          <p:nvPr/>
        </p:nvSpPr>
        <p:spPr>
          <a:xfrm xmlns:a="http://schemas.openxmlformats.org/drawingml/2006/main">
            <a:off x="577215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6E17ED28-B3AB-436F-BC10-1B3CA2705150}"/>
              </a:ext>
            </a:extLst>
          </p:cNvPr>
          <p:cNvSpPr>
            <a:spLocks xmlns:a="http://schemas.openxmlformats.org/drawingml/2006/main" noGrp="1"/>
          </p:cNvSpPr>
          <p:nvPr/>
        </p:nvSpPr>
        <p:spPr>
          <a:xfrm xmlns:a="http://schemas.openxmlformats.org/drawingml/2006/main">
            <a:off x="606742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9B651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E7A0708D-B448-436F-B26B-FBD656CED381}"/>
              </a:ext>
            </a:extLst>
          </p:cNvPr>
          <p:cNvSpPr>
            <a:spLocks xmlns:a="http://schemas.openxmlformats.org/drawingml/2006/main" noGrp="1"/>
          </p:cNvSpPr>
          <p:nvPr/>
        </p:nvSpPr>
        <p:spPr>
          <a:xfrm xmlns:a="http://schemas.openxmlformats.org/drawingml/2006/main">
            <a:off x="625792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9B651B"/>
                </a:solidFill>
                <a:latin typeface="Noto Sans"/>
                <a:ea typeface="Noto Sans"/>
                <a:cs typeface="Noto Sans"/>
              </a:defRPr>
            </a:defPPr>
            <a:lvl1pPr algn="l">
              <a:defRPr sz="1275" b="1">
                <a:solidFill>
                  <a:srgbClr val="9B651B"/>
                </a:solidFill>
                <a:latin typeface="Noto Sans"/>
                <a:ea typeface="Noto Sans"/>
                <a:cs typeface="Noto Sans"/>
              </a:defRPr>
            </a:lvl1pPr>
            <a:lvl2pPr algn="l">
              <a:defRPr sz="1275" b="1">
                <a:solidFill>
                  <a:srgbClr val="9B651B"/>
                </a:solidFill>
                <a:latin typeface="Noto Sans"/>
                <a:ea typeface="Noto Sans"/>
                <a:cs typeface="Noto Sans"/>
              </a:defRPr>
            </a:lvl2pPr>
            <a:lvl3pPr algn="l">
              <a:defRPr sz="1275" b="1">
                <a:solidFill>
                  <a:srgbClr val="9B651B"/>
                </a:solidFill>
                <a:latin typeface="Noto Sans"/>
                <a:ea typeface="Noto Sans"/>
                <a:cs typeface="Noto Sans"/>
              </a:defRPr>
            </a:lvl3pPr>
            <a:lvl4pPr algn="l">
              <a:defRPr sz="1275" b="1">
                <a:solidFill>
                  <a:srgbClr val="9B651B"/>
                </a:solidFill>
                <a:latin typeface="Noto Sans"/>
                <a:ea typeface="Noto Sans"/>
                <a:cs typeface="Noto Sans"/>
              </a:defRPr>
            </a:lvl4pPr>
            <a:lvl5pPr algn="l">
              <a:defRPr sz="1275" b="1">
                <a:solidFill>
                  <a:srgbClr val="9B651B"/>
                </a:solidFill>
                <a:latin typeface="Noto Sans"/>
                <a:ea typeface="Noto Sans"/>
                <a:cs typeface="Noto Sans"/>
              </a:defRPr>
            </a:lvl5pPr>
            <a:lvl6pPr algn="l">
              <a:defRPr sz="1275" b="1">
                <a:solidFill>
                  <a:srgbClr val="9B651B"/>
                </a:solidFill>
                <a:latin typeface="Noto Sans"/>
                <a:ea typeface="Noto Sans"/>
                <a:cs typeface="Noto Sans"/>
              </a:defRPr>
            </a:lvl6pPr>
            <a:lvl7pPr algn="l">
              <a:defRPr sz="1275" b="1">
                <a:solidFill>
                  <a:srgbClr val="9B651B"/>
                </a:solidFill>
                <a:latin typeface="Noto Sans"/>
                <a:ea typeface="Noto Sans"/>
                <a:cs typeface="Noto Sans"/>
              </a:defRPr>
            </a:lvl7pPr>
            <a:lvl8pPr algn="l">
              <a:defRPr sz="1275" b="1">
                <a:solidFill>
                  <a:srgbClr val="9B651B"/>
                </a:solidFill>
                <a:latin typeface="Noto Sans"/>
                <a:ea typeface="Noto Sans"/>
                <a:cs typeface="Noto Sans"/>
              </a:defRPr>
            </a:lvl8pPr>
            <a:lvl9pPr algn="l">
              <a:defRPr sz="1275" b="1">
                <a:solidFill>
                  <a:srgbClr val="9B651B"/>
                </a:solidFill>
                <a:latin typeface="Noto Sans"/>
                <a:ea typeface="Noto Sans"/>
                <a:cs typeface="Noto Sans"/>
              </a:defRPr>
            </a:lvl9pPr>
          </a:lstStyle>
          <a:p xmlns:a="http://schemas.openxmlformats.org/drawingml/2006/main">
            <a:pPr algn="l">
              <a:defRPr sz="1275" b="1">
                <a:solidFill>
                  <a:srgbClr val="9B651B"/>
                </a:solidFill>
                <a:latin typeface="Noto Sans"/>
                <a:ea typeface="Noto Sans"/>
                <a:cs typeface="Noto Sans"/>
              </a:defRPr>
            </a:pPr>
            <a:r>
              <a:rPr sz="1275" b="1">
                <a:solidFill>
                  <a:srgbClr val="9B651B"/>
                </a:solidFill>
                <a:latin typeface="Noto Sans"/>
                <a:ea typeface="Noto Sans"/>
                <a:cs typeface="Noto Sans"/>
              </a:rPr>
              <a:t>04</a:t>
            </a:r>
          </a:p>
        </p:txBody>
      </p:sp>
      <p:sp>
        <p:nvSpPr>
          <p:cNvPr id="23" name="">
            <a:extLst xmlns:a="http://schemas.openxmlformats.org/drawingml/2006/main">
              <a:ext uri="{FF2B5EF4-FFF2-40B4-BE49-F238E27FC236}">
                <a16:creationId xmlns:a16="http://schemas.microsoft.com/office/drawing/2014/main" id="{2D38874E-7457-44A5-9001-854C637E74BA}"/>
              </a:ext>
            </a:extLst>
          </p:cNvPr>
          <p:cNvSpPr>
            <a:spLocks xmlns:a="http://schemas.openxmlformats.org/drawingml/2006/main" noGrp="1"/>
          </p:cNvSpPr>
          <p:nvPr/>
        </p:nvSpPr>
        <p:spPr>
          <a:xfrm xmlns:a="http://schemas.openxmlformats.org/drawingml/2006/main">
            <a:off x="625792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Review</a:t>
            </a:r>
          </a:p>
        </p:txBody>
      </p:sp>
      <p:sp>
        <p:nvSpPr>
          <p:cNvPr id="24" name="">
            <a:extLst xmlns:a="http://schemas.openxmlformats.org/drawingml/2006/main">
              <a:ext uri="{FF2B5EF4-FFF2-40B4-BE49-F238E27FC236}">
                <a16:creationId xmlns:a16="http://schemas.microsoft.com/office/drawing/2014/main" id="{127B6DBF-DF31-47C9-8B0B-48CEFC4A45B9}"/>
              </a:ext>
            </a:extLst>
          </p:cNvPr>
          <p:cNvSpPr>
            <a:spLocks xmlns:a="http://schemas.openxmlformats.org/drawingml/2006/main" noGrp="1"/>
          </p:cNvSpPr>
          <p:nvPr/>
        </p:nvSpPr>
        <p:spPr>
          <a:xfrm xmlns:a="http://schemas.openxmlformats.org/drawingml/2006/main">
            <a:off x="625792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Authorized company member</a:t>
            </a:r>
          </a:p>
        </p:txBody>
      </p:sp>
      <p:sp>
        <p:nvSpPr>
          <p:cNvPr id="25" name="">
            <a:extLst xmlns:a="http://schemas.openxmlformats.org/drawingml/2006/main">
              <a:ext uri="{FF2B5EF4-FFF2-40B4-BE49-F238E27FC236}">
                <a16:creationId xmlns:a16="http://schemas.microsoft.com/office/drawing/2014/main" id="{FB0FFCC6-75BA-4069-A0AB-22C99C505538}"/>
              </a:ext>
            </a:extLst>
          </p:cNvPr>
          <p:cNvSpPr>
            <a:spLocks xmlns:a="http://schemas.openxmlformats.org/drawingml/2006/main" noGrp="1"/>
          </p:cNvSpPr>
          <p:nvPr/>
        </p:nvSpPr>
        <p:spPr>
          <a:xfrm xmlns:a="http://schemas.openxmlformats.org/drawingml/2006/main">
            <a:off x="7591425"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14C82349-D41C-425D-8F7C-6E114D2700EF}"/>
              </a:ext>
            </a:extLst>
          </p:cNvPr>
          <p:cNvSpPr>
            <a:spLocks xmlns:a="http://schemas.openxmlformats.org/drawingml/2006/main" noGrp="1"/>
          </p:cNvSpPr>
          <p:nvPr/>
        </p:nvSpPr>
        <p:spPr>
          <a:xfrm xmlns:a="http://schemas.openxmlformats.org/drawingml/2006/main">
            <a:off x="7886700"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28734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4F7118D0-823A-4197-AB03-2130A1C4CF72}"/>
              </a:ext>
            </a:extLst>
          </p:cNvPr>
          <p:cNvSpPr>
            <a:spLocks xmlns:a="http://schemas.openxmlformats.org/drawingml/2006/main" noGrp="1"/>
          </p:cNvSpPr>
          <p:nvPr/>
        </p:nvSpPr>
        <p:spPr>
          <a:xfrm xmlns:a="http://schemas.openxmlformats.org/drawingml/2006/main">
            <a:off x="8077200"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28734D"/>
                </a:solidFill>
                <a:latin typeface="Noto Sans"/>
                <a:ea typeface="Noto Sans"/>
                <a:cs typeface="Noto Sans"/>
              </a:defRPr>
            </a:defPPr>
            <a:lvl1pPr algn="l">
              <a:defRPr sz="1275" b="1">
                <a:solidFill>
                  <a:srgbClr val="28734D"/>
                </a:solidFill>
                <a:latin typeface="Noto Sans"/>
                <a:ea typeface="Noto Sans"/>
                <a:cs typeface="Noto Sans"/>
              </a:defRPr>
            </a:lvl1pPr>
            <a:lvl2pPr algn="l">
              <a:defRPr sz="1275" b="1">
                <a:solidFill>
                  <a:srgbClr val="28734D"/>
                </a:solidFill>
                <a:latin typeface="Noto Sans"/>
                <a:ea typeface="Noto Sans"/>
                <a:cs typeface="Noto Sans"/>
              </a:defRPr>
            </a:lvl2pPr>
            <a:lvl3pPr algn="l">
              <a:defRPr sz="1275" b="1">
                <a:solidFill>
                  <a:srgbClr val="28734D"/>
                </a:solidFill>
                <a:latin typeface="Noto Sans"/>
                <a:ea typeface="Noto Sans"/>
                <a:cs typeface="Noto Sans"/>
              </a:defRPr>
            </a:lvl3pPr>
            <a:lvl4pPr algn="l">
              <a:defRPr sz="1275" b="1">
                <a:solidFill>
                  <a:srgbClr val="28734D"/>
                </a:solidFill>
                <a:latin typeface="Noto Sans"/>
                <a:ea typeface="Noto Sans"/>
                <a:cs typeface="Noto Sans"/>
              </a:defRPr>
            </a:lvl4pPr>
            <a:lvl5pPr algn="l">
              <a:defRPr sz="1275" b="1">
                <a:solidFill>
                  <a:srgbClr val="28734D"/>
                </a:solidFill>
                <a:latin typeface="Noto Sans"/>
                <a:ea typeface="Noto Sans"/>
                <a:cs typeface="Noto Sans"/>
              </a:defRPr>
            </a:lvl5pPr>
            <a:lvl6pPr algn="l">
              <a:defRPr sz="1275" b="1">
                <a:solidFill>
                  <a:srgbClr val="28734D"/>
                </a:solidFill>
                <a:latin typeface="Noto Sans"/>
                <a:ea typeface="Noto Sans"/>
                <a:cs typeface="Noto Sans"/>
              </a:defRPr>
            </a:lvl6pPr>
            <a:lvl7pPr algn="l">
              <a:defRPr sz="1275" b="1">
                <a:solidFill>
                  <a:srgbClr val="28734D"/>
                </a:solidFill>
                <a:latin typeface="Noto Sans"/>
                <a:ea typeface="Noto Sans"/>
                <a:cs typeface="Noto Sans"/>
              </a:defRPr>
            </a:lvl7pPr>
            <a:lvl8pPr algn="l">
              <a:defRPr sz="1275" b="1">
                <a:solidFill>
                  <a:srgbClr val="28734D"/>
                </a:solidFill>
                <a:latin typeface="Noto Sans"/>
                <a:ea typeface="Noto Sans"/>
                <a:cs typeface="Noto Sans"/>
              </a:defRPr>
            </a:lvl8pPr>
            <a:lvl9pPr algn="l">
              <a:defRPr sz="1275" b="1">
                <a:solidFill>
                  <a:srgbClr val="28734D"/>
                </a:solidFill>
                <a:latin typeface="Noto Sans"/>
                <a:ea typeface="Noto Sans"/>
                <a:cs typeface="Noto Sans"/>
              </a:defRPr>
            </a:lvl9pPr>
          </a:lstStyle>
          <a:p xmlns:a="http://schemas.openxmlformats.org/drawingml/2006/main">
            <a:pPr algn="l">
              <a:defRPr sz="1275" b="1">
                <a:solidFill>
                  <a:srgbClr val="28734D"/>
                </a:solidFill>
                <a:latin typeface="Noto Sans"/>
                <a:ea typeface="Noto Sans"/>
                <a:cs typeface="Noto Sans"/>
              </a:defRPr>
            </a:pPr>
            <a:r>
              <a:rPr sz="1275" b="1">
                <a:solidFill>
                  <a:srgbClr val="28734D"/>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2BF498C5-8D41-49C6-B26A-287712E3204F}"/>
              </a:ext>
            </a:extLst>
          </p:cNvPr>
          <p:cNvSpPr>
            <a:spLocks xmlns:a="http://schemas.openxmlformats.org/drawingml/2006/main" noGrp="1"/>
          </p:cNvSpPr>
          <p:nvPr/>
        </p:nvSpPr>
        <p:spPr>
          <a:xfrm xmlns:a="http://schemas.openxmlformats.org/drawingml/2006/main">
            <a:off x="8077200"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Interview</a:t>
            </a:r>
          </a:p>
        </p:txBody>
      </p:sp>
      <p:sp>
        <p:nvSpPr>
          <p:cNvPr id="29" name="">
            <a:extLst xmlns:a="http://schemas.openxmlformats.org/drawingml/2006/main">
              <a:ext uri="{FF2B5EF4-FFF2-40B4-BE49-F238E27FC236}">
                <a16:creationId xmlns:a16="http://schemas.microsoft.com/office/drawing/2014/main" id="{BC5A7037-F82B-4828-99B3-25DA8923A2C8}"/>
              </a:ext>
            </a:extLst>
          </p:cNvPr>
          <p:cNvSpPr>
            <a:spLocks xmlns:a="http://schemas.openxmlformats.org/drawingml/2006/main" noGrp="1"/>
          </p:cNvSpPr>
          <p:nvPr/>
        </p:nvSpPr>
        <p:spPr>
          <a:xfrm xmlns:a="http://schemas.openxmlformats.org/drawingml/2006/main">
            <a:off x="8077200"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Scheduling and feedback</a:t>
            </a:r>
          </a:p>
        </p:txBody>
      </p:sp>
      <p:sp>
        <p:nvSpPr>
          <p:cNvPr id="30" name="">
            <a:extLst xmlns:a="http://schemas.openxmlformats.org/drawingml/2006/main">
              <a:ext uri="{FF2B5EF4-FFF2-40B4-BE49-F238E27FC236}">
                <a16:creationId xmlns:a16="http://schemas.microsoft.com/office/drawing/2014/main" id="{A7E2B617-DF5A-4249-AB10-A207286C5ECB}"/>
              </a:ext>
            </a:extLst>
          </p:cNvPr>
          <p:cNvSpPr>
            <a:spLocks xmlns:a="http://schemas.openxmlformats.org/drawingml/2006/main" noGrp="1"/>
          </p:cNvSpPr>
          <p:nvPr/>
        </p:nvSpPr>
        <p:spPr>
          <a:xfrm xmlns:a="http://schemas.openxmlformats.org/drawingml/2006/main">
            <a:off x="9410700" y="3219450"/>
            <a:ext cx="295275"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1" name="">
            <a:extLst xmlns:a="http://schemas.openxmlformats.org/drawingml/2006/main">
              <a:ext uri="{FF2B5EF4-FFF2-40B4-BE49-F238E27FC236}">
                <a16:creationId xmlns:a16="http://schemas.microsoft.com/office/drawing/2014/main" id="{4639795C-742E-4952-9349-50D8B95DDC38}"/>
              </a:ext>
            </a:extLst>
          </p:cNvPr>
          <p:cNvSpPr>
            <a:spLocks xmlns:a="http://schemas.openxmlformats.org/drawingml/2006/main" noGrp="1"/>
          </p:cNvSpPr>
          <p:nvPr/>
        </p:nvSpPr>
        <p:spPr>
          <a:xfrm xmlns:a="http://schemas.openxmlformats.org/drawingml/2006/main">
            <a:off x="9705975" y="2286000"/>
            <a:ext cx="1524000" cy="1866900"/>
          </a:xfrm>
          <a:prstGeom xmlns:a="http://schemas.openxmlformats.org/drawingml/2006/main" prst="roundRect">
            <a:avLst>
              <a:gd name="adj" fmla="val 7500"/>
            </a:avLst>
          </a:prstGeom>
          <a:solidFill xmlns:a="http://schemas.openxmlformats.org/drawingml/2006/main">
            <a:srgbClr val="FFFEFA"/>
          </a:solidFill>
          <a:ln xmlns:a="http://schemas.openxmlformats.org/drawingml/2006/main" w="19050">
            <a:solidFill>
              <a:srgbClr val="B345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32056931-52B6-4201-9931-65D9C137D70A}"/>
              </a:ext>
            </a:extLst>
          </p:cNvPr>
          <p:cNvSpPr>
            <a:spLocks xmlns:a="http://schemas.openxmlformats.org/drawingml/2006/main" noGrp="1"/>
          </p:cNvSpPr>
          <p:nvPr/>
        </p:nvSpPr>
        <p:spPr>
          <a:xfrm xmlns:a="http://schemas.openxmlformats.org/drawingml/2006/main">
            <a:off x="9896475" y="243840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1">
                <a:solidFill>
                  <a:srgbClr val="B34538"/>
                </a:solidFill>
                <a:latin typeface="Noto Sans"/>
                <a:ea typeface="Noto Sans"/>
                <a:cs typeface="Noto Sans"/>
              </a:defRPr>
            </a:defPPr>
            <a:lvl1pPr algn="l">
              <a:defRPr sz="1275" b="1">
                <a:solidFill>
                  <a:srgbClr val="B34538"/>
                </a:solidFill>
                <a:latin typeface="Noto Sans"/>
                <a:ea typeface="Noto Sans"/>
                <a:cs typeface="Noto Sans"/>
              </a:defRPr>
            </a:lvl1pPr>
            <a:lvl2pPr algn="l">
              <a:defRPr sz="1275" b="1">
                <a:solidFill>
                  <a:srgbClr val="B34538"/>
                </a:solidFill>
                <a:latin typeface="Noto Sans"/>
                <a:ea typeface="Noto Sans"/>
                <a:cs typeface="Noto Sans"/>
              </a:defRPr>
            </a:lvl2pPr>
            <a:lvl3pPr algn="l">
              <a:defRPr sz="1275" b="1">
                <a:solidFill>
                  <a:srgbClr val="B34538"/>
                </a:solidFill>
                <a:latin typeface="Noto Sans"/>
                <a:ea typeface="Noto Sans"/>
                <a:cs typeface="Noto Sans"/>
              </a:defRPr>
            </a:lvl3pPr>
            <a:lvl4pPr algn="l">
              <a:defRPr sz="1275" b="1">
                <a:solidFill>
                  <a:srgbClr val="B34538"/>
                </a:solidFill>
                <a:latin typeface="Noto Sans"/>
                <a:ea typeface="Noto Sans"/>
                <a:cs typeface="Noto Sans"/>
              </a:defRPr>
            </a:lvl4pPr>
            <a:lvl5pPr algn="l">
              <a:defRPr sz="1275" b="1">
                <a:solidFill>
                  <a:srgbClr val="B34538"/>
                </a:solidFill>
                <a:latin typeface="Noto Sans"/>
                <a:ea typeface="Noto Sans"/>
                <a:cs typeface="Noto Sans"/>
              </a:defRPr>
            </a:lvl5pPr>
            <a:lvl6pPr algn="l">
              <a:defRPr sz="1275" b="1">
                <a:solidFill>
                  <a:srgbClr val="B34538"/>
                </a:solidFill>
                <a:latin typeface="Noto Sans"/>
                <a:ea typeface="Noto Sans"/>
                <a:cs typeface="Noto Sans"/>
              </a:defRPr>
            </a:lvl6pPr>
            <a:lvl7pPr algn="l">
              <a:defRPr sz="1275" b="1">
                <a:solidFill>
                  <a:srgbClr val="B34538"/>
                </a:solidFill>
                <a:latin typeface="Noto Sans"/>
                <a:ea typeface="Noto Sans"/>
                <a:cs typeface="Noto Sans"/>
              </a:defRPr>
            </a:lvl7pPr>
            <a:lvl8pPr algn="l">
              <a:defRPr sz="1275" b="1">
                <a:solidFill>
                  <a:srgbClr val="B34538"/>
                </a:solidFill>
                <a:latin typeface="Noto Sans"/>
                <a:ea typeface="Noto Sans"/>
                <a:cs typeface="Noto Sans"/>
              </a:defRPr>
            </a:lvl8pPr>
            <a:lvl9pPr algn="l">
              <a:defRPr sz="1275" b="1">
                <a:solidFill>
                  <a:srgbClr val="B34538"/>
                </a:solidFill>
                <a:latin typeface="Noto Sans"/>
                <a:ea typeface="Noto Sans"/>
                <a:cs typeface="Noto Sans"/>
              </a:defRPr>
            </a:lvl9pPr>
          </a:lstStyle>
          <a:p xmlns:a="http://schemas.openxmlformats.org/drawingml/2006/main">
            <a:pPr algn="l">
              <a:defRPr sz="1275" b="1">
                <a:solidFill>
                  <a:srgbClr val="B34538"/>
                </a:solidFill>
                <a:latin typeface="Noto Sans"/>
                <a:ea typeface="Noto Sans"/>
                <a:cs typeface="Noto Sans"/>
              </a:defRPr>
            </a:pPr>
            <a:r>
              <a:rPr sz="1275" b="1">
                <a:solidFill>
                  <a:srgbClr val="B34538"/>
                </a:solidFill>
                <a:latin typeface="Noto Sans"/>
                <a:ea typeface="Noto Sans"/>
                <a:cs typeface="Noto Sans"/>
              </a:rPr>
              <a:t>06</a:t>
            </a:r>
          </a:p>
        </p:txBody>
      </p:sp>
      <p:sp>
        <p:nvSpPr>
          <p:cNvPr id="33" name="">
            <a:extLst xmlns:a="http://schemas.openxmlformats.org/drawingml/2006/main">
              <a:ext uri="{FF2B5EF4-FFF2-40B4-BE49-F238E27FC236}">
                <a16:creationId xmlns:a16="http://schemas.microsoft.com/office/drawing/2014/main" id="{F4F67580-D103-4AE1-919D-AE9C815EF029}"/>
              </a:ext>
            </a:extLst>
          </p:cNvPr>
          <p:cNvSpPr>
            <a:spLocks xmlns:a="http://schemas.openxmlformats.org/drawingml/2006/main" noGrp="1"/>
          </p:cNvSpPr>
          <p:nvPr/>
        </p:nvSpPr>
        <p:spPr>
          <a:xfrm xmlns:a="http://schemas.openxmlformats.org/drawingml/2006/main">
            <a:off x="9896475" y="2819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lgn="l">
              <a:defRPr sz="1725" b="1">
                <a:solidFill>
                  <a:srgbClr val="192B23"/>
                </a:solidFill>
                <a:latin typeface="Noto Sans"/>
                <a:ea typeface="Noto Sans"/>
                <a:cs typeface="Noto Sans"/>
              </a:defRPr>
            </a:defPPr>
            <a:lvl1pPr algn="l">
              <a:defRPr sz="1725" b="1">
                <a:solidFill>
                  <a:srgbClr val="192B23"/>
                </a:solidFill>
                <a:latin typeface="Noto Sans"/>
                <a:ea typeface="Noto Sans"/>
                <a:cs typeface="Noto Sans"/>
              </a:defRPr>
            </a:lvl1pPr>
            <a:lvl2pPr algn="l">
              <a:defRPr sz="1725" b="1">
                <a:solidFill>
                  <a:srgbClr val="192B23"/>
                </a:solidFill>
                <a:latin typeface="Noto Sans"/>
                <a:ea typeface="Noto Sans"/>
                <a:cs typeface="Noto Sans"/>
              </a:defRPr>
            </a:lvl2pPr>
            <a:lvl3pPr algn="l">
              <a:defRPr sz="1725" b="1">
                <a:solidFill>
                  <a:srgbClr val="192B23"/>
                </a:solidFill>
                <a:latin typeface="Noto Sans"/>
                <a:ea typeface="Noto Sans"/>
                <a:cs typeface="Noto Sans"/>
              </a:defRPr>
            </a:lvl3pPr>
            <a:lvl4pPr algn="l">
              <a:defRPr sz="1725" b="1">
                <a:solidFill>
                  <a:srgbClr val="192B23"/>
                </a:solidFill>
                <a:latin typeface="Noto Sans"/>
                <a:ea typeface="Noto Sans"/>
                <a:cs typeface="Noto Sans"/>
              </a:defRPr>
            </a:lvl4pPr>
            <a:lvl5pPr algn="l">
              <a:defRPr sz="1725" b="1">
                <a:solidFill>
                  <a:srgbClr val="192B23"/>
                </a:solidFill>
                <a:latin typeface="Noto Sans"/>
                <a:ea typeface="Noto Sans"/>
                <a:cs typeface="Noto Sans"/>
              </a:defRPr>
            </a:lvl5pPr>
            <a:lvl6pPr algn="l">
              <a:defRPr sz="1725" b="1">
                <a:solidFill>
                  <a:srgbClr val="192B23"/>
                </a:solidFill>
                <a:latin typeface="Noto Sans"/>
                <a:ea typeface="Noto Sans"/>
                <a:cs typeface="Noto Sans"/>
              </a:defRPr>
            </a:lvl6pPr>
            <a:lvl7pPr algn="l">
              <a:defRPr sz="1725" b="1">
                <a:solidFill>
                  <a:srgbClr val="192B23"/>
                </a:solidFill>
                <a:latin typeface="Noto Sans"/>
                <a:ea typeface="Noto Sans"/>
                <a:cs typeface="Noto Sans"/>
              </a:defRPr>
            </a:lvl7pPr>
            <a:lvl8pPr algn="l">
              <a:defRPr sz="1725" b="1">
                <a:solidFill>
                  <a:srgbClr val="192B23"/>
                </a:solidFill>
                <a:latin typeface="Noto Sans"/>
                <a:ea typeface="Noto Sans"/>
                <a:cs typeface="Noto Sans"/>
              </a:defRPr>
            </a:lvl8pPr>
            <a:lvl9pPr algn="l">
              <a:defRPr sz="1725" b="1">
                <a:solidFill>
                  <a:srgbClr val="192B23"/>
                </a:solidFill>
                <a:latin typeface="Noto Sans"/>
                <a:ea typeface="Noto Sans"/>
                <a:cs typeface="Noto Sans"/>
              </a:defRPr>
            </a:lvl9pPr>
          </a:lstStyle>
          <a:p xmlns:a="http://schemas.openxmlformats.org/drawingml/2006/main">
            <a:pPr algn="l">
              <a:defRPr sz="1725" b="1">
                <a:solidFill>
                  <a:srgbClr val="192B23"/>
                </a:solidFill>
                <a:latin typeface="Noto Sans"/>
                <a:ea typeface="Noto Sans"/>
                <a:cs typeface="Noto Sans"/>
              </a:defRPr>
            </a:pPr>
            <a:r>
              <a:rPr sz="1725" b="1">
                <a:solidFill>
                  <a:srgbClr val="192B23"/>
                </a:solidFill>
                <a:latin typeface="Noto Sans"/>
                <a:ea typeface="Noto Sans"/>
                <a:cs typeface="Noto Sans"/>
              </a:rPr>
              <a:t>Decision</a:t>
            </a:r>
          </a:p>
        </p:txBody>
      </p:sp>
      <p:sp>
        <p:nvSpPr>
          <p:cNvPr id="34" name="">
            <a:extLst xmlns:a="http://schemas.openxmlformats.org/drawingml/2006/main">
              <a:ext uri="{FF2B5EF4-FFF2-40B4-BE49-F238E27FC236}">
                <a16:creationId xmlns:a16="http://schemas.microsoft.com/office/drawing/2014/main" id="{AB7219F6-001D-42F6-B07E-CA42ADEB13B2}"/>
              </a:ext>
            </a:extLst>
          </p:cNvPr>
          <p:cNvSpPr>
            <a:spLocks xmlns:a="http://schemas.openxmlformats.org/drawingml/2006/main" noGrp="1"/>
          </p:cNvSpPr>
          <p:nvPr/>
        </p:nvSpPr>
        <p:spPr>
          <a:xfrm xmlns:a="http://schemas.openxmlformats.org/drawingml/2006/main">
            <a:off x="9896475" y="3276600"/>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Final guarded transition</a:t>
            </a:r>
          </a:p>
        </p:txBody>
      </p:sp>
      <p:sp>
        <p:nvSpPr>
          <p:cNvPr id="35" name="">
            <a:extLst xmlns:a="http://schemas.openxmlformats.org/drawingml/2006/main">
              <a:ext uri="{FF2B5EF4-FFF2-40B4-BE49-F238E27FC236}">
                <a16:creationId xmlns:a16="http://schemas.microsoft.com/office/drawing/2014/main" id="{CC9B2C88-E8FE-4EBC-B26E-AAF6A54339D7}"/>
              </a:ext>
            </a:extLst>
          </p:cNvPr>
          <p:cNvSpPr>
            <a:spLocks xmlns:a="http://schemas.openxmlformats.org/drawingml/2006/main" noGrp="1"/>
          </p:cNvSpPr>
          <p:nvPr/>
        </p:nvSpPr>
        <p:spPr>
          <a:xfrm xmlns:a="http://schemas.openxmlformats.org/drawingml/2006/main">
            <a:off x="609600" y="4686300"/>
            <a:ext cx="10620375" cy="1028700"/>
          </a:xfrm>
          <a:prstGeom xmlns:a="http://schemas.openxmlformats.org/drawingml/2006/main" prst="roundRect">
            <a:avLst>
              <a:gd name="adj" fmla="val 11111"/>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B4A62757-ACB1-4B07-9783-BB19FC7E991C}"/>
              </a:ext>
            </a:extLst>
          </p:cNvPr>
          <p:cNvSpPr>
            <a:spLocks xmlns:a="http://schemas.openxmlformats.org/drawingml/2006/main" noGrp="1"/>
          </p:cNvSpPr>
          <p:nvPr/>
        </p:nvSpPr>
        <p:spPr>
          <a:xfrm xmlns:a="http://schemas.openxmlformats.org/drawingml/2006/main">
            <a:off x="819150" y="485775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lgn="l">
              <a:defRPr sz="1575" b="1">
                <a:solidFill>
                  <a:srgbClr val="9B651B"/>
                </a:solidFill>
                <a:latin typeface="Noto Sans"/>
                <a:ea typeface="Noto Sans"/>
                <a:cs typeface="Noto Sans"/>
              </a:defRPr>
            </a:defPPr>
            <a:lvl1pPr algn="l">
              <a:defRPr sz="1575" b="1">
                <a:solidFill>
                  <a:srgbClr val="9B651B"/>
                </a:solidFill>
                <a:latin typeface="Noto Sans"/>
                <a:ea typeface="Noto Sans"/>
                <a:cs typeface="Noto Sans"/>
              </a:defRPr>
            </a:lvl1pPr>
            <a:lvl2pPr algn="l">
              <a:defRPr sz="1575" b="1">
                <a:solidFill>
                  <a:srgbClr val="9B651B"/>
                </a:solidFill>
                <a:latin typeface="Noto Sans"/>
                <a:ea typeface="Noto Sans"/>
                <a:cs typeface="Noto Sans"/>
              </a:defRPr>
            </a:lvl2pPr>
            <a:lvl3pPr algn="l">
              <a:defRPr sz="1575" b="1">
                <a:solidFill>
                  <a:srgbClr val="9B651B"/>
                </a:solidFill>
                <a:latin typeface="Noto Sans"/>
                <a:ea typeface="Noto Sans"/>
                <a:cs typeface="Noto Sans"/>
              </a:defRPr>
            </a:lvl3pPr>
            <a:lvl4pPr algn="l">
              <a:defRPr sz="1575" b="1">
                <a:solidFill>
                  <a:srgbClr val="9B651B"/>
                </a:solidFill>
                <a:latin typeface="Noto Sans"/>
                <a:ea typeface="Noto Sans"/>
                <a:cs typeface="Noto Sans"/>
              </a:defRPr>
            </a:lvl4pPr>
            <a:lvl5pPr algn="l">
              <a:defRPr sz="1575" b="1">
                <a:solidFill>
                  <a:srgbClr val="9B651B"/>
                </a:solidFill>
                <a:latin typeface="Noto Sans"/>
                <a:ea typeface="Noto Sans"/>
                <a:cs typeface="Noto Sans"/>
              </a:defRPr>
            </a:lvl5pPr>
            <a:lvl6pPr algn="l">
              <a:defRPr sz="1575" b="1">
                <a:solidFill>
                  <a:srgbClr val="9B651B"/>
                </a:solidFill>
                <a:latin typeface="Noto Sans"/>
                <a:ea typeface="Noto Sans"/>
                <a:cs typeface="Noto Sans"/>
              </a:defRPr>
            </a:lvl6pPr>
            <a:lvl7pPr algn="l">
              <a:defRPr sz="1575" b="1">
                <a:solidFill>
                  <a:srgbClr val="9B651B"/>
                </a:solidFill>
                <a:latin typeface="Noto Sans"/>
                <a:ea typeface="Noto Sans"/>
                <a:cs typeface="Noto Sans"/>
              </a:defRPr>
            </a:lvl7pPr>
            <a:lvl8pPr algn="l">
              <a:defRPr sz="1575" b="1">
                <a:solidFill>
                  <a:srgbClr val="9B651B"/>
                </a:solidFill>
                <a:latin typeface="Noto Sans"/>
                <a:ea typeface="Noto Sans"/>
                <a:cs typeface="Noto Sans"/>
              </a:defRPr>
            </a:lvl8pPr>
            <a:lvl9pPr algn="l">
              <a:defRPr sz="1575" b="1">
                <a:solidFill>
                  <a:srgbClr val="9B651B"/>
                </a:solidFill>
                <a:latin typeface="Noto Sans"/>
                <a:ea typeface="Noto Sans"/>
                <a:cs typeface="Noto Sans"/>
              </a:defRPr>
            </a:lvl9pPr>
          </a:lstStyle>
          <a:p xmlns:a="http://schemas.openxmlformats.org/drawingml/2006/main">
            <a:pPr algn="l">
              <a:defRPr sz="1575" b="1">
                <a:solidFill>
                  <a:srgbClr val="9B651B"/>
                </a:solidFill>
                <a:latin typeface="Noto Sans"/>
                <a:ea typeface="Noto Sans"/>
                <a:cs typeface="Noto Sans"/>
              </a:defRPr>
            </a:pPr>
            <a:r>
              <a:rPr sz="1575" b="1">
                <a:solidFill>
                  <a:srgbClr val="9B651B"/>
                </a:solidFill>
                <a:latin typeface="Noto Sans"/>
                <a:ea typeface="Noto Sans"/>
                <a:cs typeface="Noto Sans"/>
              </a:rPr>
              <a:t>Guarded transitions</a:t>
            </a:r>
          </a:p>
        </p:txBody>
      </p:sp>
      <p:sp>
        <p:nvSpPr>
          <p:cNvPr id="37" name="">
            <a:extLst xmlns:a="http://schemas.openxmlformats.org/drawingml/2006/main">
              <a:ext uri="{FF2B5EF4-FFF2-40B4-BE49-F238E27FC236}">
                <a16:creationId xmlns:a16="http://schemas.microsoft.com/office/drawing/2014/main" id="{60462CD7-FE3C-4240-9C4D-BC094B3356EF}"/>
              </a:ext>
            </a:extLst>
          </p:cNvPr>
          <p:cNvSpPr>
            <a:spLocks xmlns:a="http://schemas.openxmlformats.org/drawingml/2006/main" noGrp="1"/>
          </p:cNvSpPr>
          <p:nvPr/>
        </p:nvSpPr>
        <p:spPr>
          <a:xfrm xmlns:a="http://schemas.openxmlformats.org/drawingml/2006/main">
            <a:off x="2971800" y="4781550"/>
            <a:ext cx="80200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617369"/>
                </a:solidFill>
                <a:latin typeface="Noto Sans"/>
                <a:ea typeface="Noto Sans"/>
                <a:cs typeface="Noto Sans"/>
              </a:defRPr>
            </a:defPPr>
            <a:lvl1pPr algn="l">
              <a:defRPr sz="1500" b="0">
                <a:solidFill>
                  <a:srgbClr val="617369"/>
                </a:solidFill>
                <a:latin typeface="Noto Sans"/>
                <a:ea typeface="Noto Sans"/>
                <a:cs typeface="Noto Sans"/>
              </a:defRPr>
            </a:lvl1pPr>
            <a:lvl2pPr algn="l">
              <a:defRPr sz="1500" b="0">
                <a:solidFill>
                  <a:srgbClr val="617369"/>
                </a:solidFill>
                <a:latin typeface="Noto Sans"/>
                <a:ea typeface="Noto Sans"/>
                <a:cs typeface="Noto Sans"/>
              </a:defRPr>
            </a:lvl2pPr>
            <a:lvl3pPr algn="l">
              <a:defRPr sz="1500" b="0">
                <a:solidFill>
                  <a:srgbClr val="617369"/>
                </a:solidFill>
                <a:latin typeface="Noto Sans"/>
                <a:ea typeface="Noto Sans"/>
                <a:cs typeface="Noto Sans"/>
              </a:defRPr>
            </a:lvl3pPr>
            <a:lvl4pPr algn="l">
              <a:defRPr sz="1500" b="0">
                <a:solidFill>
                  <a:srgbClr val="617369"/>
                </a:solidFill>
                <a:latin typeface="Noto Sans"/>
                <a:ea typeface="Noto Sans"/>
                <a:cs typeface="Noto Sans"/>
              </a:defRPr>
            </a:lvl4pPr>
            <a:lvl5pPr algn="l">
              <a:defRPr sz="1500" b="0">
                <a:solidFill>
                  <a:srgbClr val="617369"/>
                </a:solidFill>
                <a:latin typeface="Noto Sans"/>
                <a:ea typeface="Noto Sans"/>
                <a:cs typeface="Noto Sans"/>
              </a:defRPr>
            </a:lvl5pPr>
            <a:lvl6pPr algn="l">
              <a:defRPr sz="1500" b="0">
                <a:solidFill>
                  <a:srgbClr val="617369"/>
                </a:solidFill>
                <a:latin typeface="Noto Sans"/>
                <a:ea typeface="Noto Sans"/>
                <a:cs typeface="Noto Sans"/>
              </a:defRPr>
            </a:lvl6pPr>
            <a:lvl7pPr algn="l">
              <a:defRPr sz="1500" b="0">
                <a:solidFill>
                  <a:srgbClr val="617369"/>
                </a:solidFill>
                <a:latin typeface="Noto Sans"/>
                <a:ea typeface="Noto Sans"/>
                <a:cs typeface="Noto Sans"/>
              </a:defRPr>
            </a:lvl7pPr>
            <a:lvl8pPr algn="l">
              <a:defRPr sz="1500" b="0">
                <a:solidFill>
                  <a:srgbClr val="617369"/>
                </a:solidFill>
                <a:latin typeface="Noto Sans"/>
                <a:ea typeface="Noto Sans"/>
                <a:cs typeface="Noto Sans"/>
              </a:defRPr>
            </a:lvl8pPr>
            <a:lvl9pPr algn="l">
              <a:defRPr sz="1500" b="0">
                <a:solidFill>
                  <a:srgbClr val="617369"/>
                </a:solidFill>
                <a:latin typeface="Noto Sans"/>
                <a:ea typeface="Noto Sans"/>
                <a:cs typeface="Noto Sans"/>
              </a:defRPr>
            </a:lvl9pPr>
          </a:lstStyle>
          <a:p xmlns:a="http://schemas.openxmlformats.org/drawingml/2006/main">
            <a:pPr algn="l">
              <a:defRPr sz="1500" b="0">
                <a:solidFill>
                  <a:srgbClr val="617369"/>
                </a:solidFill>
                <a:latin typeface="Noto Sans"/>
                <a:ea typeface="Noto Sans"/>
                <a:cs typeface="Noto Sans"/>
              </a:defRPr>
            </a:pPr>
            <a:r>
              <a:rPr sz="1500" b="0">
                <a:solidFill>
                  <a:srgbClr val="617369"/>
                </a:solidFill>
                <a:latin typeface="Noto Sans"/>
                <a:ea typeface="Noto Sans"/>
                <a:cs typeface="Noto Sans"/>
              </a:rPr>
              <a:t>The service checks the current stage, the requested next stage, the caller's permission, and the application scope before committing the change.</a:t>
            </a:r>
          </a:p>
        </p:txBody>
      </p:sp>
      <p:sp>
        <p:nvSpPr>
          <p:cNvPr id="38" name="">
            <a:extLst xmlns:a="http://schemas.openxmlformats.org/drawingml/2006/main">
              <a:ext uri="{FF2B5EF4-FFF2-40B4-BE49-F238E27FC236}">
                <a16:creationId xmlns:a16="http://schemas.microsoft.com/office/drawing/2014/main" id="{42495E94-97B5-4A7A-BF46-EE830354AA36}"/>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741028449"/>
      </p:ext>
    </p:extLst>
  </p:cSld>
</p:sld>
</file>

<file path=ppt/slides/slide1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FE3D6CB7-9E80-4B1A-ABE5-5AF2098A96E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BACKGROUND JOBS</a:t>
            </a:r>
          </a:p>
        </p:txBody>
      </p:sp>
      <p:sp>
        <p:nvSpPr>
          <p:cNvPr id="2" name="">
            <a:extLst xmlns:a="http://schemas.openxmlformats.org/drawingml/2006/main">
              <a:ext uri="{FF2B5EF4-FFF2-40B4-BE49-F238E27FC236}">
                <a16:creationId xmlns:a16="http://schemas.microsoft.com/office/drawing/2014/main" id="{D7BEAB8B-FF07-45F9-8D3A-03DE5CAB36E0}"/>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Durable AI processing</a:t>
            </a:r>
          </a:p>
        </p:txBody>
      </p:sp>
      <p:sp>
        <p:nvSpPr>
          <p:cNvPr id="3" name="">
            <a:extLst xmlns:a="http://schemas.openxmlformats.org/drawingml/2006/main">
              <a:ext uri="{FF2B5EF4-FFF2-40B4-BE49-F238E27FC236}">
                <a16:creationId xmlns:a16="http://schemas.microsoft.com/office/drawing/2014/main" id="{CD40EAF9-BE11-4651-80DF-9F97719602E1}"/>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13</a:t>
            </a:r>
          </a:p>
        </p:txBody>
      </p:sp>
      <p:sp>
        <p:nvSpPr>
          <p:cNvPr id="4" name="">
            <a:extLst xmlns:a="http://schemas.openxmlformats.org/drawingml/2006/main">
              <a:ext uri="{FF2B5EF4-FFF2-40B4-BE49-F238E27FC236}">
                <a16:creationId xmlns:a16="http://schemas.microsoft.com/office/drawing/2014/main" id="{26FE7AA5-9F62-4D29-97F8-80D440C28520}"/>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277D9E5-7AE6-4EFF-8369-F37C796FA36E}"/>
              </a:ext>
            </a:extLst>
          </p:cNvPr>
          <p:cNvSpPr>
            <a:spLocks xmlns:a="http://schemas.openxmlformats.org/drawingml/2006/main" noGrp="1"/>
          </p:cNvSpPr>
          <p:nvPr/>
        </p:nvSpPr>
        <p:spPr>
          <a:xfrm xmlns:a="http://schemas.openxmlformats.org/drawingml/2006/main">
            <a:off x="609600" y="1371600"/>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AI calls can take seconds or fail. The backend keeps them outside the user request.</a:t>
            </a:r>
          </a:p>
        </p:txBody>
      </p:sp>
      <p:sp>
        <p:nvSpPr>
          <p:cNvPr id="6" name="">
            <a:extLst xmlns:a="http://schemas.openxmlformats.org/drawingml/2006/main">
              <a:ext uri="{FF2B5EF4-FFF2-40B4-BE49-F238E27FC236}">
                <a16:creationId xmlns:a16="http://schemas.microsoft.com/office/drawing/2014/main" id="{DDBB53BF-6367-4990-8FEA-66B0356AE3D0}"/>
              </a:ext>
            </a:extLst>
          </p:cNvPr>
          <p:cNvSpPr>
            <a:spLocks xmlns:a="http://schemas.openxmlformats.org/drawingml/2006/main" noGrp="1"/>
          </p:cNvSpPr>
          <p:nvPr/>
        </p:nvSpPr>
        <p:spPr>
          <a:xfrm xmlns:a="http://schemas.openxmlformats.org/drawingml/2006/main">
            <a:off x="6096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F7A543E8-D180-4931-B1AD-CC83F8B2D596}"/>
              </a:ext>
            </a:extLst>
          </p:cNvPr>
          <p:cNvSpPr>
            <a:spLocks xmlns:a="http://schemas.openxmlformats.org/drawingml/2006/main" noGrp="1"/>
          </p:cNvSpPr>
          <p:nvPr/>
        </p:nvSpPr>
        <p:spPr>
          <a:xfrm xmlns:a="http://schemas.openxmlformats.org/drawingml/2006/main">
            <a:off x="7810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1</a:t>
            </a:r>
          </a:p>
        </p:txBody>
      </p:sp>
      <p:sp>
        <p:nvSpPr>
          <p:cNvPr id="8" name="">
            <a:extLst xmlns:a="http://schemas.openxmlformats.org/drawingml/2006/main">
              <a:ext uri="{FF2B5EF4-FFF2-40B4-BE49-F238E27FC236}">
                <a16:creationId xmlns:a16="http://schemas.microsoft.com/office/drawing/2014/main" id="{0B0957F2-8C28-468B-AD3C-1C6B5F4CD45C}"/>
              </a:ext>
            </a:extLst>
          </p:cNvPr>
          <p:cNvSpPr>
            <a:spLocks xmlns:a="http://schemas.openxmlformats.org/drawingml/2006/main" noGrp="1"/>
          </p:cNvSpPr>
          <p:nvPr/>
        </p:nvSpPr>
        <p:spPr>
          <a:xfrm xmlns:a="http://schemas.openxmlformats.org/drawingml/2006/main">
            <a:off x="7810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API</a:t>
            </a:r>
          </a:p>
        </p:txBody>
      </p:sp>
      <p:sp>
        <p:nvSpPr>
          <p:cNvPr id="9" name="">
            <a:extLst xmlns:a="http://schemas.openxmlformats.org/drawingml/2006/main">
              <a:ext uri="{FF2B5EF4-FFF2-40B4-BE49-F238E27FC236}">
                <a16:creationId xmlns:a16="http://schemas.microsoft.com/office/drawing/2014/main" id="{AC8FCE0B-F567-41B0-9469-D1CBCC881C97}"/>
              </a:ext>
            </a:extLst>
          </p:cNvPr>
          <p:cNvSpPr>
            <a:spLocks xmlns:a="http://schemas.openxmlformats.org/drawingml/2006/main" noGrp="1"/>
          </p:cNvSpPr>
          <p:nvPr/>
        </p:nvSpPr>
        <p:spPr>
          <a:xfrm xmlns:a="http://schemas.openxmlformats.org/drawingml/2006/main">
            <a:off x="7810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 job</a:t>
            </a:r>
          </a:p>
        </p:txBody>
      </p:sp>
      <p:sp>
        <p:nvSpPr>
          <p:cNvPr id="10" name="">
            <a:extLst xmlns:a="http://schemas.openxmlformats.org/drawingml/2006/main">
              <a:ext uri="{FF2B5EF4-FFF2-40B4-BE49-F238E27FC236}">
                <a16:creationId xmlns:a16="http://schemas.microsoft.com/office/drawing/2014/main" id="{D6C92B82-D134-4527-98CE-4259740B319F}"/>
              </a:ext>
            </a:extLst>
          </p:cNvPr>
          <p:cNvSpPr>
            <a:spLocks xmlns:a="http://schemas.openxmlformats.org/drawingml/2006/main" noGrp="1"/>
          </p:cNvSpPr>
          <p:nvPr/>
        </p:nvSpPr>
        <p:spPr>
          <a:xfrm xmlns:a="http://schemas.openxmlformats.org/drawingml/2006/main">
            <a:off x="20764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24EB729D-2519-4B94-9FDE-CD88CFD7AF54}"/>
              </a:ext>
            </a:extLst>
          </p:cNvPr>
          <p:cNvSpPr>
            <a:spLocks xmlns:a="http://schemas.openxmlformats.org/drawingml/2006/main" noGrp="1"/>
          </p:cNvSpPr>
          <p:nvPr/>
        </p:nvSpPr>
        <p:spPr>
          <a:xfrm xmlns:a="http://schemas.openxmlformats.org/drawingml/2006/main">
            <a:off x="24765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74B280E5-5F46-43AC-A582-B98155DAACA7}"/>
              </a:ext>
            </a:extLst>
          </p:cNvPr>
          <p:cNvSpPr>
            <a:spLocks xmlns:a="http://schemas.openxmlformats.org/drawingml/2006/main" noGrp="1"/>
          </p:cNvSpPr>
          <p:nvPr/>
        </p:nvSpPr>
        <p:spPr>
          <a:xfrm xmlns:a="http://schemas.openxmlformats.org/drawingml/2006/main">
            <a:off x="26479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2</a:t>
            </a:r>
          </a:p>
        </p:txBody>
      </p:sp>
      <p:sp>
        <p:nvSpPr>
          <p:cNvPr id="13" name="">
            <a:extLst xmlns:a="http://schemas.openxmlformats.org/drawingml/2006/main">
              <a:ext uri="{FF2B5EF4-FFF2-40B4-BE49-F238E27FC236}">
                <a16:creationId xmlns:a16="http://schemas.microsoft.com/office/drawing/2014/main" id="{5B4D2B98-4D36-4C2C-AAED-0110F405A556}"/>
              </a:ext>
            </a:extLst>
          </p:cNvPr>
          <p:cNvSpPr>
            <a:spLocks xmlns:a="http://schemas.openxmlformats.org/drawingml/2006/main" noGrp="1"/>
          </p:cNvSpPr>
          <p:nvPr/>
        </p:nvSpPr>
        <p:spPr>
          <a:xfrm xmlns:a="http://schemas.openxmlformats.org/drawingml/2006/main">
            <a:off x="26479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PostgreSQL</a:t>
            </a:r>
          </a:p>
        </p:txBody>
      </p:sp>
      <p:sp>
        <p:nvSpPr>
          <p:cNvPr id="14" name="">
            <a:extLst xmlns:a="http://schemas.openxmlformats.org/drawingml/2006/main">
              <a:ext uri="{FF2B5EF4-FFF2-40B4-BE49-F238E27FC236}">
                <a16:creationId xmlns:a16="http://schemas.microsoft.com/office/drawing/2014/main" id="{288D0365-AB46-4183-A4DE-22DAE6DEC011}"/>
              </a:ext>
            </a:extLst>
          </p:cNvPr>
          <p:cNvSpPr>
            <a:spLocks xmlns:a="http://schemas.openxmlformats.org/drawingml/2006/main" noGrp="1"/>
          </p:cNvSpPr>
          <p:nvPr/>
        </p:nvSpPr>
        <p:spPr>
          <a:xfrm xmlns:a="http://schemas.openxmlformats.org/drawingml/2006/main">
            <a:off x="26479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Persist outbox</a:t>
            </a:r>
          </a:p>
        </p:txBody>
      </p:sp>
      <p:sp>
        <p:nvSpPr>
          <p:cNvPr id="15" name="">
            <a:extLst xmlns:a="http://schemas.openxmlformats.org/drawingml/2006/main">
              <a:ext uri="{FF2B5EF4-FFF2-40B4-BE49-F238E27FC236}">
                <a16:creationId xmlns:a16="http://schemas.microsoft.com/office/drawing/2014/main" id="{306CADCA-D2DC-410A-A0E6-AA6DEA587A47}"/>
              </a:ext>
            </a:extLst>
          </p:cNvPr>
          <p:cNvSpPr>
            <a:spLocks xmlns:a="http://schemas.openxmlformats.org/drawingml/2006/main" noGrp="1"/>
          </p:cNvSpPr>
          <p:nvPr/>
        </p:nvSpPr>
        <p:spPr>
          <a:xfrm xmlns:a="http://schemas.openxmlformats.org/drawingml/2006/main">
            <a:off x="39433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F99076B7-6CE2-48F6-B5C1-C56802670914}"/>
              </a:ext>
            </a:extLst>
          </p:cNvPr>
          <p:cNvSpPr>
            <a:spLocks xmlns:a="http://schemas.openxmlformats.org/drawingml/2006/main" noGrp="1"/>
          </p:cNvSpPr>
          <p:nvPr/>
        </p:nvSpPr>
        <p:spPr>
          <a:xfrm xmlns:a="http://schemas.openxmlformats.org/drawingml/2006/main">
            <a:off x="43434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D670C4B9-E523-4D97-B4FA-D87CA973DF51}"/>
              </a:ext>
            </a:extLst>
          </p:cNvPr>
          <p:cNvSpPr>
            <a:spLocks xmlns:a="http://schemas.openxmlformats.org/drawingml/2006/main" noGrp="1"/>
          </p:cNvSpPr>
          <p:nvPr/>
        </p:nvSpPr>
        <p:spPr>
          <a:xfrm xmlns:a="http://schemas.openxmlformats.org/drawingml/2006/main">
            <a:off x="45148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7C6ED2D9-3550-4782-ADAE-C02F06361E71}"/>
              </a:ext>
            </a:extLst>
          </p:cNvPr>
          <p:cNvSpPr>
            <a:spLocks xmlns:a="http://schemas.openxmlformats.org/drawingml/2006/main" noGrp="1"/>
          </p:cNvSpPr>
          <p:nvPr/>
        </p:nvSpPr>
        <p:spPr>
          <a:xfrm xmlns:a="http://schemas.openxmlformats.org/drawingml/2006/main">
            <a:off x="45148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Dispatcher</a:t>
            </a:r>
          </a:p>
        </p:txBody>
      </p:sp>
      <p:sp>
        <p:nvSpPr>
          <p:cNvPr id="19" name="">
            <a:extLst xmlns:a="http://schemas.openxmlformats.org/drawingml/2006/main">
              <a:ext uri="{FF2B5EF4-FFF2-40B4-BE49-F238E27FC236}">
                <a16:creationId xmlns:a16="http://schemas.microsoft.com/office/drawing/2014/main" id="{8CFB4BFD-926E-408C-B09D-793C2F82DDF1}"/>
              </a:ext>
            </a:extLst>
          </p:cNvPr>
          <p:cNvSpPr>
            <a:spLocks xmlns:a="http://schemas.openxmlformats.org/drawingml/2006/main" noGrp="1"/>
          </p:cNvSpPr>
          <p:nvPr/>
        </p:nvSpPr>
        <p:spPr>
          <a:xfrm xmlns:a="http://schemas.openxmlformats.org/drawingml/2006/main">
            <a:off x="45148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Claim work</a:t>
            </a:r>
          </a:p>
        </p:txBody>
      </p:sp>
      <p:sp>
        <p:nvSpPr>
          <p:cNvPr id="20" name="">
            <a:extLst xmlns:a="http://schemas.openxmlformats.org/drawingml/2006/main">
              <a:ext uri="{FF2B5EF4-FFF2-40B4-BE49-F238E27FC236}">
                <a16:creationId xmlns:a16="http://schemas.microsoft.com/office/drawing/2014/main" id="{675EC27A-C560-44ED-83C1-E22DBE3855BC}"/>
              </a:ext>
            </a:extLst>
          </p:cNvPr>
          <p:cNvSpPr>
            <a:spLocks xmlns:a="http://schemas.openxmlformats.org/drawingml/2006/main" noGrp="1"/>
          </p:cNvSpPr>
          <p:nvPr/>
        </p:nvSpPr>
        <p:spPr>
          <a:xfrm xmlns:a="http://schemas.openxmlformats.org/drawingml/2006/main">
            <a:off x="58102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AAC4DE86-9996-43E0-8026-2D37997929E4}"/>
              </a:ext>
            </a:extLst>
          </p:cNvPr>
          <p:cNvSpPr>
            <a:spLocks xmlns:a="http://schemas.openxmlformats.org/drawingml/2006/main" noGrp="1"/>
          </p:cNvSpPr>
          <p:nvPr/>
        </p:nvSpPr>
        <p:spPr>
          <a:xfrm xmlns:a="http://schemas.openxmlformats.org/drawingml/2006/main">
            <a:off x="62103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1586B696-8566-4835-8107-DF3EE80D140F}"/>
              </a:ext>
            </a:extLst>
          </p:cNvPr>
          <p:cNvSpPr>
            <a:spLocks xmlns:a="http://schemas.openxmlformats.org/drawingml/2006/main" noGrp="1"/>
          </p:cNvSpPr>
          <p:nvPr/>
        </p:nvSpPr>
        <p:spPr>
          <a:xfrm xmlns:a="http://schemas.openxmlformats.org/drawingml/2006/main">
            <a:off x="63817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56A632D1-C4D0-4B88-A4E0-95B2E4CB2203}"/>
              </a:ext>
            </a:extLst>
          </p:cNvPr>
          <p:cNvSpPr>
            <a:spLocks xmlns:a="http://schemas.openxmlformats.org/drawingml/2006/main" noGrp="1"/>
          </p:cNvSpPr>
          <p:nvPr/>
        </p:nvSpPr>
        <p:spPr>
          <a:xfrm xmlns:a="http://schemas.openxmlformats.org/drawingml/2006/main">
            <a:off x="63817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Redis</a:t>
            </a:r>
          </a:p>
        </p:txBody>
      </p:sp>
      <p:sp>
        <p:nvSpPr>
          <p:cNvPr id="24" name="">
            <a:extLst xmlns:a="http://schemas.openxmlformats.org/drawingml/2006/main">
              <a:ext uri="{FF2B5EF4-FFF2-40B4-BE49-F238E27FC236}">
                <a16:creationId xmlns:a16="http://schemas.microsoft.com/office/drawing/2014/main" id="{93C8CFA4-791A-4959-9647-6EE32A14DA5D}"/>
              </a:ext>
            </a:extLst>
          </p:cNvPr>
          <p:cNvSpPr>
            <a:spLocks xmlns:a="http://schemas.openxmlformats.org/drawingml/2006/main" noGrp="1"/>
          </p:cNvSpPr>
          <p:nvPr/>
        </p:nvSpPr>
        <p:spPr>
          <a:xfrm xmlns:a="http://schemas.openxmlformats.org/drawingml/2006/main">
            <a:off x="63817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Queue task</a:t>
            </a:r>
          </a:p>
        </p:txBody>
      </p:sp>
      <p:sp>
        <p:nvSpPr>
          <p:cNvPr id="25" name="">
            <a:extLst xmlns:a="http://schemas.openxmlformats.org/drawingml/2006/main">
              <a:ext uri="{FF2B5EF4-FFF2-40B4-BE49-F238E27FC236}">
                <a16:creationId xmlns:a16="http://schemas.microsoft.com/office/drawing/2014/main" id="{9ADFEF3B-398D-4B87-8947-04D9ECA8C8BC}"/>
              </a:ext>
            </a:extLst>
          </p:cNvPr>
          <p:cNvSpPr>
            <a:spLocks xmlns:a="http://schemas.openxmlformats.org/drawingml/2006/main" noGrp="1"/>
          </p:cNvSpPr>
          <p:nvPr/>
        </p:nvSpPr>
        <p:spPr>
          <a:xfrm xmlns:a="http://schemas.openxmlformats.org/drawingml/2006/main">
            <a:off x="76771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49088414-2FCA-47C5-AD28-BE954F74F114}"/>
              </a:ext>
            </a:extLst>
          </p:cNvPr>
          <p:cNvSpPr>
            <a:spLocks xmlns:a="http://schemas.openxmlformats.org/drawingml/2006/main" noGrp="1"/>
          </p:cNvSpPr>
          <p:nvPr/>
        </p:nvSpPr>
        <p:spPr>
          <a:xfrm xmlns:a="http://schemas.openxmlformats.org/drawingml/2006/main">
            <a:off x="80772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E58696D5-465E-4926-9977-1478DE9DB596}"/>
              </a:ext>
            </a:extLst>
          </p:cNvPr>
          <p:cNvSpPr>
            <a:spLocks xmlns:a="http://schemas.openxmlformats.org/drawingml/2006/main" noGrp="1"/>
          </p:cNvSpPr>
          <p:nvPr/>
        </p:nvSpPr>
        <p:spPr>
          <a:xfrm xmlns:a="http://schemas.openxmlformats.org/drawingml/2006/main">
            <a:off x="82486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5</a:t>
            </a:r>
          </a:p>
        </p:txBody>
      </p:sp>
      <p:sp>
        <p:nvSpPr>
          <p:cNvPr id="28" name="">
            <a:extLst xmlns:a="http://schemas.openxmlformats.org/drawingml/2006/main">
              <a:ext uri="{FF2B5EF4-FFF2-40B4-BE49-F238E27FC236}">
                <a16:creationId xmlns:a16="http://schemas.microsoft.com/office/drawing/2014/main" id="{FF934D2F-061D-4009-9C54-CFFD6C2AB737}"/>
              </a:ext>
            </a:extLst>
          </p:cNvPr>
          <p:cNvSpPr>
            <a:spLocks xmlns:a="http://schemas.openxmlformats.org/drawingml/2006/main" noGrp="1"/>
          </p:cNvSpPr>
          <p:nvPr/>
        </p:nvSpPr>
        <p:spPr>
          <a:xfrm xmlns:a="http://schemas.openxmlformats.org/drawingml/2006/main">
            <a:off x="82486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Celery</a:t>
            </a:r>
          </a:p>
        </p:txBody>
      </p:sp>
      <p:sp>
        <p:nvSpPr>
          <p:cNvPr id="29" name="">
            <a:extLst xmlns:a="http://schemas.openxmlformats.org/drawingml/2006/main">
              <a:ext uri="{FF2B5EF4-FFF2-40B4-BE49-F238E27FC236}">
                <a16:creationId xmlns:a16="http://schemas.microsoft.com/office/drawing/2014/main" id="{FB026164-96AB-47BD-9EE7-CD0B6C585528}"/>
              </a:ext>
            </a:extLst>
          </p:cNvPr>
          <p:cNvSpPr>
            <a:spLocks xmlns:a="http://schemas.openxmlformats.org/drawingml/2006/main" noGrp="1"/>
          </p:cNvSpPr>
          <p:nvPr/>
        </p:nvSpPr>
        <p:spPr>
          <a:xfrm xmlns:a="http://schemas.openxmlformats.org/drawingml/2006/main">
            <a:off x="82486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Call Gemini</a:t>
            </a:r>
          </a:p>
        </p:txBody>
      </p:sp>
      <p:sp>
        <p:nvSpPr>
          <p:cNvPr id="30" name="">
            <a:extLst xmlns:a="http://schemas.openxmlformats.org/drawingml/2006/main">
              <a:ext uri="{FF2B5EF4-FFF2-40B4-BE49-F238E27FC236}">
                <a16:creationId xmlns:a16="http://schemas.microsoft.com/office/drawing/2014/main" id="{9D225CCB-CD0C-4E49-BFE2-F7D0F22A82FF}"/>
              </a:ext>
            </a:extLst>
          </p:cNvPr>
          <p:cNvSpPr>
            <a:spLocks xmlns:a="http://schemas.openxmlformats.org/drawingml/2006/main" noGrp="1"/>
          </p:cNvSpPr>
          <p:nvPr/>
        </p:nvSpPr>
        <p:spPr>
          <a:xfrm xmlns:a="http://schemas.openxmlformats.org/drawingml/2006/main">
            <a:off x="9544050" y="3048000"/>
            <a:ext cx="40005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31" name="">
            <a:extLst xmlns:a="http://schemas.openxmlformats.org/drawingml/2006/main">
              <a:ext uri="{FF2B5EF4-FFF2-40B4-BE49-F238E27FC236}">
                <a16:creationId xmlns:a16="http://schemas.microsoft.com/office/drawing/2014/main" id="{7B4EF5D9-9EAB-4912-8322-CD9B24CBA600}"/>
              </a:ext>
            </a:extLst>
          </p:cNvPr>
          <p:cNvSpPr>
            <a:spLocks xmlns:a="http://schemas.openxmlformats.org/drawingml/2006/main" noGrp="1"/>
          </p:cNvSpPr>
          <p:nvPr/>
        </p:nvSpPr>
        <p:spPr>
          <a:xfrm xmlns:a="http://schemas.openxmlformats.org/drawingml/2006/main">
            <a:off x="9944100" y="2381250"/>
            <a:ext cx="1466850" cy="1352550"/>
          </a:xfrm>
          <a:prstGeom xmlns:a="http://schemas.openxmlformats.org/drawingml/2006/main" prst="roundRect">
            <a:avLst>
              <a:gd name="adj" fmla="val 8451"/>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6F5B9C77-5F75-4192-BFBD-BEF3799EDE6B}"/>
              </a:ext>
            </a:extLst>
          </p:cNvPr>
          <p:cNvSpPr>
            <a:spLocks xmlns:a="http://schemas.openxmlformats.org/drawingml/2006/main" noGrp="1"/>
          </p:cNvSpPr>
          <p:nvPr/>
        </p:nvSpPr>
        <p:spPr>
          <a:xfrm xmlns:a="http://schemas.openxmlformats.org/drawingml/2006/main">
            <a:off x="10115550" y="2514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6</a:t>
            </a:r>
          </a:p>
        </p:txBody>
      </p:sp>
      <p:sp>
        <p:nvSpPr>
          <p:cNvPr id="33" name="">
            <a:extLst xmlns:a="http://schemas.openxmlformats.org/drawingml/2006/main">
              <a:ext uri="{FF2B5EF4-FFF2-40B4-BE49-F238E27FC236}">
                <a16:creationId xmlns:a16="http://schemas.microsoft.com/office/drawing/2014/main" id="{70481A1E-EFED-473C-B632-AF18E1A541F9}"/>
              </a:ext>
            </a:extLst>
          </p:cNvPr>
          <p:cNvSpPr>
            <a:spLocks xmlns:a="http://schemas.openxmlformats.org/drawingml/2006/main" noGrp="1"/>
          </p:cNvSpPr>
          <p:nvPr/>
        </p:nvSpPr>
        <p:spPr>
          <a:xfrm xmlns:a="http://schemas.openxmlformats.org/drawingml/2006/main">
            <a:off x="10115550" y="2838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Database</a:t>
            </a:r>
          </a:p>
        </p:txBody>
      </p:sp>
      <p:sp>
        <p:nvSpPr>
          <p:cNvPr id="34" name="">
            <a:extLst xmlns:a="http://schemas.openxmlformats.org/drawingml/2006/main">
              <a:ext uri="{FF2B5EF4-FFF2-40B4-BE49-F238E27FC236}">
                <a16:creationId xmlns:a16="http://schemas.microsoft.com/office/drawing/2014/main" id="{B797C465-35FB-422D-8523-9AF6509332D3}"/>
              </a:ext>
            </a:extLst>
          </p:cNvPr>
          <p:cNvSpPr>
            <a:spLocks xmlns:a="http://schemas.openxmlformats.org/drawingml/2006/main" noGrp="1"/>
          </p:cNvSpPr>
          <p:nvPr/>
        </p:nvSpPr>
        <p:spPr>
          <a:xfrm xmlns:a="http://schemas.openxmlformats.org/drawingml/2006/main">
            <a:off x="10115550" y="32385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Store result</a:t>
            </a:r>
          </a:p>
        </p:txBody>
      </p:sp>
      <p:sp>
        <p:nvSpPr>
          <p:cNvPr id="35" name="">
            <a:extLst xmlns:a="http://schemas.openxmlformats.org/drawingml/2006/main">
              <a:ext uri="{FF2B5EF4-FFF2-40B4-BE49-F238E27FC236}">
                <a16:creationId xmlns:a16="http://schemas.microsoft.com/office/drawing/2014/main" id="{3999C3E8-EF96-4236-8940-877BD61D9D28}"/>
              </a:ext>
            </a:extLst>
          </p:cNvPr>
          <p:cNvSpPr>
            <a:spLocks xmlns:a="http://schemas.openxmlformats.org/drawingml/2006/main" noGrp="1"/>
          </p:cNvSpPr>
          <p:nvPr/>
        </p:nvSpPr>
        <p:spPr>
          <a:xfrm xmlns:a="http://schemas.openxmlformats.org/drawingml/2006/main">
            <a:off x="609600"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Why the outbox matters</a:t>
            </a:r>
          </a:p>
        </p:txBody>
      </p:sp>
      <p:sp>
        <p:nvSpPr>
          <p:cNvPr id="36" name="">
            <a:extLst xmlns:a="http://schemas.openxmlformats.org/drawingml/2006/main">
              <a:ext uri="{FF2B5EF4-FFF2-40B4-BE49-F238E27FC236}">
                <a16:creationId xmlns:a16="http://schemas.microsoft.com/office/drawing/2014/main" id="{6F16CB12-2193-419D-BFF4-8346884A8D38}"/>
              </a:ext>
            </a:extLst>
          </p:cNvPr>
          <p:cNvSpPr>
            <a:spLocks xmlns:a="http://schemas.openxmlformats.org/drawingml/2006/main" noGrp="1"/>
          </p:cNvSpPr>
          <p:nvPr/>
        </p:nvSpPr>
        <p:spPr>
          <a:xfrm xmlns:a="http://schemas.openxmlformats.org/drawingml/2006/main">
            <a:off x="609600"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7" name="">
            <a:extLst xmlns:a="http://schemas.openxmlformats.org/drawingml/2006/main">
              <a:ext uri="{FF2B5EF4-FFF2-40B4-BE49-F238E27FC236}">
                <a16:creationId xmlns:a16="http://schemas.microsoft.com/office/drawing/2014/main" id="{09D34D06-6B35-470C-A13A-5F808EC88175}"/>
              </a:ext>
            </a:extLst>
          </p:cNvPr>
          <p:cNvSpPr>
            <a:spLocks xmlns:a="http://schemas.openxmlformats.org/drawingml/2006/main" noGrp="1"/>
          </p:cNvSpPr>
          <p:nvPr/>
        </p:nvSpPr>
        <p:spPr>
          <a:xfrm xmlns:a="http://schemas.openxmlformats.org/drawingml/2006/main">
            <a:off x="609600" y="4857750"/>
            <a:ext cx="66675" cy="9525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8" name="">
            <a:extLst xmlns:a="http://schemas.openxmlformats.org/drawingml/2006/main">
              <a:ext uri="{FF2B5EF4-FFF2-40B4-BE49-F238E27FC236}">
                <a16:creationId xmlns:a16="http://schemas.microsoft.com/office/drawing/2014/main" id="{8241360A-C1B1-4DBC-9AFE-8F44F1BCD960}"/>
              </a:ext>
            </a:extLst>
          </p:cNvPr>
          <p:cNvSpPr>
            <a:spLocks xmlns:a="http://schemas.openxmlformats.org/drawingml/2006/main" noGrp="1"/>
          </p:cNvSpPr>
          <p:nvPr/>
        </p:nvSpPr>
        <p:spPr>
          <a:xfrm xmlns:a="http://schemas.openxmlformats.org/drawingml/2006/main">
            <a:off x="81915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Survives restarts</a:t>
            </a:r>
          </a:p>
        </p:txBody>
      </p:sp>
      <p:sp>
        <p:nvSpPr>
          <p:cNvPr id="39" name="">
            <a:extLst xmlns:a="http://schemas.openxmlformats.org/drawingml/2006/main">
              <a:ext uri="{FF2B5EF4-FFF2-40B4-BE49-F238E27FC236}">
                <a16:creationId xmlns:a16="http://schemas.microsoft.com/office/drawing/2014/main" id="{54ACDEC5-156C-4C4D-823D-A03D02E946DA}"/>
              </a:ext>
            </a:extLst>
          </p:cNvPr>
          <p:cNvSpPr>
            <a:spLocks xmlns:a="http://schemas.openxmlformats.org/drawingml/2006/main" noGrp="1"/>
          </p:cNvSpPr>
          <p:nvPr/>
        </p:nvSpPr>
        <p:spPr>
          <a:xfrm xmlns:a="http://schemas.openxmlformats.org/drawingml/2006/main">
            <a:off x="81915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The database retains pending work</a:t>
            </a:r>
          </a:p>
        </p:txBody>
      </p:sp>
      <p:sp>
        <p:nvSpPr>
          <p:cNvPr id="40" name="">
            <a:extLst xmlns:a="http://schemas.openxmlformats.org/drawingml/2006/main">
              <a:ext uri="{FF2B5EF4-FFF2-40B4-BE49-F238E27FC236}">
                <a16:creationId xmlns:a16="http://schemas.microsoft.com/office/drawing/2014/main" id="{69BBCABB-6885-4D53-8007-8841450CCA0F}"/>
              </a:ext>
            </a:extLst>
          </p:cNvPr>
          <p:cNvSpPr>
            <a:spLocks xmlns:a="http://schemas.openxmlformats.org/drawingml/2006/main" noGrp="1"/>
          </p:cNvSpPr>
          <p:nvPr/>
        </p:nvSpPr>
        <p:spPr>
          <a:xfrm xmlns:a="http://schemas.openxmlformats.org/drawingml/2006/main">
            <a:off x="4429125"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0D88F26E-6022-4A4A-92E9-85628BD5184A}"/>
              </a:ext>
            </a:extLst>
          </p:cNvPr>
          <p:cNvSpPr>
            <a:spLocks xmlns:a="http://schemas.openxmlformats.org/drawingml/2006/main" noGrp="1"/>
          </p:cNvSpPr>
          <p:nvPr/>
        </p:nvSpPr>
        <p:spPr>
          <a:xfrm xmlns:a="http://schemas.openxmlformats.org/drawingml/2006/main">
            <a:off x="4429125" y="4857750"/>
            <a:ext cx="66675" cy="9525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42" name="">
            <a:extLst xmlns:a="http://schemas.openxmlformats.org/drawingml/2006/main">
              <a:ext uri="{FF2B5EF4-FFF2-40B4-BE49-F238E27FC236}">
                <a16:creationId xmlns:a16="http://schemas.microsoft.com/office/drawing/2014/main" id="{4C888234-94C9-4314-8C5D-22C21E762DFE}"/>
              </a:ext>
            </a:extLst>
          </p:cNvPr>
          <p:cNvSpPr>
            <a:spLocks xmlns:a="http://schemas.openxmlformats.org/drawingml/2006/main" noGrp="1"/>
          </p:cNvSpPr>
          <p:nvPr/>
        </p:nvSpPr>
        <p:spPr>
          <a:xfrm xmlns:a="http://schemas.openxmlformats.org/drawingml/2006/main">
            <a:off x="4638675"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Supports retries</a:t>
            </a:r>
          </a:p>
        </p:txBody>
      </p:sp>
      <p:sp>
        <p:nvSpPr>
          <p:cNvPr id="43" name="">
            <a:extLst xmlns:a="http://schemas.openxmlformats.org/drawingml/2006/main">
              <a:ext uri="{FF2B5EF4-FFF2-40B4-BE49-F238E27FC236}">
                <a16:creationId xmlns:a16="http://schemas.microsoft.com/office/drawing/2014/main" id="{AFFE97C6-F9A7-4C35-A327-5F441E1622E8}"/>
              </a:ext>
            </a:extLst>
          </p:cNvPr>
          <p:cNvSpPr>
            <a:spLocks xmlns:a="http://schemas.openxmlformats.org/drawingml/2006/main" noGrp="1"/>
          </p:cNvSpPr>
          <p:nvPr/>
        </p:nvSpPr>
        <p:spPr>
          <a:xfrm xmlns:a="http://schemas.openxmlformats.org/drawingml/2006/main">
            <a:off x="4638675"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Transient provider failures do not lose the request</a:t>
            </a:r>
          </a:p>
        </p:txBody>
      </p:sp>
      <p:sp>
        <p:nvSpPr>
          <p:cNvPr id="44" name="">
            <a:extLst xmlns:a="http://schemas.openxmlformats.org/drawingml/2006/main">
              <a:ext uri="{FF2B5EF4-FFF2-40B4-BE49-F238E27FC236}">
                <a16:creationId xmlns:a16="http://schemas.microsoft.com/office/drawing/2014/main" id="{66D30A73-0534-445E-B5A1-5B9F287E19AB}"/>
              </a:ext>
            </a:extLst>
          </p:cNvPr>
          <p:cNvSpPr>
            <a:spLocks xmlns:a="http://schemas.openxmlformats.org/drawingml/2006/main" noGrp="1"/>
          </p:cNvSpPr>
          <p:nvPr/>
        </p:nvSpPr>
        <p:spPr>
          <a:xfrm xmlns:a="http://schemas.openxmlformats.org/drawingml/2006/main">
            <a:off x="8248650" y="4857750"/>
            <a:ext cx="3333750" cy="952500"/>
          </a:xfrm>
          <a:prstGeom xmlns:a="http://schemas.openxmlformats.org/drawingml/2006/main" prst="roundRect">
            <a:avLst>
              <a:gd name="adj" fmla="val 12000"/>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5" name="">
            <a:extLst xmlns:a="http://schemas.openxmlformats.org/drawingml/2006/main">
              <a:ext uri="{FF2B5EF4-FFF2-40B4-BE49-F238E27FC236}">
                <a16:creationId xmlns:a16="http://schemas.microsoft.com/office/drawing/2014/main" id="{BC97AEBF-B8A9-4B9B-AD80-DE069EE4899E}"/>
              </a:ext>
            </a:extLst>
          </p:cNvPr>
          <p:cNvSpPr>
            <a:spLocks xmlns:a="http://schemas.openxmlformats.org/drawingml/2006/main" noGrp="1"/>
          </p:cNvSpPr>
          <p:nvPr/>
        </p:nvSpPr>
        <p:spPr>
          <a:xfrm xmlns:a="http://schemas.openxmlformats.org/drawingml/2006/main">
            <a:off x="8248650" y="4857750"/>
            <a:ext cx="66675" cy="9525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6" name="">
            <a:extLst xmlns:a="http://schemas.openxmlformats.org/drawingml/2006/main">
              <a:ext uri="{FF2B5EF4-FFF2-40B4-BE49-F238E27FC236}">
                <a16:creationId xmlns:a16="http://schemas.microsoft.com/office/drawing/2014/main" id="{570C5E4E-5294-467D-85C3-867538AB3EA6}"/>
              </a:ext>
            </a:extLst>
          </p:cNvPr>
          <p:cNvSpPr>
            <a:spLocks xmlns:a="http://schemas.openxmlformats.org/drawingml/2006/main" noGrp="1"/>
          </p:cNvSpPr>
          <p:nvPr/>
        </p:nvSpPr>
        <p:spPr>
          <a:xfrm xmlns:a="http://schemas.openxmlformats.org/drawingml/2006/main">
            <a:off x="8458200" y="49720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Prevents duplicates</a:t>
            </a:r>
          </a:p>
        </p:txBody>
      </p:sp>
      <p:sp>
        <p:nvSpPr>
          <p:cNvPr id="47" name="">
            <a:extLst xmlns:a="http://schemas.openxmlformats.org/drawingml/2006/main">
              <a:ext uri="{FF2B5EF4-FFF2-40B4-BE49-F238E27FC236}">
                <a16:creationId xmlns:a16="http://schemas.microsoft.com/office/drawing/2014/main" id="{953E9D1A-5371-44D6-AC50-8ED164CA1E34}"/>
              </a:ext>
            </a:extLst>
          </p:cNvPr>
          <p:cNvSpPr>
            <a:spLocks xmlns:a="http://schemas.openxmlformats.org/drawingml/2006/main" noGrp="1"/>
          </p:cNvSpPr>
          <p:nvPr/>
        </p:nvSpPr>
        <p:spPr>
          <a:xfrm xmlns:a="http://schemas.openxmlformats.org/drawingml/2006/main">
            <a:off x="8458200" y="5267325"/>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Claiming and idempotency protect processing</a:t>
            </a:r>
          </a:p>
        </p:txBody>
      </p:sp>
      <p:sp>
        <p:nvSpPr>
          <p:cNvPr id="48" name="">
            <a:extLst xmlns:a="http://schemas.openxmlformats.org/drawingml/2006/main">
              <a:ext uri="{FF2B5EF4-FFF2-40B4-BE49-F238E27FC236}">
                <a16:creationId xmlns:a16="http://schemas.microsoft.com/office/drawing/2014/main" id="{7F10CA57-DA38-4164-A67A-0BD2F7EE8739}"/>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284283296"/>
      </p:ext>
    </p:extLst>
  </p:cSld>
</p:sld>
</file>

<file path=ppt/slides/slide1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CDD3FFCD-BB48-4C06-B0FB-A8783C02BB5A}"/>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TRANSACTIONAL OUTBOX</a:t>
            </a:r>
          </a:p>
        </p:txBody>
      </p:sp>
      <p:sp>
        <p:nvSpPr>
          <p:cNvPr id="2" name="">
            <a:extLst xmlns:a="http://schemas.openxmlformats.org/drawingml/2006/main">
              <a:ext uri="{FF2B5EF4-FFF2-40B4-BE49-F238E27FC236}">
                <a16:creationId xmlns:a16="http://schemas.microsoft.com/office/drawing/2014/main" id="{2D057D97-1561-4E6B-9718-0BF5BB199819}"/>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Reliable email delivery</a:t>
            </a:r>
          </a:p>
        </p:txBody>
      </p:sp>
      <p:sp>
        <p:nvSpPr>
          <p:cNvPr id="3" name="">
            <a:extLst xmlns:a="http://schemas.openxmlformats.org/drawingml/2006/main">
              <a:ext uri="{FF2B5EF4-FFF2-40B4-BE49-F238E27FC236}">
                <a16:creationId xmlns:a16="http://schemas.microsoft.com/office/drawing/2014/main" id="{CBAAACEE-F0B1-4CFA-8916-8B8488495DBC}"/>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14</a:t>
            </a:r>
          </a:p>
        </p:txBody>
      </p:sp>
      <p:sp>
        <p:nvSpPr>
          <p:cNvPr id="4" name="">
            <a:extLst xmlns:a="http://schemas.openxmlformats.org/drawingml/2006/main">
              <a:ext uri="{FF2B5EF4-FFF2-40B4-BE49-F238E27FC236}">
                <a16:creationId xmlns:a16="http://schemas.microsoft.com/office/drawing/2014/main" id="{535FED65-BE5A-4E55-9F88-CA3C7E735E98}"/>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8495F44-CB2F-400A-8163-36C5E222FA09}"/>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Business changes commit first; email delivery can retry independently without duplicating messages.</a:t>
            </a:r>
          </a:p>
        </p:txBody>
      </p:sp>
      <p:sp>
        <p:nvSpPr>
          <p:cNvPr id="6" name="">
            <a:extLst xmlns:a="http://schemas.openxmlformats.org/drawingml/2006/main">
              <a:ext uri="{FF2B5EF4-FFF2-40B4-BE49-F238E27FC236}">
                <a16:creationId xmlns:a16="http://schemas.microsoft.com/office/drawing/2014/main" id="{4543128F-245B-4965-BB27-0A256990318B}"/>
              </a:ext>
            </a:extLst>
          </p:cNvPr>
          <p:cNvSpPr>
            <a:spLocks xmlns:a="http://schemas.openxmlformats.org/drawingml/2006/main" noGrp="1"/>
          </p:cNvSpPr>
          <p:nvPr/>
        </p:nvSpPr>
        <p:spPr>
          <a:xfrm xmlns:a="http://schemas.openxmlformats.org/drawingml/2006/main">
            <a:off x="6096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6F1ABE0D-9E04-4D7C-98AA-6A4392658AFC}"/>
              </a:ext>
            </a:extLst>
          </p:cNvPr>
          <p:cNvSpPr>
            <a:spLocks xmlns:a="http://schemas.openxmlformats.org/drawingml/2006/main" noGrp="1"/>
          </p:cNvSpPr>
          <p:nvPr/>
        </p:nvSpPr>
        <p:spPr>
          <a:xfrm xmlns:a="http://schemas.openxmlformats.org/drawingml/2006/main">
            <a:off x="7810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1</a:t>
            </a:r>
          </a:p>
        </p:txBody>
      </p:sp>
      <p:sp>
        <p:nvSpPr>
          <p:cNvPr id="8" name="">
            <a:extLst xmlns:a="http://schemas.openxmlformats.org/drawingml/2006/main">
              <a:ext uri="{FF2B5EF4-FFF2-40B4-BE49-F238E27FC236}">
                <a16:creationId xmlns:a16="http://schemas.microsoft.com/office/drawing/2014/main" id="{495B29FC-329C-4047-8CB3-8D9AE2DA0C4B}"/>
              </a:ext>
            </a:extLst>
          </p:cNvPr>
          <p:cNvSpPr>
            <a:spLocks xmlns:a="http://schemas.openxmlformats.org/drawingml/2006/main" noGrp="1"/>
          </p:cNvSpPr>
          <p:nvPr/>
        </p:nvSpPr>
        <p:spPr>
          <a:xfrm xmlns:a="http://schemas.openxmlformats.org/drawingml/2006/main">
            <a:off x="7810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Domain event</a:t>
            </a:r>
          </a:p>
        </p:txBody>
      </p:sp>
      <p:sp>
        <p:nvSpPr>
          <p:cNvPr id="9" name="">
            <a:extLst xmlns:a="http://schemas.openxmlformats.org/drawingml/2006/main">
              <a:ext uri="{FF2B5EF4-FFF2-40B4-BE49-F238E27FC236}">
                <a16:creationId xmlns:a16="http://schemas.microsoft.com/office/drawing/2014/main" id="{EEB073D3-2AC3-48E1-A533-9D266F5C389C}"/>
              </a:ext>
            </a:extLst>
          </p:cNvPr>
          <p:cNvSpPr>
            <a:spLocks xmlns:a="http://schemas.openxmlformats.org/drawingml/2006/main" noGrp="1"/>
          </p:cNvSpPr>
          <p:nvPr/>
        </p:nvSpPr>
        <p:spPr>
          <a:xfrm xmlns:a="http://schemas.openxmlformats.org/drawingml/2006/main">
            <a:off x="7810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Stage, invitation or recovery</a:t>
            </a:r>
          </a:p>
        </p:txBody>
      </p:sp>
      <p:sp>
        <p:nvSpPr>
          <p:cNvPr id="10" name="">
            <a:extLst xmlns:a="http://schemas.openxmlformats.org/drawingml/2006/main">
              <a:ext uri="{FF2B5EF4-FFF2-40B4-BE49-F238E27FC236}">
                <a16:creationId xmlns:a16="http://schemas.microsoft.com/office/drawing/2014/main" id="{85497ADA-BB15-409F-9372-A5C1BCE50960}"/>
              </a:ext>
            </a:extLst>
          </p:cNvPr>
          <p:cNvSpPr>
            <a:spLocks xmlns:a="http://schemas.openxmlformats.org/drawingml/2006/main" noGrp="1"/>
          </p:cNvSpPr>
          <p:nvPr/>
        </p:nvSpPr>
        <p:spPr>
          <a:xfrm xmlns:a="http://schemas.openxmlformats.org/drawingml/2006/main">
            <a:off x="241935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81A473AF-F865-4A6F-919E-879A2412FCF2}"/>
              </a:ext>
            </a:extLst>
          </p:cNvPr>
          <p:cNvSpPr>
            <a:spLocks xmlns:a="http://schemas.openxmlformats.org/drawingml/2006/main" noGrp="1"/>
          </p:cNvSpPr>
          <p:nvPr/>
        </p:nvSpPr>
        <p:spPr>
          <a:xfrm xmlns:a="http://schemas.openxmlformats.org/drawingml/2006/main">
            <a:off x="280035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A25C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6AA6280B-9E43-4C7B-B580-92C7D1E4EAA9}"/>
              </a:ext>
            </a:extLst>
          </p:cNvPr>
          <p:cNvSpPr>
            <a:spLocks xmlns:a="http://schemas.openxmlformats.org/drawingml/2006/main" noGrp="1"/>
          </p:cNvSpPr>
          <p:nvPr/>
        </p:nvSpPr>
        <p:spPr>
          <a:xfrm xmlns:a="http://schemas.openxmlformats.org/drawingml/2006/main">
            <a:off x="297180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2</a:t>
            </a:r>
          </a:p>
        </p:txBody>
      </p:sp>
      <p:sp>
        <p:nvSpPr>
          <p:cNvPr id="13" name="">
            <a:extLst xmlns:a="http://schemas.openxmlformats.org/drawingml/2006/main">
              <a:ext uri="{FF2B5EF4-FFF2-40B4-BE49-F238E27FC236}">
                <a16:creationId xmlns:a16="http://schemas.microsoft.com/office/drawing/2014/main" id="{66B202AC-20D0-48E3-8AB1-61B7023A5815}"/>
              </a:ext>
            </a:extLst>
          </p:cNvPr>
          <p:cNvSpPr>
            <a:spLocks xmlns:a="http://schemas.openxmlformats.org/drawingml/2006/main" noGrp="1"/>
          </p:cNvSpPr>
          <p:nvPr/>
        </p:nvSpPr>
        <p:spPr>
          <a:xfrm xmlns:a="http://schemas.openxmlformats.org/drawingml/2006/main">
            <a:off x="297180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EmailDelivery</a:t>
            </a:r>
          </a:p>
        </p:txBody>
      </p:sp>
      <p:sp>
        <p:nvSpPr>
          <p:cNvPr id="14" name="">
            <a:extLst xmlns:a="http://schemas.openxmlformats.org/drawingml/2006/main">
              <a:ext uri="{FF2B5EF4-FFF2-40B4-BE49-F238E27FC236}">
                <a16:creationId xmlns:a16="http://schemas.microsoft.com/office/drawing/2014/main" id="{486F1988-E389-47C8-9088-BA31706D3BEB}"/>
              </a:ext>
            </a:extLst>
          </p:cNvPr>
          <p:cNvSpPr>
            <a:spLocks xmlns:a="http://schemas.openxmlformats.org/drawingml/2006/main" noGrp="1"/>
          </p:cNvSpPr>
          <p:nvPr/>
        </p:nvSpPr>
        <p:spPr>
          <a:xfrm xmlns:a="http://schemas.openxmlformats.org/drawingml/2006/main">
            <a:off x="297180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Encrypted payload + dedupe key</a:t>
            </a:r>
          </a:p>
        </p:txBody>
      </p:sp>
      <p:sp>
        <p:nvSpPr>
          <p:cNvPr id="15" name="">
            <a:extLst xmlns:a="http://schemas.openxmlformats.org/drawingml/2006/main">
              <a:ext uri="{FF2B5EF4-FFF2-40B4-BE49-F238E27FC236}">
                <a16:creationId xmlns:a16="http://schemas.microsoft.com/office/drawing/2014/main" id="{A6119C4F-D119-4D85-B677-AF156E02DF12}"/>
              </a:ext>
            </a:extLst>
          </p:cNvPr>
          <p:cNvSpPr>
            <a:spLocks xmlns:a="http://schemas.openxmlformats.org/drawingml/2006/main" noGrp="1"/>
          </p:cNvSpPr>
          <p:nvPr/>
        </p:nvSpPr>
        <p:spPr>
          <a:xfrm xmlns:a="http://schemas.openxmlformats.org/drawingml/2006/main">
            <a:off x="461010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FBB13151-8786-4602-8B9C-015415339250}"/>
              </a:ext>
            </a:extLst>
          </p:cNvPr>
          <p:cNvSpPr>
            <a:spLocks xmlns:a="http://schemas.openxmlformats.org/drawingml/2006/main" noGrp="1"/>
          </p:cNvSpPr>
          <p:nvPr/>
        </p:nvSpPr>
        <p:spPr>
          <a:xfrm xmlns:a="http://schemas.openxmlformats.org/drawingml/2006/main">
            <a:off x="49911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44E26E34-3AC0-400E-ACB2-54DCEB9613FA}"/>
              </a:ext>
            </a:extLst>
          </p:cNvPr>
          <p:cNvSpPr>
            <a:spLocks xmlns:a="http://schemas.openxmlformats.org/drawingml/2006/main" noGrp="1"/>
          </p:cNvSpPr>
          <p:nvPr/>
        </p:nvSpPr>
        <p:spPr>
          <a:xfrm xmlns:a="http://schemas.openxmlformats.org/drawingml/2006/main">
            <a:off x="51625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6A54CBB4-7E26-4284-9143-D61612F604C8}"/>
              </a:ext>
            </a:extLst>
          </p:cNvPr>
          <p:cNvSpPr>
            <a:spLocks xmlns:a="http://schemas.openxmlformats.org/drawingml/2006/main" noGrp="1"/>
          </p:cNvSpPr>
          <p:nvPr/>
        </p:nvSpPr>
        <p:spPr>
          <a:xfrm xmlns:a="http://schemas.openxmlformats.org/drawingml/2006/main">
            <a:off x="51625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Worker claim</a:t>
            </a:r>
          </a:p>
        </p:txBody>
      </p:sp>
      <p:sp>
        <p:nvSpPr>
          <p:cNvPr id="19" name="">
            <a:extLst xmlns:a="http://schemas.openxmlformats.org/drawingml/2006/main">
              <a:ext uri="{FF2B5EF4-FFF2-40B4-BE49-F238E27FC236}">
                <a16:creationId xmlns:a16="http://schemas.microsoft.com/office/drawing/2014/main" id="{8E3A0902-5BC7-4A1C-B515-CDDFE3345BED}"/>
              </a:ext>
            </a:extLst>
          </p:cNvPr>
          <p:cNvSpPr>
            <a:spLocks xmlns:a="http://schemas.openxmlformats.org/drawingml/2006/main" noGrp="1"/>
          </p:cNvSpPr>
          <p:nvPr/>
        </p:nvSpPr>
        <p:spPr>
          <a:xfrm xmlns:a="http://schemas.openxmlformats.org/drawingml/2006/main">
            <a:off x="51625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Row lock with SKIP LOCKED</a:t>
            </a:r>
          </a:p>
        </p:txBody>
      </p:sp>
      <p:sp>
        <p:nvSpPr>
          <p:cNvPr id="20" name="">
            <a:extLst xmlns:a="http://schemas.openxmlformats.org/drawingml/2006/main">
              <a:ext uri="{FF2B5EF4-FFF2-40B4-BE49-F238E27FC236}">
                <a16:creationId xmlns:a16="http://schemas.microsoft.com/office/drawing/2014/main" id="{3F196691-9AD5-444F-8401-3342F88612ED}"/>
              </a:ext>
            </a:extLst>
          </p:cNvPr>
          <p:cNvSpPr>
            <a:spLocks xmlns:a="http://schemas.openxmlformats.org/drawingml/2006/main" noGrp="1"/>
          </p:cNvSpPr>
          <p:nvPr/>
        </p:nvSpPr>
        <p:spPr>
          <a:xfrm xmlns:a="http://schemas.openxmlformats.org/drawingml/2006/main">
            <a:off x="680085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6689FE53-19EA-4BB0-96F4-601FAC6B8177}"/>
              </a:ext>
            </a:extLst>
          </p:cNvPr>
          <p:cNvSpPr>
            <a:spLocks xmlns:a="http://schemas.openxmlformats.org/drawingml/2006/main" noGrp="1"/>
          </p:cNvSpPr>
          <p:nvPr/>
        </p:nvSpPr>
        <p:spPr>
          <a:xfrm xmlns:a="http://schemas.openxmlformats.org/drawingml/2006/main">
            <a:off x="718185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6D6EC1E9-620B-4B0E-8116-A36035DEDD20}"/>
              </a:ext>
            </a:extLst>
          </p:cNvPr>
          <p:cNvSpPr>
            <a:spLocks xmlns:a="http://schemas.openxmlformats.org/drawingml/2006/main" noGrp="1"/>
          </p:cNvSpPr>
          <p:nvPr/>
        </p:nvSpPr>
        <p:spPr>
          <a:xfrm xmlns:a="http://schemas.openxmlformats.org/drawingml/2006/main">
            <a:off x="735330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F0AC7055-6FAF-46C6-B4C1-986D3B1C8C40}"/>
              </a:ext>
            </a:extLst>
          </p:cNvPr>
          <p:cNvSpPr>
            <a:spLocks xmlns:a="http://schemas.openxmlformats.org/drawingml/2006/main" noGrp="1"/>
          </p:cNvSpPr>
          <p:nvPr/>
        </p:nvSpPr>
        <p:spPr>
          <a:xfrm xmlns:a="http://schemas.openxmlformats.org/drawingml/2006/main">
            <a:off x="735330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Resend</a:t>
            </a:r>
          </a:p>
        </p:txBody>
      </p:sp>
      <p:sp>
        <p:nvSpPr>
          <p:cNvPr id="24" name="">
            <a:extLst xmlns:a="http://schemas.openxmlformats.org/drawingml/2006/main">
              <a:ext uri="{FF2B5EF4-FFF2-40B4-BE49-F238E27FC236}">
                <a16:creationId xmlns:a16="http://schemas.microsoft.com/office/drawing/2014/main" id="{161CEB9C-0D58-4F6B-8E97-A6269BEF0242}"/>
              </a:ext>
            </a:extLst>
          </p:cNvPr>
          <p:cNvSpPr>
            <a:spLocks xmlns:a="http://schemas.openxmlformats.org/drawingml/2006/main" noGrp="1"/>
          </p:cNvSpPr>
          <p:nvPr/>
        </p:nvSpPr>
        <p:spPr>
          <a:xfrm xmlns:a="http://schemas.openxmlformats.org/drawingml/2006/main">
            <a:off x="735330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Provider idempotency key</a:t>
            </a:r>
          </a:p>
        </p:txBody>
      </p:sp>
      <p:sp>
        <p:nvSpPr>
          <p:cNvPr id="25" name="">
            <a:extLst xmlns:a="http://schemas.openxmlformats.org/drawingml/2006/main">
              <a:ext uri="{FF2B5EF4-FFF2-40B4-BE49-F238E27FC236}">
                <a16:creationId xmlns:a16="http://schemas.microsoft.com/office/drawing/2014/main" id="{4E40E1A6-B7B0-4C7B-B01E-B59DBFA241F8}"/>
              </a:ext>
            </a:extLst>
          </p:cNvPr>
          <p:cNvSpPr>
            <a:spLocks xmlns:a="http://schemas.openxmlformats.org/drawingml/2006/main" noGrp="1"/>
          </p:cNvSpPr>
          <p:nvPr/>
        </p:nvSpPr>
        <p:spPr>
          <a:xfrm xmlns:a="http://schemas.openxmlformats.org/drawingml/2006/main">
            <a:off x="8991600" y="2914650"/>
            <a:ext cx="381000" cy="0"/>
          </a:xfrm>
          <a:prstGeom xmlns:a="http://schemas.openxmlformats.org/drawingml/2006/main" prst="line">
            <a:avLst/>
          </a:prstGeom>
          <a:noFill xmlns:a="http://schemas.openxmlformats.org/drawingml/2006/main"/>
          <a:ln xmlns:a="http://schemas.openxmlformats.org/drawingml/2006/main" w="19050">
            <a:solidFill>
              <a:srgbClr val="CFDBCF"/>
            </a:solidFill>
            <a:prstDash val="solid"/>
          </a:ln>
        </p:spPr>
      </p:sp>
      <p:sp>
        <p:nvSpPr>
          <p:cNvPr id="26" name="">
            <a:extLst xmlns:a="http://schemas.openxmlformats.org/drawingml/2006/main">
              <a:ext uri="{FF2B5EF4-FFF2-40B4-BE49-F238E27FC236}">
                <a16:creationId xmlns:a16="http://schemas.microsoft.com/office/drawing/2014/main" id="{8DC769C8-5F8B-443B-BB20-98205F9F4571}"/>
              </a:ext>
            </a:extLst>
          </p:cNvPr>
          <p:cNvSpPr>
            <a:spLocks xmlns:a="http://schemas.openxmlformats.org/drawingml/2006/main" noGrp="1"/>
          </p:cNvSpPr>
          <p:nvPr/>
        </p:nvSpPr>
        <p:spPr>
          <a:xfrm xmlns:a="http://schemas.openxmlformats.org/drawingml/2006/main">
            <a:off x="9372600" y="2209800"/>
            <a:ext cx="1809750" cy="1409700"/>
          </a:xfrm>
          <a:prstGeom xmlns:a="http://schemas.openxmlformats.org/drawingml/2006/main" prst="roundRect">
            <a:avLst>
              <a:gd name="adj" fmla="val 8108"/>
            </a:avLst>
          </a:prstGeom>
          <a:solidFill xmlns:a="http://schemas.openxmlformats.org/drawingml/2006/main">
            <a:srgbClr val="FFFEFA"/>
          </a:solidFill>
          <a:ln xmlns:a="http://schemas.openxmlformats.org/drawingml/2006/main" w="19050">
            <a:solidFill>
              <a:srgbClr val="194D3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BAED751E-A38C-4AC6-9F49-8A3BA8326840}"/>
              </a:ext>
            </a:extLst>
          </p:cNvPr>
          <p:cNvSpPr>
            <a:spLocks xmlns:a="http://schemas.openxmlformats.org/drawingml/2006/main" noGrp="1"/>
          </p:cNvSpPr>
          <p:nvPr/>
        </p:nvSpPr>
        <p:spPr>
          <a:xfrm xmlns:a="http://schemas.openxmlformats.org/drawingml/2006/main">
            <a:off x="9544050" y="2362200"/>
            <a:ext cx="32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111"/>
          </a:bodyPr>
          <a:lstStyle xmlns:a="http://schemas.openxmlformats.org/drawingml/2006/main">
            <a:defPPr algn="l">
              <a:defRPr sz="1125" b="1">
                <a:solidFill>
                  <a:srgbClr val="9B651B"/>
                </a:solidFill>
                <a:latin typeface="Noto Sans"/>
                <a:ea typeface="Noto Sans"/>
                <a:cs typeface="Noto Sans"/>
              </a:defRPr>
            </a:defPPr>
            <a:lvl1pPr algn="l">
              <a:defRPr sz="1125" b="1">
                <a:solidFill>
                  <a:srgbClr val="9B651B"/>
                </a:solidFill>
                <a:latin typeface="Noto Sans"/>
                <a:ea typeface="Noto Sans"/>
                <a:cs typeface="Noto Sans"/>
              </a:defRPr>
            </a:lvl1pPr>
            <a:lvl2pPr algn="l">
              <a:defRPr sz="1125" b="1">
                <a:solidFill>
                  <a:srgbClr val="9B651B"/>
                </a:solidFill>
                <a:latin typeface="Noto Sans"/>
                <a:ea typeface="Noto Sans"/>
                <a:cs typeface="Noto Sans"/>
              </a:defRPr>
            </a:lvl2pPr>
            <a:lvl3pPr algn="l">
              <a:defRPr sz="1125" b="1">
                <a:solidFill>
                  <a:srgbClr val="9B651B"/>
                </a:solidFill>
                <a:latin typeface="Noto Sans"/>
                <a:ea typeface="Noto Sans"/>
                <a:cs typeface="Noto Sans"/>
              </a:defRPr>
            </a:lvl3pPr>
            <a:lvl4pPr algn="l">
              <a:defRPr sz="1125" b="1">
                <a:solidFill>
                  <a:srgbClr val="9B651B"/>
                </a:solidFill>
                <a:latin typeface="Noto Sans"/>
                <a:ea typeface="Noto Sans"/>
                <a:cs typeface="Noto Sans"/>
              </a:defRPr>
            </a:lvl4pPr>
            <a:lvl5pPr algn="l">
              <a:defRPr sz="1125" b="1">
                <a:solidFill>
                  <a:srgbClr val="9B651B"/>
                </a:solidFill>
                <a:latin typeface="Noto Sans"/>
                <a:ea typeface="Noto Sans"/>
                <a:cs typeface="Noto Sans"/>
              </a:defRPr>
            </a:lvl5pPr>
            <a:lvl6pPr algn="l">
              <a:defRPr sz="1125" b="1">
                <a:solidFill>
                  <a:srgbClr val="9B651B"/>
                </a:solidFill>
                <a:latin typeface="Noto Sans"/>
                <a:ea typeface="Noto Sans"/>
                <a:cs typeface="Noto Sans"/>
              </a:defRPr>
            </a:lvl6pPr>
            <a:lvl7pPr algn="l">
              <a:defRPr sz="1125" b="1">
                <a:solidFill>
                  <a:srgbClr val="9B651B"/>
                </a:solidFill>
                <a:latin typeface="Noto Sans"/>
                <a:ea typeface="Noto Sans"/>
                <a:cs typeface="Noto Sans"/>
              </a:defRPr>
            </a:lvl7pPr>
            <a:lvl8pPr algn="l">
              <a:defRPr sz="1125" b="1">
                <a:solidFill>
                  <a:srgbClr val="9B651B"/>
                </a:solidFill>
                <a:latin typeface="Noto Sans"/>
                <a:ea typeface="Noto Sans"/>
                <a:cs typeface="Noto Sans"/>
              </a:defRPr>
            </a:lvl8pPr>
            <a:lvl9pPr algn="l">
              <a:defRPr sz="1125" b="1">
                <a:solidFill>
                  <a:srgbClr val="9B651B"/>
                </a:solidFill>
                <a:latin typeface="Noto Sans"/>
                <a:ea typeface="Noto Sans"/>
                <a:cs typeface="Noto Sans"/>
              </a:defRPr>
            </a:lvl9pPr>
          </a:lstStyle>
          <a:p xmlns:a="http://schemas.openxmlformats.org/drawingml/2006/main">
            <a:pPr algn="l">
              <a:defRPr sz="1125" b="1">
                <a:solidFill>
                  <a:srgbClr val="9B651B"/>
                </a:solidFill>
                <a:latin typeface="Noto Sans"/>
                <a:ea typeface="Noto Sans"/>
                <a:cs typeface="Noto Sans"/>
              </a:defRPr>
            </a:pPr>
            <a:r>
              <a:rPr sz="1125" b="1">
                <a:solidFill>
                  <a:srgbClr val="9B651B"/>
                </a:solidFill>
                <a:latin typeface="Noto Sans"/>
                <a:ea typeface="Noto Sans"/>
                <a:cs typeface="Noto Sans"/>
              </a:rPr>
              <a:t>5</a:t>
            </a:r>
          </a:p>
        </p:txBody>
      </p:sp>
      <p:sp>
        <p:nvSpPr>
          <p:cNvPr id="28" name="">
            <a:extLst xmlns:a="http://schemas.openxmlformats.org/drawingml/2006/main">
              <a:ext uri="{FF2B5EF4-FFF2-40B4-BE49-F238E27FC236}">
                <a16:creationId xmlns:a16="http://schemas.microsoft.com/office/drawing/2014/main" id="{36F43B12-65A0-420D-A961-B145A69DD920}"/>
              </a:ext>
            </a:extLst>
          </p:cNvPr>
          <p:cNvSpPr>
            <a:spLocks xmlns:a="http://schemas.openxmlformats.org/drawingml/2006/main" noGrp="1"/>
          </p:cNvSpPr>
          <p:nvPr/>
        </p:nvSpPr>
        <p:spPr>
          <a:xfrm xmlns:a="http://schemas.openxmlformats.org/drawingml/2006/main">
            <a:off x="9544050" y="272415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Outcome</a:t>
            </a:r>
          </a:p>
        </p:txBody>
      </p:sp>
      <p:sp>
        <p:nvSpPr>
          <p:cNvPr id="29" name="">
            <a:extLst xmlns:a="http://schemas.openxmlformats.org/drawingml/2006/main">
              <a:ext uri="{FF2B5EF4-FFF2-40B4-BE49-F238E27FC236}">
                <a16:creationId xmlns:a16="http://schemas.microsoft.com/office/drawing/2014/main" id="{9F7689D8-203D-47C0-9A81-69E547735DFF}"/>
              </a:ext>
            </a:extLst>
          </p:cNvPr>
          <p:cNvSpPr>
            <a:spLocks xmlns:a="http://schemas.openxmlformats.org/drawingml/2006/main" noGrp="1"/>
          </p:cNvSpPr>
          <p:nvPr/>
        </p:nvSpPr>
        <p:spPr>
          <a:xfrm xmlns:a="http://schemas.openxmlformats.org/drawingml/2006/main">
            <a:off x="9544050" y="31051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Sent, retry or failed</a:t>
            </a:r>
          </a:p>
        </p:txBody>
      </p:sp>
      <p:sp>
        <p:nvSpPr>
          <p:cNvPr id="30" name="">
            <a:extLst xmlns:a="http://schemas.openxmlformats.org/drawingml/2006/main">
              <a:ext uri="{FF2B5EF4-FFF2-40B4-BE49-F238E27FC236}">
                <a16:creationId xmlns:a16="http://schemas.microsoft.com/office/drawing/2014/main" id="{FFA0EBCE-662D-4786-814F-3189303535B0}"/>
              </a:ext>
            </a:extLst>
          </p:cNvPr>
          <p:cNvSpPr>
            <a:spLocks xmlns:a="http://schemas.openxmlformats.org/drawingml/2006/main" noGrp="1"/>
          </p:cNvSpPr>
          <p:nvPr/>
        </p:nvSpPr>
        <p:spPr>
          <a:xfrm xmlns:a="http://schemas.openxmlformats.org/drawingml/2006/main">
            <a:off x="609600" y="4171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A25C38"/>
                </a:solidFill>
                <a:latin typeface="Noto Sans"/>
                <a:ea typeface="Noto Sans"/>
                <a:cs typeface="Noto Sans"/>
              </a:defRPr>
            </a:defPPr>
            <a:lvl1pPr algn="l">
              <a:defRPr sz="1875" b="1">
                <a:solidFill>
                  <a:srgbClr val="A25C38"/>
                </a:solidFill>
                <a:latin typeface="Noto Sans"/>
                <a:ea typeface="Noto Sans"/>
                <a:cs typeface="Noto Sans"/>
              </a:defRPr>
            </a:lvl1pPr>
            <a:lvl2pPr algn="l">
              <a:defRPr sz="1875" b="1">
                <a:solidFill>
                  <a:srgbClr val="A25C38"/>
                </a:solidFill>
                <a:latin typeface="Noto Sans"/>
                <a:ea typeface="Noto Sans"/>
                <a:cs typeface="Noto Sans"/>
              </a:defRPr>
            </a:lvl2pPr>
            <a:lvl3pPr algn="l">
              <a:defRPr sz="1875" b="1">
                <a:solidFill>
                  <a:srgbClr val="A25C38"/>
                </a:solidFill>
                <a:latin typeface="Noto Sans"/>
                <a:ea typeface="Noto Sans"/>
                <a:cs typeface="Noto Sans"/>
              </a:defRPr>
            </a:lvl3pPr>
            <a:lvl4pPr algn="l">
              <a:defRPr sz="1875" b="1">
                <a:solidFill>
                  <a:srgbClr val="A25C38"/>
                </a:solidFill>
                <a:latin typeface="Noto Sans"/>
                <a:ea typeface="Noto Sans"/>
                <a:cs typeface="Noto Sans"/>
              </a:defRPr>
            </a:lvl4pPr>
            <a:lvl5pPr algn="l">
              <a:defRPr sz="1875" b="1">
                <a:solidFill>
                  <a:srgbClr val="A25C38"/>
                </a:solidFill>
                <a:latin typeface="Noto Sans"/>
                <a:ea typeface="Noto Sans"/>
                <a:cs typeface="Noto Sans"/>
              </a:defRPr>
            </a:lvl5pPr>
            <a:lvl6pPr algn="l">
              <a:defRPr sz="1875" b="1">
                <a:solidFill>
                  <a:srgbClr val="A25C38"/>
                </a:solidFill>
                <a:latin typeface="Noto Sans"/>
                <a:ea typeface="Noto Sans"/>
                <a:cs typeface="Noto Sans"/>
              </a:defRPr>
            </a:lvl6pPr>
            <a:lvl7pPr algn="l">
              <a:defRPr sz="1875" b="1">
                <a:solidFill>
                  <a:srgbClr val="A25C38"/>
                </a:solidFill>
                <a:latin typeface="Noto Sans"/>
                <a:ea typeface="Noto Sans"/>
                <a:cs typeface="Noto Sans"/>
              </a:defRPr>
            </a:lvl7pPr>
            <a:lvl8pPr algn="l">
              <a:defRPr sz="1875" b="1">
                <a:solidFill>
                  <a:srgbClr val="A25C38"/>
                </a:solidFill>
                <a:latin typeface="Noto Sans"/>
                <a:ea typeface="Noto Sans"/>
                <a:cs typeface="Noto Sans"/>
              </a:defRPr>
            </a:lvl8pPr>
            <a:lvl9pPr algn="l">
              <a:defRPr sz="1875" b="1">
                <a:solidFill>
                  <a:srgbClr val="A25C38"/>
                </a:solidFill>
                <a:latin typeface="Noto Sans"/>
                <a:ea typeface="Noto Sans"/>
                <a:cs typeface="Noto Sans"/>
              </a:defRPr>
            </a:lvl9pPr>
          </a:lstStyle>
          <a:p xmlns:a="http://schemas.openxmlformats.org/drawingml/2006/main">
            <a:pPr algn="l">
              <a:defRPr sz="1875" b="1">
                <a:solidFill>
                  <a:srgbClr val="A25C38"/>
                </a:solidFill>
                <a:latin typeface="Noto Sans"/>
                <a:ea typeface="Noto Sans"/>
                <a:cs typeface="Noto Sans"/>
              </a:defRPr>
            </a:pPr>
            <a:r>
              <a:rPr sz="1875" b="1">
                <a:solidFill>
                  <a:srgbClr val="A25C38"/>
                </a:solidFill>
                <a:latin typeface="Noto Sans"/>
                <a:ea typeface="Noto Sans"/>
                <a:cs typeface="Noto Sans"/>
              </a:rPr>
              <a:t>Failure controls</a:t>
            </a:r>
          </a:p>
        </p:txBody>
      </p:sp>
      <p:sp>
        <p:nvSpPr>
          <p:cNvPr id="31" name="">
            <a:extLst xmlns:a="http://schemas.openxmlformats.org/drawingml/2006/main">
              <a:ext uri="{FF2B5EF4-FFF2-40B4-BE49-F238E27FC236}">
                <a16:creationId xmlns:a16="http://schemas.microsoft.com/office/drawing/2014/main" id="{3057F8C1-B2BA-42FB-B3D0-B792136F8DA1}"/>
              </a:ext>
            </a:extLst>
          </p:cNvPr>
          <p:cNvSpPr>
            <a:spLocks xmlns:a="http://schemas.openxmlformats.org/drawingml/2006/main" noGrp="1"/>
          </p:cNvSpPr>
          <p:nvPr/>
        </p:nvSpPr>
        <p:spPr>
          <a:xfrm xmlns:a="http://schemas.openxmlformats.org/drawingml/2006/main">
            <a:off x="609600"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
            <a:extLst xmlns:a="http://schemas.openxmlformats.org/drawingml/2006/main">
              <a:ext uri="{FF2B5EF4-FFF2-40B4-BE49-F238E27FC236}">
                <a16:creationId xmlns:a16="http://schemas.microsoft.com/office/drawing/2014/main" id="{12662C01-C587-4E88-B751-A0217FE4D9D4}"/>
              </a:ext>
            </a:extLst>
          </p:cNvPr>
          <p:cNvSpPr>
            <a:spLocks xmlns:a="http://schemas.openxmlformats.org/drawingml/2006/main" noGrp="1"/>
          </p:cNvSpPr>
          <p:nvPr/>
        </p:nvSpPr>
        <p:spPr>
          <a:xfrm xmlns:a="http://schemas.openxmlformats.org/drawingml/2006/main">
            <a:off x="609600" y="4648200"/>
            <a:ext cx="66675" cy="10668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33" name="">
            <a:extLst xmlns:a="http://schemas.openxmlformats.org/drawingml/2006/main">
              <a:ext uri="{FF2B5EF4-FFF2-40B4-BE49-F238E27FC236}">
                <a16:creationId xmlns:a16="http://schemas.microsoft.com/office/drawing/2014/main" id="{C9494F74-F555-480A-929F-3D0E7594E5B7}"/>
              </a:ext>
            </a:extLst>
          </p:cNvPr>
          <p:cNvSpPr>
            <a:spLocks xmlns:a="http://schemas.openxmlformats.org/drawingml/2006/main" noGrp="1"/>
          </p:cNvSpPr>
          <p:nvPr/>
        </p:nvSpPr>
        <p:spPr>
          <a:xfrm xmlns:a="http://schemas.openxmlformats.org/drawingml/2006/main">
            <a:off x="819150"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Encrypted at rest</a:t>
            </a:r>
          </a:p>
        </p:txBody>
      </p:sp>
      <p:sp>
        <p:nvSpPr>
          <p:cNvPr id="34" name="">
            <a:extLst xmlns:a="http://schemas.openxmlformats.org/drawingml/2006/main">
              <a:ext uri="{FF2B5EF4-FFF2-40B4-BE49-F238E27FC236}">
                <a16:creationId xmlns:a16="http://schemas.microsoft.com/office/drawing/2014/main" id="{0807A7A5-C8DF-489D-8B66-BA469EAF8A7B}"/>
              </a:ext>
            </a:extLst>
          </p:cNvPr>
          <p:cNvSpPr>
            <a:spLocks xmlns:a="http://schemas.openxmlformats.org/drawingml/2006/main" noGrp="1"/>
          </p:cNvSpPr>
          <p:nvPr/>
        </p:nvSpPr>
        <p:spPr>
          <a:xfrm xmlns:a="http://schemas.openxmlformats.org/drawingml/2006/main">
            <a:off x="819150"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Fernet protects the queued email payload</a:t>
            </a:r>
          </a:p>
        </p:txBody>
      </p:sp>
      <p:sp>
        <p:nvSpPr>
          <p:cNvPr id="35" name="">
            <a:extLst xmlns:a="http://schemas.openxmlformats.org/drawingml/2006/main">
              <a:ext uri="{FF2B5EF4-FFF2-40B4-BE49-F238E27FC236}">
                <a16:creationId xmlns:a16="http://schemas.microsoft.com/office/drawing/2014/main" id="{AE01E598-B2B8-49B8-B370-FF2F083977EB}"/>
              </a:ext>
            </a:extLst>
          </p:cNvPr>
          <p:cNvSpPr>
            <a:spLocks xmlns:a="http://schemas.openxmlformats.org/drawingml/2006/main" noGrp="1"/>
          </p:cNvSpPr>
          <p:nvPr/>
        </p:nvSpPr>
        <p:spPr>
          <a:xfrm xmlns:a="http://schemas.openxmlformats.org/drawingml/2006/main">
            <a:off x="4429125"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
            <a:extLst xmlns:a="http://schemas.openxmlformats.org/drawingml/2006/main">
              <a:ext uri="{FF2B5EF4-FFF2-40B4-BE49-F238E27FC236}">
                <a16:creationId xmlns:a16="http://schemas.microsoft.com/office/drawing/2014/main" id="{B665252E-58F4-4100-9B8C-E00C79826FF5}"/>
              </a:ext>
            </a:extLst>
          </p:cNvPr>
          <p:cNvSpPr>
            <a:spLocks xmlns:a="http://schemas.openxmlformats.org/drawingml/2006/main" noGrp="1"/>
          </p:cNvSpPr>
          <p:nvPr/>
        </p:nvSpPr>
        <p:spPr>
          <a:xfrm xmlns:a="http://schemas.openxmlformats.org/drawingml/2006/main">
            <a:off x="4429125" y="4648200"/>
            <a:ext cx="66675" cy="106680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37" name="">
            <a:extLst xmlns:a="http://schemas.openxmlformats.org/drawingml/2006/main">
              <a:ext uri="{FF2B5EF4-FFF2-40B4-BE49-F238E27FC236}">
                <a16:creationId xmlns:a16="http://schemas.microsoft.com/office/drawing/2014/main" id="{AC30C292-3601-4B72-924B-178D7AED1E40}"/>
              </a:ext>
            </a:extLst>
          </p:cNvPr>
          <p:cNvSpPr>
            <a:spLocks xmlns:a="http://schemas.openxmlformats.org/drawingml/2006/main" noGrp="1"/>
          </p:cNvSpPr>
          <p:nvPr/>
        </p:nvSpPr>
        <p:spPr>
          <a:xfrm xmlns:a="http://schemas.openxmlformats.org/drawingml/2006/main">
            <a:off x="4638675"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Bounded backoff</a:t>
            </a:r>
          </a:p>
        </p:txBody>
      </p:sp>
      <p:sp>
        <p:nvSpPr>
          <p:cNvPr id="38" name="">
            <a:extLst xmlns:a="http://schemas.openxmlformats.org/drawingml/2006/main">
              <a:ext uri="{FF2B5EF4-FFF2-40B4-BE49-F238E27FC236}">
                <a16:creationId xmlns:a16="http://schemas.microsoft.com/office/drawing/2014/main" id="{A9D2551B-AB85-4153-BC55-25A537FEB7B9}"/>
              </a:ext>
            </a:extLst>
          </p:cNvPr>
          <p:cNvSpPr>
            <a:spLocks xmlns:a="http://schemas.openxmlformats.org/drawingml/2006/main" noGrp="1"/>
          </p:cNvSpPr>
          <p:nvPr/>
        </p:nvSpPr>
        <p:spPr>
          <a:xfrm xmlns:a="http://schemas.openxmlformats.org/drawingml/2006/main">
            <a:off x="4638675"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Retries expand from 30 seconds to 60 minutes</a:t>
            </a:r>
          </a:p>
        </p:txBody>
      </p:sp>
      <p:sp>
        <p:nvSpPr>
          <p:cNvPr id="39" name="">
            <a:extLst xmlns:a="http://schemas.openxmlformats.org/drawingml/2006/main">
              <a:ext uri="{FF2B5EF4-FFF2-40B4-BE49-F238E27FC236}">
                <a16:creationId xmlns:a16="http://schemas.microsoft.com/office/drawing/2014/main" id="{54B55B34-C79A-4B43-8977-C3DE25BA8573}"/>
              </a:ext>
            </a:extLst>
          </p:cNvPr>
          <p:cNvSpPr>
            <a:spLocks xmlns:a="http://schemas.openxmlformats.org/drawingml/2006/main" noGrp="1"/>
          </p:cNvSpPr>
          <p:nvPr/>
        </p:nvSpPr>
        <p:spPr>
          <a:xfrm xmlns:a="http://schemas.openxmlformats.org/drawingml/2006/main">
            <a:off x="8248650" y="4648200"/>
            <a:ext cx="333375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0" name="">
            <a:extLst xmlns:a="http://schemas.openxmlformats.org/drawingml/2006/main">
              <a:ext uri="{FF2B5EF4-FFF2-40B4-BE49-F238E27FC236}">
                <a16:creationId xmlns:a16="http://schemas.microsoft.com/office/drawing/2014/main" id="{8A5165B8-44DB-4728-968A-0C2D71FDD947}"/>
              </a:ext>
            </a:extLst>
          </p:cNvPr>
          <p:cNvSpPr>
            <a:spLocks xmlns:a="http://schemas.openxmlformats.org/drawingml/2006/main" noGrp="1"/>
          </p:cNvSpPr>
          <p:nvPr/>
        </p:nvSpPr>
        <p:spPr>
          <a:xfrm xmlns:a="http://schemas.openxmlformats.org/drawingml/2006/main">
            <a:off x="8248650" y="4648200"/>
            <a:ext cx="66675" cy="106680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41" name="">
            <a:extLst xmlns:a="http://schemas.openxmlformats.org/drawingml/2006/main">
              <a:ext uri="{FF2B5EF4-FFF2-40B4-BE49-F238E27FC236}">
                <a16:creationId xmlns:a16="http://schemas.microsoft.com/office/drawing/2014/main" id="{68AD5D9C-654C-42B2-93BB-437DBE968DCC}"/>
              </a:ext>
            </a:extLst>
          </p:cNvPr>
          <p:cNvSpPr>
            <a:spLocks xmlns:a="http://schemas.openxmlformats.org/drawingml/2006/main" noGrp="1"/>
          </p:cNvSpPr>
          <p:nvPr/>
        </p:nvSpPr>
        <p:spPr>
          <a:xfrm xmlns:a="http://schemas.openxmlformats.org/drawingml/2006/main">
            <a:off x="8458200" y="476250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Exactly-once effect</a:t>
            </a:r>
          </a:p>
        </p:txBody>
      </p:sp>
      <p:sp>
        <p:nvSpPr>
          <p:cNvPr id="42" name="">
            <a:extLst xmlns:a="http://schemas.openxmlformats.org/drawingml/2006/main">
              <a:ext uri="{FF2B5EF4-FFF2-40B4-BE49-F238E27FC236}">
                <a16:creationId xmlns:a16="http://schemas.microsoft.com/office/drawing/2014/main" id="{A2564119-215C-4C96-BC80-74247666BBDE}"/>
              </a:ext>
            </a:extLst>
          </p:cNvPr>
          <p:cNvSpPr>
            <a:spLocks xmlns:a="http://schemas.openxmlformats.org/drawingml/2006/main" noGrp="1"/>
          </p:cNvSpPr>
          <p:nvPr/>
        </p:nvSpPr>
        <p:spPr>
          <a:xfrm xmlns:a="http://schemas.openxmlformats.org/drawingml/2006/main">
            <a:off x="8458200" y="5057775"/>
            <a:ext cx="3009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Dedupe and provider idempotency make retries safe</a:t>
            </a:r>
          </a:p>
        </p:txBody>
      </p:sp>
      <p:sp>
        <p:nvSpPr>
          <p:cNvPr id="43" name="">
            <a:extLst xmlns:a="http://schemas.openxmlformats.org/drawingml/2006/main">
              <a:ext uri="{FF2B5EF4-FFF2-40B4-BE49-F238E27FC236}">
                <a16:creationId xmlns:a16="http://schemas.microsoft.com/office/drawing/2014/main" id="{AB993ACB-E4AA-42AE-AB3B-288192882513}"/>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667424821"/>
      </p:ext>
    </p:extLst>
  </p:cSld>
</p:sld>
</file>

<file path=ppt/slides/slide1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9FE2F5AB-8F9F-485C-9BC5-115D01DD5EB1}"/>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COMMUNICATION</a:t>
            </a:r>
          </a:p>
        </p:txBody>
      </p:sp>
      <p:sp>
        <p:nvSpPr>
          <p:cNvPr id="2" name="">
            <a:extLst xmlns:a="http://schemas.openxmlformats.org/drawingml/2006/main">
              <a:ext uri="{FF2B5EF4-FFF2-40B4-BE49-F238E27FC236}">
                <a16:creationId xmlns:a16="http://schemas.microsoft.com/office/drawing/2014/main" id="{B576F250-6A95-4C20-B5B4-59E99F0F656C}"/>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Real-time chat and notifications</a:t>
            </a:r>
          </a:p>
        </p:txBody>
      </p:sp>
      <p:sp>
        <p:nvSpPr>
          <p:cNvPr id="3" name="">
            <a:extLst xmlns:a="http://schemas.openxmlformats.org/drawingml/2006/main">
              <a:ext uri="{FF2B5EF4-FFF2-40B4-BE49-F238E27FC236}">
                <a16:creationId xmlns:a16="http://schemas.microsoft.com/office/drawing/2014/main" id="{72765CB3-F114-40ED-9C06-A7F83716358B}"/>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15</a:t>
            </a:r>
          </a:p>
        </p:txBody>
      </p:sp>
      <p:sp>
        <p:nvSpPr>
          <p:cNvPr id="4" name="">
            <a:extLst xmlns:a="http://schemas.openxmlformats.org/drawingml/2006/main">
              <a:ext uri="{FF2B5EF4-FFF2-40B4-BE49-F238E27FC236}">
                <a16:creationId xmlns:a16="http://schemas.microsoft.com/office/drawing/2014/main" id="{690BE528-F250-42EA-88B6-40A39E46F367}"/>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E77D326-BE30-4D54-83B2-E6D2D0E4810A}"/>
              </a:ext>
            </a:extLst>
          </p:cNvPr>
          <p:cNvSpPr>
            <a:spLocks xmlns:a="http://schemas.openxmlformats.org/drawingml/2006/main" noGrp="1"/>
          </p:cNvSpPr>
          <p:nvPr/>
        </p:nvSpPr>
        <p:spPr>
          <a:xfrm xmlns:a="http://schemas.openxmlformats.org/drawingml/2006/main">
            <a:off x="609600" y="13716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Real-time delivery stays connected to durable history and recruitment permissions.</a:t>
            </a:r>
          </a:p>
        </p:txBody>
      </p:sp>
      <p:sp>
        <p:nvSpPr>
          <p:cNvPr id="6" name="">
            <a:extLst xmlns:a="http://schemas.openxmlformats.org/drawingml/2006/main">
              <a:ext uri="{FF2B5EF4-FFF2-40B4-BE49-F238E27FC236}">
                <a16:creationId xmlns:a16="http://schemas.microsoft.com/office/drawing/2014/main" id="{2A1CA236-9AAC-4BC9-951D-DAF9B622CFF0}"/>
              </a:ext>
            </a:extLst>
          </p:cNvPr>
          <p:cNvSpPr>
            <a:spLocks xmlns:a="http://schemas.openxmlformats.org/drawingml/2006/main" noGrp="1"/>
          </p:cNvSpPr>
          <p:nvPr/>
        </p:nvSpPr>
        <p:spPr>
          <a:xfrm xmlns:a="http://schemas.openxmlformats.org/drawingml/2006/main">
            <a:off x="609600" y="2495550"/>
            <a:ext cx="2095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BBD94CE-3B74-4700-AAA1-8437AD0954F5}"/>
              </a:ext>
            </a:extLst>
          </p:cNvPr>
          <p:cNvSpPr>
            <a:spLocks xmlns:a="http://schemas.openxmlformats.org/drawingml/2006/main" noGrp="1"/>
          </p:cNvSpPr>
          <p:nvPr/>
        </p:nvSpPr>
        <p:spPr>
          <a:xfrm xmlns:a="http://schemas.openxmlformats.org/drawingml/2006/main">
            <a:off x="609600" y="2495550"/>
            <a:ext cx="66675" cy="12001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59B4D956-4DC3-4398-AD6D-D681C401C13D}"/>
              </a:ext>
            </a:extLst>
          </p:cNvPr>
          <p:cNvSpPr>
            <a:spLocks xmlns:a="http://schemas.openxmlformats.org/drawingml/2006/main" noGrp="1"/>
          </p:cNvSpPr>
          <p:nvPr/>
        </p:nvSpPr>
        <p:spPr>
          <a:xfrm xmlns:a="http://schemas.openxmlformats.org/drawingml/2006/main">
            <a:off x="81915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Candidate</a:t>
            </a:r>
          </a:p>
        </p:txBody>
      </p:sp>
      <p:sp>
        <p:nvSpPr>
          <p:cNvPr id="9" name="">
            <a:extLst xmlns:a="http://schemas.openxmlformats.org/drawingml/2006/main">
              <a:ext uri="{FF2B5EF4-FFF2-40B4-BE49-F238E27FC236}">
                <a16:creationId xmlns:a16="http://schemas.microsoft.com/office/drawing/2014/main" id="{3E35E35C-1D30-413C-85EC-01C88F6164BA}"/>
              </a:ext>
            </a:extLst>
          </p:cNvPr>
          <p:cNvSpPr>
            <a:spLocks xmlns:a="http://schemas.openxmlformats.org/drawingml/2006/main" noGrp="1"/>
          </p:cNvSpPr>
          <p:nvPr/>
        </p:nvSpPr>
        <p:spPr>
          <a:xfrm xmlns:a="http://schemas.openxmlformats.org/drawingml/2006/main">
            <a:off x="81915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Opens a protected conversation</a:t>
            </a:r>
          </a:p>
        </p:txBody>
      </p:sp>
      <p:sp>
        <p:nvSpPr>
          <p:cNvPr id="10" name="">
            <a:extLst xmlns:a="http://schemas.openxmlformats.org/drawingml/2006/main">
              <a:ext uri="{FF2B5EF4-FFF2-40B4-BE49-F238E27FC236}">
                <a16:creationId xmlns:a16="http://schemas.microsoft.com/office/drawing/2014/main" id="{97B3CDF6-504A-45E8-8B8A-5C62D3F771AB}"/>
              </a:ext>
            </a:extLst>
          </p:cNvPr>
          <p:cNvSpPr>
            <a:spLocks xmlns:a="http://schemas.openxmlformats.org/drawingml/2006/main" noGrp="1"/>
          </p:cNvSpPr>
          <p:nvPr/>
        </p:nvSpPr>
        <p:spPr>
          <a:xfrm xmlns:a="http://schemas.openxmlformats.org/drawingml/2006/main">
            <a:off x="2705100" y="3095625"/>
            <a:ext cx="666750" cy="0"/>
          </a:xfrm>
          <a:prstGeom xmlns:a="http://schemas.openxmlformats.org/drawingml/2006/main" prst="line">
            <a:avLst/>
          </a:prstGeom>
          <a:noFill xmlns:a="http://schemas.openxmlformats.org/drawingml/2006/main"/>
          <a:ln xmlns:a="http://schemas.openxmlformats.org/drawingml/2006/main" w="28575">
            <a:solidFill>
              <a:srgbClr val="194D38"/>
            </a:solidFill>
            <a:prstDash val="solid"/>
          </a:ln>
        </p:spPr>
      </p:sp>
      <p:sp>
        <p:nvSpPr>
          <p:cNvPr id="11" name="">
            <a:extLst xmlns:a="http://schemas.openxmlformats.org/drawingml/2006/main">
              <a:ext uri="{FF2B5EF4-FFF2-40B4-BE49-F238E27FC236}">
                <a16:creationId xmlns:a16="http://schemas.microsoft.com/office/drawing/2014/main" id="{FBE00D87-AE6C-4146-8C82-A4BCC49EC6B4}"/>
              </a:ext>
            </a:extLst>
          </p:cNvPr>
          <p:cNvSpPr>
            <a:spLocks xmlns:a="http://schemas.openxmlformats.org/drawingml/2006/main" noGrp="1"/>
          </p:cNvSpPr>
          <p:nvPr/>
        </p:nvSpPr>
        <p:spPr>
          <a:xfrm xmlns:a="http://schemas.openxmlformats.org/drawingml/2006/main">
            <a:off x="3371850" y="2495550"/>
            <a:ext cx="2095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3EEB9EFA-2FD5-422C-A167-AD4B300BD4DA}"/>
              </a:ext>
            </a:extLst>
          </p:cNvPr>
          <p:cNvSpPr>
            <a:spLocks xmlns:a="http://schemas.openxmlformats.org/drawingml/2006/main" noGrp="1"/>
          </p:cNvSpPr>
          <p:nvPr/>
        </p:nvSpPr>
        <p:spPr>
          <a:xfrm xmlns:a="http://schemas.openxmlformats.org/drawingml/2006/main">
            <a:off x="3371850" y="2495550"/>
            <a:ext cx="66675" cy="12001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0BBF155B-D47E-4352-8804-DE569C38FEE1}"/>
              </a:ext>
            </a:extLst>
          </p:cNvPr>
          <p:cNvSpPr>
            <a:spLocks xmlns:a="http://schemas.openxmlformats.org/drawingml/2006/main" noGrp="1"/>
          </p:cNvSpPr>
          <p:nvPr/>
        </p:nvSpPr>
        <p:spPr>
          <a:xfrm xmlns:a="http://schemas.openxmlformats.org/drawingml/2006/main">
            <a:off x="3581400" y="2609850"/>
            <a:ext cx="1771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Socket ticket</a:t>
            </a:r>
          </a:p>
        </p:txBody>
      </p:sp>
      <p:sp>
        <p:nvSpPr>
          <p:cNvPr id="14" name="">
            <a:extLst xmlns:a="http://schemas.openxmlformats.org/drawingml/2006/main">
              <a:ext uri="{FF2B5EF4-FFF2-40B4-BE49-F238E27FC236}">
                <a16:creationId xmlns:a16="http://schemas.microsoft.com/office/drawing/2014/main" id="{A4489CA9-6A51-4674-83B1-5F046330ACA0}"/>
              </a:ext>
            </a:extLst>
          </p:cNvPr>
          <p:cNvSpPr>
            <a:spLocks xmlns:a="http://schemas.openxmlformats.org/drawingml/2006/main" noGrp="1"/>
          </p:cNvSpPr>
          <p:nvPr/>
        </p:nvSpPr>
        <p:spPr>
          <a:xfrm xmlns:a="http://schemas.openxmlformats.org/drawingml/2006/main">
            <a:off x="3581400" y="2905125"/>
            <a:ext cx="1771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Short-lived WebSocket credential</a:t>
            </a:r>
          </a:p>
        </p:txBody>
      </p:sp>
      <p:sp>
        <p:nvSpPr>
          <p:cNvPr id="15" name="">
            <a:extLst xmlns:a="http://schemas.openxmlformats.org/drawingml/2006/main">
              <a:ext uri="{FF2B5EF4-FFF2-40B4-BE49-F238E27FC236}">
                <a16:creationId xmlns:a16="http://schemas.microsoft.com/office/drawing/2014/main" id="{19127799-74C3-4EAF-88AD-6F5BC73DE267}"/>
              </a:ext>
            </a:extLst>
          </p:cNvPr>
          <p:cNvSpPr>
            <a:spLocks xmlns:a="http://schemas.openxmlformats.org/drawingml/2006/main" noGrp="1"/>
          </p:cNvSpPr>
          <p:nvPr/>
        </p:nvSpPr>
        <p:spPr>
          <a:xfrm xmlns:a="http://schemas.openxmlformats.org/drawingml/2006/main">
            <a:off x="5467350" y="3095625"/>
            <a:ext cx="666750" cy="0"/>
          </a:xfrm>
          <a:prstGeom xmlns:a="http://schemas.openxmlformats.org/drawingml/2006/main" prst="line">
            <a:avLst/>
          </a:prstGeom>
          <a:noFill xmlns:a="http://schemas.openxmlformats.org/drawingml/2006/main"/>
          <a:ln xmlns:a="http://schemas.openxmlformats.org/drawingml/2006/main" w="28575">
            <a:solidFill>
              <a:srgbClr val="356456"/>
            </a:solidFill>
            <a:prstDash val="solid"/>
          </a:ln>
        </p:spPr>
      </p:sp>
      <p:sp>
        <p:nvSpPr>
          <p:cNvPr id="16" name="">
            <a:extLst xmlns:a="http://schemas.openxmlformats.org/drawingml/2006/main">
              <a:ext uri="{FF2B5EF4-FFF2-40B4-BE49-F238E27FC236}">
                <a16:creationId xmlns:a16="http://schemas.microsoft.com/office/drawing/2014/main" id="{533644B2-44B9-4826-9B25-990BD59D434E}"/>
              </a:ext>
            </a:extLst>
          </p:cNvPr>
          <p:cNvSpPr>
            <a:spLocks xmlns:a="http://schemas.openxmlformats.org/drawingml/2006/main" noGrp="1"/>
          </p:cNvSpPr>
          <p:nvPr/>
        </p:nvSpPr>
        <p:spPr>
          <a:xfrm xmlns:a="http://schemas.openxmlformats.org/drawingml/2006/main">
            <a:off x="6134100" y="2266950"/>
            <a:ext cx="2476500" cy="1657350"/>
          </a:xfrm>
          <a:prstGeom xmlns:a="http://schemas.openxmlformats.org/drawingml/2006/main" prst="roundRect">
            <a:avLst>
              <a:gd name="adj" fmla="val 6897"/>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58BAA807-F2A3-44AF-A631-396003D10FE1}"/>
              </a:ext>
            </a:extLst>
          </p:cNvPr>
          <p:cNvSpPr>
            <a:spLocks xmlns:a="http://schemas.openxmlformats.org/drawingml/2006/main" noGrp="1"/>
          </p:cNvSpPr>
          <p:nvPr/>
        </p:nvSpPr>
        <p:spPr>
          <a:xfrm xmlns:a="http://schemas.openxmlformats.org/drawingml/2006/main">
            <a:off x="6134100" y="2266950"/>
            <a:ext cx="66675" cy="16573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8" name="">
            <a:extLst xmlns:a="http://schemas.openxmlformats.org/drawingml/2006/main">
              <a:ext uri="{FF2B5EF4-FFF2-40B4-BE49-F238E27FC236}">
                <a16:creationId xmlns:a16="http://schemas.microsoft.com/office/drawing/2014/main" id="{F00B7216-DCBE-46FD-87B7-12586FF92E1F}"/>
              </a:ext>
            </a:extLst>
          </p:cNvPr>
          <p:cNvSpPr>
            <a:spLocks xmlns:a="http://schemas.openxmlformats.org/drawingml/2006/main" noGrp="1"/>
          </p:cNvSpPr>
          <p:nvPr/>
        </p:nvSpPr>
        <p:spPr>
          <a:xfrm xmlns:a="http://schemas.openxmlformats.org/drawingml/2006/main">
            <a:off x="6343650" y="238125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FastAPI WebSocket</a:t>
            </a:r>
          </a:p>
        </p:txBody>
      </p:sp>
      <p:sp>
        <p:nvSpPr>
          <p:cNvPr id="19" name="">
            <a:extLst xmlns:a="http://schemas.openxmlformats.org/drawingml/2006/main">
              <a:ext uri="{FF2B5EF4-FFF2-40B4-BE49-F238E27FC236}">
                <a16:creationId xmlns:a16="http://schemas.microsoft.com/office/drawing/2014/main" id="{28624D3F-53D2-4A17-B3F8-DFEFD3EC21CA}"/>
              </a:ext>
            </a:extLst>
          </p:cNvPr>
          <p:cNvSpPr>
            <a:spLocks xmlns:a="http://schemas.openxmlformats.org/drawingml/2006/main" noGrp="1"/>
          </p:cNvSpPr>
          <p:nvPr/>
        </p:nvSpPr>
        <p:spPr>
          <a:xfrm xmlns:a="http://schemas.openxmlformats.org/drawingml/2006/main">
            <a:off x="6343650" y="2676525"/>
            <a:ext cx="21526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Checks application access and stage</a:t>
            </a:r>
          </a:p>
        </p:txBody>
      </p:sp>
      <p:sp>
        <p:nvSpPr>
          <p:cNvPr id="20" name="">
            <a:extLst xmlns:a="http://schemas.openxmlformats.org/drawingml/2006/main">
              <a:ext uri="{FF2B5EF4-FFF2-40B4-BE49-F238E27FC236}">
                <a16:creationId xmlns:a16="http://schemas.microsoft.com/office/drawing/2014/main" id="{876AA3F1-6DD7-4924-9601-E08DDF8FAE9C}"/>
              </a:ext>
            </a:extLst>
          </p:cNvPr>
          <p:cNvSpPr>
            <a:spLocks xmlns:a="http://schemas.openxmlformats.org/drawingml/2006/main" noGrp="1"/>
          </p:cNvSpPr>
          <p:nvPr/>
        </p:nvSpPr>
        <p:spPr>
          <a:xfrm xmlns:a="http://schemas.openxmlformats.org/drawingml/2006/main">
            <a:off x="8610600" y="2705100"/>
            <a:ext cx="666750" cy="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21" name="">
            <a:extLst xmlns:a="http://schemas.openxmlformats.org/drawingml/2006/main">
              <a:ext uri="{FF2B5EF4-FFF2-40B4-BE49-F238E27FC236}">
                <a16:creationId xmlns:a16="http://schemas.microsoft.com/office/drawing/2014/main" id="{E280E170-3B2C-43A7-8C70-D6C1B033753E}"/>
              </a:ext>
            </a:extLst>
          </p:cNvPr>
          <p:cNvSpPr>
            <a:spLocks xmlns:a="http://schemas.openxmlformats.org/drawingml/2006/main" noGrp="1"/>
          </p:cNvSpPr>
          <p:nvPr/>
        </p:nvSpPr>
        <p:spPr>
          <a:xfrm xmlns:a="http://schemas.openxmlformats.org/drawingml/2006/main">
            <a:off x="8610600" y="3505200"/>
            <a:ext cx="666750" cy="0"/>
          </a:xfrm>
          <a:prstGeom xmlns:a="http://schemas.openxmlformats.org/drawingml/2006/main" prst="line">
            <a:avLst/>
          </a:prstGeom>
          <a:noFill xmlns:a="http://schemas.openxmlformats.org/drawingml/2006/main"/>
          <a:ln xmlns:a="http://schemas.openxmlformats.org/drawingml/2006/main" w="28575">
            <a:solidFill>
              <a:srgbClr val="A25C38"/>
            </a:solidFill>
            <a:prstDash val="solid"/>
          </a:ln>
        </p:spPr>
      </p:sp>
      <p:sp>
        <p:nvSpPr>
          <p:cNvPr id="22" name="">
            <a:extLst xmlns:a="http://schemas.openxmlformats.org/drawingml/2006/main">
              <a:ext uri="{FF2B5EF4-FFF2-40B4-BE49-F238E27FC236}">
                <a16:creationId xmlns:a16="http://schemas.microsoft.com/office/drawing/2014/main" id="{E54BF9B6-AD63-43EA-A703-DE3F695A990A}"/>
              </a:ext>
            </a:extLst>
          </p:cNvPr>
          <p:cNvSpPr>
            <a:spLocks xmlns:a="http://schemas.openxmlformats.org/drawingml/2006/main" noGrp="1"/>
          </p:cNvSpPr>
          <p:nvPr/>
        </p:nvSpPr>
        <p:spPr>
          <a:xfrm xmlns:a="http://schemas.openxmlformats.org/drawingml/2006/main">
            <a:off x="9277350" y="2076450"/>
            <a:ext cx="23050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E321CC5B-5628-4DC2-8F16-84A90D8BCD5F}"/>
              </a:ext>
            </a:extLst>
          </p:cNvPr>
          <p:cNvSpPr>
            <a:spLocks xmlns:a="http://schemas.openxmlformats.org/drawingml/2006/main" noGrp="1"/>
          </p:cNvSpPr>
          <p:nvPr/>
        </p:nvSpPr>
        <p:spPr>
          <a:xfrm xmlns:a="http://schemas.openxmlformats.org/drawingml/2006/main">
            <a:off x="9277350" y="2076450"/>
            <a:ext cx="66675" cy="12001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24" name="">
            <a:extLst xmlns:a="http://schemas.openxmlformats.org/drawingml/2006/main">
              <a:ext uri="{FF2B5EF4-FFF2-40B4-BE49-F238E27FC236}">
                <a16:creationId xmlns:a16="http://schemas.microsoft.com/office/drawing/2014/main" id="{2DD1C1C6-07DB-43AD-9F91-853726A9922A}"/>
              </a:ext>
            </a:extLst>
          </p:cNvPr>
          <p:cNvSpPr>
            <a:spLocks xmlns:a="http://schemas.openxmlformats.org/drawingml/2006/main" noGrp="1"/>
          </p:cNvSpPr>
          <p:nvPr/>
        </p:nvSpPr>
        <p:spPr>
          <a:xfrm xmlns:a="http://schemas.openxmlformats.org/drawingml/2006/main">
            <a:off x="9486900" y="21907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PostgreSQL</a:t>
            </a:r>
          </a:p>
        </p:txBody>
      </p:sp>
      <p:sp>
        <p:nvSpPr>
          <p:cNvPr id="25" name="">
            <a:extLst xmlns:a="http://schemas.openxmlformats.org/drawingml/2006/main">
              <a:ext uri="{FF2B5EF4-FFF2-40B4-BE49-F238E27FC236}">
                <a16:creationId xmlns:a16="http://schemas.microsoft.com/office/drawing/2014/main" id="{166D9FE9-0E0F-4DFE-A1C6-1D3843027820}"/>
              </a:ext>
            </a:extLst>
          </p:cNvPr>
          <p:cNvSpPr>
            <a:spLocks xmlns:a="http://schemas.openxmlformats.org/drawingml/2006/main" noGrp="1"/>
          </p:cNvSpPr>
          <p:nvPr/>
        </p:nvSpPr>
        <p:spPr>
          <a:xfrm xmlns:a="http://schemas.openxmlformats.org/drawingml/2006/main">
            <a:off x="9486900" y="248602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Ordered message history</a:t>
            </a:r>
          </a:p>
        </p:txBody>
      </p:sp>
      <p:sp>
        <p:nvSpPr>
          <p:cNvPr id="26" name="">
            <a:extLst xmlns:a="http://schemas.openxmlformats.org/drawingml/2006/main">
              <a:ext uri="{FF2B5EF4-FFF2-40B4-BE49-F238E27FC236}">
                <a16:creationId xmlns:a16="http://schemas.microsoft.com/office/drawing/2014/main" id="{58A6F540-27BA-48D7-A11B-B153EA8CFE7A}"/>
              </a:ext>
            </a:extLst>
          </p:cNvPr>
          <p:cNvSpPr>
            <a:spLocks xmlns:a="http://schemas.openxmlformats.org/drawingml/2006/main" noGrp="1"/>
          </p:cNvSpPr>
          <p:nvPr/>
        </p:nvSpPr>
        <p:spPr>
          <a:xfrm xmlns:a="http://schemas.openxmlformats.org/drawingml/2006/main">
            <a:off x="9277350" y="3505200"/>
            <a:ext cx="23050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823B59F3-4146-4822-8CE6-7BF079EE7C44}"/>
              </a:ext>
            </a:extLst>
          </p:cNvPr>
          <p:cNvSpPr>
            <a:spLocks xmlns:a="http://schemas.openxmlformats.org/drawingml/2006/main" noGrp="1"/>
          </p:cNvSpPr>
          <p:nvPr/>
        </p:nvSpPr>
        <p:spPr>
          <a:xfrm xmlns:a="http://schemas.openxmlformats.org/drawingml/2006/main">
            <a:off x="9277350" y="3505200"/>
            <a:ext cx="66675" cy="12001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28" name="">
            <a:extLst xmlns:a="http://schemas.openxmlformats.org/drawingml/2006/main">
              <a:ext uri="{FF2B5EF4-FFF2-40B4-BE49-F238E27FC236}">
                <a16:creationId xmlns:a16="http://schemas.microsoft.com/office/drawing/2014/main" id="{46AEF93A-9F31-48BE-BA77-AAE6740DE674}"/>
              </a:ext>
            </a:extLst>
          </p:cNvPr>
          <p:cNvSpPr>
            <a:spLocks xmlns:a="http://schemas.openxmlformats.org/drawingml/2006/main" noGrp="1"/>
          </p:cNvSpPr>
          <p:nvPr/>
        </p:nvSpPr>
        <p:spPr>
          <a:xfrm xmlns:a="http://schemas.openxmlformats.org/drawingml/2006/main">
            <a:off x="9486900" y="361950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Redis</a:t>
            </a:r>
          </a:p>
        </p:txBody>
      </p:sp>
      <p:sp>
        <p:nvSpPr>
          <p:cNvPr id="29" name="">
            <a:extLst xmlns:a="http://schemas.openxmlformats.org/drawingml/2006/main">
              <a:ext uri="{FF2B5EF4-FFF2-40B4-BE49-F238E27FC236}">
                <a16:creationId xmlns:a16="http://schemas.microsoft.com/office/drawing/2014/main" id="{45927C59-7B3B-4997-B8C6-88B6A8285239}"/>
              </a:ext>
            </a:extLst>
          </p:cNvPr>
          <p:cNvSpPr>
            <a:spLocks xmlns:a="http://schemas.openxmlformats.org/drawingml/2006/main" noGrp="1"/>
          </p:cNvSpPr>
          <p:nvPr/>
        </p:nvSpPr>
        <p:spPr>
          <a:xfrm xmlns:a="http://schemas.openxmlformats.org/drawingml/2006/main">
            <a:off x="9486900" y="3914775"/>
            <a:ext cx="1981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Presence and cross-process fan-out</a:t>
            </a:r>
          </a:p>
        </p:txBody>
      </p:sp>
      <p:sp>
        <p:nvSpPr>
          <p:cNvPr id="30" name="">
            <a:extLst xmlns:a="http://schemas.openxmlformats.org/drawingml/2006/main">
              <a:ext uri="{FF2B5EF4-FFF2-40B4-BE49-F238E27FC236}">
                <a16:creationId xmlns:a16="http://schemas.microsoft.com/office/drawing/2014/main" id="{D31C5D61-E8D1-411F-9FBF-11BC2CACB68B}"/>
              </a:ext>
            </a:extLst>
          </p:cNvPr>
          <p:cNvSpPr>
            <a:spLocks xmlns:a="http://schemas.openxmlformats.org/drawingml/2006/main" noGrp="1"/>
          </p:cNvSpPr>
          <p:nvPr/>
        </p:nvSpPr>
        <p:spPr>
          <a:xfrm xmlns:a="http://schemas.openxmlformats.org/drawingml/2006/main">
            <a:off x="609600" y="4895850"/>
            <a:ext cx="8001000" cy="895350"/>
          </a:xfrm>
          <a:prstGeom xmlns:a="http://schemas.openxmlformats.org/drawingml/2006/main" prst="roundRect">
            <a:avLst>
              <a:gd name="adj" fmla="val 12766"/>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E38B09CD-88E4-4062-9313-6A3F9264743C}"/>
              </a:ext>
            </a:extLst>
          </p:cNvPr>
          <p:cNvSpPr>
            <a:spLocks xmlns:a="http://schemas.openxmlformats.org/drawingml/2006/main" noGrp="1"/>
          </p:cNvSpPr>
          <p:nvPr/>
        </p:nvSpPr>
        <p:spPr>
          <a:xfrm xmlns:a="http://schemas.openxmlformats.org/drawingml/2006/main">
            <a:off x="819150" y="51054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l">
              <a:defRPr sz="1500" b="1">
                <a:solidFill>
                  <a:srgbClr val="9B651B"/>
                </a:solidFill>
                <a:latin typeface="Noto Sans"/>
                <a:ea typeface="Noto Sans"/>
                <a:cs typeface="Noto Sans"/>
              </a:defRPr>
            </a:defPPr>
            <a:lvl1pPr algn="l">
              <a:defRPr sz="1500" b="1">
                <a:solidFill>
                  <a:srgbClr val="9B651B"/>
                </a:solidFill>
                <a:latin typeface="Noto Sans"/>
                <a:ea typeface="Noto Sans"/>
                <a:cs typeface="Noto Sans"/>
              </a:defRPr>
            </a:lvl1pPr>
            <a:lvl2pPr algn="l">
              <a:defRPr sz="1500" b="1">
                <a:solidFill>
                  <a:srgbClr val="9B651B"/>
                </a:solidFill>
                <a:latin typeface="Noto Sans"/>
                <a:ea typeface="Noto Sans"/>
                <a:cs typeface="Noto Sans"/>
              </a:defRPr>
            </a:lvl2pPr>
            <a:lvl3pPr algn="l">
              <a:defRPr sz="1500" b="1">
                <a:solidFill>
                  <a:srgbClr val="9B651B"/>
                </a:solidFill>
                <a:latin typeface="Noto Sans"/>
                <a:ea typeface="Noto Sans"/>
                <a:cs typeface="Noto Sans"/>
              </a:defRPr>
            </a:lvl3pPr>
            <a:lvl4pPr algn="l">
              <a:defRPr sz="1500" b="1">
                <a:solidFill>
                  <a:srgbClr val="9B651B"/>
                </a:solidFill>
                <a:latin typeface="Noto Sans"/>
                <a:ea typeface="Noto Sans"/>
                <a:cs typeface="Noto Sans"/>
              </a:defRPr>
            </a:lvl4pPr>
            <a:lvl5pPr algn="l">
              <a:defRPr sz="1500" b="1">
                <a:solidFill>
                  <a:srgbClr val="9B651B"/>
                </a:solidFill>
                <a:latin typeface="Noto Sans"/>
                <a:ea typeface="Noto Sans"/>
                <a:cs typeface="Noto Sans"/>
              </a:defRPr>
            </a:lvl5pPr>
            <a:lvl6pPr algn="l">
              <a:defRPr sz="1500" b="1">
                <a:solidFill>
                  <a:srgbClr val="9B651B"/>
                </a:solidFill>
                <a:latin typeface="Noto Sans"/>
                <a:ea typeface="Noto Sans"/>
                <a:cs typeface="Noto Sans"/>
              </a:defRPr>
            </a:lvl6pPr>
            <a:lvl7pPr algn="l">
              <a:defRPr sz="1500" b="1">
                <a:solidFill>
                  <a:srgbClr val="9B651B"/>
                </a:solidFill>
                <a:latin typeface="Noto Sans"/>
                <a:ea typeface="Noto Sans"/>
                <a:cs typeface="Noto Sans"/>
              </a:defRPr>
            </a:lvl7pPr>
            <a:lvl8pPr algn="l">
              <a:defRPr sz="1500" b="1">
                <a:solidFill>
                  <a:srgbClr val="9B651B"/>
                </a:solidFill>
                <a:latin typeface="Noto Sans"/>
                <a:ea typeface="Noto Sans"/>
                <a:cs typeface="Noto Sans"/>
              </a:defRPr>
            </a:lvl8pPr>
            <a:lvl9pPr algn="l">
              <a:defRPr sz="1500" b="1">
                <a:solidFill>
                  <a:srgbClr val="9B651B"/>
                </a:solidFill>
                <a:latin typeface="Noto Sans"/>
                <a:ea typeface="Noto Sans"/>
                <a:cs typeface="Noto Sans"/>
              </a:defRPr>
            </a:lvl9pPr>
          </a:lstStyle>
          <a:p xmlns:a="http://schemas.openxmlformats.org/drawingml/2006/main">
            <a:pPr algn="l">
              <a:defRPr sz="1500" b="1">
                <a:solidFill>
                  <a:srgbClr val="9B651B"/>
                </a:solidFill>
                <a:latin typeface="Noto Sans"/>
                <a:ea typeface="Noto Sans"/>
                <a:cs typeface="Noto Sans"/>
              </a:defRPr>
            </a:pPr>
            <a:r>
              <a:rPr sz="1500" b="1">
                <a:solidFill>
                  <a:srgbClr val="9B651B"/>
                </a:solidFill>
                <a:latin typeface="Noto Sans"/>
                <a:ea typeface="Noto Sans"/>
                <a:cs typeface="Noto Sans"/>
              </a:rPr>
              <a:t>Access rule</a:t>
            </a:r>
          </a:p>
        </p:txBody>
      </p:sp>
      <p:sp>
        <p:nvSpPr>
          <p:cNvPr id="32" name="">
            <a:extLst xmlns:a="http://schemas.openxmlformats.org/drawingml/2006/main">
              <a:ext uri="{FF2B5EF4-FFF2-40B4-BE49-F238E27FC236}">
                <a16:creationId xmlns:a16="http://schemas.microsoft.com/office/drawing/2014/main" id="{0E07695B-A550-4804-833D-06B146ADDF42}"/>
              </a:ext>
            </a:extLst>
          </p:cNvPr>
          <p:cNvSpPr>
            <a:spLocks xmlns:a="http://schemas.openxmlformats.org/drawingml/2006/main" noGrp="1"/>
          </p:cNvSpPr>
          <p:nvPr/>
        </p:nvSpPr>
        <p:spPr>
          <a:xfrm xmlns:a="http://schemas.openxmlformats.org/drawingml/2006/main">
            <a:off x="2247900" y="5010150"/>
            <a:ext cx="613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A valid login alone is insufficient. The user must belong to the application conversation and the current stage must allow chat.</a:t>
            </a:r>
          </a:p>
        </p:txBody>
      </p:sp>
      <p:sp>
        <p:nvSpPr>
          <p:cNvPr id="33" name="">
            <a:extLst xmlns:a="http://schemas.openxmlformats.org/drawingml/2006/main">
              <a:ext uri="{FF2B5EF4-FFF2-40B4-BE49-F238E27FC236}">
                <a16:creationId xmlns:a16="http://schemas.microsoft.com/office/drawing/2014/main" id="{C7566A27-A21B-42CA-8EF6-A2517E4733AF}"/>
              </a:ext>
            </a:extLst>
          </p:cNvPr>
          <p:cNvSpPr>
            <a:spLocks xmlns:a="http://schemas.openxmlformats.org/drawingml/2006/main" noGrp="1"/>
          </p:cNvSpPr>
          <p:nvPr/>
        </p:nvSpPr>
        <p:spPr>
          <a:xfrm xmlns:a="http://schemas.openxmlformats.org/drawingml/2006/main">
            <a:off x="9277350" y="51054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a:solidFill>
                  <a:srgbClr val="194D38"/>
                </a:solidFill>
                <a:latin typeface="Noto Sans"/>
                <a:ea typeface="Noto Sans"/>
                <a:cs typeface="Noto Sans"/>
              </a:defRPr>
            </a:defPPr>
            <a:lvl1pPr algn="ctr">
              <a:defRPr sz="1500" b="1">
                <a:solidFill>
                  <a:srgbClr val="194D38"/>
                </a:solidFill>
                <a:latin typeface="Noto Sans"/>
                <a:ea typeface="Noto Sans"/>
                <a:cs typeface="Noto Sans"/>
              </a:defRPr>
            </a:lvl1pPr>
            <a:lvl2pPr algn="ctr">
              <a:defRPr sz="1500" b="1">
                <a:solidFill>
                  <a:srgbClr val="194D38"/>
                </a:solidFill>
                <a:latin typeface="Noto Sans"/>
                <a:ea typeface="Noto Sans"/>
                <a:cs typeface="Noto Sans"/>
              </a:defRPr>
            </a:lvl2pPr>
            <a:lvl3pPr algn="ctr">
              <a:defRPr sz="1500" b="1">
                <a:solidFill>
                  <a:srgbClr val="194D38"/>
                </a:solidFill>
                <a:latin typeface="Noto Sans"/>
                <a:ea typeface="Noto Sans"/>
                <a:cs typeface="Noto Sans"/>
              </a:defRPr>
            </a:lvl3pPr>
            <a:lvl4pPr algn="ctr">
              <a:defRPr sz="1500" b="1">
                <a:solidFill>
                  <a:srgbClr val="194D38"/>
                </a:solidFill>
                <a:latin typeface="Noto Sans"/>
                <a:ea typeface="Noto Sans"/>
                <a:cs typeface="Noto Sans"/>
              </a:defRPr>
            </a:lvl4pPr>
            <a:lvl5pPr algn="ctr">
              <a:defRPr sz="1500" b="1">
                <a:solidFill>
                  <a:srgbClr val="194D38"/>
                </a:solidFill>
                <a:latin typeface="Noto Sans"/>
                <a:ea typeface="Noto Sans"/>
                <a:cs typeface="Noto Sans"/>
              </a:defRPr>
            </a:lvl5pPr>
            <a:lvl6pPr algn="ctr">
              <a:defRPr sz="1500" b="1">
                <a:solidFill>
                  <a:srgbClr val="194D38"/>
                </a:solidFill>
                <a:latin typeface="Noto Sans"/>
                <a:ea typeface="Noto Sans"/>
                <a:cs typeface="Noto Sans"/>
              </a:defRPr>
            </a:lvl6pPr>
            <a:lvl7pPr algn="ctr">
              <a:defRPr sz="1500" b="1">
                <a:solidFill>
                  <a:srgbClr val="194D38"/>
                </a:solidFill>
                <a:latin typeface="Noto Sans"/>
                <a:ea typeface="Noto Sans"/>
                <a:cs typeface="Noto Sans"/>
              </a:defRPr>
            </a:lvl7pPr>
            <a:lvl8pPr algn="ctr">
              <a:defRPr sz="1500" b="1">
                <a:solidFill>
                  <a:srgbClr val="194D38"/>
                </a:solidFill>
                <a:latin typeface="Noto Sans"/>
                <a:ea typeface="Noto Sans"/>
                <a:cs typeface="Noto Sans"/>
              </a:defRPr>
            </a:lvl8pPr>
            <a:lvl9pPr algn="ctr">
              <a:defRPr sz="1500" b="1">
                <a:solidFill>
                  <a:srgbClr val="194D38"/>
                </a:solidFill>
                <a:latin typeface="Noto Sans"/>
                <a:ea typeface="Noto Sans"/>
                <a:cs typeface="Noto Sans"/>
              </a:defRPr>
            </a:lvl9pPr>
          </a:lstStyle>
          <a:p xmlns:a="http://schemas.openxmlformats.org/drawingml/2006/main">
            <a:pPr algn="ctr">
              <a:defRPr sz="1500" b="1">
                <a:solidFill>
                  <a:srgbClr val="194D38"/>
                </a:solidFill>
                <a:latin typeface="Noto Sans"/>
                <a:ea typeface="Noto Sans"/>
                <a:cs typeface="Noto Sans"/>
              </a:defRPr>
            </a:pPr>
            <a:r>
              <a:rPr sz="1500" b="1">
                <a:solidFill>
                  <a:srgbClr val="194D38"/>
                </a:solidFill>
                <a:latin typeface="Noto Sans"/>
                <a:ea typeface="Noto Sans"/>
                <a:cs typeface="Noto Sans"/>
              </a:rPr>
              <a:t>Notifications</a:t>
            </a:r>
          </a:p>
        </p:txBody>
      </p:sp>
      <p:sp>
        <p:nvSpPr>
          <p:cNvPr id="34" name="">
            <a:extLst xmlns:a="http://schemas.openxmlformats.org/drawingml/2006/main">
              <a:ext uri="{FF2B5EF4-FFF2-40B4-BE49-F238E27FC236}">
                <a16:creationId xmlns:a16="http://schemas.microsoft.com/office/drawing/2014/main" id="{0E615229-B3DD-45DE-96DD-D3446EA06062}"/>
              </a:ext>
            </a:extLst>
          </p:cNvPr>
          <p:cNvSpPr>
            <a:spLocks xmlns:a="http://schemas.openxmlformats.org/drawingml/2006/main" noGrp="1"/>
          </p:cNvSpPr>
          <p:nvPr/>
        </p:nvSpPr>
        <p:spPr>
          <a:xfrm xmlns:a="http://schemas.openxmlformats.org/drawingml/2006/main">
            <a:off x="9277350" y="53911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163"/>
          </a:bodyPr>
          <a:lstStyle xmlns:a="http://schemas.openxmlformats.org/drawingml/2006/main">
            <a:defPPr algn="ctr">
              <a:defRPr sz="1125" b="0">
                <a:solidFill>
                  <a:srgbClr val="617369"/>
                </a:solidFill>
                <a:latin typeface="Noto Sans"/>
                <a:ea typeface="Noto Sans"/>
                <a:cs typeface="Noto Sans"/>
              </a:defRPr>
            </a:defPPr>
            <a:lvl1pPr algn="ctr">
              <a:defRPr sz="1125" b="0">
                <a:solidFill>
                  <a:srgbClr val="617369"/>
                </a:solidFill>
                <a:latin typeface="Noto Sans"/>
                <a:ea typeface="Noto Sans"/>
                <a:cs typeface="Noto Sans"/>
              </a:defRPr>
            </a:lvl1pPr>
            <a:lvl2pPr algn="ctr">
              <a:defRPr sz="1125" b="0">
                <a:solidFill>
                  <a:srgbClr val="617369"/>
                </a:solidFill>
                <a:latin typeface="Noto Sans"/>
                <a:ea typeface="Noto Sans"/>
                <a:cs typeface="Noto Sans"/>
              </a:defRPr>
            </a:lvl2pPr>
            <a:lvl3pPr algn="ctr">
              <a:defRPr sz="1125" b="0">
                <a:solidFill>
                  <a:srgbClr val="617369"/>
                </a:solidFill>
                <a:latin typeface="Noto Sans"/>
                <a:ea typeface="Noto Sans"/>
                <a:cs typeface="Noto Sans"/>
              </a:defRPr>
            </a:lvl3pPr>
            <a:lvl4pPr algn="ctr">
              <a:defRPr sz="1125" b="0">
                <a:solidFill>
                  <a:srgbClr val="617369"/>
                </a:solidFill>
                <a:latin typeface="Noto Sans"/>
                <a:ea typeface="Noto Sans"/>
                <a:cs typeface="Noto Sans"/>
              </a:defRPr>
            </a:lvl4pPr>
            <a:lvl5pPr algn="ctr">
              <a:defRPr sz="1125" b="0">
                <a:solidFill>
                  <a:srgbClr val="617369"/>
                </a:solidFill>
                <a:latin typeface="Noto Sans"/>
                <a:ea typeface="Noto Sans"/>
                <a:cs typeface="Noto Sans"/>
              </a:defRPr>
            </a:lvl5pPr>
            <a:lvl6pPr algn="ctr">
              <a:defRPr sz="1125" b="0">
                <a:solidFill>
                  <a:srgbClr val="617369"/>
                </a:solidFill>
                <a:latin typeface="Noto Sans"/>
                <a:ea typeface="Noto Sans"/>
                <a:cs typeface="Noto Sans"/>
              </a:defRPr>
            </a:lvl6pPr>
            <a:lvl7pPr algn="ctr">
              <a:defRPr sz="1125" b="0">
                <a:solidFill>
                  <a:srgbClr val="617369"/>
                </a:solidFill>
                <a:latin typeface="Noto Sans"/>
                <a:ea typeface="Noto Sans"/>
                <a:cs typeface="Noto Sans"/>
              </a:defRPr>
            </a:lvl7pPr>
            <a:lvl8pPr algn="ctr">
              <a:defRPr sz="1125" b="0">
                <a:solidFill>
                  <a:srgbClr val="617369"/>
                </a:solidFill>
                <a:latin typeface="Noto Sans"/>
                <a:ea typeface="Noto Sans"/>
                <a:cs typeface="Noto Sans"/>
              </a:defRPr>
            </a:lvl8pPr>
            <a:lvl9pPr algn="ctr">
              <a:defRPr sz="1125" b="0">
                <a:solidFill>
                  <a:srgbClr val="617369"/>
                </a:solidFill>
                <a:latin typeface="Noto Sans"/>
                <a:ea typeface="Noto Sans"/>
                <a:cs typeface="Noto Sans"/>
              </a:defRPr>
            </a:lvl9pPr>
          </a:lstStyle>
          <a:p xmlns:a="http://schemas.openxmlformats.org/drawingml/2006/main">
            <a:pPr algn="ctr">
              <a:defRPr sz="1125" b="0">
                <a:solidFill>
                  <a:srgbClr val="617369"/>
                </a:solidFill>
                <a:latin typeface="Noto Sans"/>
                <a:ea typeface="Noto Sans"/>
                <a:cs typeface="Noto Sans"/>
              </a:defRPr>
            </a:pPr>
            <a:r>
              <a:rPr sz="1125" b="0">
                <a:solidFill>
                  <a:srgbClr val="617369"/>
                </a:solidFill>
                <a:latin typeface="Noto Sans"/>
                <a:ea typeface="Noto Sans"/>
                <a:cs typeface="Noto Sans"/>
              </a:rPr>
              <a:t>Workflow events create in-app alerts and durable email work.</a:t>
            </a:r>
          </a:p>
        </p:txBody>
      </p:sp>
      <p:sp>
        <p:nvSpPr>
          <p:cNvPr id="35" name="">
            <a:extLst xmlns:a="http://schemas.openxmlformats.org/drawingml/2006/main">
              <a:ext uri="{FF2B5EF4-FFF2-40B4-BE49-F238E27FC236}">
                <a16:creationId xmlns:a16="http://schemas.microsoft.com/office/drawing/2014/main" id="{5CAC59DE-97AB-4DBB-98D2-DBC4543E0216}"/>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755751220"/>
      </p:ext>
    </p:extLst>
  </p:cSld>
</p:sld>
</file>

<file path=ppt/slides/slide1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C6C91E18-60FB-4A52-92BE-8C3CCC808856}"/>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PRIVACY</a:t>
            </a:r>
          </a:p>
        </p:txBody>
      </p:sp>
      <p:sp>
        <p:nvSpPr>
          <p:cNvPr id="2" name="">
            <a:extLst xmlns:a="http://schemas.openxmlformats.org/drawingml/2006/main">
              <a:ext uri="{FF2B5EF4-FFF2-40B4-BE49-F238E27FC236}">
                <a16:creationId xmlns:a16="http://schemas.microsoft.com/office/drawing/2014/main" id="{479B0699-D5EC-4F06-ADBA-A111DBF5B9BC}"/>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Private files and account data</a:t>
            </a:r>
          </a:p>
        </p:txBody>
      </p:sp>
      <p:sp>
        <p:nvSpPr>
          <p:cNvPr id="3" name="">
            <a:extLst xmlns:a="http://schemas.openxmlformats.org/drawingml/2006/main">
              <a:ext uri="{FF2B5EF4-FFF2-40B4-BE49-F238E27FC236}">
                <a16:creationId xmlns:a16="http://schemas.microsoft.com/office/drawing/2014/main" id="{A19D2E8B-8FD2-4722-A7F5-F0C4C72E1951}"/>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16</a:t>
            </a:r>
          </a:p>
        </p:txBody>
      </p:sp>
      <p:sp>
        <p:nvSpPr>
          <p:cNvPr id="4" name="">
            <a:extLst xmlns:a="http://schemas.openxmlformats.org/drawingml/2006/main">
              <a:ext uri="{FF2B5EF4-FFF2-40B4-BE49-F238E27FC236}">
                <a16:creationId xmlns:a16="http://schemas.microsoft.com/office/drawing/2014/main" id="{65DAF8CB-E100-47BC-8C64-16165AE4AF7C}"/>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96CEFB10-3285-4CF2-B005-E916F47F0A67}"/>
              </a:ext>
            </a:extLst>
          </p:cNvPr>
          <p:cNvSpPr>
            <a:spLocks xmlns:a="http://schemas.openxmlformats.org/drawingml/2006/main" noGrp="1"/>
          </p:cNvSpPr>
          <p:nvPr/>
        </p:nvSpPr>
        <p:spPr>
          <a:xfrm xmlns:a="http://schemas.openxmlformats.org/drawingml/2006/main">
            <a:off x="609600" y="1371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CVs and identity data require stricter controls than public offer content.</a:t>
            </a:r>
          </a:p>
        </p:txBody>
      </p:sp>
      <p:sp>
        <p:nvSpPr>
          <p:cNvPr id="6" name="">
            <a:extLst xmlns:a="http://schemas.openxmlformats.org/drawingml/2006/main">
              <a:ext uri="{FF2B5EF4-FFF2-40B4-BE49-F238E27FC236}">
                <a16:creationId xmlns:a16="http://schemas.microsoft.com/office/drawing/2014/main" id="{B13D9D15-5D5C-4949-BB83-2B9B57DB17CE}"/>
              </a:ext>
            </a:extLst>
          </p:cNvPr>
          <p:cNvSpPr>
            <a:spLocks xmlns:a="http://schemas.openxmlformats.org/drawingml/2006/main" noGrp="1"/>
          </p:cNvSpPr>
          <p:nvPr/>
        </p:nvSpPr>
        <p:spPr>
          <a:xfrm xmlns:a="http://schemas.openxmlformats.org/drawingml/2006/main">
            <a:off x="609600"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D7A8A0C-33F7-4021-BD57-3DAA529F5E53}"/>
              </a:ext>
            </a:extLst>
          </p:cNvPr>
          <p:cNvSpPr>
            <a:spLocks xmlns:a="http://schemas.openxmlformats.org/drawingml/2006/main" noGrp="1"/>
          </p:cNvSpPr>
          <p:nvPr/>
        </p:nvSpPr>
        <p:spPr>
          <a:xfrm xmlns:a="http://schemas.openxmlformats.org/drawingml/2006/main">
            <a:off x="609600" y="2000250"/>
            <a:ext cx="66675" cy="12001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BA0D15EE-710B-4378-8764-3CA097017DC3}"/>
              </a:ext>
            </a:extLst>
          </p:cNvPr>
          <p:cNvSpPr>
            <a:spLocks xmlns:a="http://schemas.openxmlformats.org/drawingml/2006/main" noGrp="1"/>
          </p:cNvSpPr>
          <p:nvPr/>
        </p:nvSpPr>
        <p:spPr>
          <a:xfrm xmlns:a="http://schemas.openxmlformats.org/drawingml/2006/main">
            <a:off x="81915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Upload validation</a:t>
            </a:r>
          </a:p>
        </p:txBody>
      </p:sp>
      <p:sp>
        <p:nvSpPr>
          <p:cNvPr id="9" name="">
            <a:extLst xmlns:a="http://schemas.openxmlformats.org/drawingml/2006/main">
              <a:ext uri="{FF2B5EF4-FFF2-40B4-BE49-F238E27FC236}">
                <a16:creationId xmlns:a16="http://schemas.microsoft.com/office/drawing/2014/main" id="{ABF0F9BB-32CC-44D8-A5B6-92CC05A415D8}"/>
              </a:ext>
            </a:extLst>
          </p:cNvPr>
          <p:cNvSpPr>
            <a:spLocks xmlns:a="http://schemas.openxmlformats.org/drawingml/2006/main" noGrp="1"/>
          </p:cNvSpPr>
          <p:nvPr/>
        </p:nvSpPr>
        <p:spPr>
          <a:xfrm xmlns:a="http://schemas.openxmlformats.org/drawingml/2006/main">
            <a:off x="81915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File type, size, authentication and ownership checks</a:t>
            </a:r>
          </a:p>
        </p:txBody>
      </p:sp>
      <p:sp>
        <p:nvSpPr>
          <p:cNvPr id="10" name="">
            <a:extLst xmlns:a="http://schemas.openxmlformats.org/drawingml/2006/main">
              <a:ext uri="{FF2B5EF4-FFF2-40B4-BE49-F238E27FC236}">
                <a16:creationId xmlns:a16="http://schemas.microsoft.com/office/drawing/2014/main" id="{DE8DF11E-E5A9-4045-A1A2-8CFA5BB04266}"/>
              </a:ext>
            </a:extLst>
          </p:cNvPr>
          <p:cNvSpPr>
            <a:spLocks xmlns:a="http://schemas.openxmlformats.org/drawingml/2006/main" noGrp="1"/>
          </p:cNvSpPr>
          <p:nvPr/>
        </p:nvSpPr>
        <p:spPr>
          <a:xfrm xmlns:a="http://schemas.openxmlformats.org/drawingml/2006/main">
            <a:off x="4429125"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0469558D-4042-4D64-8C35-0E5C07616668}"/>
              </a:ext>
            </a:extLst>
          </p:cNvPr>
          <p:cNvSpPr>
            <a:spLocks xmlns:a="http://schemas.openxmlformats.org/drawingml/2006/main" noGrp="1"/>
          </p:cNvSpPr>
          <p:nvPr/>
        </p:nvSpPr>
        <p:spPr>
          <a:xfrm xmlns:a="http://schemas.openxmlformats.org/drawingml/2006/main">
            <a:off x="4429125" y="2000250"/>
            <a:ext cx="66675" cy="1200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2" name="">
            <a:extLst xmlns:a="http://schemas.openxmlformats.org/drawingml/2006/main">
              <a:ext uri="{FF2B5EF4-FFF2-40B4-BE49-F238E27FC236}">
                <a16:creationId xmlns:a16="http://schemas.microsoft.com/office/drawing/2014/main" id="{FA4B3FC5-658B-418B-AF16-CA61E443A8D8}"/>
              </a:ext>
            </a:extLst>
          </p:cNvPr>
          <p:cNvSpPr>
            <a:spLocks xmlns:a="http://schemas.openxmlformats.org/drawingml/2006/main" noGrp="1"/>
          </p:cNvSpPr>
          <p:nvPr/>
        </p:nvSpPr>
        <p:spPr>
          <a:xfrm xmlns:a="http://schemas.openxmlformats.org/drawingml/2006/main">
            <a:off x="4638675"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Private storage</a:t>
            </a:r>
          </a:p>
        </p:txBody>
      </p:sp>
      <p:sp>
        <p:nvSpPr>
          <p:cNvPr id="13" name="">
            <a:extLst xmlns:a="http://schemas.openxmlformats.org/drawingml/2006/main">
              <a:ext uri="{FF2B5EF4-FFF2-40B4-BE49-F238E27FC236}">
                <a16:creationId xmlns:a16="http://schemas.microsoft.com/office/drawing/2014/main" id="{525A7C80-B8B7-47AD-B11D-E9EDACAEFA24}"/>
              </a:ext>
            </a:extLst>
          </p:cNvPr>
          <p:cNvSpPr>
            <a:spLocks xmlns:a="http://schemas.openxmlformats.org/drawingml/2006/main" noGrp="1"/>
          </p:cNvSpPr>
          <p:nvPr/>
        </p:nvSpPr>
        <p:spPr>
          <a:xfrm xmlns:a="http://schemas.openxmlformats.org/drawingml/2006/main">
            <a:off x="4638675"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Backend service credentials access Supabase buckets</a:t>
            </a:r>
          </a:p>
        </p:txBody>
      </p:sp>
      <p:sp>
        <p:nvSpPr>
          <p:cNvPr id="14" name="">
            <a:extLst xmlns:a="http://schemas.openxmlformats.org/drawingml/2006/main">
              <a:ext uri="{FF2B5EF4-FFF2-40B4-BE49-F238E27FC236}">
                <a16:creationId xmlns:a16="http://schemas.microsoft.com/office/drawing/2014/main" id="{90FF36DA-7A82-43CE-8469-78FE2237FF85}"/>
              </a:ext>
            </a:extLst>
          </p:cNvPr>
          <p:cNvSpPr>
            <a:spLocks xmlns:a="http://schemas.openxmlformats.org/drawingml/2006/main" noGrp="1"/>
          </p:cNvSpPr>
          <p:nvPr/>
        </p:nvSpPr>
        <p:spPr>
          <a:xfrm xmlns:a="http://schemas.openxmlformats.org/drawingml/2006/main">
            <a:off x="8248650" y="2000250"/>
            <a:ext cx="33337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2288F920-F0E8-4410-9FD0-7A468849BD5C}"/>
              </a:ext>
            </a:extLst>
          </p:cNvPr>
          <p:cNvSpPr>
            <a:spLocks xmlns:a="http://schemas.openxmlformats.org/drawingml/2006/main" noGrp="1"/>
          </p:cNvSpPr>
          <p:nvPr/>
        </p:nvSpPr>
        <p:spPr>
          <a:xfrm xmlns:a="http://schemas.openxmlformats.org/drawingml/2006/main">
            <a:off x="8248650" y="2000250"/>
            <a:ext cx="66675" cy="12001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6" name="">
            <a:extLst xmlns:a="http://schemas.openxmlformats.org/drawingml/2006/main">
              <a:ext uri="{FF2B5EF4-FFF2-40B4-BE49-F238E27FC236}">
                <a16:creationId xmlns:a16="http://schemas.microsoft.com/office/drawing/2014/main" id="{BC209926-3377-4BEB-A94F-098B11BA1644}"/>
              </a:ext>
            </a:extLst>
          </p:cNvPr>
          <p:cNvSpPr>
            <a:spLocks xmlns:a="http://schemas.openxmlformats.org/drawingml/2006/main" noGrp="1"/>
          </p:cNvSpPr>
          <p:nvPr/>
        </p:nvSpPr>
        <p:spPr>
          <a:xfrm xmlns:a="http://schemas.openxmlformats.org/drawingml/2006/main">
            <a:off x="8458200" y="2114550"/>
            <a:ext cx="300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Controlled download</a:t>
            </a:r>
          </a:p>
        </p:txBody>
      </p:sp>
      <p:sp>
        <p:nvSpPr>
          <p:cNvPr id="17" name="">
            <a:extLst xmlns:a="http://schemas.openxmlformats.org/drawingml/2006/main">
              <a:ext uri="{FF2B5EF4-FFF2-40B4-BE49-F238E27FC236}">
                <a16:creationId xmlns:a16="http://schemas.microsoft.com/office/drawing/2014/main" id="{1AE0151E-093C-4AA9-9A23-D1E84ECE72C0}"/>
              </a:ext>
            </a:extLst>
          </p:cNvPr>
          <p:cNvSpPr>
            <a:spLocks xmlns:a="http://schemas.openxmlformats.org/drawingml/2006/main" noGrp="1"/>
          </p:cNvSpPr>
          <p:nvPr/>
        </p:nvSpPr>
        <p:spPr>
          <a:xfrm xmlns:a="http://schemas.openxmlformats.org/drawingml/2006/main">
            <a:off x="8458200" y="2409825"/>
            <a:ext cx="300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The API authorizes access before returning an asset</a:t>
            </a:r>
          </a:p>
        </p:txBody>
      </p:sp>
      <p:sp>
        <p:nvSpPr>
          <p:cNvPr id="18" name="">
            <a:extLst xmlns:a="http://schemas.openxmlformats.org/drawingml/2006/main">
              <a:ext uri="{FF2B5EF4-FFF2-40B4-BE49-F238E27FC236}">
                <a16:creationId xmlns:a16="http://schemas.microsoft.com/office/drawing/2014/main" id="{14A5CE3E-F572-45C8-9EEE-B118397F9529}"/>
              </a:ext>
            </a:extLst>
          </p:cNvPr>
          <p:cNvSpPr>
            <a:spLocks xmlns:a="http://schemas.openxmlformats.org/drawingml/2006/main" noGrp="1"/>
          </p:cNvSpPr>
          <p:nvPr/>
        </p:nvSpPr>
        <p:spPr>
          <a:xfrm xmlns:a="http://schemas.openxmlformats.org/drawingml/2006/main">
            <a:off x="609600" y="37528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9B651B"/>
                </a:solidFill>
                <a:latin typeface="Noto Sans"/>
                <a:ea typeface="Noto Sans"/>
                <a:cs typeface="Noto Sans"/>
              </a:defRPr>
            </a:defPPr>
            <a:lvl1pPr algn="l">
              <a:defRPr sz="1875" b="1">
                <a:solidFill>
                  <a:srgbClr val="9B651B"/>
                </a:solidFill>
                <a:latin typeface="Noto Sans"/>
                <a:ea typeface="Noto Sans"/>
                <a:cs typeface="Noto Sans"/>
              </a:defRPr>
            </a:lvl1pPr>
            <a:lvl2pPr algn="l">
              <a:defRPr sz="1875" b="1">
                <a:solidFill>
                  <a:srgbClr val="9B651B"/>
                </a:solidFill>
                <a:latin typeface="Noto Sans"/>
                <a:ea typeface="Noto Sans"/>
                <a:cs typeface="Noto Sans"/>
              </a:defRPr>
            </a:lvl2pPr>
            <a:lvl3pPr algn="l">
              <a:defRPr sz="1875" b="1">
                <a:solidFill>
                  <a:srgbClr val="9B651B"/>
                </a:solidFill>
                <a:latin typeface="Noto Sans"/>
                <a:ea typeface="Noto Sans"/>
                <a:cs typeface="Noto Sans"/>
              </a:defRPr>
            </a:lvl3pPr>
            <a:lvl4pPr algn="l">
              <a:defRPr sz="1875" b="1">
                <a:solidFill>
                  <a:srgbClr val="9B651B"/>
                </a:solidFill>
                <a:latin typeface="Noto Sans"/>
                <a:ea typeface="Noto Sans"/>
                <a:cs typeface="Noto Sans"/>
              </a:defRPr>
            </a:lvl4pPr>
            <a:lvl5pPr algn="l">
              <a:defRPr sz="1875" b="1">
                <a:solidFill>
                  <a:srgbClr val="9B651B"/>
                </a:solidFill>
                <a:latin typeface="Noto Sans"/>
                <a:ea typeface="Noto Sans"/>
                <a:cs typeface="Noto Sans"/>
              </a:defRPr>
            </a:lvl5pPr>
            <a:lvl6pPr algn="l">
              <a:defRPr sz="1875" b="1">
                <a:solidFill>
                  <a:srgbClr val="9B651B"/>
                </a:solidFill>
                <a:latin typeface="Noto Sans"/>
                <a:ea typeface="Noto Sans"/>
                <a:cs typeface="Noto Sans"/>
              </a:defRPr>
            </a:lvl6pPr>
            <a:lvl7pPr algn="l">
              <a:defRPr sz="1875" b="1">
                <a:solidFill>
                  <a:srgbClr val="9B651B"/>
                </a:solidFill>
                <a:latin typeface="Noto Sans"/>
                <a:ea typeface="Noto Sans"/>
                <a:cs typeface="Noto Sans"/>
              </a:defRPr>
            </a:lvl7pPr>
            <a:lvl8pPr algn="l">
              <a:defRPr sz="1875" b="1">
                <a:solidFill>
                  <a:srgbClr val="9B651B"/>
                </a:solidFill>
                <a:latin typeface="Noto Sans"/>
                <a:ea typeface="Noto Sans"/>
                <a:cs typeface="Noto Sans"/>
              </a:defRPr>
            </a:lvl8pPr>
            <a:lvl9pPr algn="l">
              <a:defRPr sz="1875" b="1">
                <a:solidFill>
                  <a:srgbClr val="9B651B"/>
                </a:solidFill>
                <a:latin typeface="Noto Sans"/>
                <a:ea typeface="Noto Sans"/>
                <a:cs typeface="Noto Sans"/>
              </a:defRPr>
            </a:lvl9pPr>
          </a:lstStyle>
          <a:p xmlns:a="http://schemas.openxmlformats.org/drawingml/2006/main">
            <a:pPr algn="l">
              <a:defRPr sz="1875" b="1">
                <a:solidFill>
                  <a:srgbClr val="9B651B"/>
                </a:solidFill>
                <a:latin typeface="Noto Sans"/>
                <a:ea typeface="Noto Sans"/>
                <a:cs typeface="Noto Sans"/>
              </a:defRPr>
            </a:pPr>
            <a:r>
              <a:rPr sz="1875" b="1">
                <a:solidFill>
                  <a:srgbClr val="9B651B"/>
                </a:solidFill>
                <a:latin typeface="Noto Sans"/>
                <a:ea typeface="Noto Sans"/>
                <a:cs typeface="Noto Sans"/>
              </a:rPr>
              <a:t>Account lifecycle</a:t>
            </a:r>
          </a:p>
        </p:txBody>
      </p:sp>
      <p:sp>
        <p:nvSpPr>
          <p:cNvPr id="19" name="">
            <a:extLst xmlns:a="http://schemas.openxmlformats.org/drawingml/2006/main">
              <a:ext uri="{FF2B5EF4-FFF2-40B4-BE49-F238E27FC236}">
                <a16:creationId xmlns:a16="http://schemas.microsoft.com/office/drawing/2014/main" id="{436BCB10-5E23-4634-A7F4-450FC4DCBD06}"/>
              </a:ext>
            </a:extLst>
          </p:cNvPr>
          <p:cNvSpPr>
            <a:spLocks xmlns:a="http://schemas.openxmlformats.org/drawingml/2006/main" noGrp="1"/>
          </p:cNvSpPr>
          <p:nvPr/>
        </p:nvSpPr>
        <p:spPr>
          <a:xfrm xmlns:a="http://schemas.openxmlformats.org/drawingml/2006/main">
            <a:off x="60960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144D797E-E51C-4949-B64F-ABB9D6F606E8}"/>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ellipse">
            <a:avLst/>
          </a:prstGeom>
          <a:solidFill xmlns:a="http://schemas.openxmlformats.org/drawingml/2006/main">
            <a:srgbClr val="356456"/>
          </a:solidFill>
          <a:ln xmlns:a="http://schemas.openxmlformats.org/drawingml/2006/main" w="11430">
            <a:solidFill>
              <a:srgbClr val="356456"/>
            </a:solidFill>
            <a:prstDash val="solid"/>
          </a:ln>
        </p:spPr>
      </p:sp>
      <p:sp>
        <p:nvSpPr>
          <p:cNvPr id="21" name="">
            <a:extLst xmlns:a="http://schemas.openxmlformats.org/drawingml/2006/main">
              <a:ext uri="{FF2B5EF4-FFF2-40B4-BE49-F238E27FC236}">
                <a16:creationId xmlns:a16="http://schemas.microsoft.com/office/drawing/2014/main" id="{EDF3FD89-79A6-4791-AC8B-6EF34A82F847}"/>
              </a:ext>
            </a:extLst>
          </p:cNvPr>
          <p:cNvSpPr>
            <a:spLocks xmlns:a="http://schemas.openxmlformats.org/drawingml/2006/main" noGrp="1"/>
          </p:cNvSpPr>
          <p:nvPr/>
        </p:nvSpPr>
        <p:spPr>
          <a:xfrm xmlns:a="http://schemas.openxmlformats.org/drawingml/2006/main">
            <a:off x="7620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1</a:t>
            </a:r>
          </a:p>
        </p:txBody>
      </p:sp>
      <p:sp>
        <p:nvSpPr>
          <p:cNvPr id="22" name="">
            <a:extLst xmlns:a="http://schemas.openxmlformats.org/drawingml/2006/main">
              <a:ext uri="{FF2B5EF4-FFF2-40B4-BE49-F238E27FC236}">
                <a16:creationId xmlns:a16="http://schemas.microsoft.com/office/drawing/2014/main" id="{004A4EBE-8945-4317-9492-381D651BA6A0}"/>
              </a:ext>
            </a:extLst>
          </p:cNvPr>
          <p:cNvSpPr>
            <a:spLocks xmlns:a="http://schemas.openxmlformats.org/drawingml/2006/main" noGrp="1"/>
          </p:cNvSpPr>
          <p:nvPr/>
        </p:nvSpPr>
        <p:spPr>
          <a:xfrm xmlns:a="http://schemas.openxmlformats.org/drawingml/2006/main">
            <a:off x="13335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Export</a:t>
            </a:r>
          </a:p>
        </p:txBody>
      </p:sp>
      <p:sp>
        <p:nvSpPr>
          <p:cNvPr id="23" name="">
            <a:extLst xmlns:a="http://schemas.openxmlformats.org/drawingml/2006/main">
              <a:ext uri="{FF2B5EF4-FFF2-40B4-BE49-F238E27FC236}">
                <a16:creationId xmlns:a16="http://schemas.microsoft.com/office/drawing/2014/main" id="{1E09F4C1-A0FE-4682-B6D5-18C5EB465793}"/>
              </a:ext>
            </a:extLst>
          </p:cNvPr>
          <p:cNvSpPr>
            <a:spLocks xmlns:a="http://schemas.openxmlformats.org/drawingml/2006/main" noGrp="1"/>
          </p:cNvSpPr>
          <p:nvPr/>
        </p:nvSpPr>
        <p:spPr>
          <a:xfrm xmlns:a="http://schemas.openxmlformats.org/drawingml/2006/main">
            <a:off x="13335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JSON, CSV, and XML account data</a:t>
            </a:r>
          </a:p>
        </p:txBody>
      </p:sp>
      <p:sp>
        <p:nvSpPr>
          <p:cNvPr id="24" name="">
            <a:extLst xmlns:a="http://schemas.openxmlformats.org/drawingml/2006/main">
              <a:ext uri="{FF2B5EF4-FFF2-40B4-BE49-F238E27FC236}">
                <a16:creationId xmlns:a16="http://schemas.microsoft.com/office/drawing/2014/main" id="{93F66163-7B68-43E1-8532-41871CBADC45}"/>
              </a:ext>
            </a:extLst>
          </p:cNvPr>
          <p:cNvSpPr>
            <a:spLocks xmlns:a="http://schemas.openxmlformats.org/drawingml/2006/main" noGrp="1"/>
          </p:cNvSpPr>
          <p:nvPr/>
        </p:nvSpPr>
        <p:spPr>
          <a:xfrm xmlns:a="http://schemas.openxmlformats.org/drawingml/2006/main">
            <a:off x="443865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97F589D7-4B1B-4EC3-97F1-E78B0EE54A7C}"/>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ellipse">
            <a:avLst/>
          </a:prstGeom>
          <a:solidFill xmlns:a="http://schemas.openxmlformats.org/drawingml/2006/main">
            <a:srgbClr val="B34538"/>
          </a:solidFill>
          <a:ln xmlns:a="http://schemas.openxmlformats.org/drawingml/2006/main" w="11430">
            <a:solidFill>
              <a:srgbClr val="B34538"/>
            </a:solidFill>
            <a:prstDash val="solid"/>
          </a:ln>
        </p:spPr>
      </p:sp>
      <p:sp>
        <p:nvSpPr>
          <p:cNvPr id="26" name="">
            <a:extLst xmlns:a="http://schemas.openxmlformats.org/drawingml/2006/main">
              <a:ext uri="{FF2B5EF4-FFF2-40B4-BE49-F238E27FC236}">
                <a16:creationId xmlns:a16="http://schemas.microsoft.com/office/drawing/2014/main" id="{282885A1-A06B-415E-BAEF-D2A0657C0972}"/>
              </a:ext>
            </a:extLst>
          </p:cNvPr>
          <p:cNvSpPr>
            <a:spLocks xmlns:a="http://schemas.openxmlformats.org/drawingml/2006/main" noGrp="1"/>
          </p:cNvSpPr>
          <p:nvPr/>
        </p:nvSpPr>
        <p:spPr>
          <a:xfrm xmlns:a="http://schemas.openxmlformats.org/drawingml/2006/main">
            <a:off x="459105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2</a:t>
            </a:r>
          </a:p>
        </p:txBody>
      </p:sp>
      <p:sp>
        <p:nvSpPr>
          <p:cNvPr id="27" name="">
            <a:extLst xmlns:a="http://schemas.openxmlformats.org/drawingml/2006/main">
              <a:ext uri="{FF2B5EF4-FFF2-40B4-BE49-F238E27FC236}">
                <a16:creationId xmlns:a16="http://schemas.microsoft.com/office/drawing/2014/main" id="{3B79FC95-B696-488B-8285-CA3BCDC359A0}"/>
              </a:ext>
            </a:extLst>
          </p:cNvPr>
          <p:cNvSpPr>
            <a:spLocks xmlns:a="http://schemas.openxmlformats.org/drawingml/2006/main" noGrp="1"/>
          </p:cNvSpPr>
          <p:nvPr/>
        </p:nvSpPr>
        <p:spPr>
          <a:xfrm xmlns:a="http://schemas.openxmlformats.org/drawingml/2006/main">
            <a:off x="516255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Schedule deletion</a:t>
            </a:r>
          </a:p>
        </p:txBody>
      </p:sp>
      <p:sp>
        <p:nvSpPr>
          <p:cNvPr id="28" name="">
            <a:extLst xmlns:a="http://schemas.openxmlformats.org/drawingml/2006/main">
              <a:ext uri="{FF2B5EF4-FFF2-40B4-BE49-F238E27FC236}">
                <a16:creationId xmlns:a16="http://schemas.microsoft.com/office/drawing/2014/main" id="{BD595A66-0EF5-4132-9A93-65380BE4AFDE}"/>
              </a:ext>
            </a:extLst>
          </p:cNvPr>
          <p:cNvSpPr>
            <a:spLocks xmlns:a="http://schemas.openxmlformats.org/drawingml/2006/main" noGrp="1"/>
          </p:cNvSpPr>
          <p:nvPr/>
        </p:nvSpPr>
        <p:spPr>
          <a:xfrm xmlns:a="http://schemas.openxmlformats.org/drawingml/2006/main">
            <a:off x="516255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Reauthentication and seven-day cancellation window</a:t>
            </a:r>
          </a:p>
        </p:txBody>
      </p:sp>
      <p:sp>
        <p:nvSpPr>
          <p:cNvPr id="29" name="">
            <a:extLst xmlns:a="http://schemas.openxmlformats.org/drawingml/2006/main">
              <a:ext uri="{FF2B5EF4-FFF2-40B4-BE49-F238E27FC236}">
                <a16:creationId xmlns:a16="http://schemas.microsoft.com/office/drawing/2014/main" id="{A2E06F2F-3592-4C84-8780-36D197E39322}"/>
              </a:ext>
            </a:extLst>
          </p:cNvPr>
          <p:cNvSpPr>
            <a:spLocks xmlns:a="http://schemas.openxmlformats.org/drawingml/2006/main" noGrp="1"/>
          </p:cNvSpPr>
          <p:nvPr/>
        </p:nvSpPr>
        <p:spPr>
          <a:xfrm xmlns:a="http://schemas.openxmlformats.org/drawingml/2006/main">
            <a:off x="8267700" y="4286250"/>
            <a:ext cx="3314700" cy="895350"/>
          </a:xfrm>
          <a:prstGeom xmlns:a="http://schemas.openxmlformats.org/drawingml/2006/main" prst="roundRect">
            <a:avLst>
              <a:gd name="adj" fmla="val 12766"/>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D341A1C6-739B-4B43-A7BA-5B4700E08F3B}"/>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ellipse">
            <a:avLst/>
          </a:prstGeom>
          <a:solidFill xmlns:a="http://schemas.openxmlformats.org/drawingml/2006/main">
            <a:srgbClr val="28734D"/>
          </a:solidFill>
          <a:ln xmlns:a="http://schemas.openxmlformats.org/drawingml/2006/main" w="11430">
            <a:solidFill>
              <a:srgbClr val="28734D"/>
            </a:solidFill>
            <a:prstDash val="solid"/>
          </a:ln>
        </p:spPr>
      </p:sp>
      <p:sp>
        <p:nvSpPr>
          <p:cNvPr id="31" name="">
            <a:extLst xmlns:a="http://schemas.openxmlformats.org/drawingml/2006/main">
              <a:ext uri="{FF2B5EF4-FFF2-40B4-BE49-F238E27FC236}">
                <a16:creationId xmlns:a16="http://schemas.microsoft.com/office/drawing/2014/main" id="{7512B7FC-09A2-423F-BCE3-B9F18B29F849}"/>
              </a:ext>
            </a:extLst>
          </p:cNvPr>
          <p:cNvSpPr>
            <a:spLocks xmlns:a="http://schemas.openxmlformats.org/drawingml/2006/main" noGrp="1"/>
          </p:cNvSpPr>
          <p:nvPr/>
        </p:nvSpPr>
        <p:spPr>
          <a:xfrm xmlns:a="http://schemas.openxmlformats.org/drawingml/2006/main">
            <a:off x="8420100" y="44577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ctr">
              <a:defRPr sz="1575" b="1">
                <a:solidFill>
                  <a:srgbClr val="F8F8F3"/>
                </a:solidFill>
                <a:latin typeface="Noto Sans"/>
                <a:ea typeface="Noto Sans"/>
                <a:cs typeface="Noto Sans"/>
              </a:defRPr>
            </a:defPPr>
            <a:lvl1pPr algn="ctr">
              <a:defRPr sz="1575" b="1">
                <a:solidFill>
                  <a:srgbClr val="F8F8F3"/>
                </a:solidFill>
                <a:latin typeface="Noto Sans"/>
                <a:ea typeface="Noto Sans"/>
                <a:cs typeface="Noto Sans"/>
              </a:defRPr>
            </a:lvl1pPr>
            <a:lvl2pPr algn="ctr">
              <a:defRPr sz="1575" b="1">
                <a:solidFill>
                  <a:srgbClr val="F8F8F3"/>
                </a:solidFill>
                <a:latin typeface="Noto Sans"/>
                <a:ea typeface="Noto Sans"/>
                <a:cs typeface="Noto Sans"/>
              </a:defRPr>
            </a:lvl2pPr>
            <a:lvl3pPr algn="ctr">
              <a:defRPr sz="1575" b="1">
                <a:solidFill>
                  <a:srgbClr val="F8F8F3"/>
                </a:solidFill>
                <a:latin typeface="Noto Sans"/>
                <a:ea typeface="Noto Sans"/>
                <a:cs typeface="Noto Sans"/>
              </a:defRPr>
            </a:lvl3pPr>
            <a:lvl4pPr algn="ctr">
              <a:defRPr sz="1575" b="1">
                <a:solidFill>
                  <a:srgbClr val="F8F8F3"/>
                </a:solidFill>
                <a:latin typeface="Noto Sans"/>
                <a:ea typeface="Noto Sans"/>
                <a:cs typeface="Noto Sans"/>
              </a:defRPr>
            </a:lvl4pPr>
            <a:lvl5pPr algn="ctr">
              <a:defRPr sz="1575" b="1">
                <a:solidFill>
                  <a:srgbClr val="F8F8F3"/>
                </a:solidFill>
                <a:latin typeface="Noto Sans"/>
                <a:ea typeface="Noto Sans"/>
                <a:cs typeface="Noto Sans"/>
              </a:defRPr>
            </a:lvl5pPr>
            <a:lvl6pPr algn="ctr">
              <a:defRPr sz="1575" b="1">
                <a:solidFill>
                  <a:srgbClr val="F8F8F3"/>
                </a:solidFill>
                <a:latin typeface="Noto Sans"/>
                <a:ea typeface="Noto Sans"/>
                <a:cs typeface="Noto Sans"/>
              </a:defRPr>
            </a:lvl6pPr>
            <a:lvl7pPr algn="ctr">
              <a:defRPr sz="1575" b="1">
                <a:solidFill>
                  <a:srgbClr val="F8F8F3"/>
                </a:solidFill>
                <a:latin typeface="Noto Sans"/>
                <a:ea typeface="Noto Sans"/>
                <a:cs typeface="Noto Sans"/>
              </a:defRPr>
            </a:lvl7pPr>
            <a:lvl8pPr algn="ctr">
              <a:defRPr sz="1575" b="1">
                <a:solidFill>
                  <a:srgbClr val="F8F8F3"/>
                </a:solidFill>
                <a:latin typeface="Noto Sans"/>
                <a:ea typeface="Noto Sans"/>
                <a:cs typeface="Noto Sans"/>
              </a:defRPr>
            </a:lvl8pPr>
            <a:lvl9pPr algn="ctr">
              <a:defRPr sz="1575" b="1">
                <a:solidFill>
                  <a:srgbClr val="F8F8F3"/>
                </a:solidFill>
                <a:latin typeface="Noto Sans"/>
                <a:ea typeface="Noto Sans"/>
                <a:cs typeface="Noto Sans"/>
              </a:defRPr>
            </a:lvl9pPr>
          </a:lstStyle>
          <a:p xmlns:a="http://schemas.openxmlformats.org/drawingml/2006/main">
            <a:pPr algn="ctr">
              <a:defRPr sz="1575" b="1">
                <a:solidFill>
                  <a:srgbClr val="F8F8F3"/>
                </a:solidFill>
                <a:latin typeface="Noto Sans"/>
                <a:ea typeface="Noto Sans"/>
                <a:cs typeface="Noto Sans"/>
              </a:defRPr>
            </a:pPr>
            <a:r>
              <a:rPr sz="1575" b="1">
                <a:solidFill>
                  <a:srgbClr val="F8F8F3"/>
                </a:solidFill>
                <a:latin typeface="Noto Sans"/>
                <a:ea typeface="Noto Sans"/>
                <a:cs typeface="Noto Sans"/>
              </a:rPr>
              <a:t>3</a:t>
            </a:r>
          </a:p>
        </p:txBody>
      </p:sp>
      <p:sp>
        <p:nvSpPr>
          <p:cNvPr id="32" name="">
            <a:extLst xmlns:a="http://schemas.openxmlformats.org/drawingml/2006/main">
              <a:ext uri="{FF2B5EF4-FFF2-40B4-BE49-F238E27FC236}">
                <a16:creationId xmlns:a16="http://schemas.microsoft.com/office/drawing/2014/main" id="{35384DD0-8F0B-463A-AFA4-B508B69F36BF}"/>
              </a:ext>
            </a:extLst>
          </p:cNvPr>
          <p:cNvSpPr>
            <a:spLocks xmlns:a="http://schemas.openxmlformats.org/drawingml/2006/main" noGrp="1"/>
          </p:cNvSpPr>
          <p:nvPr/>
        </p:nvSpPr>
        <p:spPr>
          <a:xfrm xmlns:a="http://schemas.openxmlformats.org/drawingml/2006/main">
            <a:off x="8991600" y="4400550"/>
            <a:ext cx="2457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000"/>
          </a:bodyPr>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Remove and anonymize</a:t>
            </a:r>
          </a:p>
        </p:txBody>
      </p:sp>
      <p:sp>
        <p:nvSpPr>
          <p:cNvPr id="33" name="">
            <a:extLst xmlns:a="http://schemas.openxmlformats.org/drawingml/2006/main">
              <a:ext uri="{FF2B5EF4-FFF2-40B4-BE49-F238E27FC236}">
                <a16:creationId xmlns:a16="http://schemas.microsoft.com/office/drawing/2014/main" id="{ABBAEB13-BCD0-49ED-A8D6-C9DD14ABB5FB}"/>
              </a:ext>
            </a:extLst>
          </p:cNvPr>
          <p:cNvSpPr>
            <a:spLocks xmlns:a="http://schemas.openxmlformats.org/drawingml/2006/main" noGrp="1"/>
          </p:cNvSpPr>
          <p:nvPr/>
        </p:nvSpPr>
        <p:spPr>
          <a:xfrm xmlns:a="http://schemas.openxmlformats.org/drawingml/2006/main">
            <a:off x="8991600" y="4705350"/>
            <a:ext cx="2457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Delete private files and protect workflow integrity</a:t>
            </a:r>
          </a:p>
        </p:txBody>
      </p:sp>
      <p:sp>
        <p:nvSpPr>
          <p:cNvPr id="34" name="">
            <a:extLst xmlns:a="http://schemas.openxmlformats.org/drawingml/2006/main">
              <a:ext uri="{FF2B5EF4-FFF2-40B4-BE49-F238E27FC236}">
                <a16:creationId xmlns:a16="http://schemas.microsoft.com/office/drawing/2014/main" id="{5D60A144-BD99-4DE6-A2AB-A2C82BDB123F}"/>
              </a:ext>
            </a:extLst>
          </p:cNvPr>
          <p:cNvSpPr>
            <a:spLocks xmlns:a="http://schemas.openxmlformats.org/drawingml/2006/main" noGrp="1"/>
          </p:cNvSpPr>
          <p:nvPr/>
        </p:nvSpPr>
        <p:spPr>
          <a:xfrm xmlns:a="http://schemas.openxmlformats.org/drawingml/2006/main">
            <a:off x="609600" y="5715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Privacy rule</a:t>
            </a:r>
          </a:p>
        </p:txBody>
      </p:sp>
      <p:sp>
        <p:nvSpPr>
          <p:cNvPr id="35" name="">
            <a:extLst xmlns:a="http://schemas.openxmlformats.org/drawingml/2006/main">
              <a:ext uri="{FF2B5EF4-FFF2-40B4-BE49-F238E27FC236}">
                <a16:creationId xmlns:a16="http://schemas.microsoft.com/office/drawing/2014/main" id="{239FD39E-F5F7-4093-9087-CED94EB7034B}"/>
              </a:ext>
            </a:extLst>
          </p:cNvPr>
          <p:cNvSpPr>
            <a:spLocks xmlns:a="http://schemas.openxmlformats.org/drawingml/2006/main" noGrp="1"/>
          </p:cNvSpPr>
          <p:nvPr/>
        </p:nvSpPr>
        <p:spPr>
          <a:xfrm xmlns:a="http://schemas.openxmlformats.org/drawingml/2006/main">
            <a:off x="2038350" y="5657850"/>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The backend exposes only the minimum data required for the current user and action.</a:t>
            </a:r>
          </a:p>
        </p:txBody>
      </p:sp>
      <p:sp>
        <p:nvSpPr>
          <p:cNvPr id="36" name="">
            <a:extLst xmlns:a="http://schemas.openxmlformats.org/drawingml/2006/main">
              <a:ext uri="{FF2B5EF4-FFF2-40B4-BE49-F238E27FC236}">
                <a16:creationId xmlns:a16="http://schemas.microsoft.com/office/drawing/2014/main" id="{A55FBDD0-FBF3-4421-A123-2AA5A16B02FA}"/>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570466919"/>
      </p:ext>
    </p:extLst>
  </p:cSld>
</p:sld>
</file>

<file path=ppt/slides/slide1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E499B51-A8A0-40B6-9440-353BDB8D2A6B}"/>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DEPLOYMENT</a:t>
            </a:r>
          </a:p>
        </p:txBody>
      </p:sp>
      <p:sp>
        <p:nvSpPr>
          <p:cNvPr id="2" name="">
            <a:extLst xmlns:a="http://schemas.openxmlformats.org/drawingml/2006/main">
              <a:ext uri="{FF2B5EF4-FFF2-40B4-BE49-F238E27FC236}">
                <a16:creationId xmlns:a16="http://schemas.microsoft.com/office/drawing/2014/main" id="{5D704990-CAAF-4D5E-ACCD-71B529B7B282}"/>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Reliability and production operations</a:t>
            </a:r>
          </a:p>
        </p:txBody>
      </p:sp>
      <p:sp>
        <p:nvSpPr>
          <p:cNvPr id="3" name="">
            <a:extLst xmlns:a="http://schemas.openxmlformats.org/drawingml/2006/main">
              <a:ext uri="{FF2B5EF4-FFF2-40B4-BE49-F238E27FC236}">
                <a16:creationId xmlns:a16="http://schemas.microsoft.com/office/drawing/2014/main" id="{6C85EE55-F7F5-42D5-A1BD-A9B350935316}"/>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17</a:t>
            </a:r>
          </a:p>
        </p:txBody>
      </p:sp>
      <p:sp>
        <p:nvSpPr>
          <p:cNvPr id="4" name="">
            <a:extLst xmlns:a="http://schemas.openxmlformats.org/drawingml/2006/main">
              <a:ext uri="{FF2B5EF4-FFF2-40B4-BE49-F238E27FC236}">
                <a16:creationId xmlns:a16="http://schemas.microsoft.com/office/drawing/2014/main" id="{058AD729-94BB-4586-9C50-2A3A51598FCF}"/>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CF492A17-41CD-408C-9C6B-C587FB50DDB1}"/>
              </a:ext>
            </a:extLst>
          </p:cNvPr>
          <p:cNvSpPr>
            <a:spLocks xmlns:a="http://schemas.openxmlformats.org/drawingml/2006/main" noGrp="1"/>
          </p:cNvSpPr>
          <p:nvPr/>
        </p:nvSpPr>
        <p:spPr>
          <a:xfrm xmlns:a="http://schemas.openxmlformats.org/drawingml/2006/main">
            <a:off x="609600" y="13716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The backend includes the controls needed to run and diagnose the system in production.</a:t>
            </a:r>
          </a:p>
        </p:txBody>
      </p:sp>
      <p:sp>
        <p:nvSpPr>
          <p:cNvPr id="6" name="">
            <a:extLst xmlns:a="http://schemas.openxmlformats.org/drawingml/2006/main">
              <a:ext uri="{FF2B5EF4-FFF2-40B4-BE49-F238E27FC236}">
                <a16:creationId xmlns:a16="http://schemas.microsoft.com/office/drawing/2014/main" id="{4A821CD2-23A5-4DEF-ACCF-663601491BFC}"/>
              </a:ext>
            </a:extLst>
          </p:cNvPr>
          <p:cNvSpPr>
            <a:spLocks xmlns:a="http://schemas.openxmlformats.org/drawingml/2006/main" noGrp="1"/>
          </p:cNvSpPr>
          <p:nvPr/>
        </p:nvSpPr>
        <p:spPr>
          <a:xfrm xmlns:a="http://schemas.openxmlformats.org/drawingml/2006/main">
            <a:off x="60960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3ADF0903-DFAA-44E7-A041-B88274087D06}"/>
              </a:ext>
            </a:extLst>
          </p:cNvPr>
          <p:cNvSpPr>
            <a:spLocks xmlns:a="http://schemas.openxmlformats.org/drawingml/2006/main" noGrp="1"/>
          </p:cNvSpPr>
          <p:nvPr/>
        </p:nvSpPr>
        <p:spPr>
          <a:xfrm xmlns:a="http://schemas.openxmlformats.org/drawingml/2006/main">
            <a:off x="609600" y="2000250"/>
            <a:ext cx="66675" cy="123825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8" name="">
            <a:extLst xmlns:a="http://schemas.openxmlformats.org/drawingml/2006/main">
              <a:ext uri="{FF2B5EF4-FFF2-40B4-BE49-F238E27FC236}">
                <a16:creationId xmlns:a16="http://schemas.microsoft.com/office/drawing/2014/main" id="{9E4401F9-436B-4F02-A911-FB641944189D}"/>
              </a:ext>
            </a:extLst>
          </p:cNvPr>
          <p:cNvSpPr>
            <a:spLocks xmlns:a="http://schemas.openxmlformats.org/drawingml/2006/main" noGrp="1"/>
          </p:cNvSpPr>
          <p:nvPr/>
        </p:nvSpPr>
        <p:spPr>
          <a:xfrm xmlns:a="http://schemas.openxmlformats.org/drawingml/2006/main">
            <a:off x="8191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Health</a:t>
            </a:r>
          </a:p>
        </p:txBody>
      </p:sp>
      <p:sp>
        <p:nvSpPr>
          <p:cNvPr id="9" name="">
            <a:extLst xmlns:a="http://schemas.openxmlformats.org/drawingml/2006/main">
              <a:ext uri="{FF2B5EF4-FFF2-40B4-BE49-F238E27FC236}">
                <a16:creationId xmlns:a16="http://schemas.microsoft.com/office/drawing/2014/main" id="{08AA9B2F-9DFC-4DAA-99B0-706B15A8473E}"/>
              </a:ext>
            </a:extLst>
          </p:cNvPr>
          <p:cNvSpPr>
            <a:spLocks xmlns:a="http://schemas.openxmlformats.org/drawingml/2006/main" noGrp="1"/>
          </p:cNvSpPr>
          <p:nvPr/>
        </p:nvSpPr>
        <p:spPr>
          <a:xfrm xmlns:a="http://schemas.openxmlformats.org/drawingml/2006/main">
            <a:off x="8191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Liveness and readiness checks cover required components</a:t>
            </a:r>
          </a:p>
        </p:txBody>
      </p:sp>
      <p:sp>
        <p:nvSpPr>
          <p:cNvPr id="10" name="">
            <a:extLst xmlns:a="http://schemas.openxmlformats.org/drawingml/2006/main">
              <a:ext uri="{FF2B5EF4-FFF2-40B4-BE49-F238E27FC236}">
                <a16:creationId xmlns:a16="http://schemas.microsoft.com/office/drawing/2014/main" id="{90131F98-E295-4D85-9C75-6C3FBA963925}"/>
              </a:ext>
            </a:extLst>
          </p:cNvPr>
          <p:cNvSpPr>
            <a:spLocks xmlns:a="http://schemas.openxmlformats.org/drawingml/2006/main" noGrp="1"/>
          </p:cNvSpPr>
          <p:nvPr/>
        </p:nvSpPr>
        <p:spPr>
          <a:xfrm xmlns:a="http://schemas.openxmlformats.org/drawingml/2006/main">
            <a:off x="428625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D21F4FD2-FC23-4A03-85E1-051E979DAE28}"/>
              </a:ext>
            </a:extLst>
          </p:cNvPr>
          <p:cNvSpPr>
            <a:spLocks xmlns:a="http://schemas.openxmlformats.org/drawingml/2006/main" noGrp="1"/>
          </p:cNvSpPr>
          <p:nvPr/>
        </p:nvSpPr>
        <p:spPr>
          <a:xfrm xmlns:a="http://schemas.openxmlformats.org/drawingml/2006/main">
            <a:off x="4286250" y="2000250"/>
            <a:ext cx="66675" cy="1238250"/>
          </a:xfrm>
          <a:prstGeom xmlns:a="http://schemas.openxmlformats.org/drawingml/2006/main" prst="roundRect">
            <a:avLst>
              <a:gd name="adj" fmla="val 50000"/>
            </a:avLst>
          </a:prstGeom>
          <a:solidFill xmlns:a="http://schemas.openxmlformats.org/drawingml/2006/main">
            <a:srgbClr val="356456"/>
          </a:solidFill>
          <a:ln xmlns:a="http://schemas.openxmlformats.org/drawingml/2006/main" w="0">
            <a:solidFill>
              <a:srgbClr val="356456"/>
            </a:solidFill>
            <a:prstDash val="solid"/>
          </a:ln>
        </p:spPr>
      </p:sp>
      <p:sp>
        <p:nvSpPr>
          <p:cNvPr id="12" name="">
            <a:extLst xmlns:a="http://schemas.openxmlformats.org/drawingml/2006/main">
              <a:ext uri="{FF2B5EF4-FFF2-40B4-BE49-F238E27FC236}">
                <a16:creationId xmlns:a16="http://schemas.microsoft.com/office/drawing/2014/main" id="{0DC96EB1-B526-48A2-81FB-2B848DB4C6E5}"/>
              </a:ext>
            </a:extLst>
          </p:cNvPr>
          <p:cNvSpPr>
            <a:spLocks xmlns:a="http://schemas.openxmlformats.org/drawingml/2006/main" noGrp="1"/>
          </p:cNvSpPr>
          <p:nvPr/>
        </p:nvSpPr>
        <p:spPr>
          <a:xfrm xmlns:a="http://schemas.openxmlformats.org/drawingml/2006/main">
            <a:off x="449580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Logging</a:t>
            </a:r>
          </a:p>
        </p:txBody>
      </p:sp>
      <p:sp>
        <p:nvSpPr>
          <p:cNvPr id="13" name="">
            <a:extLst xmlns:a="http://schemas.openxmlformats.org/drawingml/2006/main">
              <a:ext uri="{FF2B5EF4-FFF2-40B4-BE49-F238E27FC236}">
                <a16:creationId xmlns:a16="http://schemas.microsoft.com/office/drawing/2014/main" id="{CD794E43-0D58-43DD-8F8D-553A955B4583}"/>
              </a:ext>
            </a:extLst>
          </p:cNvPr>
          <p:cNvSpPr>
            <a:spLocks xmlns:a="http://schemas.openxmlformats.org/drawingml/2006/main" noGrp="1"/>
          </p:cNvSpPr>
          <p:nvPr/>
        </p:nvSpPr>
        <p:spPr>
          <a:xfrm xmlns:a="http://schemas.openxmlformats.org/drawingml/2006/main">
            <a:off x="449580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Structured events include routes and traceable error IDs</a:t>
            </a:r>
          </a:p>
        </p:txBody>
      </p:sp>
      <p:sp>
        <p:nvSpPr>
          <p:cNvPr id="14" name="">
            <a:extLst xmlns:a="http://schemas.openxmlformats.org/drawingml/2006/main">
              <a:ext uri="{FF2B5EF4-FFF2-40B4-BE49-F238E27FC236}">
                <a16:creationId xmlns:a16="http://schemas.microsoft.com/office/drawing/2014/main" id="{95D455C7-0671-4636-A3AC-00BBAC825A82}"/>
              </a:ext>
            </a:extLst>
          </p:cNvPr>
          <p:cNvSpPr>
            <a:spLocks xmlns:a="http://schemas.openxmlformats.org/drawingml/2006/main" noGrp="1"/>
          </p:cNvSpPr>
          <p:nvPr/>
        </p:nvSpPr>
        <p:spPr>
          <a:xfrm xmlns:a="http://schemas.openxmlformats.org/drawingml/2006/main">
            <a:off x="7962900" y="200025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F21DF5C8-B54D-4E54-8DA4-D1B3A688346E}"/>
              </a:ext>
            </a:extLst>
          </p:cNvPr>
          <p:cNvSpPr>
            <a:spLocks xmlns:a="http://schemas.openxmlformats.org/drawingml/2006/main" noGrp="1"/>
          </p:cNvSpPr>
          <p:nvPr/>
        </p:nvSpPr>
        <p:spPr>
          <a:xfrm xmlns:a="http://schemas.openxmlformats.org/drawingml/2006/main">
            <a:off x="7962900" y="2000250"/>
            <a:ext cx="66675" cy="123825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16" name="">
            <a:extLst xmlns:a="http://schemas.openxmlformats.org/drawingml/2006/main">
              <a:ext uri="{FF2B5EF4-FFF2-40B4-BE49-F238E27FC236}">
                <a16:creationId xmlns:a16="http://schemas.microsoft.com/office/drawing/2014/main" id="{9B8A673C-2754-4765-887A-630F17602DCE}"/>
              </a:ext>
            </a:extLst>
          </p:cNvPr>
          <p:cNvSpPr>
            <a:spLocks xmlns:a="http://schemas.openxmlformats.org/drawingml/2006/main" noGrp="1"/>
          </p:cNvSpPr>
          <p:nvPr/>
        </p:nvSpPr>
        <p:spPr>
          <a:xfrm xmlns:a="http://schemas.openxmlformats.org/drawingml/2006/main">
            <a:off x="8172450" y="211455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Metrics</a:t>
            </a:r>
          </a:p>
        </p:txBody>
      </p:sp>
      <p:sp>
        <p:nvSpPr>
          <p:cNvPr id="17" name="">
            <a:extLst xmlns:a="http://schemas.openxmlformats.org/drawingml/2006/main">
              <a:ext uri="{FF2B5EF4-FFF2-40B4-BE49-F238E27FC236}">
                <a16:creationId xmlns:a16="http://schemas.microsoft.com/office/drawing/2014/main" id="{A62AD408-97B1-440E-9214-91AA31344D2B}"/>
              </a:ext>
            </a:extLst>
          </p:cNvPr>
          <p:cNvSpPr>
            <a:spLocks xmlns:a="http://schemas.openxmlformats.org/drawingml/2006/main" noGrp="1"/>
          </p:cNvSpPr>
          <p:nvPr/>
        </p:nvSpPr>
        <p:spPr>
          <a:xfrm xmlns:a="http://schemas.openxmlformats.org/drawingml/2006/main">
            <a:off x="8172450" y="240982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Prometheus request and service measurements</a:t>
            </a:r>
          </a:p>
        </p:txBody>
      </p:sp>
      <p:sp>
        <p:nvSpPr>
          <p:cNvPr id="18" name="">
            <a:extLst xmlns:a="http://schemas.openxmlformats.org/drawingml/2006/main">
              <a:ext uri="{FF2B5EF4-FFF2-40B4-BE49-F238E27FC236}">
                <a16:creationId xmlns:a16="http://schemas.microsoft.com/office/drawing/2014/main" id="{BAEE67D5-D026-4E6F-B50B-05E745634982}"/>
              </a:ext>
            </a:extLst>
          </p:cNvPr>
          <p:cNvSpPr>
            <a:spLocks xmlns:a="http://schemas.openxmlformats.org/drawingml/2006/main" noGrp="1"/>
          </p:cNvSpPr>
          <p:nvPr/>
        </p:nvSpPr>
        <p:spPr>
          <a:xfrm xmlns:a="http://schemas.openxmlformats.org/drawingml/2006/main">
            <a:off x="60960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2303502F-E0BC-4570-9B48-2B0990FB125E}"/>
              </a:ext>
            </a:extLst>
          </p:cNvPr>
          <p:cNvSpPr>
            <a:spLocks xmlns:a="http://schemas.openxmlformats.org/drawingml/2006/main" noGrp="1"/>
          </p:cNvSpPr>
          <p:nvPr/>
        </p:nvSpPr>
        <p:spPr>
          <a:xfrm xmlns:a="http://schemas.openxmlformats.org/drawingml/2006/main">
            <a:off x="609600" y="3657600"/>
            <a:ext cx="66675" cy="12382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20" name="">
            <a:extLst xmlns:a="http://schemas.openxmlformats.org/drawingml/2006/main">
              <a:ext uri="{FF2B5EF4-FFF2-40B4-BE49-F238E27FC236}">
                <a16:creationId xmlns:a16="http://schemas.microsoft.com/office/drawing/2014/main" id="{AE77DDC6-BC49-4023-AF15-9C1D737BB0B3}"/>
              </a:ext>
            </a:extLst>
          </p:cNvPr>
          <p:cNvSpPr>
            <a:spLocks xmlns:a="http://schemas.openxmlformats.org/drawingml/2006/main" noGrp="1"/>
          </p:cNvSpPr>
          <p:nvPr/>
        </p:nvSpPr>
        <p:spPr>
          <a:xfrm xmlns:a="http://schemas.openxmlformats.org/drawingml/2006/main">
            <a:off x="8191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Secrets</a:t>
            </a:r>
          </a:p>
        </p:txBody>
      </p:sp>
      <p:sp>
        <p:nvSpPr>
          <p:cNvPr id="21" name="">
            <a:extLst xmlns:a="http://schemas.openxmlformats.org/drawingml/2006/main">
              <a:ext uri="{FF2B5EF4-FFF2-40B4-BE49-F238E27FC236}">
                <a16:creationId xmlns:a16="http://schemas.microsoft.com/office/drawing/2014/main" id="{ABE88E01-812A-4B62-83A3-B5AE6B032BB1}"/>
              </a:ext>
            </a:extLst>
          </p:cNvPr>
          <p:cNvSpPr>
            <a:spLocks xmlns:a="http://schemas.openxmlformats.org/drawingml/2006/main" noGrp="1"/>
          </p:cNvSpPr>
          <p:nvPr/>
        </p:nvSpPr>
        <p:spPr>
          <a:xfrm xmlns:a="http://schemas.openxmlformats.org/drawingml/2006/main">
            <a:off x="8191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Environment boundaries with Vault support and startup checks</a:t>
            </a:r>
          </a:p>
        </p:txBody>
      </p:sp>
      <p:sp>
        <p:nvSpPr>
          <p:cNvPr id="22" name="">
            <a:extLst xmlns:a="http://schemas.openxmlformats.org/drawingml/2006/main">
              <a:ext uri="{FF2B5EF4-FFF2-40B4-BE49-F238E27FC236}">
                <a16:creationId xmlns:a16="http://schemas.microsoft.com/office/drawing/2014/main" id="{2E4F804F-EB19-428B-AFDD-6484D9E64AD5}"/>
              </a:ext>
            </a:extLst>
          </p:cNvPr>
          <p:cNvSpPr>
            <a:spLocks xmlns:a="http://schemas.openxmlformats.org/drawingml/2006/main" noGrp="1"/>
          </p:cNvSpPr>
          <p:nvPr/>
        </p:nvSpPr>
        <p:spPr>
          <a:xfrm xmlns:a="http://schemas.openxmlformats.org/drawingml/2006/main">
            <a:off x="428625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7EEE7F6D-6280-4D10-8258-BDC41FC8C0F4}"/>
              </a:ext>
            </a:extLst>
          </p:cNvPr>
          <p:cNvSpPr>
            <a:spLocks xmlns:a="http://schemas.openxmlformats.org/drawingml/2006/main" noGrp="1"/>
          </p:cNvSpPr>
          <p:nvPr/>
        </p:nvSpPr>
        <p:spPr>
          <a:xfrm xmlns:a="http://schemas.openxmlformats.org/drawingml/2006/main">
            <a:off x="4286250" y="3657600"/>
            <a:ext cx="66675" cy="1238250"/>
          </a:xfrm>
          <a:prstGeom xmlns:a="http://schemas.openxmlformats.org/drawingml/2006/main" prst="roundRect">
            <a:avLst>
              <a:gd name="adj" fmla="val 50000"/>
            </a:avLst>
          </a:prstGeom>
          <a:solidFill xmlns:a="http://schemas.openxmlformats.org/drawingml/2006/main">
            <a:srgbClr val="B34538"/>
          </a:solidFill>
          <a:ln xmlns:a="http://schemas.openxmlformats.org/drawingml/2006/main" w="0">
            <a:solidFill>
              <a:srgbClr val="B34538"/>
            </a:solidFill>
            <a:prstDash val="solid"/>
          </a:ln>
        </p:spPr>
      </p:sp>
      <p:sp>
        <p:nvSpPr>
          <p:cNvPr id="24" name="">
            <a:extLst xmlns:a="http://schemas.openxmlformats.org/drawingml/2006/main">
              <a:ext uri="{FF2B5EF4-FFF2-40B4-BE49-F238E27FC236}">
                <a16:creationId xmlns:a16="http://schemas.microsoft.com/office/drawing/2014/main" id="{77A98768-6E2E-4533-8DE1-28F6C49520C6}"/>
              </a:ext>
            </a:extLst>
          </p:cNvPr>
          <p:cNvSpPr>
            <a:spLocks xmlns:a="http://schemas.openxmlformats.org/drawingml/2006/main" noGrp="1"/>
          </p:cNvSpPr>
          <p:nvPr/>
        </p:nvSpPr>
        <p:spPr>
          <a:xfrm xmlns:a="http://schemas.openxmlformats.org/drawingml/2006/main">
            <a:off x="449580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Ingress</a:t>
            </a:r>
          </a:p>
        </p:txBody>
      </p:sp>
      <p:sp>
        <p:nvSpPr>
          <p:cNvPr id="25" name="">
            <a:extLst xmlns:a="http://schemas.openxmlformats.org/drawingml/2006/main">
              <a:ext uri="{FF2B5EF4-FFF2-40B4-BE49-F238E27FC236}">
                <a16:creationId xmlns:a16="http://schemas.microsoft.com/office/drawing/2014/main" id="{2F7938A5-8A16-49C5-AC81-A6391A3D6798}"/>
              </a:ext>
            </a:extLst>
          </p:cNvPr>
          <p:cNvSpPr>
            <a:spLocks xmlns:a="http://schemas.openxmlformats.org/drawingml/2006/main" noGrp="1"/>
          </p:cNvSpPr>
          <p:nvPr/>
        </p:nvSpPr>
        <p:spPr>
          <a:xfrm xmlns:a="http://schemas.openxmlformats.org/drawingml/2006/main">
            <a:off x="449580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TLS, HSTS, same-origin routing and WAF rules</a:t>
            </a:r>
          </a:p>
        </p:txBody>
      </p:sp>
      <p:sp>
        <p:nvSpPr>
          <p:cNvPr id="26" name="">
            <a:extLst xmlns:a="http://schemas.openxmlformats.org/drawingml/2006/main">
              <a:ext uri="{FF2B5EF4-FFF2-40B4-BE49-F238E27FC236}">
                <a16:creationId xmlns:a16="http://schemas.microsoft.com/office/drawing/2014/main" id="{6E0FF3AF-9DF7-4116-B1A8-652BF37A6301}"/>
              </a:ext>
            </a:extLst>
          </p:cNvPr>
          <p:cNvSpPr>
            <a:spLocks xmlns:a="http://schemas.openxmlformats.org/drawingml/2006/main" noGrp="1"/>
          </p:cNvSpPr>
          <p:nvPr/>
        </p:nvSpPr>
        <p:spPr>
          <a:xfrm xmlns:a="http://schemas.openxmlformats.org/drawingml/2006/main">
            <a:off x="7962900" y="3657600"/>
            <a:ext cx="3257550" cy="1238250"/>
          </a:xfrm>
          <a:prstGeom xmlns:a="http://schemas.openxmlformats.org/drawingml/2006/main" prst="roundRect">
            <a:avLst>
              <a:gd name="adj" fmla="val 9231"/>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33794D2D-0317-4BAB-AB1E-DD22CC0B3B57}"/>
              </a:ext>
            </a:extLst>
          </p:cNvPr>
          <p:cNvSpPr>
            <a:spLocks xmlns:a="http://schemas.openxmlformats.org/drawingml/2006/main" noGrp="1"/>
          </p:cNvSpPr>
          <p:nvPr/>
        </p:nvSpPr>
        <p:spPr>
          <a:xfrm xmlns:a="http://schemas.openxmlformats.org/drawingml/2006/main">
            <a:off x="7962900" y="3657600"/>
            <a:ext cx="66675" cy="1238250"/>
          </a:xfrm>
          <a:prstGeom xmlns:a="http://schemas.openxmlformats.org/drawingml/2006/main" prst="roundRect">
            <a:avLst>
              <a:gd name="adj" fmla="val 50000"/>
            </a:avLst>
          </a:prstGeom>
          <a:solidFill xmlns:a="http://schemas.openxmlformats.org/drawingml/2006/main">
            <a:srgbClr val="9B651B"/>
          </a:solidFill>
          <a:ln xmlns:a="http://schemas.openxmlformats.org/drawingml/2006/main" w="0">
            <a:solidFill>
              <a:srgbClr val="9B651B"/>
            </a:solidFill>
            <a:prstDash val="solid"/>
          </a:ln>
        </p:spPr>
      </p:sp>
      <p:sp>
        <p:nvSpPr>
          <p:cNvPr id="28" name="">
            <a:extLst xmlns:a="http://schemas.openxmlformats.org/drawingml/2006/main">
              <a:ext uri="{FF2B5EF4-FFF2-40B4-BE49-F238E27FC236}">
                <a16:creationId xmlns:a16="http://schemas.microsoft.com/office/drawing/2014/main" id="{088E2048-4EC5-44B0-A9FC-D11AFAB44E3E}"/>
              </a:ext>
            </a:extLst>
          </p:cNvPr>
          <p:cNvSpPr>
            <a:spLocks xmlns:a="http://schemas.openxmlformats.org/drawingml/2006/main" noGrp="1"/>
          </p:cNvSpPr>
          <p:nvPr/>
        </p:nvSpPr>
        <p:spPr>
          <a:xfrm xmlns:a="http://schemas.openxmlformats.org/drawingml/2006/main">
            <a:off x="8172450" y="3771900"/>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Deployment</a:t>
            </a:r>
          </a:p>
        </p:txBody>
      </p:sp>
      <p:sp>
        <p:nvSpPr>
          <p:cNvPr id="29" name="">
            <a:extLst xmlns:a="http://schemas.openxmlformats.org/drawingml/2006/main">
              <a:ext uri="{FF2B5EF4-FFF2-40B4-BE49-F238E27FC236}">
                <a16:creationId xmlns:a16="http://schemas.microsoft.com/office/drawing/2014/main" id="{544C4F9D-6556-41CA-B351-CA04A7020836}"/>
              </a:ext>
            </a:extLst>
          </p:cNvPr>
          <p:cNvSpPr>
            <a:spLocks xmlns:a="http://schemas.openxmlformats.org/drawingml/2006/main" noGrp="1"/>
          </p:cNvSpPr>
          <p:nvPr/>
        </p:nvSpPr>
        <p:spPr>
          <a:xfrm xmlns:a="http://schemas.openxmlformats.org/drawingml/2006/main">
            <a:off x="8172450" y="4067175"/>
            <a:ext cx="2933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Docker images, Compose services and Ansible automation</a:t>
            </a:r>
          </a:p>
        </p:txBody>
      </p:sp>
      <p:sp>
        <p:nvSpPr>
          <p:cNvPr id="30" name="">
            <a:extLst xmlns:a="http://schemas.openxmlformats.org/drawingml/2006/main">
              <a:ext uri="{FF2B5EF4-FFF2-40B4-BE49-F238E27FC236}">
                <a16:creationId xmlns:a16="http://schemas.microsoft.com/office/drawing/2014/main" id="{A6DDF71E-180A-453D-B453-60C398E688CB}"/>
              </a:ext>
            </a:extLst>
          </p:cNvPr>
          <p:cNvSpPr>
            <a:spLocks xmlns:a="http://schemas.openxmlformats.org/drawingml/2006/main" noGrp="1"/>
          </p:cNvSpPr>
          <p:nvPr/>
        </p:nvSpPr>
        <p:spPr>
          <a:xfrm xmlns:a="http://schemas.openxmlformats.org/drawingml/2006/main">
            <a:off x="609600" y="5467350"/>
            <a:ext cx="10610850" cy="533400"/>
          </a:xfrm>
          <a:prstGeom xmlns:a="http://schemas.openxmlformats.org/drawingml/2006/main" prst="roundRect">
            <a:avLst>
              <a:gd name="adj" fmla="val 21429"/>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19D4AB79-AA3D-421C-B711-75DED7A4C8C8}"/>
              </a:ext>
            </a:extLst>
          </p:cNvPr>
          <p:cNvSpPr>
            <a:spLocks xmlns:a="http://schemas.openxmlformats.org/drawingml/2006/main" noGrp="1"/>
          </p:cNvSpPr>
          <p:nvPr/>
        </p:nvSpPr>
        <p:spPr>
          <a:xfrm xmlns:a="http://schemas.openxmlformats.org/drawingml/2006/main">
            <a:off x="800100" y="5562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702"/>
          </a:bodyPr>
          <a:lstStyle xmlns:a="http://schemas.openxmlformats.org/drawingml/2006/main">
            <a:defPPr algn="l">
              <a:defRPr sz="1425" b="1">
                <a:solidFill>
                  <a:srgbClr val="9B651B"/>
                </a:solidFill>
                <a:latin typeface="Noto Sans"/>
                <a:ea typeface="Noto Sans"/>
                <a:cs typeface="Noto Sans"/>
              </a:defRPr>
            </a:defPPr>
            <a:lvl1pPr algn="l">
              <a:defRPr sz="1425" b="1">
                <a:solidFill>
                  <a:srgbClr val="9B651B"/>
                </a:solidFill>
                <a:latin typeface="Noto Sans"/>
                <a:ea typeface="Noto Sans"/>
                <a:cs typeface="Noto Sans"/>
              </a:defRPr>
            </a:lvl1pPr>
            <a:lvl2pPr algn="l">
              <a:defRPr sz="1425" b="1">
                <a:solidFill>
                  <a:srgbClr val="9B651B"/>
                </a:solidFill>
                <a:latin typeface="Noto Sans"/>
                <a:ea typeface="Noto Sans"/>
                <a:cs typeface="Noto Sans"/>
              </a:defRPr>
            </a:lvl2pPr>
            <a:lvl3pPr algn="l">
              <a:defRPr sz="1425" b="1">
                <a:solidFill>
                  <a:srgbClr val="9B651B"/>
                </a:solidFill>
                <a:latin typeface="Noto Sans"/>
                <a:ea typeface="Noto Sans"/>
                <a:cs typeface="Noto Sans"/>
              </a:defRPr>
            </a:lvl3pPr>
            <a:lvl4pPr algn="l">
              <a:defRPr sz="1425" b="1">
                <a:solidFill>
                  <a:srgbClr val="9B651B"/>
                </a:solidFill>
                <a:latin typeface="Noto Sans"/>
                <a:ea typeface="Noto Sans"/>
                <a:cs typeface="Noto Sans"/>
              </a:defRPr>
            </a:lvl4pPr>
            <a:lvl5pPr algn="l">
              <a:defRPr sz="1425" b="1">
                <a:solidFill>
                  <a:srgbClr val="9B651B"/>
                </a:solidFill>
                <a:latin typeface="Noto Sans"/>
                <a:ea typeface="Noto Sans"/>
                <a:cs typeface="Noto Sans"/>
              </a:defRPr>
            </a:lvl5pPr>
            <a:lvl6pPr algn="l">
              <a:defRPr sz="1425" b="1">
                <a:solidFill>
                  <a:srgbClr val="9B651B"/>
                </a:solidFill>
                <a:latin typeface="Noto Sans"/>
                <a:ea typeface="Noto Sans"/>
                <a:cs typeface="Noto Sans"/>
              </a:defRPr>
            </a:lvl6pPr>
            <a:lvl7pPr algn="l">
              <a:defRPr sz="1425" b="1">
                <a:solidFill>
                  <a:srgbClr val="9B651B"/>
                </a:solidFill>
                <a:latin typeface="Noto Sans"/>
                <a:ea typeface="Noto Sans"/>
                <a:cs typeface="Noto Sans"/>
              </a:defRPr>
            </a:lvl7pPr>
            <a:lvl8pPr algn="l">
              <a:defRPr sz="1425" b="1">
                <a:solidFill>
                  <a:srgbClr val="9B651B"/>
                </a:solidFill>
                <a:latin typeface="Noto Sans"/>
                <a:ea typeface="Noto Sans"/>
                <a:cs typeface="Noto Sans"/>
              </a:defRPr>
            </a:lvl8pPr>
            <a:lvl9pPr algn="l">
              <a:defRPr sz="1425" b="1">
                <a:solidFill>
                  <a:srgbClr val="9B651B"/>
                </a:solidFill>
                <a:latin typeface="Noto Sans"/>
                <a:ea typeface="Noto Sans"/>
                <a:cs typeface="Noto Sans"/>
              </a:defRPr>
            </a:lvl9pPr>
          </a:lstStyle>
          <a:p xmlns:a="http://schemas.openxmlformats.org/drawingml/2006/main">
            <a:pPr algn="l">
              <a:defRPr sz="1425" b="1">
                <a:solidFill>
                  <a:srgbClr val="9B651B"/>
                </a:solidFill>
                <a:latin typeface="Noto Sans"/>
                <a:ea typeface="Noto Sans"/>
                <a:cs typeface="Noto Sans"/>
              </a:defRPr>
            </a:pPr>
            <a:r>
              <a:rPr sz="1425" b="1">
                <a:solidFill>
                  <a:srgbClr val="9B651B"/>
                </a:solidFill>
                <a:latin typeface="Noto Sans"/>
                <a:ea typeface="Noto Sans"/>
                <a:cs typeface="Noto Sans"/>
              </a:rPr>
              <a:t>Production boundary</a:t>
            </a:r>
          </a:p>
        </p:txBody>
      </p:sp>
      <p:sp>
        <p:nvSpPr>
          <p:cNvPr id="32" name="">
            <a:extLst xmlns:a="http://schemas.openxmlformats.org/drawingml/2006/main">
              <a:ext uri="{FF2B5EF4-FFF2-40B4-BE49-F238E27FC236}">
                <a16:creationId xmlns:a16="http://schemas.microsoft.com/office/drawing/2014/main" id="{B00FD14B-0A51-4BEF-B394-0EA903F34170}"/>
              </a:ext>
            </a:extLst>
          </p:cNvPr>
          <p:cNvSpPr>
            <a:spLocks xmlns:a="http://schemas.openxmlformats.org/drawingml/2006/main" noGrp="1"/>
          </p:cNvSpPr>
          <p:nvPr/>
        </p:nvSpPr>
        <p:spPr>
          <a:xfrm xmlns:a="http://schemas.openxmlformats.org/drawingml/2006/main">
            <a:off x="2800350" y="55245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350" b="0">
                <a:solidFill>
                  <a:srgbClr val="617369"/>
                </a:solidFill>
                <a:latin typeface="Noto Sans"/>
                <a:ea typeface="Noto Sans"/>
                <a:cs typeface="Noto Sans"/>
              </a:defRPr>
            </a:defPPr>
            <a:lvl1pPr algn="l">
              <a:defRPr sz="1350" b="0">
                <a:solidFill>
                  <a:srgbClr val="617369"/>
                </a:solidFill>
                <a:latin typeface="Noto Sans"/>
                <a:ea typeface="Noto Sans"/>
                <a:cs typeface="Noto Sans"/>
              </a:defRPr>
            </a:lvl1pPr>
            <a:lvl2pPr algn="l">
              <a:defRPr sz="1350" b="0">
                <a:solidFill>
                  <a:srgbClr val="617369"/>
                </a:solidFill>
                <a:latin typeface="Noto Sans"/>
                <a:ea typeface="Noto Sans"/>
                <a:cs typeface="Noto Sans"/>
              </a:defRPr>
            </a:lvl2pPr>
            <a:lvl3pPr algn="l">
              <a:defRPr sz="1350" b="0">
                <a:solidFill>
                  <a:srgbClr val="617369"/>
                </a:solidFill>
                <a:latin typeface="Noto Sans"/>
                <a:ea typeface="Noto Sans"/>
                <a:cs typeface="Noto Sans"/>
              </a:defRPr>
            </a:lvl3pPr>
            <a:lvl4pPr algn="l">
              <a:defRPr sz="1350" b="0">
                <a:solidFill>
                  <a:srgbClr val="617369"/>
                </a:solidFill>
                <a:latin typeface="Noto Sans"/>
                <a:ea typeface="Noto Sans"/>
                <a:cs typeface="Noto Sans"/>
              </a:defRPr>
            </a:lvl4pPr>
            <a:lvl5pPr algn="l">
              <a:defRPr sz="1350" b="0">
                <a:solidFill>
                  <a:srgbClr val="617369"/>
                </a:solidFill>
                <a:latin typeface="Noto Sans"/>
                <a:ea typeface="Noto Sans"/>
                <a:cs typeface="Noto Sans"/>
              </a:defRPr>
            </a:lvl5pPr>
            <a:lvl6pPr algn="l">
              <a:defRPr sz="1350" b="0">
                <a:solidFill>
                  <a:srgbClr val="617369"/>
                </a:solidFill>
                <a:latin typeface="Noto Sans"/>
                <a:ea typeface="Noto Sans"/>
                <a:cs typeface="Noto Sans"/>
              </a:defRPr>
            </a:lvl6pPr>
            <a:lvl7pPr algn="l">
              <a:defRPr sz="1350" b="0">
                <a:solidFill>
                  <a:srgbClr val="617369"/>
                </a:solidFill>
                <a:latin typeface="Noto Sans"/>
                <a:ea typeface="Noto Sans"/>
                <a:cs typeface="Noto Sans"/>
              </a:defRPr>
            </a:lvl7pPr>
            <a:lvl8pPr algn="l">
              <a:defRPr sz="1350" b="0">
                <a:solidFill>
                  <a:srgbClr val="617369"/>
                </a:solidFill>
                <a:latin typeface="Noto Sans"/>
                <a:ea typeface="Noto Sans"/>
                <a:cs typeface="Noto Sans"/>
              </a:defRPr>
            </a:lvl8pPr>
            <a:lvl9pPr algn="l">
              <a:defRPr sz="1350" b="0">
                <a:solidFill>
                  <a:srgbClr val="617369"/>
                </a:solidFill>
                <a:latin typeface="Noto Sans"/>
                <a:ea typeface="Noto Sans"/>
                <a:cs typeface="Noto Sans"/>
              </a:defRPr>
            </a:lvl9pPr>
          </a:lstStyle>
          <a:p xmlns:a="http://schemas.openxmlformats.org/drawingml/2006/main">
            <a:pPr algn="l">
              <a:defRPr sz="1350" b="0">
                <a:solidFill>
                  <a:srgbClr val="617369"/>
                </a:solidFill>
                <a:latin typeface="Noto Sans"/>
                <a:ea typeface="Noto Sans"/>
                <a:cs typeface="Noto Sans"/>
              </a:defRPr>
            </a:pPr>
            <a:r>
              <a:rPr sz="1350" b="0">
                <a:solidFill>
                  <a:srgbClr val="617369"/>
                </a:solidFill>
                <a:latin typeface="Noto Sans"/>
                <a:ea typeface="Noto Sans"/>
                <a:cs typeface="Noto Sans"/>
              </a:rPr>
              <a:t>Public traffic reaches Nginx. Database, Redis, workers, and internal service ports remain private.</a:t>
            </a:r>
          </a:p>
        </p:txBody>
      </p:sp>
      <p:sp>
        <p:nvSpPr>
          <p:cNvPr id="33" name="">
            <a:extLst xmlns:a="http://schemas.openxmlformats.org/drawingml/2006/main">
              <a:ext uri="{FF2B5EF4-FFF2-40B4-BE49-F238E27FC236}">
                <a16:creationId xmlns:a16="http://schemas.microsoft.com/office/drawing/2014/main" id="{9EFD504F-3CF0-4872-AD52-5FABFECF7588}"/>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772978631"/>
      </p:ext>
    </p:extLst>
  </p:cSld>
</p:sld>
</file>

<file path=ppt/slides/slide1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1F91A810-5102-438D-A2E3-C320ED1A753B}"/>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EVIDENCE</a:t>
            </a:r>
          </a:p>
        </p:txBody>
      </p:sp>
      <p:sp>
        <p:nvSpPr>
          <p:cNvPr id="2" name="">
            <a:extLst xmlns:a="http://schemas.openxmlformats.org/drawingml/2006/main">
              <a:ext uri="{FF2B5EF4-FFF2-40B4-BE49-F238E27FC236}">
                <a16:creationId xmlns:a16="http://schemas.microsoft.com/office/drawing/2014/main" id="{7AF05F74-AE16-463F-81D7-8B10359BCA86}"/>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Testing and live demonstration</a:t>
            </a:r>
          </a:p>
        </p:txBody>
      </p:sp>
      <p:sp>
        <p:nvSpPr>
          <p:cNvPr id="3" name="">
            <a:extLst xmlns:a="http://schemas.openxmlformats.org/drawingml/2006/main">
              <a:ext uri="{FF2B5EF4-FFF2-40B4-BE49-F238E27FC236}">
                <a16:creationId xmlns:a16="http://schemas.microsoft.com/office/drawing/2014/main" id="{D66D1FDF-5386-40F6-82A9-C8CDCF9CB559}"/>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18</a:t>
            </a:r>
          </a:p>
        </p:txBody>
      </p:sp>
      <p:sp>
        <p:nvSpPr>
          <p:cNvPr id="4" name="">
            <a:extLst xmlns:a="http://schemas.openxmlformats.org/drawingml/2006/main">
              <a:ext uri="{FF2B5EF4-FFF2-40B4-BE49-F238E27FC236}">
                <a16:creationId xmlns:a16="http://schemas.microsoft.com/office/drawing/2014/main" id="{F7AD83DB-6989-42AD-9F88-BEC7C65A6773}"/>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E2469B8-D1AE-40C7-A1DB-BA65B33CB628}"/>
              </a:ext>
            </a:extLst>
          </p:cNvPr>
          <p:cNvSpPr>
            <a:spLocks xmlns:a="http://schemas.openxmlformats.org/drawingml/2006/main" noGrp="1"/>
          </p:cNvSpPr>
          <p:nvPr/>
        </p:nvSpPr>
        <p:spPr>
          <a:xfrm xmlns:a="http://schemas.openxmlformats.org/drawingml/2006/main">
            <a:off x="704850" y="13716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500" b="0">
                <a:solidFill>
                  <a:srgbClr val="617369"/>
                </a:solidFill>
                <a:latin typeface="Noto Sans"/>
                <a:ea typeface="Noto Sans"/>
                <a:cs typeface="Noto Sans"/>
              </a:defRPr>
            </a:defPPr>
            <a:lvl1pPr algn="l">
              <a:defRPr sz="1500" b="0">
                <a:solidFill>
                  <a:srgbClr val="617369"/>
                </a:solidFill>
                <a:latin typeface="Noto Sans"/>
                <a:ea typeface="Noto Sans"/>
                <a:cs typeface="Noto Sans"/>
              </a:defRPr>
            </a:lvl1pPr>
            <a:lvl2pPr algn="l">
              <a:defRPr sz="1500" b="0">
                <a:solidFill>
                  <a:srgbClr val="617369"/>
                </a:solidFill>
                <a:latin typeface="Noto Sans"/>
                <a:ea typeface="Noto Sans"/>
                <a:cs typeface="Noto Sans"/>
              </a:defRPr>
            </a:lvl2pPr>
            <a:lvl3pPr algn="l">
              <a:defRPr sz="1500" b="0">
                <a:solidFill>
                  <a:srgbClr val="617369"/>
                </a:solidFill>
                <a:latin typeface="Noto Sans"/>
                <a:ea typeface="Noto Sans"/>
                <a:cs typeface="Noto Sans"/>
              </a:defRPr>
            </a:lvl3pPr>
            <a:lvl4pPr algn="l">
              <a:defRPr sz="1500" b="0">
                <a:solidFill>
                  <a:srgbClr val="617369"/>
                </a:solidFill>
                <a:latin typeface="Noto Sans"/>
                <a:ea typeface="Noto Sans"/>
                <a:cs typeface="Noto Sans"/>
              </a:defRPr>
            </a:lvl4pPr>
            <a:lvl5pPr algn="l">
              <a:defRPr sz="1500" b="0">
                <a:solidFill>
                  <a:srgbClr val="617369"/>
                </a:solidFill>
                <a:latin typeface="Noto Sans"/>
                <a:ea typeface="Noto Sans"/>
                <a:cs typeface="Noto Sans"/>
              </a:defRPr>
            </a:lvl5pPr>
            <a:lvl6pPr algn="l">
              <a:defRPr sz="1500" b="0">
                <a:solidFill>
                  <a:srgbClr val="617369"/>
                </a:solidFill>
                <a:latin typeface="Noto Sans"/>
                <a:ea typeface="Noto Sans"/>
                <a:cs typeface="Noto Sans"/>
              </a:defRPr>
            </a:lvl6pPr>
            <a:lvl7pPr algn="l">
              <a:defRPr sz="1500" b="0">
                <a:solidFill>
                  <a:srgbClr val="617369"/>
                </a:solidFill>
                <a:latin typeface="Noto Sans"/>
                <a:ea typeface="Noto Sans"/>
                <a:cs typeface="Noto Sans"/>
              </a:defRPr>
            </a:lvl7pPr>
            <a:lvl8pPr algn="l">
              <a:defRPr sz="1500" b="0">
                <a:solidFill>
                  <a:srgbClr val="617369"/>
                </a:solidFill>
                <a:latin typeface="Noto Sans"/>
                <a:ea typeface="Noto Sans"/>
                <a:cs typeface="Noto Sans"/>
              </a:defRPr>
            </a:lvl8pPr>
            <a:lvl9pPr algn="l">
              <a:defRPr sz="1500" b="0">
                <a:solidFill>
                  <a:srgbClr val="617369"/>
                </a:solidFill>
                <a:latin typeface="Noto Sans"/>
                <a:ea typeface="Noto Sans"/>
                <a:cs typeface="Noto Sans"/>
              </a:defRPr>
            </a:lvl9pPr>
          </a:lstStyle>
          <a:p xmlns:a="http://schemas.openxmlformats.org/drawingml/2006/main">
            <a:pPr algn="l">
              <a:defRPr sz="1500" b="0">
                <a:solidFill>
                  <a:srgbClr val="617369"/>
                </a:solidFill>
                <a:latin typeface="Noto Sans"/>
                <a:ea typeface="Noto Sans"/>
                <a:cs typeface="Noto Sans"/>
              </a:defRPr>
            </a:pPr>
            <a:r>
              <a:rPr sz="1500" b="0">
                <a:solidFill>
                  <a:srgbClr val="617369"/>
                </a:solidFill>
                <a:latin typeface="Noto Sans"/>
                <a:ea typeface="Noto Sans"/>
                <a:cs typeface="Noto Sans"/>
              </a:rPr>
              <a:t>Repository snapshot: 53 test files and 365 test functions, plus one end-to-end workflow for the staff session.</a:t>
            </a:r>
          </a:p>
        </p:txBody>
      </p:sp>
      <p:sp>
        <p:nvSpPr>
          <p:cNvPr id="6" name="">
            <a:extLst xmlns:a="http://schemas.openxmlformats.org/drawingml/2006/main">
              <a:ext uri="{FF2B5EF4-FFF2-40B4-BE49-F238E27FC236}">
                <a16:creationId xmlns:a16="http://schemas.microsoft.com/office/drawing/2014/main" id="{6EB9240B-ED89-4F46-A520-DAC14770A24B}"/>
              </a:ext>
            </a:extLst>
          </p:cNvPr>
          <p:cNvSpPr>
            <a:spLocks xmlns:a="http://schemas.openxmlformats.org/drawingml/2006/main" noGrp="1"/>
          </p:cNvSpPr>
          <p:nvPr/>
        </p:nvSpPr>
        <p:spPr>
          <a:xfrm xmlns:a="http://schemas.openxmlformats.org/drawingml/2006/main">
            <a:off x="609600" y="1924050"/>
            <a:ext cx="5162550" cy="3905250"/>
          </a:xfrm>
          <a:prstGeom xmlns:a="http://schemas.openxmlformats.org/drawingml/2006/main" prst="roundRect">
            <a:avLst>
              <a:gd name="adj" fmla="val 2927"/>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74A9E27-2B97-40E9-877B-0545E3BD1CCD}"/>
              </a:ext>
            </a:extLst>
          </p:cNvPr>
          <p:cNvSpPr>
            <a:spLocks xmlns:a="http://schemas.openxmlformats.org/drawingml/2006/main" noGrp="1"/>
          </p:cNvSpPr>
          <p:nvPr/>
        </p:nvSpPr>
        <p:spPr>
          <a:xfrm xmlns:a="http://schemas.openxmlformats.org/drawingml/2006/main">
            <a:off x="876300" y="21336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194D38"/>
                </a:solidFill>
                <a:latin typeface="Noto Sans"/>
                <a:ea typeface="Noto Sans"/>
                <a:cs typeface="Noto Sans"/>
              </a:defRPr>
            </a:defPPr>
            <a:lvl1pPr algn="l">
              <a:defRPr sz="1875" b="1">
                <a:solidFill>
                  <a:srgbClr val="194D38"/>
                </a:solidFill>
                <a:latin typeface="Noto Sans"/>
                <a:ea typeface="Noto Sans"/>
                <a:cs typeface="Noto Sans"/>
              </a:defRPr>
            </a:lvl1pPr>
            <a:lvl2pPr algn="l">
              <a:defRPr sz="1875" b="1">
                <a:solidFill>
                  <a:srgbClr val="194D38"/>
                </a:solidFill>
                <a:latin typeface="Noto Sans"/>
                <a:ea typeface="Noto Sans"/>
                <a:cs typeface="Noto Sans"/>
              </a:defRPr>
            </a:lvl2pPr>
            <a:lvl3pPr algn="l">
              <a:defRPr sz="1875" b="1">
                <a:solidFill>
                  <a:srgbClr val="194D38"/>
                </a:solidFill>
                <a:latin typeface="Noto Sans"/>
                <a:ea typeface="Noto Sans"/>
                <a:cs typeface="Noto Sans"/>
              </a:defRPr>
            </a:lvl3pPr>
            <a:lvl4pPr algn="l">
              <a:defRPr sz="1875" b="1">
                <a:solidFill>
                  <a:srgbClr val="194D38"/>
                </a:solidFill>
                <a:latin typeface="Noto Sans"/>
                <a:ea typeface="Noto Sans"/>
                <a:cs typeface="Noto Sans"/>
              </a:defRPr>
            </a:lvl4pPr>
            <a:lvl5pPr algn="l">
              <a:defRPr sz="1875" b="1">
                <a:solidFill>
                  <a:srgbClr val="194D38"/>
                </a:solidFill>
                <a:latin typeface="Noto Sans"/>
                <a:ea typeface="Noto Sans"/>
                <a:cs typeface="Noto Sans"/>
              </a:defRPr>
            </a:lvl5pPr>
            <a:lvl6pPr algn="l">
              <a:defRPr sz="1875" b="1">
                <a:solidFill>
                  <a:srgbClr val="194D38"/>
                </a:solidFill>
                <a:latin typeface="Noto Sans"/>
                <a:ea typeface="Noto Sans"/>
                <a:cs typeface="Noto Sans"/>
              </a:defRPr>
            </a:lvl6pPr>
            <a:lvl7pPr algn="l">
              <a:defRPr sz="1875" b="1">
                <a:solidFill>
                  <a:srgbClr val="194D38"/>
                </a:solidFill>
                <a:latin typeface="Noto Sans"/>
                <a:ea typeface="Noto Sans"/>
                <a:cs typeface="Noto Sans"/>
              </a:defRPr>
            </a:lvl7pPr>
            <a:lvl8pPr algn="l">
              <a:defRPr sz="1875" b="1">
                <a:solidFill>
                  <a:srgbClr val="194D38"/>
                </a:solidFill>
                <a:latin typeface="Noto Sans"/>
                <a:ea typeface="Noto Sans"/>
                <a:cs typeface="Noto Sans"/>
              </a:defRPr>
            </a:lvl8pPr>
            <a:lvl9pPr algn="l">
              <a:defRPr sz="1875" b="1">
                <a:solidFill>
                  <a:srgbClr val="194D38"/>
                </a:solidFill>
                <a:latin typeface="Noto Sans"/>
                <a:ea typeface="Noto Sans"/>
                <a:cs typeface="Noto Sans"/>
              </a:defRPr>
            </a:lvl9pPr>
          </a:lstStyle>
          <a:p xmlns:a="http://schemas.openxmlformats.org/drawingml/2006/main">
            <a:pPr algn="l">
              <a:defRPr sz="1875" b="1">
                <a:solidFill>
                  <a:srgbClr val="194D38"/>
                </a:solidFill>
                <a:latin typeface="Noto Sans"/>
                <a:ea typeface="Noto Sans"/>
                <a:cs typeface="Noto Sans"/>
              </a:defRPr>
            </a:pPr>
            <a:r>
              <a:rPr sz="1875" b="1">
                <a:solidFill>
                  <a:srgbClr val="194D38"/>
                </a:solidFill>
                <a:latin typeface="Noto Sans"/>
                <a:ea typeface="Noto Sans"/>
                <a:cs typeface="Noto Sans"/>
              </a:rPr>
              <a:t>Automated coverage</a:t>
            </a:r>
          </a:p>
        </p:txBody>
      </p:sp>
      <p:sp>
        <p:nvSpPr>
          <p:cNvPr id="8" name="">
            <a:extLst xmlns:a="http://schemas.openxmlformats.org/drawingml/2006/main">
              <a:ext uri="{FF2B5EF4-FFF2-40B4-BE49-F238E27FC236}">
                <a16:creationId xmlns:a16="http://schemas.microsoft.com/office/drawing/2014/main" id="{B399263C-9CE6-4730-AF9A-8BD1AA4DDCCB}"/>
              </a:ext>
            </a:extLst>
          </p:cNvPr>
          <p:cNvSpPr>
            <a:spLocks xmlns:a="http://schemas.openxmlformats.org/drawingml/2006/main" noGrp="1"/>
          </p:cNvSpPr>
          <p:nvPr/>
        </p:nvSpPr>
        <p:spPr>
          <a:xfrm xmlns:a="http://schemas.openxmlformats.org/drawingml/2006/main">
            <a:off x="876300" y="264795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6208E4F-F320-4652-86F1-68A7E507B6F4}"/>
              </a:ext>
            </a:extLst>
          </p:cNvPr>
          <p:cNvSpPr>
            <a:spLocks xmlns:a="http://schemas.openxmlformats.org/drawingml/2006/main" noGrp="1"/>
          </p:cNvSpPr>
          <p:nvPr/>
        </p:nvSpPr>
        <p:spPr>
          <a:xfrm xmlns:a="http://schemas.openxmlformats.org/drawingml/2006/main">
            <a:off x="1162050" y="25527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Authentication, OTP, two-factor and revocation</a:t>
            </a:r>
          </a:p>
        </p:txBody>
      </p:sp>
      <p:sp>
        <p:nvSpPr>
          <p:cNvPr id="10" name="">
            <a:extLst xmlns:a="http://schemas.openxmlformats.org/drawingml/2006/main">
              <a:ext uri="{FF2B5EF4-FFF2-40B4-BE49-F238E27FC236}">
                <a16:creationId xmlns:a16="http://schemas.microsoft.com/office/drawing/2014/main" id="{9E369F56-87CD-4263-90E2-7CE2CC727DB1}"/>
              </a:ext>
            </a:extLst>
          </p:cNvPr>
          <p:cNvSpPr>
            <a:spLocks xmlns:a="http://schemas.openxmlformats.org/drawingml/2006/main" noGrp="1"/>
          </p:cNvSpPr>
          <p:nvPr/>
        </p:nvSpPr>
        <p:spPr>
          <a:xfrm xmlns:a="http://schemas.openxmlformats.org/drawingml/2006/main">
            <a:off x="876300" y="311467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3ACE590-BFB4-4589-B753-DC9601F77EBC}"/>
              </a:ext>
            </a:extLst>
          </p:cNvPr>
          <p:cNvSpPr>
            <a:spLocks xmlns:a="http://schemas.openxmlformats.org/drawingml/2006/main" noGrp="1"/>
          </p:cNvSpPr>
          <p:nvPr/>
        </p:nvSpPr>
        <p:spPr>
          <a:xfrm xmlns:a="http://schemas.openxmlformats.org/drawingml/2006/main">
            <a:off x="1162050" y="30194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Role permissions and cross-company isolation</a:t>
            </a:r>
          </a:p>
        </p:txBody>
      </p:sp>
      <p:sp>
        <p:nvSpPr>
          <p:cNvPr id="12" name="">
            <a:extLst xmlns:a="http://schemas.openxmlformats.org/drawingml/2006/main">
              <a:ext uri="{FF2B5EF4-FFF2-40B4-BE49-F238E27FC236}">
                <a16:creationId xmlns:a16="http://schemas.microsoft.com/office/drawing/2014/main" id="{FAD4519A-8FC2-4799-8EE8-7EE04C909427}"/>
              </a:ext>
            </a:extLst>
          </p:cNvPr>
          <p:cNvSpPr>
            <a:spLocks xmlns:a="http://schemas.openxmlformats.org/drawingml/2006/main" noGrp="1"/>
          </p:cNvSpPr>
          <p:nvPr/>
        </p:nvSpPr>
        <p:spPr>
          <a:xfrm xmlns:a="http://schemas.openxmlformats.org/drawingml/2006/main">
            <a:off x="876300" y="358140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66CCCA7-BCEC-4B8B-B16E-BEFDF3A36E7F}"/>
              </a:ext>
            </a:extLst>
          </p:cNvPr>
          <p:cNvSpPr>
            <a:spLocks xmlns:a="http://schemas.openxmlformats.org/drawingml/2006/main" noGrp="1"/>
          </p:cNvSpPr>
          <p:nvPr/>
        </p:nvSpPr>
        <p:spPr>
          <a:xfrm xmlns:a="http://schemas.openxmlformats.org/drawingml/2006/main">
            <a:off x="1162050" y="34861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Database integrity and concurrent users</a:t>
            </a:r>
          </a:p>
        </p:txBody>
      </p:sp>
      <p:sp>
        <p:nvSpPr>
          <p:cNvPr id="14" name="">
            <a:extLst xmlns:a="http://schemas.openxmlformats.org/drawingml/2006/main">
              <a:ext uri="{FF2B5EF4-FFF2-40B4-BE49-F238E27FC236}">
                <a16:creationId xmlns:a16="http://schemas.microsoft.com/office/drawing/2014/main" id="{E9921601-8D7A-45F6-B6A9-5A046D644850}"/>
              </a:ext>
            </a:extLst>
          </p:cNvPr>
          <p:cNvSpPr>
            <a:spLocks xmlns:a="http://schemas.openxmlformats.org/drawingml/2006/main" noGrp="1"/>
          </p:cNvSpPr>
          <p:nvPr/>
        </p:nvSpPr>
        <p:spPr>
          <a:xfrm xmlns:a="http://schemas.openxmlformats.org/drawingml/2006/main">
            <a:off x="876300" y="404812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0CA78B9-62EC-4A49-8D5D-0330E243684D}"/>
              </a:ext>
            </a:extLst>
          </p:cNvPr>
          <p:cNvSpPr>
            <a:spLocks xmlns:a="http://schemas.openxmlformats.org/drawingml/2006/main" noGrp="1"/>
          </p:cNvSpPr>
          <p:nvPr/>
        </p:nvSpPr>
        <p:spPr>
          <a:xfrm xmlns:a="http://schemas.openxmlformats.org/drawingml/2006/main">
            <a:off x="1162050" y="395287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Applications, invitations and account lifecycle</a:t>
            </a:r>
          </a:p>
        </p:txBody>
      </p:sp>
      <p:sp>
        <p:nvSpPr>
          <p:cNvPr id="16" name="">
            <a:extLst xmlns:a="http://schemas.openxmlformats.org/drawingml/2006/main">
              <a:ext uri="{FF2B5EF4-FFF2-40B4-BE49-F238E27FC236}">
                <a16:creationId xmlns:a16="http://schemas.microsoft.com/office/drawing/2014/main" id="{1A963B83-D88C-4AE4-AEE1-F8DE440046A9}"/>
              </a:ext>
            </a:extLst>
          </p:cNvPr>
          <p:cNvSpPr>
            <a:spLocks xmlns:a="http://schemas.openxmlformats.org/drawingml/2006/main" noGrp="1"/>
          </p:cNvSpPr>
          <p:nvPr/>
        </p:nvSpPr>
        <p:spPr>
          <a:xfrm xmlns:a="http://schemas.openxmlformats.org/drawingml/2006/main">
            <a:off x="876300" y="4514850"/>
            <a:ext cx="133350" cy="133350"/>
          </a:xfrm>
          <a:prstGeom xmlns:a="http://schemas.openxmlformats.org/drawingml/2006/main" prst="ellipse">
            <a:avLst/>
          </a:prstGeom>
          <a:solidFill xmlns:a="http://schemas.openxmlformats.org/drawingml/2006/main">
            <a:srgbClr val="194D3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B772998-4939-4767-91E9-9E22C5C16908}"/>
              </a:ext>
            </a:extLst>
          </p:cNvPr>
          <p:cNvSpPr>
            <a:spLocks xmlns:a="http://schemas.openxmlformats.org/drawingml/2006/main" noGrp="1"/>
          </p:cNvSpPr>
          <p:nvPr/>
        </p:nvSpPr>
        <p:spPr>
          <a:xfrm xmlns:a="http://schemas.openxmlformats.org/drawingml/2006/main">
            <a:off x="1162050" y="44196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WebSockets, chat history and read events</a:t>
            </a:r>
          </a:p>
        </p:txBody>
      </p:sp>
      <p:sp>
        <p:nvSpPr>
          <p:cNvPr id="18" name="">
            <a:extLst xmlns:a="http://schemas.openxmlformats.org/drawingml/2006/main">
              <a:ext uri="{FF2B5EF4-FFF2-40B4-BE49-F238E27FC236}">
                <a16:creationId xmlns:a16="http://schemas.microsoft.com/office/drawing/2014/main" id="{8AD7CCEE-1748-4DD5-8BC2-57A8AE4C5E24}"/>
              </a:ext>
            </a:extLst>
          </p:cNvPr>
          <p:cNvSpPr>
            <a:spLocks xmlns:a="http://schemas.openxmlformats.org/drawingml/2006/main" noGrp="1"/>
          </p:cNvSpPr>
          <p:nvPr/>
        </p:nvSpPr>
        <p:spPr>
          <a:xfrm xmlns:a="http://schemas.openxmlformats.org/drawingml/2006/main">
            <a:off x="876300" y="4981575"/>
            <a:ext cx="133350" cy="133350"/>
          </a:xfrm>
          <a:prstGeom xmlns:a="http://schemas.openxmlformats.org/drawingml/2006/main" prst="ellipse">
            <a:avLst/>
          </a:prstGeom>
          <a:solidFill xmlns:a="http://schemas.openxmlformats.org/drawingml/2006/main">
            <a:srgbClr val="A25C3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3D5248F-3909-4CB9-ACCB-2EFA6DD2C511}"/>
              </a:ext>
            </a:extLst>
          </p:cNvPr>
          <p:cNvSpPr>
            <a:spLocks xmlns:a="http://schemas.openxmlformats.org/drawingml/2006/main" noGrp="1"/>
          </p:cNvSpPr>
          <p:nvPr/>
        </p:nvSpPr>
        <p:spPr>
          <a:xfrm xmlns:a="http://schemas.openxmlformats.org/drawingml/2006/main">
            <a:off x="1162050" y="4886325"/>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AI jobs, uploads, health and deployment readiness</a:t>
            </a:r>
          </a:p>
        </p:txBody>
      </p:sp>
      <p:sp>
        <p:nvSpPr>
          <p:cNvPr id="20" name="">
            <a:extLst xmlns:a="http://schemas.openxmlformats.org/drawingml/2006/main">
              <a:ext uri="{FF2B5EF4-FFF2-40B4-BE49-F238E27FC236}">
                <a16:creationId xmlns:a16="http://schemas.microsoft.com/office/drawing/2014/main" id="{1F4C68DE-9023-494D-AD0A-DD932412DF67}"/>
              </a:ext>
            </a:extLst>
          </p:cNvPr>
          <p:cNvSpPr>
            <a:spLocks xmlns:a="http://schemas.openxmlformats.org/drawingml/2006/main" noGrp="1"/>
          </p:cNvSpPr>
          <p:nvPr/>
        </p:nvSpPr>
        <p:spPr>
          <a:xfrm xmlns:a="http://schemas.openxmlformats.org/drawingml/2006/main">
            <a:off x="6191250" y="1924050"/>
            <a:ext cx="5391150" cy="3905250"/>
          </a:xfrm>
          <a:prstGeom xmlns:a="http://schemas.openxmlformats.org/drawingml/2006/main" prst="roundRect">
            <a:avLst>
              <a:gd name="adj" fmla="val 2927"/>
            </a:avLst>
          </a:prstGeom>
          <a:solidFill xmlns:a="http://schemas.openxmlformats.org/drawingml/2006/main">
            <a:srgbClr val="EDF1E9"/>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EFA7B115-43D6-4B5C-A6A2-F6C0416D4849}"/>
              </a:ext>
            </a:extLst>
          </p:cNvPr>
          <p:cNvSpPr>
            <a:spLocks xmlns:a="http://schemas.openxmlformats.org/drawingml/2006/main" noGrp="1"/>
          </p:cNvSpPr>
          <p:nvPr/>
        </p:nvSpPr>
        <p:spPr>
          <a:xfrm xmlns:a="http://schemas.openxmlformats.org/drawingml/2006/main">
            <a:off x="6477000" y="21336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333"/>
          </a:bodyPr>
          <a:lstStyle xmlns:a="http://schemas.openxmlformats.org/drawingml/2006/main">
            <a:defPPr algn="l">
              <a:defRPr sz="1875" b="1">
                <a:solidFill>
                  <a:srgbClr val="9B651B"/>
                </a:solidFill>
                <a:latin typeface="Noto Sans"/>
                <a:ea typeface="Noto Sans"/>
                <a:cs typeface="Noto Sans"/>
              </a:defRPr>
            </a:defPPr>
            <a:lvl1pPr algn="l">
              <a:defRPr sz="1875" b="1">
                <a:solidFill>
                  <a:srgbClr val="9B651B"/>
                </a:solidFill>
                <a:latin typeface="Noto Sans"/>
                <a:ea typeface="Noto Sans"/>
                <a:cs typeface="Noto Sans"/>
              </a:defRPr>
            </a:lvl1pPr>
            <a:lvl2pPr algn="l">
              <a:defRPr sz="1875" b="1">
                <a:solidFill>
                  <a:srgbClr val="9B651B"/>
                </a:solidFill>
                <a:latin typeface="Noto Sans"/>
                <a:ea typeface="Noto Sans"/>
                <a:cs typeface="Noto Sans"/>
              </a:defRPr>
            </a:lvl2pPr>
            <a:lvl3pPr algn="l">
              <a:defRPr sz="1875" b="1">
                <a:solidFill>
                  <a:srgbClr val="9B651B"/>
                </a:solidFill>
                <a:latin typeface="Noto Sans"/>
                <a:ea typeface="Noto Sans"/>
                <a:cs typeface="Noto Sans"/>
              </a:defRPr>
            </a:lvl3pPr>
            <a:lvl4pPr algn="l">
              <a:defRPr sz="1875" b="1">
                <a:solidFill>
                  <a:srgbClr val="9B651B"/>
                </a:solidFill>
                <a:latin typeface="Noto Sans"/>
                <a:ea typeface="Noto Sans"/>
                <a:cs typeface="Noto Sans"/>
              </a:defRPr>
            </a:lvl4pPr>
            <a:lvl5pPr algn="l">
              <a:defRPr sz="1875" b="1">
                <a:solidFill>
                  <a:srgbClr val="9B651B"/>
                </a:solidFill>
                <a:latin typeface="Noto Sans"/>
                <a:ea typeface="Noto Sans"/>
                <a:cs typeface="Noto Sans"/>
              </a:defRPr>
            </a:lvl5pPr>
            <a:lvl6pPr algn="l">
              <a:defRPr sz="1875" b="1">
                <a:solidFill>
                  <a:srgbClr val="9B651B"/>
                </a:solidFill>
                <a:latin typeface="Noto Sans"/>
                <a:ea typeface="Noto Sans"/>
                <a:cs typeface="Noto Sans"/>
              </a:defRPr>
            </a:lvl6pPr>
            <a:lvl7pPr algn="l">
              <a:defRPr sz="1875" b="1">
                <a:solidFill>
                  <a:srgbClr val="9B651B"/>
                </a:solidFill>
                <a:latin typeface="Noto Sans"/>
                <a:ea typeface="Noto Sans"/>
                <a:cs typeface="Noto Sans"/>
              </a:defRPr>
            </a:lvl7pPr>
            <a:lvl8pPr algn="l">
              <a:defRPr sz="1875" b="1">
                <a:solidFill>
                  <a:srgbClr val="9B651B"/>
                </a:solidFill>
                <a:latin typeface="Noto Sans"/>
                <a:ea typeface="Noto Sans"/>
                <a:cs typeface="Noto Sans"/>
              </a:defRPr>
            </a:lvl8pPr>
            <a:lvl9pPr algn="l">
              <a:defRPr sz="1875" b="1">
                <a:solidFill>
                  <a:srgbClr val="9B651B"/>
                </a:solidFill>
                <a:latin typeface="Noto Sans"/>
                <a:ea typeface="Noto Sans"/>
                <a:cs typeface="Noto Sans"/>
              </a:defRPr>
            </a:lvl9pPr>
          </a:lstStyle>
          <a:p xmlns:a="http://schemas.openxmlformats.org/drawingml/2006/main">
            <a:pPr algn="l">
              <a:defRPr sz="1875" b="1">
                <a:solidFill>
                  <a:srgbClr val="9B651B"/>
                </a:solidFill>
                <a:latin typeface="Noto Sans"/>
                <a:ea typeface="Noto Sans"/>
                <a:cs typeface="Noto Sans"/>
              </a:defRPr>
            </a:pPr>
            <a:r>
              <a:rPr sz="1875" b="1">
                <a:solidFill>
                  <a:srgbClr val="9B651B"/>
                </a:solidFill>
                <a:latin typeface="Noto Sans"/>
                <a:ea typeface="Noto Sans"/>
                <a:cs typeface="Noto Sans"/>
              </a:rPr>
              <a:t>Suggested live demo</a:t>
            </a:r>
          </a:p>
        </p:txBody>
      </p:sp>
      <p:sp>
        <p:nvSpPr>
          <p:cNvPr id="22" name="">
            <a:extLst xmlns:a="http://schemas.openxmlformats.org/drawingml/2006/main">
              <a:ext uri="{FF2B5EF4-FFF2-40B4-BE49-F238E27FC236}">
                <a16:creationId xmlns:a16="http://schemas.microsoft.com/office/drawing/2014/main" id="{C8834462-FE82-46A7-9444-CEE08F2E6774}"/>
              </a:ext>
            </a:extLst>
          </p:cNvPr>
          <p:cNvSpPr>
            <a:spLocks xmlns:a="http://schemas.openxmlformats.org/drawingml/2006/main" noGrp="1"/>
          </p:cNvSpPr>
          <p:nvPr/>
        </p:nvSpPr>
        <p:spPr>
          <a:xfrm xmlns:a="http://schemas.openxmlformats.org/drawingml/2006/main">
            <a:off x="6477000" y="26670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01</a:t>
            </a:r>
          </a:p>
        </p:txBody>
      </p:sp>
      <p:sp>
        <p:nvSpPr>
          <p:cNvPr id="23" name="">
            <a:extLst xmlns:a="http://schemas.openxmlformats.org/drawingml/2006/main">
              <a:ext uri="{FF2B5EF4-FFF2-40B4-BE49-F238E27FC236}">
                <a16:creationId xmlns:a16="http://schemas.microsoft.com/office/drawing/2014/main" id="{7CC9E13D-8447-456F-BCE4-9907173DD381}"/>
              </a:ext>
            </a:extLst>
          </p:cNvPr>
          <p:cNvSpPr>
            <a:spLocks xmlns:a="http://schemas.openxmlformats.org/drawingml/2006/main" noGrp="1"/>
          </p:cNvSpPr>
          <p:nvPr/>
        </p:nvSpPr>
        <p:spPr>
          <a:xfrm xmlns:a="http://schemas.openxmlformats.org/drawingml/2006/main">
            <a:off x="6953250" y="26289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Authenticate</a:t>
            </a:r>
          </a:p>
        </p:txBody>
      </p:sp>
      <p:sp>
        <p:nvSpPr>
          <p:cNvPr id="24" name="">
            <a:extLst xmlns:a="http://schemas.openxmlformats.org/drawingml/2006/main">
              <a:ext uri="{FF2B5EF4-FFF2-40B4-BE49-F238E27FC236}">
                <a16:creationId xmlns:a16="http://schemas.microsoft.com/office/drawing/2014/main" id="{46F12078-776D-4F10-BEE3-68BD9D158D5C}"/>
              </a:ext>
            </a:extLst>
          </p:cNvPr>
          <p:cNvSpPr>
            <a:spLocks xmlns:a="http://schemas.openxmlformats.org/drawingml/2006/main" noGrp="1"/>
          </p:cNvSpPr>
          <p:nvPr/>
        </p:nvSpPr>
        <p:spPr>
          <a:xfrm xmlns:a="http://schemas.openxmlformats.org/drawingml/2006/main">
            <a:off x="8591550" y="25908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login and protected API identity</a:t>
            </a:r>
          </a:p>
        </p:txBody>
      </p:sp>
      <p:sp>
        <p:nvSpPr>
          <p:cNvPr id="25" name="">
            <a:extLst xmlns:a="http://schemas.openxmlformats.org/drawingml/2006/main">
              <a:ext uri="{FF2B5EF4-FFF2-40B4-BE49-F238E27FC236}">
                <a16:creationId xmlns:a16="http://schemas.microsoft.com/office/drawing/2014/main" id="{3EF0EBEE-E10B-4B1A-A48F-D230C31D2CA7}"/>
              </a:ext>
            </a:extLst>
          </p:cNvPr>
          <p:cNvSpPr>
            <a:spLocks xmlns:a="http://schemas.openxmlformats.org/drawingml/2006/main" noGrp="1"/>
          </p:cNvSpPr>
          <p:nvPr/>
        </p:nvSpPr>
        <p:spPr>
          <a:xfrm xmlns:a="http://schemas.openxmlformats.org/drawingml/2006/main">
            <a:off x="6477000" y="322897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02</a:t>
            </a:r>
          </a:p>
        </p:txBody>
      </p:sp>
      <p:sp>
        <p:nvSpPr>
          <p:cNvPr id="26" name="">
            <a:extLst xmlns:a="http://schemas.openxmlformats.org/drawingml/2006/main">
              <a:ext uri="{FF2B5EF4-FFF2-40B4-BE49-F238E27FC236}">
                <a16:creationId xmlns:a16="http://schemas.microsoft.com/office/drawing/2014/main" id="{3652265F-8B8B-4CAD-B7F0-1C736960B5C3}"/>
              </a:ext>
            </a:extLst>
          </p:cNvPr>
          <p:cNvSpPr>
            <a:spLocks xmlns:a="http://schemas.openxmlformats.org/drawingml/2006/main" noGrp="1"/>
          </p:cNvSpPr>
          <p:nvPr/>
        </p:nvSpPr>
        <p:spPr>
          <a:xfrm xmlns:a="http://schemas.openxmlformats.org/drawingml/2006/main">
            <a:off x="6953250" y="319087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647"/>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Create or select offer</a:t>
            </a:r>
          </a:p>
        </p:txBody>
      </p:sp>
      <p:sp>
        <p:nvSpPr>
          <p:cNvPr id="27" name="">
            <a:extLst xmlns:a="http://schemas.openxmlformats.org/drawingml/2006/main">
              <a:ext uri="{FF2B5EF4-FFF2-40B4-BE49-F238E27FC236}">
                <a16:creationId xmlns:a16="http://schemas.microsoft.com/office/drawing/2014/main" id="{8D7AA2DB-6CE5-4F2D-A696-1294F1E9AB3D}"/>
              </a:ext>
            </a:extLst>
          </p:cNvPr>
          <p:cNvSpPr>
            <a:spLocks xmlns:a="http://schemas.openxmlformats.org/drawingml/2006/main" noGrp="1"/>
          </p:cNvSpPr>
          <p:nvPr/>
        </p:nvSpPr>
        <p:spPr>
          <a:xfrm xmlns:a="http://schemas.openxmlformats.org/drawingml/2006/main">
            <a:off x="8591550" y="315277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Explain validation and company permission</a:t>
            </a:r>
          </a:p>
        </p:txBody>
      </p:sp>
      <p:sp>
        <p:nvSpPr>
          <p:cNvPr id="28" name="">
            <a:extLst xmlns:a="http://schemas.openxmlformats.org/drawingml/2006/main">
              <a:ext uri="{FF2B5EF4-FFF2-40B4-BE49-F238E27FC236}">
                <a16:creationId xmlns:a16="http://schemas.microsoft.com/office/drawing/2014/main" id="{31C70775-5612-489B-855E-3DB61AD99309}"/>
              </a:ext>
            </a:extLst>
          </p:cNvPr>
          <p:cNvSpPr>
            <a:spLocks xmlns:a="http://schemas.openxmlformats.org/drawingml/2006/main" noGrp="1"/>
          </p:cNvSpPr>
          <p:nvPr/>
        </p:nvSpPr>
        <p:spPr>
          <a:xfrm xmlns:a="http://schemas.openxmlformats.org/drawingml/2006/main">
            <a:off x="6477000" y="37909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03</a:t>
            </a:r>
          </a:p>
        </p:txBody>
      </p:sp>
      <p:sp>
        <p:nvSpPr>
          <p:cNvPr id="29" name="">
            <a:extLst xmlns:a="http://schemas.openxmlformats.org/drawingml/2006/main">
              <a:ext uri="{FF2B5EF4-FFF2-40B4-BE49-F238E27FC236}">
                <a16:creationId xmlns:a16="http://schemas.microsoft.com/office/drawing/2014/main" id="{222D126B-869B-468B-A8DB-51734E1742C4}"/>
              </a:ext>
            </a:extLst>
          </p:cNvPr>
          <p:cNvSpPr>
            <a:spLocks xmlns:a="http://schemas.openxmlformats.org/drawingml/2006/main" noGrp="1"/>
          </p:cNvSpPr>
          <p:nvPr/>
        </p:nvSpPr>
        <p:spPr>
          <a:xfrm xmlns:a="http://schemas.openxmlformats.org/drawingml/2006/main">
            <a:off x="6953250" y="375285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Submit application</a:t>
            </a:r>
          </a:p>
        </p:txBody>
      </p:sp>
      <p:sp>
        <p:nvSpPr>
          <p:cNvPr id="30" name="">
            <a:extLst xmlns:a="http://schemas.openxmlformats.org/drawingml/2006/main">
              <a:ext uri="{FF2B5EF4-FFF2-40B4-BE49-F238E27FC236}">
                <a16:creationId xmlns:a16="http://schemas.microsoft.com/office/drawing/2014/main" id="{D404CADE-CB24-4E17-A48F-AA408400E0C8}"/>
              </a:ext>
            </a:extLst>
          </p:cNvPr>
          <p:cNvSpPr>
            <a:spLocks xmlns:a="http://schemas.openxmlformats.org/drawingml/2006/main" noGrp="1"/>
          </p:cNvSpPr>
          <p:nvPr/>
        </p:nvSpPr>
        <p:spPr>
          <a:xfrm xmlns:a="http://schemas.openxmlformats.org/drawingml/2006/main">
            <a:off x="8591550" y="37147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3861"/>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CV snapshot and database relation</a:t>
            </a:r>
          </a:p>
        </p:txBody>
      </p:sp>
      <p:sp>
        <p:nvSpPr>
          <p:cNvPr id="31" name="">
            <a:extLst xmlns:a="http://schemas.openxmlformats.org/drawingml/2006/main">
              <a:ext uri="{FF2B5EF4-FFF2-40B4-BE49-F238E27FC236}">
                <a16:creationId xmlns:a16="http://schemas.microsoft.com/office/drawing/2014/main" id="{C6210483-C687-46DA-9B8E-D448E11A4E08}"/>
              </a:ext>
            </a:extLst>
          </p:cNvPr>
          <p:cNvSpPr>
            <a:spLocks xmlns:a="http://schemas.openxmlformats.org/drawingml/2006/main" noGrp="1"/>
          </p:cNvSpPr>
          <p:nvPr/>
        </p:nvSpPr>
        <p:spPr>
          <a:xfrm xmlns:a="http://schemas.openxmlformats.org/drawingml/2006/main">
            <a:off x="6477000" y="4352925"/>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04</a:t>
            </a:r>
          </a:p>
        </p:txBody>
      </p:sp>
      <p:sp>
        <p:nvSpPr>
          <p:cNvPr id="32" name="">
            <a:extLst xmlns:a="http://schemas.openxmlformats.org/drawingml/2006/main">
              <a:ext uri="{FF2B5EF4-FFF2-40B4-BE49-F238E27FC236}">
                <a16:creationId xmlns:a16="http://schemas.microsoft.com/office/drawing/2014/main" id="{18DD4A44-5F01-4E86-AB17-AE5A8231CE72}"/>
              </a:ext>
            </a:extLst>
          </p:cNvPr>
          <p:cNvSpPr>
            <a:spLocks xmlns:a="http://schemas.openxmlformats.org/drawingml/2006/main" noGrp="1"/>
          </p:cNvSpPr>
          <p:nvPr/>
        </p:nvSpPr>
        <p:spPr>
          <a:xfrm xmlns:a="http://schemas.openxmlformats.org/drawingml/2006/main">
            <a:off x="6953250" y="4314825"/>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Process AI job</a:t>
            </a:r>
          </a:p>
        </p:txBody>
      </p:sp>
      <p:sp>
        <p:nvSpPr>
          <p:cNvPr id="33" name="">
            <a:extLst xmlns:a="http://schemas.openxmlformats.org/drawingml/2006/main">
              <a:ext uri="{FF2B5EF4-FFF2-40B4-BE49-F238E27FC236}">
                <a16:creationId xmlns:a16="http://schemas.microsoft.com/office/drawing/2014/main" id="{863BE150-48E4-4462-9BB9-110A85EA450E}"/>
              </a:ext>
            </a:extLst>
          </p:cNvPr>
          <p:cNvSpPr>
            <a:spLocks xmlns:a="http://schemas.openxmlformats.org/drawingml/2006/main" noGrp="1"/>
          </p:cNvSpPr>
          <p:nvPr/>
        </p:nvSpPr>
        <p:spPr>
          <a:xfrm xmlns:a="http://schemas.openxmlformats.org/drawingml/2006/main">
            <a:off x="8591550" y="427672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754"/>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Follow outbox, worker and stored result</a:t>
            </a:r>
          </a:p>
        </p:txBody>
      </p:sp>
      <p:sp>
        <p:nvSpPr>
          <p:cNvPr id="34" name="">
            <a:extLst xmlns:a="http://schemas.openxmlformats.org/drawingml/2006/main">
              <a:ext uri="{FF2B5EF4-FFF2-40B4-BE49-F238E27FC236}">
                <a16:creationId xmlns:a16="http://schemas.microsoft.com/office/drawing/2014/main" id="{2DC458E6-F64A-445F-8575-C9DFC541621E}"/>
              </a:ext>
            </a:extLst>
          </p:cNvPr>
          <p:cNvSpPr>
            <a:spLocks xmlns:a="http://schemas.openxmlformats.org/drawingml/2006/main" noGrp="1"/>
          </p:cNvSpPr>
          <p:nvPr/>
        </p:nvSpPr>
        <p:spPr>
          <a:xfrm xmlns:a="http://schemas.openxmlformats.org/drawingml/2006/main">
            <a:off x="6477000" y="491490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a:solidFill>
                  <a:srgbClr val="194D38"/>
                </a:solidFill>
                <a:latin typeface="Noto Sans"/>
                <a:ea typeface="Noto Sans"/>
                <a:cs typeface="Noto Sans"/>
              </a:defRPr>
            </a:defPPr>
            <a:lvl1pPr algn="l">
              <a:defRPr sz="1200" b="1">
                <a:solidFill>
                  <a:srgbClr val="194D38"/>
                </a:solidFill>
                <a:latin typeface="Noto Sans"/>
                <a:ea typeface="Noto Sans"/>
                <a:cs typeface="Noto Sans"/>
              </a:defRPr>
            </a:lvl1pPr>
            <a:lvl2pPr algn="l">
              <a:defRPr sz="1200" b="1">
                <a:solidFill>
                  <a:srgbClr val="194D38"/>
                </a:solidFill>
                <a:latin typeface="Noto Sans"/>
                <a:ea typeface="Noto Sans"/>
                <a:cs typeface="Noto Sans"/>
              </a:defRPr>
            </a:lvl2pPr>
            <a:lvl3pPr algn="l">
              <a:defRPr sz="1200" b="1">
                <a:solidFill>
                  <a:srgbClr val="194D38"/>
                </a:solidFill>
                <a:latin typeface="Noto Sans"/>
                <a:ea typeface="Noto Sans"/>
                <a:cs typeface="Noto Sans"/>
              </a:defRPr>
            </a:lvl3pPr>
            <a:lvl4pPr algn="l">
              <a:defRPr sz="1200" b="1">
                <a:solidFill>
                  <a:srgbClr val="194D38"/>
                </a:solidFill>
                <a:latin typeface="Noto Sans"/>
                <a:ea typeface="Noto Sans"/>
                <a:cs typeface="Noto Sans"/>
              </a:defRPr>
            </a:lvl4pPr>
            <a:lvl5pPr algn="l">
              <a:defRPr sz="1200" b="1">
                <a:solidFill>
                  <a:srgbClr val="194D38"/>
                </a:solidFill>
                <a:latin typeface="Noto Sans"/>
                <a:ea typeface="Noto Sans"/>
                <a:cs typeface="Noto Sans"/>
              </a:defRPr>
            </a:lvl5pPr>
            <a:lvl6pPr algn="l">
              <a:defRPr sz="1200" b="1">
                <a:solidFill>
                  <a:srgbClr val="194D38"/>
                </a:solidFill>
                <a:latin typeface="Noto Sans"/>
                <a:ea typeface="Noto Sans"/>
                <a:cs typeface="Noto Sans"/>
              </a:defRPr>
            </a:lvl6pPr>
            <a:lvl7pPr algn="l">
              <a:defRPr sz="1200" b="1">
                <a:solidFill>
                  <a:srgbClr val="194D38"/>
                </a:solidFill>
                <a:latin typeface="Noto Sans"/>
                <a:ea typeface="Noto Sans"/>
                <a:cs typeface="Noto Sans"/>
              </a:defRPr>
            </a:lvl7pPr>
            <a:lvl8pPr algn="l">
              <a:defRPr sz="1200" b="1">
                <a:solidFill>
                  <a:srgbClr val="194D38"/>
                </a:solidFill>
                <a:latin typeface="Noto Sans"/>
                <a:ea typeface="Noto Sans"/>
                <a:cs typeface="Noto Sans"/>
              </a:defRPr>
            </a:lvl8pPr>
            <a:lvl9pPr algn="l">
              <a:defRPr sz="1200" b="1">
                <a:solidFill>
                  <a:srgbClr val="194D38"/>
                </a:solidFill>
                <a:latin typeface="Noto Sans"/>
                <a:ea typeface="Noto Sans"/>
                <a:cs typeface="Noto Sans"/>
              </a:defRPr>
            </a:lvl9pPr>
          </a:lstStyle>
          <a:p xmlns:a="http://schemas.openxmlformats.org/drawingml/2006/main">
            <a:pPr algn="l">
              <a:defRPr sz="1200" b="1">
                <a:solidFill>
                  <a:srgbClr val="194D38"/>
                </a:solidFill>
                <a:latin typeface="Noto Sans"/>
                <a:ea typeface="Noto Sans"/>
                <a:cs typeface="Noto Sans"/>
              </a:defRPr>
            </a:pPr>
            <a:r>
              <a:rPr sz="1200" b="1">
                <a:solidFill>
                  <a:srgbClr val="194D38"/>
                </a:solidFill>
                <a:latin typeface="Noto Sans"/>
                <a:ea typeface="Noto Sans"/>
                <a:cs typeface="Noto Sans"/>
              </a:rPr>
              <a:t>05</a:t>
            </a:r>
          </a:p>
        </p:txBody>
      </p:sp>
      <p:sp>
        <p:nvSpPr>
          <p:cNvPr id="35" name="">
            <a:extLst xmlns:a="http://schemas.openxmlformats.org/drawingml/2006/main">
              <a:ext uri="{FF2B5EF4-FFF2-40B4-BE49-F238E27FC236}">
                <a16:creationId xmlns:a16="http://schemas.microsoft.com/office/drawing/2014/main" id="{1645E4BA-91AD-470B-8830-0E5BFB03EBB3}"/>
              </a:ext>
            </a:extLst>
          </p:cNvPr>
          <p:cNvSpPr>
            <a:spLocks xmlns:a="http://schemas.openxmlformats.org/drawingml/2006/main" noGrp="1"/>
          </p:cNvSpPr>
          <p:nvPr/>
        </p:nvSpPr>
        <p:spPr>
          <a:xfrm xmlns:a="http://schemas.openxmlformats.org/drawingml/2006/main">
            <a:off x="6953250" y="4876800"/>
            <a:ext cx="1638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Open chat</a:t>
            </a:r>
          </a:p>
        </p:txBody>
      </p:sp>
      <p:sp>
        <p:nvSpPr>
          <p:cNvPr id="36" name="">
            <a:extLst xmlns:a="http://schemas.openxmlformats.org/drawingml/2006/main">
              <a:ext uri="{FF2B5EF4-FFF2-40B4-BE49-F238E27FC236}">
                <a16:creationId xmlns:a16="http://schemas.microsoft.com/office/drawing/2014/main" id="{15B95002-5D7A-4B66-A2C9-02C8501C07DD}"/>
              </a:ext>
            </a:extLst>
          </p:cNvPr>
          <p:cNvSpPr>
            <a:spLocks xmlns:a="http://schemas.openxmlformats.org/drawingml/2006/main" noGrp="1"/>
          </p:cNvSpPr>
          <p:nvPr/>
        </p:nvSpPr>
        <p:spPr>
          <a:xfrm xmlns:a="http://schemas.openxmlformats.org/drawingml/2006/main">
            <a:off x="8591550" y="48387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476"/>
          </a:bodyPr>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Show ticket, WebSocket and persisted message</a:t>
            </a:r>
          </a:p>
        </p:txBody>
      </p:sp>
      <p:sp>
        <p:nvSpPr>
          <p:cNvPr id="37" name="">
            <a:extLst xmlns:a="http://schemas.openxmlformats.org/drawingml/2006/main">
              <a:ext uri="{FF2B5EF4-FFF2-40B4-BE49-F238E27FC236}">
                <a16:creationId xmlns:a16="http://schemas.microsoft.com/office/drawing/2014/main" id="{A93AADA1-876A-4431-8F4B-93ABDB88E517}"/>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BACKEND</a:t>
            </a:r>
          </a:p>
        </p:txBody>
      </p:sp>
    </p:spTree>
    <p:extLst>
      <p:ext uri="{BB962C8B-B14F-4D97-AF65-F5344CB8AC3E}">
        <p14:creationId xmlns:p14="http://schemas.microsoft.com/office/powerpoint/2010/main" val="1616255575"/>
      </p:ext>
    </p:extLst>
  </p:cSld>
</p:sld>
</file>

<file path=ppt/slides/slide1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58796B4-A605-468B-9048-270CC8CE5633}"/>
              </a:ext>
            </a:extLst>
          </p:cNvPr>
          <p:cNvSpPr>
            <a:spLocks xmlns:a="http://schemas.openxmlformats.org/drawingml/2006/main" noGrp="1"/>
          </p:cNvSpPr>
          <p:nvPr/>
        </p:nvSpPr>
        <p:spPr>
          <a:xfrm xmlns:a="http://schemas.openxmlformats.org/drawingml/2006/main">
            <a:off x="6096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l">
              <a:defRPr sz="1050" b="1">
                <a:solidFill>
                  <a:srgbClr val="194D38"/>
                </a:solidFill>
                <a:latin typeface="Noto Sans"/>
                <a:ea typeface="Noto Sans"/>
                <a:cs typeface="Noto Sans"/>
              </a:defRPr>
            </a:defPPr>
            <a:lvl1pPr algn="l">
              <a:defRPr sz="1050" b="1">
                <a:solidFill>
                  <a:srgbClr val="194D38"/>
                </a:solidFill>
                <a:latin typeface="Noto Sans"/>
                <a:ea typeface="Noto Sans"/>
                <a:cs typeface="Noto Sans"/>
              </a:defRPr>
            </a:lvl1pPr>
            <a:lvl2pPr algn="l">
              <a:defRPr sz="1050" b="1">
                <a:solidFill>
                  <a:srgbClr val="194D38"/>
                </a:solidFill>
                <a:latin typeface="Noto Sans"/>
                <a:ea typeface="Noto Sans"/>
                <a:cs typeface="Noto Sans"/>
              </a:defRPr>
            </a:lvl2pPr>
            <a:lvl3pPr algn="l">
              <a:defRPr sz="1050" b="1">
                <a:solidFill>
                  <a:srgbClr val="194D38"/>
                </a:solidFill>
                <a:latin typeface="Noto Sans"/>
                <a:ea typeface="Noto Sans"/>
                <a:cs typeface="Noto Sans"/>
              </a:defRPr>
            </a:lvl3pPr>
            <a:lvl4pPr algn="l">
              <a:defRPr sz="1050" b="1">
                <a:solidFill>
                  <a:srgbClr val="194D38"/>
                </a:solidFill>
                <a:latin typeface="Noto Sans"/>
                <a:ea typeface="Noto Sans"/>
                <a:cs typeface="Noto Sans"/>
              </a:defRPr>
            </a:lvl4pPr>
            <a:lvl5pPr algn="l">
              <a:defRPr sz="1050" b="1">
                <a:solidFill>
                  <a:srgbClr val="194D38"/>
                </a:solidFill>
                <a:latin typeface="Noto Sans"/>
                <a:ea typeface="Noto Sans"/>
                <a:cs typeface="Noto Sans"/>
              </a:defRPr>
            </a:lvl5pPr>
            <a:lvl6pPr algn="l">
              <a:defRPr sz="1050" b="1">
                <a:solidFill>
                  <a:srgbClr val="194D38"/>
                </a:solidFill>
                <a:latin typeface="Noto Sans"/>
                <a:ea typeface="Noto Sans"/>
                <a:cs typeface="Noto Sans"/>
              </a:defRPr>
            </a:lvl6pPr>
            <a:lvl7pPr algn="l">
              <a:defRPr sz="1050" b="1">
                <a:solidFill>
                  <a:srgbClr val="194D38"/>
                </a:solidFill>
                <a:latin typeface="Noto Sans"/>
                <a:ea typeface="Noto Sans"/>
                <a:cs typeface="Noto Sans"/>
              </a:defRPr>
            </a:lvl7pPr>
            <a:lvl8pPr algn="l">
              <a:defRPr sz="1050" b="1">
                <a:solidFill>
                  <a:srgbClr val="194D38"/>
                </a:solidFill>
                <a:latin typeface="Noto Sans"/>
                <a:ea typeface="Noto Sans"/>
                <a:cs typeface="Noto Sans"/>
              </a:defRPr>
            </a:lvl8pPr>
            <a:lvl9pPr algn="l">
              <a:defRPr sz="1050" b="1">
                <a:solidFill>
                  <a:srgbClr val="194D38"/>
                </a:solidFill>
                <a:latin typeface="Noto Sans"/>
                <a:ea typeface="Noto Sans"/>
                <a:cs typeface="Noto Sans"/>
              </a:defRPr>
            </a:lvl9pPr>
          </a:lstStyle>
          <a:p xmlns:a="http://schemas.openxmlformats.org/drawingml/2006/main">
            <a:pPr algn="l">
              <a:defRPr sz="1050" b="1">
                <a:solidFill>
                  <a:srgbClr val="194D38"/>
                </a:solidFill>
                <a:latin typeface="Noto Sans"/>
                <a:ea typeface="Noto Sans"/>
                <a:cs typeface="Noto Sans"/>
              </a:defRPr>
            </a:pPr>
            <a:r>
              <a:rPr sz="1050" b="1">
                <a:solidFill>
                  <a:srgbClr val="194D38"/>
                </a:solidFill>
                <a:latin typeface="Noto Sans"/>
                <a:ea typeface="Noto Sans"/>
                <a:cs typeface="Noto Sans"/>
              </a:rPr>
              <a:t>CONCLUSION</a:t>
            </a:r>
          </a:p>
        </p:txBody>
      </p:sp>
      <p:sp>
        <p:nvSpPr>
          <p:cNvPr id="2" name="">
            <a:extLst xmlns:a="http://schemas.openxmlformats.org/drawingml/2006/main">
              <a:ext uri="{FF2B5EF4-FFF2-40B4-BE49-F238E27FC236}">
                <a16:creationId xmlns:a16="http://schemas.microsoft.com/office/drawing/2014/main" id="{576E55BC-C715-4E47-BAC1-C9D8ED7DE37B}"/>
              </a:ext>
            </a:extLst>
          </p:cNvPr>
          <p:cNvSpPr>
            <a:spLocks xmlns:a="http://schemas.openxmlformats.org/drawingml/2006/main" noGrp="1"/>
          </p:cNvSpPr>
          <p:nvPr/>
        </p:nvSpPr>
        <p:spPr>
          <a:xfrm xmlns:a="http://schemas.openxmlformats.org/drawingml/2006/main">
            <a:off x="609600" y="5524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3225" b="0">
                <a:solidFill>
                  <a:srgbClr val="192B23"/>
                </a:solidFill>
                <a:latin typeface="Noto Serif"/>
                <a:ea typeface="Noto Serif"/>
                <a:cs typeface="Noto Serif"/>
              </a:defRPr>
            </a:defPPr>
            <a:lvl1pPr algn="l">
              <a:defRPr sz="3225" b="0">
                <a:solidFill>
                  <a:srgbClr val="192B23"/>
                </a:solidFill>
                <a:latin typeface="Noto Serif"/>
                <a:ea typeface="Noto Serif"/>
                <a:cs typeface="Noto Serif"/>
              </a:defRPr>
            </a:lvl1pPr>
            <a:lvl2pPr algn="l">
              <a:defRPr sz="3225" b="0">
                <a:solidFill>
                  <a:srgbClr val="192B23"/>
                </a:solidFill>
                <a:latin typeface="Noto Serif"/>
                <a:ea typeface="Noto Serif"/>
                <a:cs typeface="Noto Serif"/>
              </a:defRPr>
            </a:lvl2pPr>
            <a:lvl3pPr algn="l">
              <a:defRPr sz="3225" b="0">
                <a:solidFill>
                  <a:srgbClr val="192B23"/>
                </a:solidFill>
                <a:latin typeface="Noto Serif"/>
                <a:ea typeface="Noto Serif"/>
                <a:cs typeface="Noto Serif"/>
              </a:defRPr>
            </a:lvl3pPr>
            <a:lvl4pPr algn="l">
              <a:defRPr sz="3225" b="0">
                <a:solidFill>
                  <a:srgbClr val="192B23"/>
                </a:solidFill>
                <a:latin typeface="Noto Serif"/>
                <a:ea typeface="Noto Serif"/>
                <a:cs typeface="Noto Serif"/>
              </a:defRPr>
            </a:lvl4pPr>
            <a:lvl5pPr algn="l">
              <a:defRPr sz="3225" b="0">
                <a:solidFill>
                  <a:srgbClr val="192B23"/>
                </a:solidFill>
                <a:latin typeface="Noto Serif"/>
                <a:ea typeface="Noto Serif"/>
                <a:cs typeface="Noto Serif"/>
              </a:defRPr>
            </a:lvl5pPr>
            <a:lvl6pPr algn="l">
              <a:defRPr sz="3225" b="0">
                <a:solidFill>
                  <a:srgbClr val="192B23"/>
                </a:solidFill>
                <a:latin typeface="Noto Serif"/>
                <a:ea typeface="Noto Serif"/>
                <a:cs typeface="Noto Serif"/>
              </a:defRPr>
            </a:lvl6pPr>
            <a:lvl7pPr algn="l">
              <a:defRPr sz="3225" b="0">
                <a:solidFill>
                  <a:srgbClr val="192B23"/>
                </a:solidFill>
                <a:latin typeface="Noto Serif"/>
                <a:ea typeface="Noto Serif"/>
                <a:cs typeface="Noto Serif"/>
              </a:defRPr>
            </a:lvl7pPr>
            <a:lvl8pPr algn="l">
              <a:defRPr sz="3225" b="0">
                <a:solidFill>
                  <a:srgbClr val="192B23"/>
                </a:solidFill>
                <a:latin typeface="Noto Serif"/>
                <a:ea typeface="Noto Serif"/>
                <a:cs typeface="Noto Serif"/>
              </a:defRPr>
            </a:lvl8pPr>
            <a:lvl9pPr algn="l">
              <a:defRPr sz="3225" b="0">
                <a:solidFill>
                  <a:srgbClr val="192B23"/>
                </a:solidFill>
                <a:latin typeface="Noto Serif"/>
                <a:ea typeface="Noto Serif"/>
                <a:cs typeface="Noto Serif"/>
              </a:defRPr>
            </a:lvl9pPr>
          </a:lstStyle>
          <a:p xmlns:a="http://schemas.openxmlformats.org/drawingml/2006/main">
            <a:pPr algn="l">
              <a:defRPr sz="3225" b="0">
                <a:solidFill>
                  <a:srgbClr val="192B23"/>
                </a:solidFill>
                <a:latin typeface="Noto Serif"/>
                <a:ea typeface="Noto Serif"/>
                <a:cs typeface="Noto Serif"/>
              </a:defRPr>
            </a:pPr>
            <a:r>
              <a:rPr sz="3225" b="0">
                <a:solidFill>
                  <a:srgbClr val="192B23"/>
                </a:solidFill>
                <a:latin typeface="Noto Serif"/>
                <a:ea typeface="Noto Serif"/>
                <a:cs typeface="Noto Serif"/>
              </a:rPr>
              <a:t>Lessons and next improvements</a:t>
            </a:r>
          </a:p>
        </p:txBody>
      </p:sp>
      <p:sp>
        <p:nvSpPr>
          <p:cNvPr id="3" name="">
            <a:extLst xmlns:a="http://schemas.openxmlformats.org/drawingml/2006/main">
              <a:ext uri="{FF2B5EF4-FFF2-40B4-BE49-F238E27FC236}">
                <a16:creationId xmlns:a16="http://schemas.microsoft.com/office/drawing/2014/main" id="{0233C951-1EC5-494E-B210-CBDEC5038470}"/>
              </a:ext>
            </a:extLst>
          </p:cNvPr>
          <p:cNvSpPr>
            <a:spLocks xmlns:a="http://schemas.openxmlformats.org/drawingml/2006/main" noGrp="1"/>
          </p:cNvSpPr>
          <p:nvPr/>
        </p:nvSpPr>
        <p:spPr>
          <a:xfrm xmlns:a="http://schemas.openxmlformats.org/drawingml/2006/main">
            <a:off x="11258550" y="4191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lgn="r">
              <a:defRPr sz="1050" b="1">
                <a:solidFill>
                  <a:srgbClr val="617369"/>
                </a:solidFill>
                <a:latin typeface="Noto Sans"/>
                <a:ea typeface="Noto Sans"/>
                <a:cs typeface="Noto Sans"/>
              </a:defRPr>
            </a:defPPr>
            <a:lvl1pPr algn="r">
              <a:defRPr sz="1050" b="1">
                <a:solidFill>
                  <a:srgbClr val="617369"/>
                </a:solidFill>
                <a:latin typeface="Noto Sans"/>
                <a:ea typeface="Noto Sans"/>
                <a:cs typeface="Noto Sans"/>
              </a:defRPr>
            </a:lvl1pPr>
            <a:lvl2pPr algn="r">
              <a:defRPr sz="1050" b="1">
                <a:solidFill>
                  <a:srgbClr val="617369"/>
                </a:solidFill>
                <a:latin typeface="Noto Sans"/>
                <a:ea typeface="Noto Sans"/>
                <a:cs typeface="Noto Sans"/>
              </a:defRPr>
            </a:lvl2pPr>
            <a:lvl3pPr algn="r">
              <a:defRPr sz="1050" b="1">
                <a:solidFill>
                  <a:srgbClr val="617369"/>
                </a:solidFill>
                <a:latin typeface="Noto Sans"/>
                <a:ea typeface="Noto Sans"/>
                <a:cs typeface="Noto Sans"/>
              </a:defRPr>
            </a:lvl3pPr>
            <a:lvl4pPr algn="r">
              <a:defRPr sz="1050" b="1">
                <a:solidFill>
                  <a:srgbClr val="617369"/>
                </a:solidFill>
                <a:latin typeface="Noto Sans"/>
                <a:ea typeface="Noto Sans"/>
                <a:cs typeface="Noto Sans"/>
              </a:defRPr>
            </a:lvl4pPr>
            <a:lvl5pPr algn="r">
              <a:defRPr sz="1050" b="1">
                <a:solidFill>
                  <a:srgbClr val="617369"/>
                </a:solidFill>
                <a:latin typeface="Noto Sans"/>
                <a:ea typeface="Noto Sans"/>
                <a:cs typeface="Noto Sans"/>
              </a:defRPr>
            </a:lvl5pPr>
            <a:lvl6pPr algn="r">
              <a:defRPr sz="1050" b="1">
                <a:solidFill>
                  <a:srgbClr val="617369"/>
                </a:solidFill>
                <a:latin typeface="Noto Sans"/>
                <a:ea typeface="Noto Sans"/>
                <a:cs typeface="Noto Sans"/>
              </a:defRPr>
            </a:lvl6pPr>
            <a:lvl7pPr algn="r">
              <a:defRPr sz="1050" b="1">
                <a:solidFill>
                  <a:srgbClr val="617369"/>
                </a:solidFill>
                <a:latin typeface="Noto Sans"/>
                <a:ea typeface="Noto Sans"/>
                <a:cs typeface="Noto Sans"/>
              </a:defRPr>
            </a:lvl7pPr>
            <a:lvl8pPr algn="r">
              <a:defRPr sz="1050" b="1">
                <a:solidFill>
                  <a:srgbClr val="617369"/>
                </a:solidFill>
                <a:latin typeface="Noto Sans"/>
                <a:ea typeface="Noto Sans"/>
                <a:cs typeface="Noto Sans"/>
              </a:defRPr>
            </a:lvl8pPr>
            <a:lvl9pPr algn="r">
              <a:defRPr sz="1050" b="1">
                <a:solidFill>
                  <a:srgbClr val="617369"/>
                </a:solidFill>
                <a:latin typeface="Noto Sans"/>
                <a:ea typeface="Noto Sans"/>
                <a:cs typeface="Noto Sans"/>
              </a:defRPr>
            </a:lvl9pPr>
          </a:lstStyle>
          <a:p xmlns:a="http://schemas.openxmlformats.org/drawingml/2006/main">
            <a:pPr algn="r">
              <a:defRPr sz="1050" b="1">
                <a:solidFill>
                  <a:srgbClr val="617369"/>
                </a:solidFill>
                <a:latin typeface="Noto Sans"/>
                <a:ea typeface="Noto Sans"/>
                <a:cs typeface="Noto Sans"/>
              </a:defRPr>
            </a:pPr>
            <a:r>
              <a:rPr sz="1050" b="1">
                <a:solidFill>
                  <a:srgbClr val="617369"/>
                </a:solidFill>
                <a:latin typeface="Noto Sans"/>
                <a:ea typeface="Noto Sans"/>
                <a:cs typeface="Noto Sans"/>
              </a:rPr>
              <a:t>19</a:t>
            </a:r>
          </a:p>
        </p:txBody>
      </p:sp>
      <p:sp>
        <p:nvSpPr>
          <p:cNvPr id="4" name="">
            <a:extLst xmlns:a="http://schemas.openxmlformats.org/drawingml/2006/main">
              <a:ext uri="{FF2B5EF4-FFF2-40B4-BE49-F238E27FC236}">
                <a16:creationId xmlns:a16="http://schemas.microsoft.com/office/drawing/2014/main" id="{54D5CFCE-4542-4D37-82D5-914393E73E15}"/>
              </a:ext>
            </a:extLst>
          </p:cNvPr>
          <p:cNvSpPr>
            <a:spLocks xmlns:a="http://schemas.openxmlformats.org/drawingml/2006/main" noGrp="1"/>
          </p:cNvSpPr>
          <p:nvPr/>
        </p:nvSpPr>
        <p:spPr>
          <a:xfrm xmlns:a="http://schemas.openxmlformats.org/drawingml/2006/main">
            <a:off x="609600" y="1219200"/>
            <a:ext cx="10972800" cy="0"/>
          </a:xfrm>
          <a:prstGeom xmlns:a="http://schemas.openxmlformats.org/drawingml/2006/main" prst="line">
            <a:avLst/>
          </a:prstGeom>
          <a:noFill xmlns:a="http://schemas.openxmlformats.org/drawingml/2006/main"/>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5CA2ED73-7F42-48A1-816B-99263A693B36}"/>
              </a:ext>
            </a:extLst>
          </p:cNvPr>
          <p:cNvSpPr>
            <a:spLocks xmlns:a="http://schemas.openxmlformats.org/drawingml/2006/main" noGrp="1"/>
          </p:cNvSpPr>
          <p:nvPr/>
        </p:nvSpPr>
        <p:spPr>
          <a:xfrm xmlns:a="http://schemas.openxmlformats.org/drawingml/2006/main">
            <a:off x="609600" y="140970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lgn="l">
              <a:defRPr sz="1650" b="0">
                <a:solidFill>
                  <a:srgbClr val="617369"/>
                </a:solidFill>
                <a:latin typeface="Noto Sans"/>
                <a:ea typeface="Noto Sans"/>
                <a:cs typeface="Noto Sans"/>
              </a:defRPr>
            </a:defPPr>
            <a:lvl1pPr algn="l">
              <a:defRPr sz="1650" b="0">
                <a:solidFill>
                  <a:srgbClr val="617369"/>
                </a:solidFill>
                <a:latin typeface="Noto Sans"/>
                <a:ea typeface="Noto Sans"/>
                <a:cs typeface="Noto Sans"/>
              </a:defRPr>
            </a:lvl1pPr>
            <a:lvl2pPr algn="l">
              <a:defRPr sz="1650" b="0">
                <a:solidFill>
                  <a:srgbClr val="617369"/>
                </a:solidFill>
                <a:latin typeface="Noto Sans"/>
                <a:ea typeface="Noto Sans"/>
                <a:cs typeface="Noto Sans"/>
              </a:defRPr>
            </a:lvl2pPr>
            <a:lvl3pPr algn="l">
              <a:defRPr sz="1650" b="0">
                <a:solidFill>
                  <a:srgbClr val="617369"/>
                </a:solidFill>
                <a:latin typeface="Noto Sans"/>
                <a:ea typeface="Noto Sans"/>
                <a:cs typeface="Noto Sans"/>
              </a:defRPr>
            </a:lvl3pPr>
            <a:lvl4pPr algn="l">
              <a:defRPr sz="1650" b="0">
                <a:solidFill>
                  <a:srgbClr val="617369"/>
                </a:solidFill>
                <a:latin typeface="Noto Sans"/>
                <a:ea typeface="Noto Sans"/>
                <a:cs typeface="Noto Sans"/>
              </a:defRPr>
            </a:lvl4pPr>
            <a:lvl5pPr algn="l">
              <a:defRPr sz="1650" b="0">
                <a:solidFill>
                  <a:srgbClr val="617369"/>
                </a:solidFill>
                <a:latin typeface="Noto Sans"/>
                <a:ea typeface="Noto Sans"/>
                <a:cs typeface="Noto Sans"/>
              </a:defRPr>
            </a:lvl5pPr>
            <a:lvl6pPr algn="l">
              <a:defRPr sz="1650" b="0">
                <a:solidFill>
                  <a:srgbClr val="617369"/>
                </a:solidFill>
                <a:latin typeface="Noto Sans"/>
                <a:ea typeface="Noto Sans"/>
                <a:cs typeface="Noto Sans"/>
              </a:defRPr>
            </a:lvl6pPr>
            <a:lvl7pPr algn="l">
              <a:defRPr sz="1650" b="0">
                <a:solidFill>
                  <a:srgbClr val="617369"/>
                </a:solidFill>
                <a:latin typeface="Noto Sans"/>
                <a:ea typeface="Noto Sans"/>
                <a:cs typeface="Noto Sans"/>
              </a:defRPr>
            </a:lvl7pPr>
            <a:lvl8pPr algn="l">
              <a:defRPr sz="1650" b="0">
                <a:solidFill>
                  <a:srgbClr val="617369"/>
                </a:solidFill>
                <a:latin typeface="Noto Sans"/>
                <a:ea typeface="Noto Sans"/>
                <a:cs typeface="Noto Sans"/>
              </a:defRPr>
            </a:lvl8pPr>
            <a:lvl9pPr algn="l">
              <a:defRPr sz="1650" b="0">
                <a:solidFill>
                  <a:srgbClr val="617369"/>
                </a:solidFill>
                <a:latin typeface="Noto Sans"/>
                <a:ea typeface="Noto Sans"/>
                <a:cs typeface="Noto Sans"/>
              </a:defRPr>
            </a:lvl9pPr>
          </a:lstStyle>
          <a:p xmlns:a="http://schemas.openxmlformats.org/drawingml/2006/main">
            <a:pPr algn="l">
              <a:defRPr sz="1650" b="0">
                <a:solidFill>
                  <a:srgbClr val="617369"/>
                </a:solidFill>
                <a:latin typeface="Noto Sans"/>
                <a:ea typeface="Noto Sans"/>
                <a:cs typeface="Noto Sans"/>
              </a:defRPr>
            </a:pPr>
            <a:r>
              <a:rPr sz="1650" b="0">
                <a:solidFill>
                  <a:srgbClr val="617369"/>
                </a:solidFill>
                <a:latin typeface="Noto Sans"/>
                <a:ea typeface="Noto Sans"/>
                <a:cs typeface="Noto Sans"/>
              </a:rPr>
              <a:t>What I learned while building the CODITENT backend</a:t>
            </a:r>
          </a:p>
        </p:txBody>
      </p:sp>
      <p:sp>
        <p:nvSpPr>
          <p:cNvPr id="6" name="">
            <a:extLst xmlns:a="http://schemas.openxmlformats.org/drawingml/2006/main">
              <a:ext uri="{FF2B5EF4-FFF2-40B4-BE49-F238E27FC236}">
                <a16:creationId xmlns:a16="http://schemas.microsoft.com/office/drawing/2014/main" id="{718E6406-19E1-4342-B1D3-07BAC783687A}"/>
              </a:ext>
            </a:extLst>
          </p:cNvPr>
          <p:cNvSpPr>
            <a:spLocks xmlns:a="http://schemas.openxmlformats.org/drawingml/2006/main" noGrp="1"/>
          </p:cNvSpPr>
          <p:nvPr/>
        </p:nvSpPr>
        <p:spPr>
          <a:xfrm xmlns:a="http://schemas.openxmlformats.org/drawingml/2006/main">
            <a:off x="609600" y="201930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C9F29C0-9DBD-4AB2-950D-58B9753888BC}"/>
              </a:ext>
            </a:extLst>
          </p:cNvPr>
          <p:cNvSpPr>
            <a:spLocks xmlns:a="http://schemas.openxmlformats.org/drawingml/2006/main" noGrp="1"/>
          </p:cNvSpPr>
          <p:nvPr/>
        </p:nvSpPr>
        <p:spPr>
          <a:xfrm xmlns:a="http://schemas.openxmlformats.org/drawingml/2006/main">
            <a:off x="609600" y="2019300"/>
            <a:ext cx="66675" cy="1104900"/>
          </a:xfrm>
          <a:prstGeom xmlns:a="http://schemas.openxmlformats.org/drawingml/2006/main" prst="roundRect">
            <a:avLst>
              <a:gd name="adj" fmla="val 50000"/>
            </a:avLst>
          </a:prstGeom>
          <a:solidFill xmlns:a="http://schemas.openxmlformats.org/drawingml/2006/main">
            <a:srgbClr val="194D38"/>
          </a:solidFill>
          <a:ln xmlns:a="http://schemas.openxmlformats.org/drawingml/2006/main" w="0">
            <a:solidFill>
              <a:srgbClr val="194D38"/>
            </a:solidFill>
            <a:prstDash val="solid"/>
          </a:ln>
        </p:spPr>
      </p:sp>
      <p:sp>
        <p:nvSpPr>
          <p:cNvPr id="8" name="">
            <a:extLst xmlns:a="http://schemas.openxmlformats.org/drawingml/2006/main">
              <a:ext uri="{FF2B5EF4-FFF2-40B4-BE49-F238E27FC236}">
                <a16:creationId xmlns:a16="http://schemas.microsoft.com/office/drawing/2014/main" id="{A73BAA84-9585-47D0-9A0F-03C673434D2A}"/>
              </a:ext>
            </a:extLst>
          </p:cNvPr>
          <p:cNvSpPr>
            <a:spLocks xmlns:a="http://schemas.openxmlformats.org/drawingml/2006/main" noGrp="1"/>
          </p:cNvSpPr>
          <p:nvPr/>
        </p:nvSpPr>
        <p:spPr>
          <a:xfrm xmlns:a="http://schemas.openxmlformats.org/drawingml/2006/main">
            <a:off x="819150" y="21336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Authorization needs current state</a:t>
            </a:r>
          </a:p>
        </p:txBody>
      </p:sp>
      <p:sp>
        <p:nvSpPr>
          <p:cNvPr id="9" name="">
            <a:extLst xmlns:a="http://schemas.openxmlformats.org/drawingml/2006/main">
              <a:ext uri="{FF2B5EF4-FFF2-40B4-BE49-F238E27FC236}">
                <a16:creationId xmlns:a16="http://schemas.microsoft.com/office/drawing/2014/main" id="{08A8F59E-4CD2-42C6-B3D7-8136F198751F}"/>
              </a:ext>
            </a:extLst>
          </p:cNvPr>
          <p:cNvSpPr>
            <a:spLocks xmlns:a="http://schemas.openxmlformats.org/drawingml/2006/main" noGrp="1"/>
          </p:cNvSpPr>
          <p:nvPr/>
        </p:nvSpPr>
        <p:spPr>
          <a:xfrm xmlns:a="http://schemas.openxmlformats.org/drawingml/2006/main">
            <a:off x="819150" y="24288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 valid token cannot replace role, tenant and ownership checks</a:t>
            </a:r>
          </a:p>
        </p:txBody>
      </p:sp>
      <p:sp>
        <p:nvSpPr>
          <p:cNvPr id="10" name="">
            <a:extLst xmlns:a="http://schemas.openxmlformats.org/drawingml/2006/main">
              <a:ext uri="{FF2B5EF4-FFF2-40B4-BE49-F238E27FC236}">
                <a16:creationId xmlns:a16="http://schemas.microsoft.com/office/drawing/2014/main" id="{2CBE4988-0FE3-490C-B1D2-0A45EB54B251}"/>
              </a:ext>
            </a:extLst>
          </p:cNvPr>
          <p:cNvSpPr>
            <a:spLocks xmlns:a="http://schemas.openxmlformats.org/drawingml/2006/main" noGrp="1"/>
          </p:cNvSpPr>
          <p:nvPr/>
        </p:nvSpPr>
        <p:spPr>
          <a:xfrm xmlns:a="http://schemas.openxmlformats.org/drawingml/2006/main">
            <a:off x="609600" y="333375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5A419E78-EA90-477B-91D6-DA00B96E86A3}"/>
              </a:ext>
            </a:extLst>
          </p:cNvPr>
          <p:cNvSpPr>
            <a:spLocks xmlns:a="http://schemas.openxmlformats.org/drawingml/2006/main" noGrp="1"/>
          </p:cNvSpPr>
          <p:nvPr/>
        </p:nvSpPr>
        <p:spPr>
          <a:xfrm xmlns:a="http://schemas.openxmlformats.org/drawingml/2006/main">
            <a:off x="609600" y="3333750"/>
            <a:ext cx="66675" cy="1104900"/>
          </a:xfrm>
          <a:prstGeom xmlns:a="http://schemas.openxmlformats.org/drawingml/2006/main" prst="roundRect">
            <a:avLst>
              <a:gd name="adj" fmla="val 50000"/>
            </a:avLst>
          </a:prstGeom>
          <a:solidFill xmlns:a="http://schemas.openxmlformats.org/drawingml/2006/main">
            <a:srgbClr val="28734D"/>
          </a:solidFill>
          <a:ln xmlns:a="http://schemas.openxmlformats.org/drawingml/2006/main" w="0">
            <a:solidFill>
              <a:srgbClr val="28734D"/>
            </a:solidFill>
            <a:prstDash val="solid"/>
          </a:ln>
        </p:spPr>
      </p:sp>
      <p:sp>
        <p:nvSpPr>
          <p:cNvPr id="12" name="">
            <a:extLst xmlns:a="http://schemas.openxmlformats.org/drawingml/2006/main">
              <a:ext uri="{FF2B5EF4-FFF2-40B4-BE49-F238E27FC236}">
                <a16:creationId xmlns:a16="http://schemas.microsoft.com/office/drawing/2014/main" id="{EE43285E-2019-48A3-B858-A1AD779A3162}"/>
              </a:ext>
            </a:extLst>
          </p:cNvPr>
          <p:cNvSpPr>
            <a:spLocks xmlns:a="http://schemas.openxmlformats.org/drawingml/2006/main" noGrp="1"/>
          </p:cNvSpPr>
          <p:nvPr/>
        </p:nvSpPr>
        <p:spPr>
          <a:xfrm xmlns:a="http://schemas.openxmlformats.org/drawingml/2006/main">
            <a:off x="819150" y="344805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Database rules support security</a:t>
            </a:r>
          </a:p>
        </p:txBody>
      </p:sp>
      <p:sp>
        <p:nvSpPr>
          <p:cNvPr id="13" name="">
            <a:extLst xmlns:a="http://schemas.openxmlformats.org/drawingml/2006/main">
              <a:ext uri="{FF2B5EF4-FFF2-40B4-BE49-F238E27FC236}">
                <a16:creationId xmlns:a16="http://schemas.microsoft.com/office/drawing/2014/main" id="{976A56E6-6228-4230-B887-1AABBBCFB855}"/>
              </a:ext>
            </a:extLst>
          </p:cNvPr>
          <p:cNvSpPr>
            <a:spLocks xmlns:a="http://schemas.openxmlformats.org/drawingml/2006/main" noGrp="1"/>
          </p:cNvSpPr>
          <p:nvPr/>
        </p:nvSpPr>
        <p:spPr>
          <a:xfrm xmlns:a="http://schemas.openxmlformats.org/drawingml/2006/main">
            <a:off x="819150" y="374332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Constraints and transactions protect workflows when application code fails</a:t>
            </a:r>
          </a:p>
        </p:txBody>
      </p:sp>
      <p:sp>
        <p:nvSpPr>
          <p:cNvPr id="14" name="">
            <a:extLst xmlns:a="http://schemas.openxmlformats.org/drawingml/2006/main">
              <a:ext uri="{FF2B5EF4-FFF2-40B4-BE49-F238E27FC236}">
                <a16:creationId xmlns:a16="http://schemas.microsoft.com/office/drawing/2014/main" id="{F74CE6EC-ECAE-4B22-BB8C-20AC525725E2}"/>
              </a:ext>
            </a:extLst>
          </p:cNvPr>
          <p:cNvSpPr>
            <a:spLocks xmlns:a="http://schemas.openxmlformats.org/drawingml/2006/main" noGrp="1"/>
          </p:cNvSpPr>
          <p:nvPr/>
        </p:nvSpPr>
        <p:spPr>
          <a:xfrm xmlns:a="http://schemas.openxmlformats.org/drawingml/2006/main">
            <a:off x="609600" y="4648200"/>
            <a:ext cx="5143500" cy="1104900"/>
          </a:xfrm>
          <a:prstGeom xmlns:a="http://schemas.openxmlformats.org/drawingml/2006/main" prst="roundRect">
            <a:avLst>
              <a:gd name="adj" fmla="val 10345"/>
            </a:avLst>
          </a:prstGeom>
          <a:solidFill xmlns:a="http://schemas.openxmlformats.org/drawingml/2006/main">
            <a:srgbClr val="FFFEFA"/>
          </a:solidFill>
          <a:ln xmlns:a="http://schemas.openxmlformats.org/drawingml/2006/main" w="11430">
            <a:solidFill>
              <a:srgbClr val="CFDB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D5180615-3C3B-4448-A270-BEE992C91217}"/>
              </a:ext>
            </a:extLst>
          </p:cNvPr>
          <p:cNvSpPr>
            <a:spLocks xmlns:a="http://schemas.openxmlformats.org/drawingml/2006/main" noGrp="1"/>
          </p:cNvSpPr>
          <p:nvPr/>
        </p:nvSpPr>
        <p:spPr>
          <a:xfrm xmlns:a="http://schemas.openxmlformats.org/drawingml/2006/main">
            <a:off x="609600" y="4648200"/>
            <a:ext cx="66675" cy="110490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16" name="">
            <a:extLst xmlns:a="http://schemas.openxmlformats.org/drawingml/2006/main">
              <a:ext uri="{FF2B5EF4-FFF2-40B4-BE49-F238E27FC236}">
                <a16:creationId xmlns:a16="http://schemas.microsoft.com/office/drawing/2014/main" id="{CDF1BE12-FBE5-441D-870F-D6710BEB7E71}"/>
              </a:ext>
            </a:extLst>
          </p:cNvPr>
          <p:cNvSpPr>
            <a:spLocks xmlns:a="http://schemas.openxmlformats.org/drawingml/2006/main" noGrp="1"/>
          </p:cNvSpPr>
          <p:nvPr/>
        </p:nvSpPr>
        <p:spPr>
          <a:xfrm xmlns:a="http://schemas.openxmlformats.org/drawingml/2006/main">
            <a:off x="819150" y="4762500"/>
            <a:ext cx="481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016"/>
          </a:bodyPr>
          <a:lstStyle xmlns:a="http://schemas.openxmlformats.org/drawingml/2006/main">
            <a:defPPr algn="l">
              <a:defRPr sz="1575" b="1">
                <a:solidFill>
                  <a:srgbClr val="192B23"/>
                </a:solidFill>
                <a:latin typeface="Noto Sans"/>
                <a:ea typeface="Noto Sans"/>
                <a:cs typeface="Noto Sans"/>
              </a:defRPr>
            </a:defPPr>
            <a:lvl1pPr algn="l">
              <a:defRPr sz="1575" b="1">
                <a:solidFill>
                  <a:srgbClr val="192B23"/>
                </a:solidFill>
                <a:latin typeface="Noto Sans"/>
                <a:ea typeface="Noto Sans"/>
                <a:cs typeface="Noto Sans"/>
              </a:defRPr>
            </a:lvl1pPr>
            <a:lvl2pPr algn="l">
              <a:defRPr sz="1575" b="1">
                <a:solidFill>
                  <a:srgbClr val="192B23"/>
                </a:solidFill>
                <a:latin typeface="Noto Sans"/>
                <a:ea typeface="Noto Sans"/>
                <a:cs typeface="Noto Sans"/>
              </a:defRPr>
            </a:lvl2pPr>
            <a:lvl3pPr algn="l">
              <a:defRPr sz="1575" b="1">
                <a:solidFill>
                  <a:srgbClr val="192B23"/>
                </a:solidFill>
                <a:latin typeface="Noto Sans"/>
                <a:ea typeface="Noto Sans"/>
                <a:cs typeface="Noto Sans"/>
              </a:defRPr>
            </a:lvl3pPr>
            <a:lvl4pPr algn="l">
              <a:defRPr sz="1575" b="1">
                <a:solidFill>
                  <a:srgbClr val="192B23"/>
                </a:solidFill>
                <a:latin typeface="Noto Sans"/>
                <a:ea typeface="Noto Sans"/>
                <a:cs typeface="Noto Sans"/>
              </a:defRPr>
            </a:lvl4pPr>
            <a:lvl5pPr algn="l">
              <a:defRPr sz="1575" b="1">
                <a:solidFill>
                  <a:srgbClr val="192B23"/>
                </a:solidFill>
                <a:latin typeface="Noto Sans"/>
                <a:ea typeface="Noto Sans"/>
                <a:cs typeface="Noto Sans"/>
              </a:defRPr>
            </a:lvl5pPr>
            <a:lvl6pPr algn="l">
              <a:defRPr sz="1575" b="1">
                <a:solidFill>
                  <a:srgbClr val="192B23"/>
                </a:solidFill>
                <a:latin typeface="Noto Sans"/>
                <a:ea typeface="Noto Sans"/>
                <a:cs typeface="Noto Sans"/>
              </a:defRPr>
            </a:lvl6pPr>
            <a:lvl7pPr algn="l">
              <a:defRPr sz="1575" b="1">
                <a:solidFill>
                  <a:srgbClr val="192B23"/>
                </a:solidFill>
                <a:latin typeface="Noto Sans"/>
                <a:ea typeface="Noto Sans"/>
                <a:cs typeface="Noto Sans"/>
              </a:defRPr>
            </a:lvl7pPr>
            <a:lvl8pPr algn="l">
              <a:defRPr sz="1575" b="1">
                <a:solidFill>
                  <a:srgbClr val="192B23"/>
                </a:solidFill>
                <a:latin typeface="Noto Sans"/>
                <a:ea typeface="Noto Sans"/>
                <a:cs typeface="Noto Sans"/>
              </a:defRPr>
            </a:lvl8pPr>
            <a:lvl9pPr algn="l">
              <a:defRPr sz="1575" b="1">
                <a:solidFill>
                  <a:srgbClr val="192B23"/>
                </a:solidFill>
                <a:latin typeface="Noto Sans"/>
                <a:ea typeface="Noto Sans"/>
                <a:cs typeface="Noto Sans"/>
              </a:defRPr>
            </a:lvl9pPr>
          </a:lstStyle>
          <a:p xmlns:a="http://schemas.openxmlformats.org/drawingml/2006/main">
            <a:pPr algn="l">
              <a:defRPr sz="1575" b="1">
                <a:solidFill>
                  <a:srgbClr val="192B23"/>
                </a:solidFill>
                <a:latin typeface="Noto Sans"/>
                <a:ea typeface="Noto Sans"/>
                <a:cs typeface="Noto Sans"/>
              </a:defRPr>
            </a:pPr>
            <a:r>
              <a:rPr sz="1575" b="1">
                <a:solidFill>
                  <a:srgbClr val="192B23"/>
                </a:solidFill>
                <a:latin typeface="Noto Sans"/>
                <a:ea typeface="Noto Sans"/>
                <a:cs typeface="Noto Sans"/>
              </a:rPr>
              <a:t>Slow work needs durability</a:t>
            </a:r>
          </a:p>
        </p:txBody>
      </p:sp>
      <p:sp>
        <p:nvSpPr>
          <p:cNvPr id="17" name="">
            <a:extLst xmlns:a="http://schemas.openxmlformats.org/drawingml/2006/main">
              <a:ext uri="{FF2B5EF4-FFF2-40B4-BE49-F238E27FC236}">
                <a16:creationId xmlns:a16="http://schemas.microsoft.com/office/drawing/2014/main" id="{447F23D7-BE2B-48EA-AB29-A8F231D629C8}"/>
              </a:ext>
            </a:extLst>
          </p:cNvPr>
          <p:cNvSpPr>
            <a:spLocks xmlns:a="http://schemas.openxmlformats.org/drawingml/2006/main" noGrp="1"/>
          </p:cNvSpPr>
          <p:nvPr/>
        </p:nvSpPr>
        <p:spPr>
          <a:xfrm xmlns:a="http://schemas.openxmlformats.org/drawingml/2006/main">
            <a:off x="819150" y="5057775"/>
            <a:ext cx="4819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Outboxes and workers protect AI and email jobs from process restarts</a:t>
            </a:r>
          </a:p>
        </p:txBody>
      </p:sp>
      <p:sp>
        <p:nvSpPr>
          <p:cNvPr id="18" name="">
            <a:extLst xmlns:a="http://schemas.openxmlformats.org/drawingml/2006/main">
              <a:ext uri="{FF2B5EF4-FFF2-40B4-BE49-F238E27FC236}">
                <a16:creationId xmlns:a16="http://schemas.microsoft.com/office/drawing/2014/main" id="{1864D356-BD55-413F-9608-83778244B32D}"/>
              </a:ext>
            </a:extLst>
          </p:cNvPr>
          <p:cNvSpPr>
            <a:spLocks xmlns:a="http://schemas.openxmlformats.org/drawingml/2006/main" noGrp="1"/>
          </p:cNvSpPr>
          <p:nvPr/>
        </p:nvSpPr>
        <p:spPr>
          <a:xfrm xmlns:a="http://schemas.openxmlformats.org/drawingml/2006/main">
            <a:off x="6667500" y="20193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571"/>
          </a:bodyPr>
          <a:lstStyle xmlns:a="http://schemas.openxmlformats.org/drawingml/2006/main">
            <a:defPPr algn="l">
              <a:defRPr sz="2100" b="1">
                <a:solidFill>
                  <a:srgbClr val="9B651B"/>
                </a:solidFill>
                <a:latin typeface="Noto Sans"/>
                <a:ea typeface="Noto Sans"/>
                <a:cs typeface="Noto Sans"/>
              </a:defRPr>
            </a:defPPr>
            <a:lvl1pPr algn="l">
              <a:defRPr sz="2100" b="1">
                <a:solidFill>
                  <a:srgbClr val="9B651B"/>
                </a:solidFill>
                <a:latin typeface="Noto Sans"/>
                <a:ea typeface="Noto Sans"/>
                <a:cs typeface="Noto Sans"/>
              </a:defRPr>
            </a:lvl1pPr>
            <a:lvl2pPr algn="l">
              <a:defRPr sz="2100" b="1">
                <a:solidFill>
                  <a:srgbClr val="9B651B"/>
                </a:solidFill>
                <a:latin typeface="Noto Sans"/>
                <a:ea typeface="Noto Sans"/>
                <a:cs typeface="Noto Sans"/>
              </a:defRPr>
            </a:lvl2pPr>
            <a:lvl3pPr algn="l">
              <a:defRPr sz="2100" b="1">
                <a:solidFill>
                  <a:srgbClr val="9B651B"/>
                </a:solidFill>
                <a:latin typeface="Noto Sans"/>
                <a:ea typeface="Noto Sans"/>
                <a:cs typeface="Noto Sans"/>
              </a:defRPr>
            </a:lvl3pPr>
            <a:lvl4pPr algn="l">
              <a:defRPr sz="2100" b="1">
                <a:solidFill>
                  <a:srgbClr val="9B651B"/>
                </a:solidFill>
                <a:latin typeface="Noto Sans"/>
                <a:ea typeface="Noto Sans"/>
                <a:cs typeface="Noto Sans"/>
              </a:defRPr>
            </a:lvl4pPr>
            <a:lvl5pPr algn="l">
              <a:defRPr sz="2100" b="1">
                <a:solidFill>
                  <a:srgbClr val="9B651B"/>
                </a:solidFill>
                <a:latin typeface="Noto Sans"/>
                <a:ea typeface="Noto Sans"/>
                <a:cs typeface="Noto Sans"/>
              </a:defRPr>
            </a:lvl5pPr>
            <a:lvl6pPr algn="l">
              <a:defRPr sz="2100" b="1">
                <a:solidFill>
                  <a:srgbClr val="9B651B"/>
                </a:solidFill>
                <a:latin typeface="Noto Sans"/>
                <a:ea typeface="Noto Sans"/>
                <a:cs typeface="Noto Sans"/>
              </a:defRPr>
            </a:lvl6pPr>
            <a:lvl7pPr algn="l">
              <a:defRPr sz="2100" b="1">
                <a:solidFill>
                  <a:srgbClr val="9B651B"/>
                </a:solidFill>
                <a:latin typeface="Noto Sans"/>
                <a:ea typeface="Noto Sans"/>
                <a:cs typeface="Noto Sans"/>
              </a:defRPr>
            </a:lvl7pPr>
            <a:lvl8pPr algn="l">
              <a:defRPr sz="2100" b="1">
                <a:solidFill>
                  <a:srgbClr val="9B651B"/>
                </a:solidFill>
                <a:latin typeface="Noto Sans"/>
                <a:ea typeface="Noto Sans"/>
                <a:cs typeface="Noto Sans"/>
              </a:defRPr>
            </a:lvl8pPr>
            <a:lvl9pPr algn="l">
              <a:defRPr sz="2100" b="1">
                <a:solidFill>
                  <a:srgbClr val="9B651B"/>
                </a:solidFill>
                <a:latin typeface="Noto Sans"/>
                <a:ea typeface="Noto Sans"/>
                <a:cs typeface="Noto Sans"/>
              </a:defRPr>
            </a:lvl9pPr>
          </a:lstStyle>
          <a:p xmlns:a="http://schemas.openxmlformats.org/drawingml/2006/main">
            <a:pPr algn="l">
              <a:defRPr sz="2100" b="1">
                <a:solidFill>
                  <a:srgbClr val="9B651B"/>
                </a:solidFill>
                <a:latin typeface="Noto Sans"/>
                <a:ea typeface="Noto Sans"/>
                <a:cs typeface="Noto Sans"/>
              </a:defRPr>
            </a:pPr>
            <a:r>
              <a:rPr sz="2100" b="1">
                <a:solidFill>
                  <a:srgbClr val="9B651B"/>
                </a:solidFill>
                <a:latin typeface="Noto Sans"/>
                <a:ea typeface="Noto Sans"/>
                <a:cs typeface="Noto Sans"/>
              </a:rPr>
              <a:t>Next improvements</a:t>
            </a:r>
          </a:p>
        </p:txBody>
      </p:sp>
      <p:sp>
        <p:nvSpPr>
          <p:cNvPr id="19" name="">
            <a:extLst xmlns:a="http://schemas.openxmlformats.org/drawingml/2006/main">
              <a:ext uri="{FF2B5EF4-FFF2-40B4-BE49-F238E27FC236}">
                <a16:creationId xmlns:a16="http://schemas.microsoft.com/office/drawing/2014/main" id="{186D6C24-2D8F-4FD4-8051-B760D323186C}"/>
              </a:ext>
            </a:extLst>
          </p:cNvPr>
          <p:cNvSpPr>
            <a:spLocks xmlns:a="http://schemas.openxmlformats.org/drawingml/2006/main" noGrp="1"/>
          </p:cNvSpPr>
          <p:nvPr/>
        </p:nvSpPr>
        <p:spPr>
          <a:xfrm xmlns:a="http://schemas.openxmlformats.org/drawingml/2006/main">
            <a:off x="6667500" y="26289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01</a:t>
            </a:r>
          </a:p>
        </p:txBody>
      </p:sp>
      <p:sp>
        <p:nvSpPr>
          <p:cNvPr id="20" name="">
            <a:extLst xmlns:a="http://schemas.openxmlformats.org/drawingml/2006/main">
              <a:ext uri="{FF2B5EF4-FFF2-40B4-BE49-F238E27FC236}">
                <a16:creationId xmlns:a16="http://schemas.microsoft.com/office/drawing/2014/main" id="{CE7D7B6C-6B42-4918-A872-EE9F6FB46BCF}"/>
              </a:ext>
            </a:extLst>
          </p:cNvPr>
          <p:cNvSpPr>
            <a:spLocks xmlns:a="http://schemas.openxmlformats.org/drawingml/2006/main" noGrp="1"/>
          </p:cNvSpPr>
          <p:nvPr/>
        </p:nvSpPr>
        <p:spPr>
          <a:xfrm xmlns:a="http://schemas.openxmlformats.org/drawingml/2006/main">
            <a:off x="7162800" y="25717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Expand load and stress testing</a:t>
            </a:r>
          </a:p>
        </p:txBody>
      </p:sp>
      <p:sp>
        <p:nvSpPr>
          <p:cNvPr id="21" name="">
            <a:extLst xmlns:a="http://schemas.openxmlformats.org/drawingml/2006/main">
              <a:ext uri="{FF2B5EF4-FFF2-40B4-BE49-F238E27FC236}">
                <a16:creationId xmlns:a16="http://schemas.microsoft.com/office/drawing/2014/main" id="{6715AE61-0B14-47BB-A00D-6A8A28AC12BC}"/>
              </a:ext>
            </a:extLst>
          </p:cNvPr>
          <p:cNvSpPr>
            <a:spLocks xmlns:a="http://schemas.openxmlformats.org/drawingml/2006/main" noGrp="1"/>
          </p:cNvSpPr>
          <p:nvPr/>
        </p:nvSpPr>
        <p:spPr>
          <a:xfrm xmlns:a="http://schemas.openxmlformats.org/drawingml/2006/main">
            <a:off x="6667500" y="3124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02</a:t>
            </a:r>
          </a:p>
        </p:txBody>
      </p:sp>
      <p:sp>
        <p:nvSpPr>
          <p:cNvPr id="22" name="">
            <a:extLst xmlns:a="http://schemas.openxmlformats.org/drawingml/2006/main">
              <a:ext uri="{FF2B5EF4-FFF2-40B4-BE49-F238E27FC236}">
                <a16:creationId xmlns:a16="http://schemas.microsoft.com/office/drawing/2014/main" id="{800CF04F-397F-4BCA-BB6B-18781070F6A4}"/>
              </a:ext>
            </a:extLst>
          </p:cNvPr>
          <p:cNvSpPr>
            <a:spLocks xmlns:a="http://schemas.openxmlformats.org/drawingml/2006/main" noGrp="1"/>
          </p:cNvSpPr>
          <p:nvPr/>
        </p:nvSpPr>
        <p:spPr>
          <a:xfrm xmlns:a="http://schemas.openxmlformats.org/drawingml/2006/main">
            <a:off x="7162800" y="3067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055"/>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Add distributed tracing across API and workers</a:t>
            </a:r>
          </a:p>
        </p:txBody>
      </p:sp>
      <p:sp>
        <p:nvSpPr>
          <p:cNvPr id="23" name="">
            <a:extLst xmlns:a="http://schemas.openxmlformats.org/drawingml/2006/main">
              <a:ext uri="{FF2B5EF4-FFF2-40B4-BE49-F238E27FC236}">
                <a16:creationId xmlns:a16="http://schemas.microsoft.com/office/drawing/2014/main" id="{2474B771-68DE-4B00-BA0A-A73A33FE06FF}"/>
              </a:ext>
            </a:extLst>
          </p:cNvPr>
          <p:cNvSpPr>
            <a:spLocks xmlns:a="http://schemas.openxmlformats.org/drawingml/2006/main" noGrp="1"/>
          </p:cNvSpPr>
          <p:nvPr/>
        </p:nvSpPr>
        <p:spPr>
          <a:xfrm xmlns:a="http://schemas.openxmlformats.org/drawingml/2006/main">
            <a:off x="6667500" y="3619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03</a:t>
            </a:r>
          </a:p>
        </p:txBody>
      </p:sp>
      <p:sp>
        <p:nvSpPr>
          <p:cNvPr id="24" name="">
            <a:extLst xmlns:a="http://schemas.openxmlformats.org/drawingml/2006/main">
              <a:ext uri="{FF2B5EF4-FFF2-40B4-BE49-F238E27FC236}">
                <a16:creationId xmlns:a16="http://schemas.microsoft.com/office/drawing/2014/main" id="{8FFD8706-097D-4AAF-BEAB-CE0EB032F01B}"/>
              </a:ext>
            </a:extLst>
          </p:cNvPr>
          <p:cNvSpPr>
            <a:spLocks xmlns:a="http://schemas.openxmlformats.org/drawingml/2006/main" noGrp="1"/>
          </p:cNvSpPr>
          <p:nvPr/>
        </p:nvSpPr>
        <p:spPr>
          <a:xfrm xmlns:a="http://schemas.openxmlformats.org/drawingml/2006/main">
            <a:off x="7162800" y="35623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Improve job retry and failure dashboards</a:t>
            </a:r>
          </a:p>
        </p:txBody>
      </p:sp>
      <p:sp>
        <p:nvSpPr>
          <p:cNvPr id="25" name="">
            <a:extLst xmlns:a="http://schemas.openxmlformats.org/drawingml/2006/main">
              <a:ext uri="{FF2B5EF4-FFF2-40B4-BE49-F238E27FC236}">
                <a16:creationId xmlns:a16="http://schemas.microsoft.com/office/drawing/2014/main" id="{DF6C9581-9336-48CB-AB9F-5C9EEEDA427C}"/>
              </a:ext>
            </a:extLst>
          </p:cNvPr>
          <p:cNvSpPr>
            <a:spLocks xmlns:a="http://schemas.openxmlformats.org/drawingml/2006/main" noGrp="1"/>
          </p:cNvSpPr>
          <p:nvPr/>
        </p:nvSpPr>
        <p:spPr>
          <a:xfrm xmlns:a="http://schemas.openxmlformats.org/drawingml/2006/main">
            <a:off x="6667500" y="41148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04</a:t>
            </a:r>
          </a:p>
        </p:txBody>
      </p:sp>
      <p:sp>
        <p:nvSpPr>
          <p:cNvPr id="26" name="">
            <a:extLst xmlns:a="http://schemas.openxmlformats.org/drawingml/2006/main">
              <a:ext uri="{FF2B5EF4-FFF2-40B4-BE49-F238E27FC236}">
                <a16:creationId xmlns:a16="http://schemas.microsoft.com/office/drawing/2014/main" id="{73F3A35E-9273-4EBD-BBF5-023DB0985369}"/>
              </a:ext>
            </a:extLst>
          </p:cNvPr>
          <p:cNvSpPr>
            <a:spLocks xmlns:a="http://schemas.openxmlformats.org/drawingml/2006/main" noGrp="1"/>
          </p:cNvSpPr>
          <p:nvPr/>
        </p:nvSpPr>
        <p:spPr>
          <a:xfrm xmlns:a="http://schemas.openxmlformats.org/drawingml/2006/main">
            <a:off x="7162800" y="40576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Profile expensive queries and indexes</a:t>
            </a:r>
          </a:p>
        </p:txBody>
      </p:sp>
      <p:sp>
        <p:nvSpPr>
          <p:cNvPr id="27" name="">
            <a:extLst xmlns:a="http://schemas.openxmlformats.org/drawingml/2006/main">
              <a:ext uri="{FF2B5EF4-FFF2-40B4-BE49-F238E27FC236}">
                <a16:creationId xmlns:a16="http://schemas.microsoft.com/office/drawing/2014/main" id="{A9E14100-0C10-4211-9E2D-3372ED2F6F82}"/>
              </a:ext>
            </a:extLst>
          </p:cNvPr>
          <p:cNvSpPr>
            <a:spLocks xmlns:a="http://schemas.openxmlformats.org/drawingml/2006/main" noGrp="1"/>
          </p:cNvSpPr>
          <p:nvPr/>
        </p:nvSpPr>
        <p:spPr>
          <a:xfrm xmlns:a="http://schemas.openxmlformats.org/drawingml/2006/main">
            <a:off x="6667500" y="46101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A24DD42C-9931-4115-88D7-CFC684D85ADC}"/>
              </a:ext>
            </a:extLst>
          </p:cNvPr>
          <p:cNvSpPr>
            <a:spLocks xmlns:a="http://schemas.openxmlformats.org/drawingml/2006/main" noGrp="1"/>
          </p:cNvSpPr>
          <p:nvPr/>
        </p:nvSpPr>
        <p:spPr>
          <a:xfrm xmlns:a="http://schemas.openxmlformats.org/drawingml/2006/main">
            <a:off x="7162800" y="45529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425" b="0">
                <a:solidFill>
                  <a:srgbClr val="617369"/>
                </a:solidFill>
                <a:latin typeface="Noto Sans"/>
                <a:ea typeface="Noto Sans"/>
                <a:cs typeface="Noto Sans"/>
              </a:defRPr>
            </a:defPPr>
            <a:lvl1pPr algn="l">
              <a:defRPr sz="1425" b="0">
                <a:solidFill>
                  <a:srgbClr val="617369"/>
                </a:solidFill>
                <a:latin typeface="Noto Sans"/>
                <a:ea typeface="Noto Sans"/>
                <a:cs typeface="Noto Sans"/>
              </a:defRPr>
            </a:lvl1pPr>
            <a:lvl2pPr algn="l">
              <a:defRPr sz="1425" b="0">
                <a:solidFill>
                  <a:srgbClr val="617369"/>
                </a:solidFill>
                <a:latin typeface="Noto Sans"/>
                <a:ea typeface="Noto Sans"/>
                <a:cs typeface="Noto Sans"/>
              </a:defRPr>
            </a:lvl2pPr>
            <a:lvl3pPr algn="l">
              <a:defRPr sz="1425" b="0">
                <a:solidFill>
                  <a:srgbClr val="617369"/>
                </a:solidFill>
                <a:latin typeface="Noto Sans"/>
                <a:ea typeface="Noto Sans"/>
                <a:cs typeface="Noto Sans"/>
              </a:defRPr>
            </a:lvl3pPr>
            <a:lvl4pPr algn="l">
              <a:defRPr sz="1425" b="0">
                <a:solidFill>
                  <a:srgbClr val="617369"/>
                </a:solidFill>
                <a:latin typeface="Noto Sans"/>
                <a:ea typeface="Noto Sans"/>
                <a:cs typeface="Noto Sans"/>
              </a:defRPr>
            </a:lvl4pPr>
            <a:lvl5pPr algn="l">
              <a:defRPr sz="1425" b="0">
                <a:solidFill>
                  <a:srgbClr val="617369"/>
                </a:solidFill>
                <a:latin typeface="Noto Sans"/>
                <a:ea typeface="Noto Sans"/>
                <a:cs typeface="Noto Sans"/>
              </a:defRPr>
            </a:lvl5pPr>
            <a:lvl6pPr algn="l">
              <a:defRPr sz="1425" b="0">
                <a:solidFill>
                  <a:srgbClr val="617369"/>
                </a:solidFill>
                <a:latin typeface="Noto Sans"/>
                <a:ea typeface="Noto Sans"/>
                <a:cs typeface="Noto Sans"/>
              </a:defRPr>
            </a:lvl6pPr>
            <a:lvl7pPr algn="l">
              <a:defRPr sz="1425" b="0">
                <a:solidFill>
                  <a:srgbClr val="617369"/>
                </a:solidFill>
                <a:latin typeface="Noto Sans"/>
                <a:ea typeface="Noto Sans"/>
                <a:cs typeface="Noto Sans"/>
              </a:defRPr>
            </a:lvl7pPr>
            <a:lvl8pPr algn="l">
              <a:defRPr sz="1425" b="0">
                <a:solidFill>
                  <a:srgbClr val="617369"/>
                </a:solidFill>
                <a:latin typeface="Noto Sans"/>
                <a:ea typeface="Noto Sans"/>
                <a:cs typeface="Noto Sans"/>
              </a:defRPr>
            </a:lvl8pPr>
            <a:lvl9pPr algn="l">
              <a:defRPr sz="1425" b="0">
                <a:solidFill>
                  <a:srgbClr val="617369"/>
                </a:solidFill>
                <a:latin typeface="Noto Sans"/>
                <a:ea typeface="Noto Sans"/>
                <a:cs typeface="Noto Sans"/>
              </a:defRPr>
            </a:lvl9pPr>
          </a:lstStyle>
          <a:p xmlns:a="http://schemas.openxmlformats.org/drawingml/2006/main">
            <a:pPr algn="l">
              <a:defRPr sz="1425" b="0">
                <a:solidFill>
                  <a:srgbClr val="617369"/>
                </a:solidFill>
                <a:latin typeface="Noto Sans"/>
                <a:ea typeface="Noto Sans"/>
                <a:cs typeface="Noto Sans"/>
              </a:defRPr>
            </a:pPr>
            <a:r>
              <a:rPr sz="1425" b="0">
                <a:solidFill>
                  <a:srgbClr val="617369"/>
                </a:solidFill>
                <a:latin typeface="Noto Sans"/>
                <a:ea typeface="Noto Sans"/>
                <a:cs typeface="Noto Sans"/>
              </a:rPr>
              <a:t>Extend end-to-end workflow coverage</a:t>
            </a:r>
          </a:p>
        </p:txBody>
      </p:sp>
      <p:sp>
        <p:nvSpPr>
          <p:cNvPr id="29" name="">
            <a:extLst xmlns:a="http://schemas.openxmlformats.org/drawingml/2006/main">
              <a:ext uri="{FF2B5EF4-FFF2-40B4-BE49-F238E27FC236}">
                <a16:creationId xmlns:a16="http://schemas.microsoft.com/office/drawing/2014/main" id="{5D07240E-1127-42CD-9A1D-5E87A33FE818}"/>
              </a:ext>
            </a:extLst>
          </p:cNvPr>
          <p:cNvSpPr>
            <a:spLocks xmlns:a="http://schemas.openxmlformats.org/drawingml/2006/main" noGrp="1"/>
          </p:cNvSpPr>
          <p:nvPr/>
        </p:nvSpPr>
        <p:spPr>
          <a:xfrm xmlns:a="http://schemas.openxmlformats.org/drawingml/2006/main">
            <a:off x="6667500" y="546735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defPPr algn="l">
              <a:defRPr sz="2850" b="1">
                <a:solidFill>
                  <a:srgbClr val="192B23"/>
                </a:solidFill>
                <a:latin typeface="Noto Sans"/>
                <a:ea typeface="Noto Sans"/>
                <a:cs typeface="Noto Sans"/>
              </a:defRPr>
            </a:defPPr>
            <a:lvl1pPr algn="l">
              <a:defRPr sz="2850" b="1">
                <a:solidFill>
                  <a:srgbClr val="192B23"/>
                </a:solidFill>
                <a:latin typeface="Noto Sans"/>
                <a:ea typeface="Noto Sans"/>
                <a:cs typeface="Noto Sans"/>
              </a:defRPr>
            </a:lvl1pPr>
            <a:lvl2pPr algn="l">
              <a:defRPr sz="2850" b="1">
                <a:solidFill>
                  <a:srgbClr val="192B23"/>
                </a:solidFill>
                <a:latin typeface="Noto Sans"/>
                <a:ea typeface="Noto Sans"/>
                <a:cs typeface="Noto Sans"/>
              </a:defRPr>
            </a:lvl2pPr>
            <a:lvl3pPr algn="l">
              <a:defRPr sz="2850" b="1">
                <a:solidFill>
                  <a:srgbClr val="192B23"/>
                </a:solidFill>
                <a:latin typeface="Noto Sans"/>
                <a:ea typeface="Noto Sans"/>
                <a:cs typeface="Noto Sans"/>
              </a:defRPr>
            </a:lvl3pPr>
            <a:lvl4pPr algn="l">
              <a:defRPr sz="2850" b="1">
                <a:solidFill>
                  <a:srgbClr val="192B23"/>
                </a:solidFill>
                <a:latin typeface="Noto Sans"/>
                <a:ea typeface="Noto Sans"/>
                <a:cs typeface="Noto Sans"/>
              </a:defRPr>
            </a:lvl4pPr>
            <a:lvl5pPr algn="l">
              <a:defRPr sz="2850" b="1">
                <a:solidFill>
                  <a:srgbClr val="192B23"/>
                </a:solidFill>
                <a:latin typeface="Noto Sans"/>
                <a:ea typeface="Noto Sans"/>
                <a:cs typeface="Noto Sans"/>
              </a:defRPr>
            </a:lvl5pPr>
            <a:lvl6pPr algn="l">
              <a:defRPr sz="2850" b="1">
                <a:solidFill>
                  <a:srgbClr val="192B23"/>
                </a:solidFill>
                <a:latin typeface="Noto Sans"/>
                <a:ea typeface="Noto Sans"/>
                <a:cs typeface="Noto Sans"/>
              </a:defRPr>
            </a:lvl6pPr>
            <a:lvl7pPr algn="l">
              <a:defRPr sz="2850" b="1">
                <a:solidFill>
                  <a:srgbClr val="192B23"/>
                </a:solidFill>
                <a:latin typeface="Noto Sans"/>
                <a:ea typeface="Noto Sans"/>
                <a:cs typeface="Noto Sans"/>
              </a:defRPr>
            </a:lvl7pPr>
            <a:lvl8pPr algn="l">
              <a:defRPr sz="2850" b="1">
                <a:solidFill>
                  <a:srgbClr val="192B23"/>
                </a:solidFill>
                <a:latin typeface="Noto Sans"/>
                <a:ea typeface="Noto Sans"/>
                <a:cs typeface="Noto Sans"/>
              </a:defRPr>
            </a:lvl8pPr>
            <a:lvl9pPr algn="l">
              <a:defRPr sz="2850" b="1">
                <a:solidFill>
                  <a:srgbClr val="192B23"/>
                </a:solidFill>
                <a:latin typeface="Noto Sans"/>
                <a:ea typeface="Noto Sans"/>
                <a:cs typeface="Noto Sans"/>
              </a:defRPr>
            </a:lvl9pPr>
          </a:lstStyle>
          <a:p xmlns:a="http://schemas.openxmlformats.org/drawingml/2006/main">
            <a:pPr algn="l">
              <a:defRPr sz="2850" b="1">
                <a:solidFill>
                  <a:srgbClr val="192B23"/>
                </a:solidFill>
                <a:latin typeface="Noto Sans"/>
                <a:ea typeface="Noto Sans"/>
                <a:cs typeface="Noto Sans"/>
              </a:defRPr>
            </a:pPr>
            <a:r>
              <a:rPr sz="2850" b="1">
                <a:solidFill>
                  <a:srgbClr val="192B23"/>
                </a:solidFill>
                <a:latin typeface="Noto Sans"/>
                <a:ea typeface="Noto Sans"/>
                <a:cs typeface="Noto Sans"/>
              </a:rPr>
              <a:t>Questions?</a:t>
            </a:r>
          </a:p>
        </p:txBody>
      </p:sp>
      <p:sp>
        <p:nvSpPr>
          <p:cNvPr id="30" name="">
            <a:extLst xmlns:a="http://schemas.openxmlformats.org/drawingml/2006/main">
              <a:ext uri="{FF2B5EF4-FFF2-40B4-BE49-F238E27FC236}">
                <a16:creationId xmlns:a16="http://schemas.microsoft.com/office/drawing/2014/main" id="{EF5B1093-C837-46A3-862A-7693C49C469A}"/>
              </a:ext>
            </a:extLst>
          </p:cNvPr>
          <p:cNvSpPr>
            <a:spLocks xmlns:a="http://schemas.openxmlformats.org/drawingml/2006/main" noGrp="1"/>
          </p:cNvSpPr>
          <p:nvPr/>
        </p:nvSpPr>
        <p:spPr>
          <a:xfrm xmlns:a="http://schemas.openxmlformats.org/drawingml/2006/main">
            <a:off x="609600" y="65151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3636"/>
          </a:bodyPr>
          <a:lstStyle xmlns:a="http://schemas.openxmlformats.org/drawingml/2006/main">
            <a:defPPr algn="l">
              <a:defRPr sz="825" b="1">
                <a:solidFill>
                  <a:srgbClr val="7B8D82"/>
                </a:solidFill>
                <a:latin typeface="Noto Sans"/>
                <a:ea typeface="Noto Sans"/>
                <a:cs typeface="Noto Sans"/>
              </a:defRPr>
            </a:defPPr>
            <a:lvl1pPr algn="l">
              <a:defRPr sz="825" b="1">
                <a:solidFill>
                  <a:srgbClr val="7B8D82"/>
                </a:solidFill>
                <a:latin typeface="Noto Sans"/>
                <a:ea typeface="Noto Sans"/>
                <a:cs typeface="Noto Sans"/>
              </a:defRPr>
            </a:lvl1pPr>
            <a:lvl2pPr algn="l">
              <a:defRPr sz="825" b="1">
                <a:solidFill>
                  <a:srgbClr val="7B8D82"/>
                </a:solidFill>
                <a:latin typeface="Noto Sans"/>
                <a:ea typeface="Noto Sans"/>
                <a:cs typeface="Noto Sans"/>
              </a:defRPr>
            </a:lvl2pPr>
            <a:lvl3pPr algn="l">
              <a:defRPr sz="825" b="1">
                <a:solidFill>
                  <a:srgbClr val="7B8D82"/>
                </a:solidFill>
                <a:latin typeface="Noto Sans"/>
                <a:ea typeface="Noto Sans"/>
                <a:cs typeface="Noto Sans"/>
              </a:defRPr>
            </a:lvl3pPr>
            <a:lvl4pPr algn="l">
              <a:defRPr sz="825" b="1">
                <a:solidFill>
                  <a:srgbClr val="7B8D82"/>
                </a:solidFill>
                <a:latin typeface="Noto Sans"/>
                <a:ea typeface="Noto Sans"/>
                <a:cs typeface="Noto Sans"/>
              </a:defRPr>
            </a:lvl4pPr>
            <a:lvl5pPr algn="l">
              <a:defRPr sz="825" b="1">
                <a:solidFill>
                  <a:srgbClr val="7B8D82"/>
                </a:solidFill>
                <a:latin typeface="Noto Sans"/>
                <a:ea typeface="Noto Sans"/>
                <a:cs typeface="Noto Sans"/>
              </a:defRPr>
            </a:lvl5pPr>
            <a:lvl6pPr algn="l">
              <a:defRPr sz="825" b="1">
                <a:solidFill>
                  <a:srgbClr val="7B8D82"/>
                </a:solidFill>
                <a:latin typeface="Noto Sans"/>
                <a:ea typeface="Noto Sans"/>
                <a:cs typeface="Noto Sans"/>
              </a:defRPr>
            </a:lvl6pPr>
            <a:lvl7pPr algn="l">
              <a:defRPr sz="825" b="1">
                <a:solidFill>
                  <a:srgbClr val="7B8D82"/>
                </a:solidFill>
                <a:latin typeface="Noto Sans"/>
                <a:ea typeface="Noto Sans"/>
                <a:cs typeface="Noto Sans"/>
              </a:defRPr>
            </a:lvl7pPr>
            <a:lvl8pPr algn="l">
              <a:defRPr sz="825" b="1">
                <a:solidFill>
                  <a:srgbClr val="7B8D82"/>
                </a:solidFill>
                <a:latin typeface="Noto Sans"/>
                <a:ea typeface="Noto Sans"/>
                <a:cs typeface="Noto Sans"/>
              </a:defRPr>
            </a:lvl8pPr>
            <a:lvl9pPr algn="l">
              <a:defRPr sz="825" b="1">
                <a:solidFill>
                  <a:srgbClr val="7B8D82"/>
                </a:solidFill>
                <a:latin typeface="Noto Sans"/>
                <a:ea typeface="Noto Sans"/>
                <a:cs typeface="Noto Sans"/>
              </a:defRPr>
            </a:lvl9pPr>
          </a:lstStyle>
          <a:p xmlns:a="http://schemas.openxmlformats.org/drawingml/2006/main">
            <a:pPr algn="l">
              <a:defRPr sz="825" b="1">
                <a:solidFill>
                  <a:srgbClr val="7B8D82"/>
                </a:solidFill>
                <a:latin typeface="Noto Sans"/>
                <a:ea typeface="Noto Sans"/>
                <a:cs typeface="Noto Sans"/>
              </a:defRPr>
            </a:pPr>
            <a:r>
              <a:rPr sz="825" b="1">
                <a:solidFill>
                  <a:srgbClr val="7B8D82"/>
                </a:solidFill>
                <a:latin typeface="Noto Sans"/>
                <a:ea typeface="Noto Sans"/>
                <a:cs typeface="Noto Sans"/>
              </a:rPr>
              <a:t>CODITENT  •  THANK YOU</a:t>
            </a:r>
          </a:p>
        </p:txBody>
      </p:sp>
    </p:spTree>
    <p:extLst>
      <p:ext uri="{BB962C8B-B14F-4D97-AF65-F5344CB8AC3E}">
        <p14:creationId xmlns:p14="http://schemas.microsoft.com/office/powerpoint/2010/main" val="6527680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2026-10-19T10:15:56.2650000Z</dcterms:created>
  <dcterms:modified xsi:type="dcterms:W3CDTF">2026-10-19T10:15:56.2650000Z</dcterms:modified>
</coreProperties>
</file>