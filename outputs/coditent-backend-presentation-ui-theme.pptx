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2d6ca05d0c4d24" /><Relationship Type="http://schemas.openxmlformats.org/officeDocument/2006/relationships/extended-properties" Target="/docProps/app.xml" Id="Rcd7c7e9eb2514f4e" /><Relationship Type="http://schemas.openxmlformats.org/officeDocument/2006/relationships/officeDocument" Target="/ppt/presentation.xml" Id="R17edf6c0f78a4d32" /></Relationships>
</file>

<file path=ppt/presentation.xml><?xml version="1.0" encoding="utf-8"?>
<p:presentation xmlns:p="http://schemas.openxmlformats.org/presentationml/2006/main">
  <p:sldMasterIdLst>
    <p:sldMasterId xmlns:r="http://schemas.openxmlformats.org/officeDocument/2006/relationships" id="2147483648" r:id="R23ce2cb4ab73439c"/>
  </p:sldMasterIdLst>
  <p:notesMasterIdLst>
    <p:notesMasterId xmlns:r="http://schemas.openxmlformats.org/officeDocument/2006/relationships" r:id="R89b43aac3be34bd1"/>
  </p:notesMasterIdLst>
  <p:sldIdLst>
    <p:sldId xmlns:r="http://schemas.openxmlformats.org/officeDocument/2006/relationships" id="256" r:id="R60155b4c46324082"/>
    <p:sldId xmlns:r="http://schemas.openxmlformats.org/officeDocument/2006/relationships" id="257" r:id="R843b21ff479d4815"/>
    <p:sldId xmlns:r="http://schemas.openxmlformats.org/officeDocument/2006/relationships" id="258" r:id="R8d320563130a4296"/>
    <p:sldId xmlns:r="http://schemas.openxmlformats.org/officeDocument/2006/relationships" id="259" r:id="Rf78737a4cdf74f32"/>
    <p:sldId xmlns:r="http://schemas.openxmlformats.org/officeDocument/2006/relationships" id="260" r:id="R6fac630dde984aa5"/>
    <p:sldId xmlns:r="http://schemas.openxmlformats.org/officeDocument/2006/relationships" id="261" r:id="R5f667aff971246af"/>
    <p:sldId xmlns:r="http://schemas.openxmlformats.org/officeDocument/2006/relationships" id="262" r:id="R88083cded1184216"/>
    <p:sldId xmlns:r="http://schemas.openxmlformats.org/officeDocument/2006/relationships" id="263" r:id="R30fa9c70b4774fa4"/>
    <p:sldId xmlns:r="http://schemas.openxmlformats.org/officeDocument/2006/relationships" id="264" r:id="R115108b885a449db"/>
    <p:sldId xmlns:r="http://schemas.openxmlformats.org/officeDocument/2006/relationships" id="265" r:id="Rb739002be66f42ca"/>
    <p:sldId xmlns:r="http://schemas.openxmlformats.org/officeDocument/2006/relationships" id="266" r:id="Rbdfba748f0f44447"/>
    <p:sldId xmlns:r="http://schemas.openxmlformats.org/officeDocument/2006/relationships" id="267" r:id="Rdbc97831c9164a99"/>
    <p:sldId xmlns:r="http://schemas.openxmlformats.org/officeDocument/2006/relationships" id="268" r:id="R9c8b96b270b84277"/>
    <p:sldId xmlns:r="http://schemas.openxmlformats.org/officeDocument/2006/relationships" id="269" r:id="Rca2f23d4843b43dc"/>
    <p:sldId xmlns:r="http://schemas.openxmlformats.org/officeDocument/2006/relationships" id="270" r:id="R79430bcc084f4a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086ededbae45ed" /><Relationship Type="http://schemas.openxmlformats.org/officeDocument/2006/relationships/slideMaster" Target="/ppt/slideMasters/slideMaster1.xml" Id="R23ce2cb4ab73439c" /><Relationship Type="http://schemas.openxmlformats.org/officeDocument/2006/relationships/notesMaster" Target="/ppt/notesMasters/notesMaster1.xml" Id="R89b43aac3be34bd1" /><Relationship Type="http://schemas.openxmlformats.org/officeDocument/2006/relationships/presProps" Target="/ppt/presProps.xml" Id="R05aa8982ffc94d6a" /><Relationship Type="http://schemas.openxmlformats.org/officeDocument/2006/relationships/tableStyles" Target="/ppt/tableStyles.xml" Id="Rb38bd12456684508" /><Relationship Type="http://schemas.openxmlformats.org/officeDocument/2006/relationships/slide" Target="/ppt/slides/slide1.xml" Id="R60155b4c46324082" /><Relationship Type="http://schemas.openxmlformats.org/officeDocument/2006/relationships/slide" Target="/ppt/slides/slide2.xml" Id="R843b21ff479d4815" /><Relationship Type="http://schemas.openxmlformats.org/officeDocument/2006/relationships/slide" Target="/ppt/slides/slide3.xml" Id="R8d320563130a4296" /><Relationship Type="http://schemas.openxmlformats.org/officeDocument/2006/relationships/slide" Target="/ppt/slides/slide4.xml" Id="Rf78737a4cdf74f32" /><Relationship Type="http://schemas.openxmlformats.org/officeDocument/2006/relationships/slide" Target="/ppt/slides/slide5.xml" Id="R6fac630dde984aa5" /><Relationship Type="http://schemas.openxmlformats.org/officeDocument/2006/relationships/slide" Target="/ppt/slides/slide6.xml" Id="R5f667aff971246af" /><Relationship Type="http://schemas.openxmlformats.org/officeDocument/2006/relationships/slide" Target="/ppt/slides/slide7.xml" Id="R88083cded1184216" /><Relationship Type="http://schemas.openxmlformats.org/officeDocument/2006/relationships/slide" Target="/ppt/slides/slide8.xml" Id="R30fa9c70b4774fa4" /><Relationship Type="http://schemas.openxmlformats.org/officeDocument/2006/relationships/slide" Target="/ppt/slides/slide9.xml" Id="R115108b885a449db" /><Relationship Type="http://schemas.openxmlformats.org/officeDocument/2006/relationships/slide" Target="/ppt/slides/slide10.xml" Id="Rb739002be66f42ca" /><Relationship Type="http://schemas.openxmlformats.org/officeDocument/2006/relationships/slide" Target="/ppt/slides/slide11.xml" Id="Rbdfba748f0f44447" /><Relationship Type="http://schemas.openxmlformats.org/officeDocument/2006/relationships/slide" Target="/ppt/slides/slide12.xml" Id="Rdbc97831c9164a99" /><Relationship Type="http://schemas.openxmlformats.org/officeDocument/2006/relationships/slide" Target="/ppt/slides/slide13.xml" Id="R9c8b96b270b84277" /><Relationship Type="http://schemas.openxmlformats.org/officeDocument/2006/relationships/slide" Target="/ppt/slides/slide14.xml" Id="Rca2f23d4843b43dc" /><Relationship Type="http://schemas.openxmlformats.org/officeDocument/2006/relationships/slide" Target="/ppt/slides/slide15.xml" Id="R79430bcc084f4a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08c6fe07cb4b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a7d1b4117240b6" /><Relationship Type="http://schemas.openxmlformats.org/officeDocument/2006/relationships/notesMaster" Target="/ppt/notesMasters/notesMaster1.xml" Id="R43c9b2e4bdf04c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de326d7d02441b" /><Relationship Type="http://schemas.openxmlformats.org/officeDocument/2006/relationships/notesMaster" Target="/ppt/notesMasters/notesMaster1.xml" Id="R6469cb7def0f4c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4192fff49f4a64" /><Relationship Type="http://schemas.openxmlformats.org/officeDocument/2006/relationships/notesMaster" Target="/ppt/notesMasters/notesMaster1.xml" Id="R1641e8d617bb45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670d5322d140aa" /><Relationship Type="http://schemas.openxmlformats.org/officeDocument/2006/relationships/notesMaster" Target="/ppt/notesMasters/notesMaster1.xml" Id="R46cb639bc1094e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9ab5dbaf2a4821" /><Relationship Type="http://schemas.openxmlformats.org/officeDocument/2006/relationships/notesMaster" Target="/ppt/notesMasters/notesMaster1.xml" Id="R11190b21d71547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3f16a5952f40ec" /><Relationship Type="http://schemas.openxmlformats.org/officeDocument/2006/relationships/notesMaster" Target="/ppt/notesMasters/notesMaster1.xml" Id="R77795270576c4f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c62cdaccc6493c" /><Relationship Type="http://schemas.openxmlformats.org/officeDocument/2006/relationships/notesMaster" Target="/ppt/notesMasters/notesMaster1.xml" Id="Rf25f541d90d646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5470ffbbaa4826" /><Relationship Type="http://schemas.openxmlformats.org/officeDocument/2006/relationships/notesMaster" Target="/ppt/notesMasters/notesMaster1.xml" Id="R06391a62856140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8183af99a2476b" /><Relationship Type="http://schemas.openxmlformats.org/officeDocument/2006/relationships/notesMaster" Target="/ppt/notesMasters/notesMaster1.xml" Id="R562d57e9c8f844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e8d3ef527d4ce8" /><Relationship Type="http://schemas.openxmlformats.org/officeDocument/2006/relationships/notesMaster" Target="/ppt/notesMasters/notesMaster1.xml" Id="R17200b21699445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1c7ec56cb44e7d" /><Relationship Type="http://schemas.openxmlformats.org/officeDocument/2006/relationships/notesMaster" Target="/ppt/notesMasters/notesMaster1.xml" Id="R20d3202decc140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3567e500574642" /><Relationship Type="http://schemas.openxmlformats.org/officeDocument/2006/relationships/notesMaster" Target="/ppt/notesMasters/notesMaster1.xml" Id="R769a8aeb06534c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2315dbd15346af" /><Relationship Type="http://schemas.openxmlformats.org/officeDocument/2006/relationships/notesMaster" Target="/ppt/notesMasters/notesMaster1.xml" Id="R8b742509073b4d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4e26d165fa4c26" /><Relationship Type="http://schemas.openxmlformats.org/officeDocument/2006/relationships/notesMaster" Target="/ppt/notesMasters/notesMaster1.xml" Id="Rc0fa7c38cf914f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e23733283049e3" /><Relationship Type="http://schemas.openxmlformats.org/officeDocument/2006/relationships/notesMaster" Target="/ppt/notesMasters/notesMaster1.xml" Id="Rcc3df6a4fbbf40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left to right. Nginx terminates HTTPS and routes traffic. FastAPI is the central application authority. PostgreSQL stores durable business data, while private storage keeps files away from public access. Redis supports background work and real-time coordination. Celery workers call services such as Gemini outside the normal request-response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The authentication dependency loads the current user. Authorization checks the role and ownership of the requested resource. The service applies business rules inside a database transaction. Response models prevent accidental data exposure. Unexpected exceptions receive an error ID for 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entity. It connects one candidate to one offer and carries the recruitment stage and CV snapshot. Interviews, chat, screening results, and notifications relate to that workflow. Foreign keys and unique constraints provide a second layer of protection beyond Python code. Alembic makes schema changes explicit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identify sessions, but protected routes still load the user from PostgreSQL. That means role, company membership, account status, and authorization version come from current state. Sensitive changes can invalidate earlier sessions and socket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would lose work when the API restarts. CODITENT writes durable job state first. A dispatcher claims the row, Celery executes the task through Redis, and the worker validates and stores the result.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real-time connection still needs authorization. The client obtains a short-lived socket ticket, then the WebSocket endpoint checks the user and application. PostgreSQL remains the durable source of message history. Redis helps multiple API processes share presence and broadcast messages. Notifications connect stage changes, interviews, and invitations to in-app and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7c34f9945140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5d3a13a10040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b4818a07964c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ac091c277945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14b9ee1f554a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01c476571445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DCEE3C-C83A-4D34-861C-06E77391C78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C932FA-A583-46B6-AF19-49DED68A4C1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A0F0B0-3BF1-4131-81DD-111A927599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4515BD-07B9-4D31-BE56-4A520993F5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1FB368-7444-4034-BEDA-63D35AA8B8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7442A2-9EF9-4B89-802B-86EE50BBCC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5A054F-1009-4618-9D19-CD61752A3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491DD1-237F-4DDB-B15D-DB6B5A3A39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DE409B-9605-4615-8C45-C735F89B54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D2C11E-03F8-43EA-A74F-4FF824C6B8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2451b6c1e740a3" /><Relationship Type="http://schemas.openxmlformats.org/officeDocument/2006/relationships/slideLayout" Target="/ppt/slideLayouts/slideLayout1.xml" Id="R214d3a44825843a4" /><Relationship Type="http://schemas.openxmlformats.org/officeDocument/2006/relationships/slideLayout" Target="/ppt/slideLayouts/slideLayout2.xml" Id="R74e87732fe1a4812" /><Relationship Type="http://schemas.openxmlformats.org/officeDocument/2006/relationships/slideLayout" Target="/ppt/slideLayouts/slideLayout3.xml" Id="R194e8e0e010f4d97" /><Relationship Type="http://schemas.openxmlformats.org/officeDocument/2006/relationships/slideLayout" Target="/ppt/slideLayouts/slideLayout4.xml" Id="R572a2dd615f74843" /><Relationship Type="http://schemas.openxmlformats.org/officeDocument/2006/relationships/slideLayout" Target="/ppt/slideLayouts/slideLayout5.xml" Id="R27d900ff000e41b4" /><Relationship Type="http://schemas.openxmlformats.org/officeDocument/2006/relationships/slideLayout" Target="/ppt/slideLayouts/slideLayout6.xml" Id="R8820108647594c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4d3a44825843a4"/>
    <p:sldLayoutId xmlns:r="http://schemas.openxmlformats.org/officeDocument/2006/relationships" id="2147483650" r:id="R74e87732fe1a4812"/>
    <p:sldLayoutId xmlns:r="http://schemas.openxmlformats.org/officeDocument/2006/relationships" id="2147483651" r:id="R194e8e0e010f4d97"/>
    <p:sldLayoutId xmlns:r="http://schemas.openxmlformats.org/officeDocument/2006/relationships" id="2147483652" r:id="R572a2dd615f74843"/>
    <p:sldLayoutId xmlns:r="http://schemas.openxmlformats.org/officeDocument/2006/relationships" id="2147483653" r:id="R27d900ff000e41b4"/>
    <p:sldLayoutId xmlns:r="http://schemas.openxmlformats.org/officeDocument/2006/relationships" id="2147483654" r:id="R8820108647594c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9f9ef17cb14287" /><Relationship Type="http://schemas.openxmlformats.org/officeDocument/2006/relationships/image" Target="/ppt/media/image.png" Id="R15df849b907c46b7" /><Relationship Type="http://schemas.openxmlformats.org/officeDocument/2006/relationships/notesSlide" Target="/ppt/notesSlides/notesSlide1.xml" Id="Rd1963bd256304a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f5b70a197741c2" /><Relationship Type="http://schemas.openxmlformats.org/officeDocument/2006/relationships/notesSlide" Target="/ppt/notesSlides/notesSlide2.xml" Id="R9d6280ef20714a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dc17fe80d342c1" /><Relationship Type="http://schemas.openxmlformats.org/officeDocument/2006/relationships/notesSlide" Target="/ppt/notesSlides/notesSlide3.xml" Id="Rd5ab7d1badc348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381741271134866" /><Relationship Type="http://schemas.openxmlformats.org/officeDocument/2006/relationships/notesSlide" Target="/ppt/notesSlides/notesSlide4.xml" Id="R521b038ed80d4e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c5cca741194afe" /><Relationship Type="http://schemas.openxmlformats.org/officeDocument/2006/relationships/notesSlide" Target="/ppt/notesSlides/notesSlide5.xml" Id="R5f48ab32cb5d49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f4d75147184711" /><Relationship Type="http://schemas.openxmlformats.org/officeDocument/2006/relationships/notesSlide" Target="/ppt/notesSlides/notesSlide6.xml" Id="R78ac8429275f4e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f5ed532944b4817" /><Relationship Type="http://schemas.openxmlformats.org/officeDocument/2006/relationships/notesSlide" Target="/ppt/notesSlides/notesSlide7.xml" Id="R21899b52473943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73e1efadef94949" /><Relationship Type="http://schemas.openxmlformats.org/officeDocument/2006/relationships/notesSlide" Target="/ppt/notesSlides/notesSlide8.xml" Id="Re52c317608e94b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f58f8e10ebe48b0" /><Relationship Type="http://schemas.openxmlformats.org/officeDocument/2006/relationships/notesSlide" Target="/ppt/notesSlides/notesSlide9.xml" Id="Rfb47d7e2257546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b42210412b4e33" /><Relationship Type="http://schemas.openxmlformats.org/officeDocument/2006/relationships/notesSlide" Target="/ppt/notesSlides/notesSlide10.xml" Id="R208d7d4311c341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438d0f8422e43fa" /><Relationship Type="http://schemas.openxmlformats.org/officeDocument/2006/relationships/notesSlide" Target="/ppt/notesSlides/notesSlide11.xml" Id="Rf14a105b269d48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9cd95f168e41a7" /><Relationship Type="http://schemas.openxmlformats.org/officeDocument/2006/relationships/notesSlide" Target="/ppt/notesSlides/notesSlide12.xml" Id="Rf27d7c2c33fe4d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7ee108107704a7c" /><Relationship Type="http://schemas.openxmlformats.org/officeDocument/2006/relationships/notesSlide" Target="/ppt/notesSlides/notesSlide13.xml" Id="R43d269cb644e45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790a5544afe44c4" /><Relationship Type="http://schemas.openxmlformats.org/officeDocument/2006/relationships/notesSlide" Target="/ppt/notesSlides/notesSlide14.xml" Id="Rf342581d87d740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bc58e92b711492f" /><Relationship Type="http://schemas.openxmlformats.org/officeDocument/2006/relationships/notesSlide" Target="/ppt/notesSlides/notesSlide15.xml" Id="R95aa01c15c4f4c61"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F6AFF23-5FE1-49E7-BEF8-90DC6828A2D3}"/>
              </a:ext>
            </a:extLst>
          </p:cNvPr>
          <p:cNvPicPr>
            <a:picLocks xmlns:a="http://schemas.openxmlformats.org/drawingml/2006/main" noChangeAspect="1"/>
          </p:cNvPicPr>
          <p:nvPr/>
        </p:nvPicPr>
        <p:blipFill>
          <a:blip xmlns:r="http://schemas.openxmlformats.org/officeDocument/2006/relationships" xmlns:a="http://schemas.openxmlformats.org/drawingml/2006/main" r:embed="R15df849b907c46b7"/>
          <a:srcRect xmlns:a="http://schemas.openxmlformats.org/drawingml/2006/main" l="3819" t="0" r="3819"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CE5D413-6E79-415E-87A4-FA78E0757C85}"/>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oundRect">
            <a:avLst>
              <a:gd name="adj" fmla="val 1846"/>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9D8789B2-B767-49EB-8FBE-D3D901F67F53}"/>
              </a:ext>
            </a:extLst>
          </p:cNvPr>
          <p:cNvSpPr>
            <a:spLocks xmlns:a="http://schemas.openxmlformats.org/drawingml/2006/main" noGrp="1"/>
          </p:cNvSpPr>
          <p:nvPr/>
        </p:nvSpPr>
        <p:spPr>
          <a:xfrm xmlns:a="http://schemas.openxmlformats.org/drawingml/2006/main">
            <a:off x="685800" y="666750"/>
            <a:ext cx="51435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755BBD98-79F3-4E66-B296-1F92E9DD1B50}"/>
              </a:ext>
            </a:extLst>
          </p:cNvPr>
          <p:cNvSpPr>
            <a:spLocks xmlns:a="http://schemas.openxmlformats.org/drawingml/2006/main" noGrp="1"/>
          </p:cNvSpPr>
          <p:nvPr/>
        </p:nvSpPr>
        <p:spPr>
          <a:xfrm xmlns:a="http://schemas.openxmlformats.org/drawingml/2006/main">
            <a:off x="685800" y="8572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00112D0A-A5F7-4FF9-9E91-2C2A78EBA40C}"/>
              </a:ext>
            </a:extLst>
          </p:cNvPr>
          <p:cNvSpPr>
            <a:spLocks xmlns:a="http://schemas.openxmlformats.org/drawingml/2006/main" noGrp="1"/>
          </p:cNvSpPr>
          <p:nvPr/>
        </p:nvSpPr>
        <p:spPr>
          <a:xfrm xmlns:a="http://schemas.openxmlformats.org/drawingml/2006/main">
            <a:off x="685800" y="15811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414"/>
          </a:bodyPr>
          <a:lstStyle xmlns:a="http://schemas.openxmlformats.org/drawingml/2006/main">
            <a:defPPr algn="l">
              <a:defRPr sz="4950" b="0">
                <a:solidFill>
                  <a:srgbClr val="192B23"/>
                </a:solidFill>
                <a:latin typeface="Noto Serif"/>
                <a:ea typeface="Noto Serif"/>
                <a:cs typeface="Noto Serif"/>
              </a:defRPr>
            </a:defPPr>
            <a:lvl1pPr algn="l">
              <a:defRPr sz="4950" b="0">
                <a:solidFill>
                  <a:srgbClr val="192B23"/>
                </a:solidFill>
                <a:latin typeface="Noto Serif"/>
                <a:ea typeface="Noto Serif"/>
                <a:cs typeface="Noto Serif"/>
              </a:defRPr>
            </a:lvl1pPr>
            <a:lvl2pPr algn="l">
              <a:defRPr sz="4950" b="0">
                <a:solidFill>
                  <a:srgbClr val="192B23"/>
                </a:solidFill>
                <a:latin typeface="Noto Serif"/>
                <a:ea typeface="Noto Serif"/>
                <a:cs typeface="Noto Serif"/>
              </a:defRPr>
            </a:lvl2pPr>
            <a:lvl3pPr algn="l">
              <a:defRPr sz="4950" b="0">
                <a:solidFill>
                  <a:srgbClr val="192B23"/>
                </a:solidFill>
                <a:latin typeface="Noto Serif"/>
                <a:ea typeface="Noto Serif"/>
                <a:cs typeface="Noto Serif"/>
              </a:defRPr>
            </a:lvl3pPr>
            <a:lvl4pPr algn="l">
              <a:defRPr sz="4950" b="0">
                <a:solidFill>
                  <a:srgbClr val="192B23"/>
                </a:solidFill>
                <a:latin typeface="Noto Serif"/>
                <a:ea typeface="Noto Serif"/>
                <a:cs typeface="Noto Serif"/>
              </a:defRPr>
            </a:lvl4pPr>
            <a:lvl5pPr algn="l">
              <a:defRPr sz="4950" b="0">
                <a:solidFill>
                  <a:srgbClr val="192B23"/>
                </a:solidFill>
                <a:latin typeface="Noto Serif"/>
                <a:ea typeface="Noto Serif"/>
                <a:cs typeface="Noto Serif"/>
              </a:defRPr>
            </a:lvl5pPr>
            <a:lvl6pPr algn="l">
              <a:defRPr sz="4950" b="0">
                <a:solidFill>
                  <a:srgbClr val="192B23"/>
                </a:solidFill>
                <a:latin typeface="Noto Serif"/>
                <a:ea typeface="Noto Serif"/>
                <a:cs typeface="Noto Serif"/>
              </a:defRPr>
            </a:lvl6pPr>
            <a:lvl7pPr algn="l">
              <a:defRPr sz="4950" b="0">
                <a:solidFill>
                  <a:srgbClr val="192B23"/>
                </a:solidFill>
                <a:latin typeface="Noto Serif"/>
                <a:ea typeface="Noto Serif"/>
                <a:cs typeface="Noto Serif"/>
              </a:defRPr>
            </a:lvl7pPr>
            <a:lvl8pPr algn="l">
              <a:defRPr sz="4950" b="0">
                <a:solidFill>
                  <a:srgbClr val="192B23"/>
                </a:solidFill>
                <a:latin typeface="Noto Serif"/>
                <a:ea typeface="Noto Serif"/>
                <a:cs typeface="Noto Serif"/>
              </a:defRPr>
            </a:lvl8pPr>
            <a:lvl9pPr algn="l">
              <a:defRPr sz="4950" b="0">
                <a:solidFill>
                  <a:srgbClr val="192B23"/>
                </a:solidFill>
                <a:latin typeface="Noto Serif"/>
                <a:ea typeface="Noto Serif"/>
                <a:cs typeface="Noto Serif"/>
              </a:defRPr>
            </a:lvl9pPr>
          </a:lstStyle>
          <a:p xmlns:a="http://schemas.openxmlformats.org/drawingml/2006/main">
            <a:pPr algn="l">
              <a:defRPr sz="4950" b="0">
                <a:solidFill>
                  <a:srgbClr val="192B23"/>
                </a:solidFill>
                <a:latin typeface="Noto Serif"/>
                <a:ea typeface="Noto Serif"/>
                <a:cs typeface="Noto Serif"/>
              </a:defRPr>
            </a:pPr>
            <a:r>
              <a:rPr sz="4950" b="0">
                <a:solidFill>
                  <a:srgbClr val="192B23"/>
                </a:solidFill>
                <a:latin typeface="Noto Serif"/>
                <a:ea typeface="Noto Serif"/>
                <a:cs typeface="Noto Serif"/>
              </a:rPr>
              <a:t>CODITENT</a:t>
            </a:r>
          </a:p>
        </p:txBody>
      </p:sp>
      <p:sp>
        <p:nvSpPr>
          <p:cNvPr id="6" name="">
            <a:extLst xmlns:a="http://schemas.openxmlformats.org/drawingml/2006/main">
              <a:ext uri="{FF2B5EF4-FFF2-40B4-BE49-F238E27FC236}">
                <a16:creationId xmlns:a16="http://schemas.microsoft.com/office/drawing/2014/main" id="{D5DAF746-6462-4B72-BE78-E644816144C7}"/>
              </a:ext>
            </a:extLst>
          </p:cNvPr>
          <p:cNvSpPr>
            <a:spLocks xmlns:a="http://schemas.openxmlformats.org/drawingml/2006/main" noGrp="1"/>
          </p:cNvSpPr>
          <p:nvPr/>
        </p:nvSpPr>
        <p:spPr>
          <a:xfrm xmlns:a="http://schemas.openxmlformats.org/drawingml/2006/main">
            <a:off x="723900" y="240030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475" b="0">
                <a:solidFill>
                  <a:srgbClr val="617369"/>
                </a:solidFill>
                <a:latin typeface="Noto Serif"/>
                <a:ea typeface="Noto Serif"/>
                <a:cs typeface="Noto Serif"/>
              </a:defRPr>
            </a:defPPr>
            <a:lvl1pPr algn="l">
              <a:defRPr sz="2475" b="0">
                <a:solidFill>
                  <a:srgbClr val="617369"/>
                </a:solidFill>
                <a:latin typeface="Noto Serif"/>
                <a:ea typeface="Noto Serif"/>
                <a:cs typeface="Noto Serif"/>
              </a:defRPr>
            </a:lvl1pPr>
            <a:lvl2pPr algn="l">
              <a:defRPr sz="2475" b="0">
                <a:solidFill>
                  <a:srgbClr val="617369"/>
                </a:solidFill>
                <a:latin typeface="Noto Serif"/>
                <a:ea typeface="Noto Serif"/>
                <a:cs typeface="Noto Serif"/>
              </a:defRPr>
            </a:lvl2pPr>
            <a:lvl3pPr algn="l">
              <a:defRPr sz="2475" b="0">
                <a:solidFill>
                  <a:srgbClr val="617369"/>
                </a:solidFill>
                <a:latin typeface="Noto Serif"/>
                <a:ea typeface="Noto Serif"/>
                <a:cs typeface="Noto Serif"/>
              </a:defRPr>
            </a:lvl3pPr>
            <a:lvl4pPr algn="l">
              <a:defRPr sz="2475" b="0">
                <a:solidFill>
                  <a:srgbClr val="617369"/>
                </a:solidFill>
                <a:latin typeface="Noto Serif"/>
                <a:ea typeface="Noto Serif"/>
                <a:cs typeface="Noto Serif"/>
              </a:defRPr>
            </a:lvl4pPr>
            <a:lvl5pPr algn="l">
              <a:defRPr sz="2475" b="0">
                <a:solidFill>
                  <a:srgbClr val="617369"/>
                </a:solidFill>
                <a:latin typeface="Noto Serif"/>
                <a:ea typeface="Noto Serif"/>
                <a:cs typeface="Noto Serif"/>
              </a:defRPr>
            </a:lvl5pPr>
            <a:lvl6pPr algn="l">
              <a:defRPr sz="2475" b="0">
                <a:solidFill>
                  <a:srgbClr val="617369"/>
                </a:solidFill>
                <a:latin typeface="Noto Serif"/>
                <a:ea typeface="Noto Serif"/>
                <a:cs typeface="Noto Serif"/>
              </a:defRPr>
            </a:lvl6pPr>
            <a:lvl7pPr algn="l">
              <a:defRPr sz="2475" b="0">
                <a:solidFill>
                  <a:srgbClr val="617369"/>
                </a:solidFill>
                <a:latin typeface="Noto Serif"/>
                <a:ea typeface="Noto Serif"/>
                <a:cs typeface="Noto Serif"/>
              </a:defRPr>
            </a:lvl7pPr>
            <a:lvl8pPr algn="l">
              <a:defRPr sz="2475" b="0">
                <a:solidFill>
                  <a:srgbClr val="617369"/>
                </a:solidFill>
                <a:latin typeface="Noto Serif"/>
                <a:ea typeface="Noto Serif"/>
                <a:cs typeface="Noto Serif"/>
              </a:defRPr>
            </a:lvl8pPr>
            <a:lvl9pPr algn="l">
              <a:defRPr sz="2475" b="0">
                <a:solidFill>
                  <a:srgbClr val="617369"/>
                </a:solidFill>
                <a:latin typeface="Noto Serif"/>
                <a:ea typeface="Noto Serif"/>
                <a:cs typeface="Noto Serif"/>
              </a:defRPr>
            </a:lvl9pPr>
          </a:lstStyle>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Backend architecture</a:t>
            </a:r>
          </a:p>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and engineering</a:t>
            </a:r>
          </a:p>
        </p:txBody>
      </p:sp>
      <p:sp>
        <p:nvSpPr>
          <p:cNvPr id="7" name="">
            <a:extLst xmlns:a="http://schemas.openxmlformats.org/drawingml/2006/main">
              <a:ext uri="{FF2B5EF4-FFF2-40B4-BE49-F238E27FC236}">
                <a16:creationId xmlns:a16="http://schemas.microsoft.com/office/drawing/2014/main" id="{63DD581B-F65D-433F-8E2F-6DBC8A400964}"/>
              </a:ext>
            </a:extLst>
          </p:cNvPr>
          <p:cNvSpPr>
            <a:spLocks xmlns:a="http://schemas.openxmlformats.org/drawingml/2006/main" noGrp="1"/>
          </p:cNvSpPr>
          <p:nvPr/>
        </p:nvSpPr>
        <p:spPr>
          <a:xfrm xmlns:a="http://schemas.openxmlformats.org/drawingml/2006/main">
            <a:off x="723900" y="371475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  PostgreSQL  /  Redis</a:t>
            </a:r>
          </a:p>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Celery  /  WebSockets</a:t>
            </a:r>
          </a:p>
        </p:txBody>
      </p:sp>
      <p:sp>
        <p:nvSpPr>
          <p:cNvPr id="8" name="">
            <a:extLst xmlns:a="http://schemas.openxmlformats.org/drawingml/2006/main">
              <a:ext uri="{FF2B5EF4-FFF2-40B4-BE49-F238E27FC236}">
                <a16:creationId xmlns:a16="http://schemas.microsoft.com/office/drawing/2014/main" id="{4707A6FF-E9E5-44E0-BF13-930345B69FE5}"/>
              </a:ext>
            </a:extLst>
          </p:cNvPr>
          <p:cNvSpPr>
            <a:spLocks xmlns:a="http://schemas.openxmlformats.org/drawingml/2006/main" noGrp="1"/>
          </p:cNvSpPr>
          <p:nvPr/>
        </p:nvSpPr>
        <p:spPr>
          <a:xfrm xmlns:a="http://schemas.openxmlformats.org/drawingml/2006/main">
            <a:off x="723900" y="5505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194D38"/>
                </a:solidFill>
                <a:latin typeface="Noto Sans"/>
                <a:ea typeface="Noto Sans"/>
                <a:cs typeface="Noto Sans"/>
              </a:defRPr>
            </a:defPPr>
            <a:lvl1pPr algn="l">
              <a:defRPr sz="1650" b="1">
                <a:solidFill>
                  <a:srgbClr val="194D38"/>
                </a:solidFill>
                <a:latin typeface="Noto Sans"/>
                <a:ea typeface="Noto Sans"/>
                <a:cs typeface="Noto Sans"/>
              </a:defRPr>
            </a:lvl1pPr>
            <a:lvl2pPr algn="l">
              <a:defRPr sz="1650" b="1">
                <a:solidFill>
                  <a:srgbClr val="194D38"/>
                </a:solidFill>
                <a:latin typeface="Noto Sans"/>
                <a:ea typeface="Noto Sans"/>
                <a:cs typeface="Noto Sans"/>
              </a:defRPr>
            </a:lvl2pPr>
            <a:lvl3pPr algn="l">
              <a:defRPr sz="1650" b="1">
                <a:solidFill>
                  <a:srgbClr val="194D38"/>
                </a:solidFill>
                <a:latin typeface="Noto Sans"/>
                <a:ea typeface="Noto Sans"/>
                <a:cs typeface="Noto Sans"/>
              </a:defRPr>
            </a:lvl3pPr>
            <a:lvl4pPr algn="l">
              <a:defRPr sz="1650" b="1">
                <a:solidFill>
                  <a:srgbClr val="194D38"/>
                </a:solidFill>
                <a:latin typeface="Noto Sans"/>
                <a:ea typeface="Noto Sans"/>
                <a:cs typeface="Noto Sans"/>
              </a:defRPr>
            </a:lvl4pPr>
            <a:lvl5pPr algn="l">
              <a:defRPr sz="1650" b="1">
                <a:solidFill>
                  <a:srgbClr val="194D38"/>
                </a:solidFill>
                <a:latin typeface="Noto Sans"/>
                <a:ea typeface="Noto Sans"/>
                <a:cs typeface="Noto Sans"/>
              </a:defRPr>
            </a:lvl5pPr>
            <a:lvl6pPr algn="l">
              <a:defRPr sz="1650" b="1">
                <a:solidFill>
                  <a:srgbClr val="194D38"/>
                </a:solidFill>
                <a:latin typeface="Noto Sans"/>
                <a:ea typeface="Noto Sans"/>
                <a:cs typeface="Noto Sans"/>
              </a:defRPr>
            </a:lvl6pPr>
            <a:lvl7pPr algn="l">
              <a:defRPr sz="1650" b="1">
                <a:solidFill>
                  <a:srgbClr val="194D38"/>
                </a:solidFill>
                <a:latin typeface="Noto Sans"/>
                <a:ea typeface="Noto Sans"/>
                <a:cs typeface="Noto Sans"/>
              </a:defRPr>
            </a:lvl7pPr>
            <a:lvl8pPr algn="l">
              <a:defRPr sz="1650" b="1">
                <a:solidFill>
                  <a:srgbClr val="194D38"/>
                </a:solidFill>
                <a:latin typeface="Noto Sans"/>
                <a:ea typeface="Noto Sans"/>
                <a:cs typeface="Noto Sans"/>
              </a:defRPr>
            </a:lvl8pPr>
            <a:lvl9pPr algn="l">
              <a:defRPr sz="1650" b="1">
                <a:solidFill>
                  <a:srgbClr val="194D38"/>
                </a:solidFill>
                <a:latin typeface="Noto Sans"/>
                <a:ea typeface="Noto Sans"/>
                <a:cs typeface="Noto Sans"/>
              </a:defRPr>
            </a:lvl9pPr>
          </a:lstStyle>
          <a:p xmlns:a="http://schemas.openxmlformats.org/drawingml/2006/main">
            <a:pPr algn="l">
              <a:defRPr sz="1650" b="1">
                <a:solidFill>
                  <a:srgbClr val="194D38"/>
                </a:solidFill>
                <a:latin typeface="Noto Sans"/>
                <a:ea typeface="Noto Sans"/>
                <a:cs typeface="Noto Sans"/>
              </a:defRPr>
            </a:pPr>
            <a:r>
              <a:rPr sz="1650" b="1">
                <a:solidFill>
                  <a:srgbClr val="194D38"/>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231D370D-17C6-4537-B603-FF9836531796}"/>
              </a:ext>
            </a:extLst>
          </p:cNvPr>
          <p:cNvSpPr>
            <a:spLocks xmlns:a="http://schemas.openxmlformats.org/drawingml/2006/main" noGrp="1"/>
          </p:cNvSpPr>
          <p:nvPr/>
        </p:nvSpPr>
        <p:spPr>
          <a:xfrm xmlns:a="http://schemas.openxmlformats.org/drawingml/2006/main">
            <a:off x="723900" y="59055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2004040955"/>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B06F6BE-87E9-440B-B497-DAE5D74B670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AA7EA0E0-068C-4790-8E51-83C6999B8EB6}"/>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The backend connects every recruitment role</a:t>
            </a:r>
          </a:p>
        </p:txBody>
      </p:sp>
      <p:sp>
        <p:nvSpPr>
          <p:cNvPr id="3" name="">
            <a:extLst xmlns:a="http://schemas.openxmlformats.org/drawingml/2006/main">
              <a:ext uri="{FF2B5EF4-FFF2-40B4-BE49-F238E27FC236}">
                <a16:creationId xmlns:a16="http://schemas.microsoft.com/office/drawing/2014/main" id="{B561C6BA-F170-4995-AB89-AB4337B83E1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02</a:t>
            </a:r>
          </a:p>
        </p:txBody>
      </p:sp>
      <p:sp>
        <p:nvSpPr>
          <p:cNvPr id="4" name="">
            <a:extLst xmlns:a="http://schemas.openxmlformats.org/drawingml/2006/main">
              <a:ext uri="{FF2B5EF4-FFF2-40B4-BE49-F238E27FC236}">
                <a16:creationId xmlns:a16="http://schemas.microsoft.com/office/drawing/2014/main" id="{63265592-A2AF-46C6-8E6C-D29567D54B1B}"/>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80F588A-41CE-44AB-BBDC-4102419426F9}"/>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E92313A2-8434-4472-8FED-FA9F1FB5F700}"/>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5450433-38EE-44C4-980A-C166658D762A}"/>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7E770F0F-4E3D-4921-BD9F-F32FBA49A5E3}"/>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F2483FD8-E3F8-4E63-BA83-9DE0216410CF}"/>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1FC8B024-9989-47F3-B1CB-12312F810FF0}"/>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ED5EE278-7A83-45D6-BB54-1A6EDB99F7CD}"/>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9FD70EC3-05ED-48B5-AED0-E66EE5E9B3D8}"/>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 teams</a:t>
            </a:r>
          </a:p>
        </p:txBody>
      </p:sp>
      <p:sp>
        <p:nvSpPr>
          <p:cNvPr id="13" name="">
            <a:extLst xmlns:a="http://schemas.openxmlformats.org/drawingml/2006/main">
              <a:ext uri="{FF2B5EF4-FFF2-40B4-BE49-F238E27FC236}">
                <a16:creationId xmlns:a16="http://schemas.microsoft.com/office/drawing/2014/main" id="{B02D760F-B562-455B-9CD9-69798DC8A6A9}"/>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CA51CC17-32ED-4244-AF21-CF97E800A494}"/>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6FA25959-891E-4821-9FC6-44FA9FD66C42}"/>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6" name="">
            <a:extLst xmlns:a="http://schemas.openxmlformats.org/drawingml/2006/main">
              <a:ext uri="{FF2B5EF4-FFF2-40B4-BE49-F238E27FC236}">
                <a16:creationId xmlns:a16="http://schemas.microsoft.com/office/drawing/2014/main" id="{1949682B-87CE-4161-A168-46B59E2EC3F5}"/>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Platform admins</a:t>
            </a:r>
          </a:p>
        </p:txBody>
      </p:sp>
      <p:sp>
        <p:nvSpPr>
          <p:cNvPr id="17" name="">
            <a:extLst xmlns:a="http://schemas.openxmlformats.org/drawingml/2006/main">
              <a:ext uri="{FF2B5EF4-FFF2-40B4-BE49-F238E27FC236}">
                <a16:creationId xmlns:a16="http://schemas.microsoft.com/office/drawing/2014/main" id="{14AEA259-971D-462A-B5BA-7E568155F9D0}"/>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CBCC4595-4F39-41F7-859C-DF1917EAB2E1}"/>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My backend scope</a:t>
            </a:r>
          </a:p>
        </p:txBody>
      </p:sp>
      <p:sp>
        <p:nvSpPr>
          <p:cNvPr id="19" name="">
            <a:extLst xmlns:a="http://schemas.openxmlformats.org/drawingml/2006/main">
              <a:ext uri="{FF2B5EF4-FFF2-40B4-BE49-F238E27FC236}">
                <a16:creationId xmlns:a16="http://schemas.microsoft.com/office/drawing/2014/main" id="{2CDA5153-1A35-4350-830D-B5C39C55FF19}"/>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60"/>
          </a:bodyPr>
          <a:lstStyle xmlns:a="http://schemas.openxmlformats.org/drawingml/2006/main">
            <a:defPPr algn="l">
              <a:defRPr sz="1950" b="1">
                <a:solidFill>
                  <a:srgbClr val="192B23"/>
                </a:solidFill>
                <a:latin typeface="Noto Sans"/>
                <a:ea typeface="Noto Sans"/>
                <a:cs typeface="Noto Sans"/>
              </a:defRPr>
            </a:defPPr>
            <a:lvl1pPr algn="l">
              <a:defRPr sz="1950" b="1">
                <a:solidFill>
                  <a:srgbClr val="192B23"/>
                </a:solidFill>
                <a:latin typeface="Noto Sans"/>
                <a:ea typeface="Noto Sans"/>
                <a:cs typeface="Noto Sans"/>
              </a:defRPr>
            </a:lvl1pPr>
            <a:lvl2pPr algn="l">
              <a:defRPr sz="1950" b="1">
                <a:solidFill>
                  <a:srgbClr val="192B23"/>
                </a:solidFill>
                <a:latin typeface="Noto Sans"/>
                <a:ea typeface="Noto Sans"/>
                <a:cs typeface="Noto Sans"/>
              </a:defRPr>
            </a:lvl2pPr>
            <a:lvl3pPr algn="l">
              <a:defRPr sz="1950" b="1">
                <a:solidFill>
                  <a:srgbClr val="192B23"/>
                </a:solidFill>
                <a:latin typeface="Noto Sans"/>
                <a:ea typeface="Noto Sans"/>
                <a:cs typeface="Noto Sans"/>
              </a:defRPr>
            </a:lvl3pPr>
            <a:lvl4pPr algn="l">
              <a:defRPr sz="1950" b="1">
                <a:solidFill>
                  <a:srgbClr val="192B23"/>
                </a:solidFill>
                <a:latin typeface="Noto Sans"/>
                <a:ea typeface="Noto Sans"/>
                <a:cs typeface="Noto Sans"/>
              </a:defRPr>
            </a:lvl4pPr>
            <a:lvl5pPr algn="l">
              <a:defRPr sz="1950" b="1">
                <a:solidFill>
                  <a:srgbClr val="192B23"/>
                </a:solidFill>
                <a:latin typeface="Noto Sans"/>
                <a:ea typeface="Noto Sans"/>
                <a:cs typeface="Noto Sans"/>
              </a:defRPr>
            </a:lvl5pPr>
            <a:lvl6pPr algn="l">
              <a:defRPr sz="1950" b="1">
                <a:solidFill>
                  <a:srgbClr val="192B23"/>
                </a:solidFill>
                <a:latin typeface="Noto Sans"/>
                <a:ea typeface="Noto Sans"/>
                <a:cs typeface="Noto Sans"/>
              </a:defRPr>
            </a:lvl6pPr>
            <a:lvl7pPr algn="l">
              <a:defRPr sz="1950" b="1">
                <a:solidFill>
                  <a:srgbClr val="192B23"/>
                </a:solidFill>
                <a:latin typeface="Noto Sans"/>
                <a:ea typeface="Noto Sans"/>
                <a:cs typeface="Noto Sans"/>
              </a:defRPr>
            </a:lvl7pPr>
            <a:lvl8pPr algn="l">
              <a:defRPr sz="1950" b="1">
                <a:solidFill>
                  <a:srgbClr val="192B23"/>
                </a:solidFill>
                <a:latin typeface="Noto Sans"/>
                <a:ea typeface="Noto Sans"/>
                <a:cs typeface="Noto Sans"/>
              </a:defRPr>
            </a:lvl8pPr>
            <a:lvl9pPr algn="l">
              <a:defRPr sz="1950" b="1">
                <a:solidFill>
                  <a:srgbClr val="192B23"/>
                </a:solidFill>
                <a:latin typeface="Noto Sans"/>
                <a:ea typeface="Noto Sans"/>
                <a:cs typeface="Noto Sans"/>
              </a:defRPr>
            </a:lvl9pPr>
          </a:lstStyle>
          <a:p xmlns:a="http://schemas.openxmlformats.org/drawingml/2006/main">
            <a:pPr algn="l">
              <a:defRPr sz="1950" b="1">
                <a:solidFill>
                  <a:srgbClr val="192B23"/>
                </a:solidFill>
                <a:latin typeface="Noto Sans"/>
                <a:ea typeface="Noto Sans"/>
                <a:cs typeface="Noto Sans"/>
              </a:defRPr>
            </a:pPr>
            <a:r>
              <a:rPr sz="1950" b="1">
                <a:solidFill>
                  <a:srgbClr val="192B23"/>
                </a:solidFill>
                <a:latin typeface="Noto Sans"/>
                <a:ea typeface="Noto Sans"/>
                <a:cs typeface="Noto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5AC185BE-78B4-4FF1-B3C9-79CE101C65B0}"/>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9B651B"/>
                </a:solidFill>
                <a:latin typeface="Noto Sans"/>
                <a:ea typeface="Noto Sans"/>
                <a:cs typeface="Noto Sans"/>
              </a:defRPr>
            </a:defPPr>
            <a:lvl1pPr algn="l">
              <a:defRPr sz="1500" b="0">
                <a:solidFill>
                  <a:srgbClr val="9B651B"/>
                </a:solidFill>
                <a:latin typeface="Noto Sans"/>
                <a:ea typeface="Noto Sans"/>
                <a:cs typeface="Noto Sans"/>
              </a:defRPr>
            </a:lvl1pPr>
            <a:lvl2pPr algn="l">
              <a:defRPr sz="1500" b="0">
                <a:solidFill>
                  <a:srgbClr val="9B651B"/>
                </a:solidFill>
                <a:latin typeface="Noto Sans"/>
                <a:ea typeface="Noto Sans"/>
                <a:cs typeface="Noto Sans"/>
              </a:defRPr>
            </a:lvl2pPr>
            <a:lvl3pPr algn="l">
              <a:defRPr sz="1500" b="0">
                <a:solidFill>
                  <a:srgbClr val="9B651B"/>
                </a:solidFill>
                <a:latin typeface="Noto Sans"/>
                <a:ea typeface="Noto Sans"/>
                <a:cs typeface="Noto Sans"/>
              </a:defRPr>
            </a:lvl3pPr>
            <a:lvl4pPr algn="l">
              <a:defRPr sz="1500" b="0">
                <a:solidFill>
                  <a:srgbClr val="9B651B"/>
                </a:solidFill>
                <a:latin typeface="Noto Sans"/>
                <a:ea typeface="Noto Sans"/>
                <a:cs typeface="Noto Sans"/>
              </a:defRPr>
            </a:lvl4pPr>
            <a:lvl5pPr algn="l">
              <a:defRPr sz="1500" b="0">
                <a:solidFill>
                  <a:srgbClr val="9B651B"/>
                </a:solidFill>
                <a:latin typeface="Noto Sans"/>
                <a:ea typeface="Noto Sans"/>
                <a:cs typeface="Noto Sans"/>
              </a:defRPr>
            </a:lvl5pPr>
            <a:lvl6pPr algn="l">
              <a:defRPr sz="1500" b="0">
                <a:solidFill>
                  <a:srgbClr val="9B651B"/>
                </a:solidFill>
                <a:latin typeface="Noto Sans"/>
                <a:ea typeface="Noto Sans"/>
                <a:cs typeface="Noto Sans"/>
              </a:defRPr>
            </a:lvl6pPr>
            <a:lvl7pPr algn="l">
              <a:defRPr sz="1500" b="0">
                <a:solidFill>
                  <a:srgbClr val="9B651B"/>
                </a:solidFill>
                <a:latin typeface="Noto Sans"/>
                <a:ea typeface="Noto Sans"/>
                <a:cs typeface="Noto Sans"/>
              </a:defRPr>
            </a:lvl7pPr>
            <a:lvl8pPr algn="l">
              <a:defRPr sz="1500" b="0">
                <a:solidFill>
                  <a:srgbClr val="9B651B"/>
                </a:solidFill>
                <a:latin typeface="Noto Sans"/>
                <a:ea typeface="Noto Sans"/>
                <a:cs typeface="Noto Sans"/>
              </a:defRPr>
            </a:lvl8pPr>
            <a:lvl9pPr algn="l">
              <a:defRPr sz="1500" b="0">
                <a:solidFill>
                  <a:srgbClr val="9B651B"/>
                </a:solidFill>
                <a:latin typeface="Noto Sans"/>
                <a:ea typeface="Noto Sans"/>
                <a:cs typeface="Noto Sans"/>
              </a:defRPr>
            </a:lvl9pPr>
          </a:lstStyle>
          <a:p xmlns:a="http://schemas.openxmlformats.org/drawingml/2006/main">
            <a:pPr algn="l">
              <a:defRPr sz="1500" b="0">
                <a:solidFill>
                  <a:srgbClr val="9B651B"/>
                </a:solidFill>
                <a:latin typeface="Noto Sans"/>
                <a:ea typeface="Noto Sans"/>
                <a:cs typeface="Noto Sans"/>
              </a:defRPr>
            </a:pPr>
            <a:r>
              <a:rPr sz="1500" b="0">
                <a:solidFill>
                  <a:srgbClr val="9B651B"/>
                </a:solidFill>
                <a:latin typeface="Noto Sans"/>
                <a:ea typeface="Noto Sans"/>
                <a:cs typeface="Noto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92615FE5-E684-4EC5-9DF5-F478A0F33A97}"/>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08703344"/>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E2AD1280-4849-4C30-AB83-0C474A36341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2E5E497E-C6D8-4911-96AC-7931910238F4}"/>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architecture</a:t>
            </a:r>
          </a:p>
        </p:txBody>
      </p:sp>
      <p:sp>
        <p:nvSpPr>
          <p:cNvPr id="3" name="">
            <a:extLst xmlns:a="http://schemas.openxmlformats.org/drawingml/2006/main">
              <a:ext uri="{FF2B5EF4-FFF2-40B4-BE49-F238E27FC236}">
                <a16:creationId xmlns:a16="http://schemas.microsoft.com/office/drawing/2014/main" id="{E312F304-BB27-4570-A5BE-5A714408C1E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03</a:t>
            </a:r>
          </a:p>
        </p:txBody>
      </p:sp>
      <p:sp>
        <p:nvSpPr>
          <p:cNvPr id="4" name="">
            <a:extLst xmlns:a="http://schemas.openxmlformats.org/drawingml/2006/main">
              <a:ext uri="{FF2B5EF4-FFF2-40B4-BE49-F238E27FC236}">
                <a16:creationId xmlns:a16="http://schemas.microsoft.com/office/drawing/2014/main" id="{E6FA331D-B3F8-4206-9348-F3600C6F407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60EDBF1-1FC4-4A74-A4E0-F5C772508147}"/>
              </a:ext>
            </a:extLst>
          </p:cNvPr>
          <p:cNvSpPr>
            <a:spLocks xmlns:a="http://schemas.openxmlformats.org/drawingml/2006/main" noGrp="1"/>
          </p:cNvSpPr>
          <p:nvPr/>
        </p:nvSpPr>
        <p:spPr>
          <a:xfrm xmlns:a="http://schemas.openxmlformats.org/drawingml/2006/main">
            <a:off x="609600" y="13716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Synchronous APIs handle immediate work. Durable workers handle slow or failure-prone work.</a:t>
            </a:r>
          </a:p>
        </p:txBody>
      </p:sp>
      <p:sp>
        <p:nvSpPr>
          <p:cNvPr id="6" name="">
            <a:extLst xmlns:a="http://schemas.openxmlformats.org/drawingml/2006/main">
              <a:ext uri="{FF2B5EF4-FFF2-40B4-BE49-F238E27FC236}">
                <a16:creationId xmlns:a16="http://schemas.microsoft.com/office/drawing/2014/main" id="{AED37F7C-6A45-47B8-8444-CCC26D6D45BA}"/>
              </a:ext>
            </a:extLst>
          </p:cNvPr>
          <p:cNvSpPr>
            <a:spLocks xmlns:a="http://schemas.openxmlformats.org/drawingml/2006/main" noGrp="1"/>
          </p:cNvSpPr>
          <p:nvPr/>
        </p:nvSpPr>
        <p:spPr>
          <a:xfrm xmlns:a="http://schemas.openxmlformats.org/drawingml/2006/main">
            <a:off x="609600" y="2571750"/>
            <a:ext cx="1524000" cy="990600"/>
          </a:xfrm>
          <a:prstGeom xmlns:a="http://schemas.openxmlformats.org/drawingml/2006/main" prst="roundRect">
            <a:avLst>
              <a:gd name="adj" fmla="val 11538"/>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8761653-67DB-4C53-ACAE-9590FD877BC3}"/>
              </a:ext>
            </a:extLst>
          </p:cNvPr>
          <p:cNvSpPr>
            <a:spLocks xmlns:a="http://schemas.openxmlformats.org/drawingml/2006/main" noGrp="1"/>
          </p:cNvSpPr>
          <p:nvPr/>
        </p:nvSpPr>
        <p:spPr>
          <a:xfrm xmlns:a="http://schemas.openxmlformats.org/drawingml/2006/main">
            <a:off x="609600" y="2571750"/>
            <a:ext cx="66675" cy="9906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B79FA97E-2E75-45C3-9981-7CD9CBB8E4AE}"/>
              </a:ext>
            </a:extLst>
          </p:cNvPr>
          <p:cNvSpPr>
            <a:spLocks xmlns:a="http://schemas.openxmlformats.org/drawingml/2006/main" noGrp="1"/>
          </p:cNvSpPr>
          <p:nvPr/>
        </p:nvSpPr>
        <p:spPr>
          <a:xfrm xmlns:a="http://schemas.openxmlformats.org/drawingml/2006/main">
            <a:off x="819150" y="26860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Browser</a:t>
            </a:r>
          </a:p>
        </p:txBody>
      </p:sp>
      <p:sp>
        <p:nvSpPr>
          <p:cNvPr id="9" name="">
            <a:extLst xmlns:a="http://schemas.openxmlformats.org/drawingml/2006/main">
              <a:ext uri="{FF2B5EF4-FFF2-40B4-BE49-F238E27FC236}">
                <a16:creationId xmlns:a16="http://schemas.microsoft.com/office/drawing/2014/main" id="{9A7B7201-E93E-440F-A2E5-1D52DA9BADE0}"/>
              </a:ext>
            </a:extLst>
          </p:cNvPr>
          <p:cNvSpPr>
            <a:spLocks xmlns:a="http://schemas.openxmlformats.org/drawingml/2006/main" noGrp="1"/>
          </p:cNvSpPr>
          <p:nvPr/>
        </p:nvSpPr>
        <p:spPr>
          <a:xfrm xmlns:a="http://schemas.openxmlformats.org/drawingml/2006/main">
            <a:off x="819150" y="2981325"/>
            <a:ext cx="1200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Next.js client</a:t>
            </a:r>
          </a:p>
        </p:txBody>
      </p:sp>
      <p:sp>
        <p:nvSpPr>
          <p:cNvPr id="10" name="">
            <a:extLst xmlns:a="http://schemas.openxmlformats.org/drawingml/2006/main">
              <a:ext uri="{FF2B5EF4-FFF2-40B4-BE49-F238E27FC236}">
                <a16:creationId xmlns:a16="http://schemas.microsoft.com/office/drawing/2014/main" id="{903F9068-CBA2-4B14-A291-67304E16776C}"/>
              </a:ext>
            </a:extLst>
          </p:cNvPr>
          <p:cNvSpPr>
            <a:spLocks xmlns:a="http://schemas.openxmlformats.org/drawingml/2006/main" noGrp="1"/>
          </p:cNvSpPr>
          <p:nvPr/>
        </p:nvSpPr>
        <p:spPr>
          <a:xfrm xmlns:a="http://schemas.openxmlformats.org/drawingml/2006/main">
            <a:off x="2133600" y="3067050"/>
            <a:ext cx="514350" cy="0"/>
          </a:xfrm>
          <a:prstGeom xmlns:a="http://schemas.openxmlformats.org/drawingml/2006/main" prst="line">
            <a:avLst/>
          </a:prstGeom>
          <a:noFill xmlns:a="http://schemas.openxmlformats.org/drawingml/2006/main"/>
          <a:ln xmlns:a="http://schemas.openxmlformats.org/drawingml/2006/main" w="28575">
            <a:solidFill>
              <a:srgbClr val="194D38"/>
            </a:solidFill>
            <a:prstDash val="solid"/>
          </a:ln>
        </p:spPr>
      </p:sp>
      <p:sp>
        <p:nvSpPr>
          <p:cNvPr id="11" name="">
            <a:extLst xmlns:a="http://schemas.openxmlformats.org/drawingml/2006/main">
              <a:ext uri="{FF2B5EF4-FFF2-40B4-BE49-F238E27FC236}">
                <a16:creationId xmlns:a16="http://schemas.microsoft.com/office/drawing/2014/main" id="{FAC442A4-04F0-4778-8DCC-0287AA767761}"/>
              </a:ext>
            </a:extLst>
          </p:cNvPr>
          <p:cNvSpPr>
            <a:spLocks xmlns:a="http://schemas.openxmlformats.org/drawingml/2006/main" noGrp="1"/>
          </p:cNvSpPr>
          <p:nvPr/>
        </p:nvSpPr>
        <p:spPr>
          <a:xfrm xmlns:a="http://schemas.openxmlformats.org/drawingml/2006/main">
            <a:off x="2647950" y="2571750"/>
            <a:ext cx="1714500" cy="990600"/>
          </a:xfrm>
          <a:prstGeom xmlns:a="http://schemas.openxmlformats.org/drawingml/2006/main" prst="roundRect">
            <a:avLst>
              <a:gd name="adj" fmla="val 11538"/>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3621580-9F73-4B9A-9BDB-176968A40DE2}"/>
              </a:ext>
            </a:extLst>
          </p:cNvPr>
          <p:cNvSpPr>
            <a:spLocks xmlns:a="http://schemas.openxmlformats.org/drawingml/2006/main" noGrp="1"/>
          </p:cNvSpPr>
          <p:nvPr/>
        </p:nvSpPr>
        <p:spPr>
          <a:xfrm xmlns:a="http://schemas.openxmlformats.org/drawingml/2006/main">
            <a:off x="2647950" y="2571750"/>
            <a:ext cx="66675" cy="9906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0438A855-822E-4433-A953-591FE67A8CAA}"/>
              </a:ext>
            </a:extLst>
          </p:cNvPr>
          <p:cNvSpPr>
            <a:spLocks xmlns:a="http://schemas.openxmlformats.org/drawingml/2006/main" noGrp="1"/>
          </p:cNvSpPr>
          <p:nvPr/>
        </p:nvSpPr>
        <p:spPr>
          <a:xfrm xmlns:a="http://schemas.openxmlformats.org/drawingml/2006/main">
            <a:off x="2857500" y="26860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86EDC114-D1A4-428C-9EB1-B665125A1134}"/>
              </a:ext>
            </a:extLst>
          </p:cNvPr>
          <p:cNvSpPr>
            <a:spLocks xmlns:a="http://schemas.openxmlformats.org/drawingml/2006/main" noGrp="1"/>
          </p:cNvSpPr>
          <p:nvPr/>
        </p:nvSpPr>
        <p:spPr>
          <a:xfrm xmlns:a="http://schemas.openxmlformats.org/drawingml/2006/main">
            <a:off x="2857500" y="29813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proxy, WAF</a:t>
            </a:r>
          </a:p>
        </p:txBody>
      </p:sp>
      <p:sp>
        <p:nvSpPr>
          <p:cNvPr id="15" name="">
            <a:extLst xmlns:a="http://schemas.openxmlformats.org/drawingml/2006/main">
              <a:ext uri="{FF2B5EF4-FFF2-40B4-BE49-F238E27FC236}">
                <a16:creationId xmlns:a16="http://schemas.microsoft.com/office/drawing/2014/main" id="{DF429D99-2C4A-47AC-B318-7CAFF2DB792A}"/>
              </a:ext>
            </a:extLst>
          </p:cNvPr>
          <p:cNvSpPr>
            <a:spLocks xmlns:a="http://schemas.openxmlformats.org/drawingml/2006/main" noGrp="1"/>
          </p:cNvSpPr>
          <p:nvPr/>
        </p:nvSpPr>
        <p:spPr>
          <a:xfrm xmlns:a="http://schemas.openxmlformats.org/drawingml/2006/main">
            <a:off x="4362450" y="3067050"/>
            <a:ext cx="514350" cy="0"/>
          </a:xfrm>
          <a:prstGeom xmlns:a="http://schemas.openxmlformats.org/drawingml/2006/main" prst="line">
            <a:avLst/>
          </a:prstGeom>
          <a:noFill xmlns:a="http://schemas.openxmlformats.org/drawingml/2006/main"/>
          <a:ln xmlns:a="http://schemas.openxmlformats.org/drawingml/2006/main" w="28575">
            <a:solidFill>
              <a:srgbClr val="356456"/>
            </a:solidFill>
            <a:prstDash val="solid"/>
          </a:ln>
        </p:spPr>
      </p:sp>
      <p:sp>
        <p:nvSpPr>
          <p:cNvPr id="16" name="">
            <a:extLst xmlns:a="http://schemas.openxmlformats.org/drawingml/2006/main">
              <a:ext uri="{FF2B5EF4-FFF2-40B4-BE49-F238E27FC236}">
                <a16:creationId xmlns:a16="http://schemas.microsoft.com/office/drawing/2014/main" id="{B9CCBF34-4F63-4883-B0C5-8B17BE9DBA32}"/>
              </a:ext>
            </a:extLst>
          </p:cNvPr>
          <p:cNvSpPr>
            <a:spLocks xmlns:a="http://schemas.openxmlformats.org/drawingml/2006/main" noGrp="1"/>
          </p:cNvSpPr>
          <p:nvPr/>
        </p:nvSpPr>
        <p:spPr>
          <a:xfrm xmlns:a="http://schemas.openxmlformats.org/drawingml/2006/main">
            <a:off x="4876800" y="2362200"/>
            <a:ext cx="22669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3262338D-0F93-4B3B-ACF5-9FEFF2A24E11}"/>
              </a:ext>
            </a:extLst>
          </p:cNvPr>
          <p:cNvSpPr>
            <a:spLocks xmlns:a="http://schemas.openxmlformats.org/drawingml/2006/main" noGrp="1"/>
          </p:cNvSpPr>
          <p:nvPr/>
        </p:nvSpPr>
        <p:spPr>
          <a:xfrm xmlns:a="http://schemas.openxmlformats.org/drawingml/2006/main">
            <a:off x="4876800" y="2362200"/>
            <a:ext cx="66675" cy="14097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8" name="">
            <a:extLst xmlns:a="http://schemas.openxmlformats.org/drawingml/2006/main">
              <a:ext uri="{FF2B5EF4-FFF2-40B4-BE49-F238E27FC236}">
                <a16:creationId xmlns:a16="http://schemas.microsoft.com/office/drawing/2014/main" id="{A1FDE2BB-E733-420A-8321-9294A0B920D9}"/>
              </a:ext>
            </a:extLst>
          </p:cNvPr>
          <p:cNvSpPr>
            <a:spLocks xmlns:a="http://schemas.openxmlformats.org/drawingml/2006/main" noGrp="1"/>
          </p:cNvSpPr>
          <p:nvPr/>
        </p:nvSpPr>
        <p:spPr>
          <a:xfrm xmlns:a="http://schemas.openxmlformats.org/drawingml/2006/main">
            <a:off x="5086350" y="247650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19" name="">
            <a:extLst xmlns:a="http://schemas.openxmlformats.org/drawingml/2006/main">
              <a:ext uri="{FF2B5EF4-FFF2-40B4-BE49-F238E27FC236}">
                <a16:creationId xmlns:a16="http://schemas.microsoft.com/office/drawing/2014/main" id="{AD9DCE1F-7871-496B-8ECC-431FFEE1938A}"/>
              </a:ext>
            </a:extLst>
          </p:cNvPr>
          <p:cNvSpPr>
            <a:spLocks xmlns:a="http://schemas.openxmlformats.org/drawingml/2006/main" noGrp="1"/>
          </p:cNvSpPr>
          <p:nvPr/>
        </p:nvSpPr>
        <p:spPr>
          <a:xfrm xmlns:a="http://schemas.openxmlformats.org/drawingml/2006/main">
            <a:off x="5086350" y="2771775"/>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Validation and business rules</a:t>
            </a:r>
          </a:p>
        </p:txBody>
      </p:sp>
      <p:sp>
        <p:nvSpPr>
          <p:cNvPr id="20" name="">
            <a:extLst xmlns:a="http://schemas.openxmlformats.org/drawingml/2006/main">
              <a:ext uri="{FF2B5EF4-FFF2-40B4-BE49-F238E27FC236}">
                <a16:creationId xmlns:a16="http://schemas.microsoft.com/office/drawing/2014/main" id="{D26697D5-52D0-4D0C-95E2-D7A771D06A10}"/>
              </a:ext>
            </a:extLst>
          </p:cNvPr>
          <p:cNvSpPr>
            <a:spLocks xmlns:a="http://schemas.openxmlformats.org/drawingml/2006/main" noGrp="1"/>
          </p:cNvSpPr>
          <p:nvPr/>
        </p:nvSpPr>
        <p:spPr>
          <a:xfrm xmlns:a="http://schemas.openxmlformats.org/drawingml/2006/main">
            <a:off x="7143750" y="2743200"/>
            <a:ext cx="5905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1" name="">
            <a:extLst xmlns:a="http://schemas.openxmlformats.org/drawingml/2006/main">
              <a:ext uri="{FF2B5EF4-FFF2-40B4-BE49-F238E27FC236}">
                <a16:creationId xmlns:a16="http://schemas.microsoft.com/office/drawing/2014/main" id="{515979DB-6C7D-4974-8A0C-07762294E156}"/>
              </a:ext>
            </a:extLst>
          </p:cNvPr>
          <p:cNvSpPr>
            <a:spLocks xmlns:a="http://schemas.openxmlformats.org/drawingml/2006/main" noGrp="1"/>
          </p:cNvSpPr>
          <p:nvPr/>
        </p:nvSpPr>
        <p:spPr>
          <a:xfrm xmlns:a="http://schemas.openxmlformats.org/drawingml/2006/main">
            <a:off x="7143750" y="3390900"/>
            <a:ext cx="5905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2" name="">
            <a:extLst xmlns:a="http://schemas.openxmlformats.org/drawingml/2006/main">
              <a:ext uri="{FF2B5EF4-FFF2-40B4-BE49-F238E27FC236}">
                <a16:creationId xmlns:a16="http://schemas.microsoft.com/office/drawing/2014/main" id="{461C8F19-0939-4565-B367-6CAA8482D1D5}"/>
              </a:ext>
            </a:extLst>
          </p:cNvPr>
          <p:cNvSpPr>
            <a:spLocks xmlns:a="http://schemas.openxmlformats.org/drawingml/2006/main" noGrp="1"/>
          </p:cNvSpPr>
          <p:nvPr/>
        </p:nvSpPr>
        <p:spPr>
          <a:xfrm xmlns:a="http://schemas.openxmlformats.org/drawingml/2006/main">
            <a:off x="7734300" y="2038350"/>
            <a:ext cx="1809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F4538B44-602A-4734-BB94-547FB0D16433}"/>
              </a:ext>
            </a:extLst>
          </p:cNvPr>
          <p:cNvSpPr>
            <a:spLocks xmlns:a="http://schemas.openxmlformats.org/drawingml/2006/main" noGrp="1"/>
          </p:cNvSpPr>
          <p:nvPr/>
        </p:nvSpPr>
        <p:spPr>
          <a:xfrm xmlns:a="http://schemas.openxmlformats.org/drawingml/2006/main">
            <a:off x="7734300" y="203835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C0D7F005-0E68-458C-B6C4-AEEBD03D669E}"/>
              </a:ext>
            </a:extLst>
          </p:cNvPr>
          <p:cNvSpPr>
            <a:spLocks xmlns:a="http://schemas.openxmlformats.org/drawingml/2006/main" noGrp="1"/>
          </p:cNvSpPr>
          <p:nvPr/>
        </p:nvSpPr>
        <p:spPr>
          <a:xfrm xmlns:a="http://schemas.openxmlformats.org/drawingml/2006/main">
            <a:off x="7943850" y="21526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30C35282-E59C-41F2-841C-6AAABAB0E065}"/>
              </a:ext>
            </a:extLst>
          </p:cNvPr>
          <p:cNvSpPr>
            <a:spLocks xmlns:a="http://schemas.openxmlformats.org/drawingml/2006/main" noGrp="1"/>
          </p:cNvSpPr>
          <p:nvPr/>
        </p:nvSpPr>
        <p:spPr>
          <a:xfrm xmlns:a="http://schemas.openxmlformats.org/drawingml/2006/main">
            <a:off x="7943850" y="244792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offers, applications, jobs</a:t>
            </a:r>
          </a:p>
        </p:txBody>
      </p:sp>
      <p:sp>
        <p:nvSpPr>
          <p:cNvPr id="26" name="">
            <a:extLst xmlns:a="http://schemas.openxmlformats.org/drawingml/2006/main">
              <a:ext uri="{FF2B5EF4-FFF2-40B4-BE49-F238E27FC236}">
                <a16:creationId xmlns:a16="http://schemas.microsoft.com/office/drawing/2014/main" id="{462C5912-BFAD-4EA1-B5F8-659D82E34383}"/>
              </a:ext>
            </a:extLst>
          </p:cNvPr>
          <p:cNvSpPr>
            <a:spLocks xmlns:a="http://schemas.openxmlformats.org/drawingml/2006/main" noGrp="1"/>
          </p:cNvSpPr>
          <p:nvPr/>
        </p:nvSpPr>
        <p:spPr>
          <a:xfrm xmlns:a="http://schemas.openxmlformats.org/drawingml/2006/main">
            <a:off x="7734300" y="3314700"/>
            <a:ext cx="1809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96CC0197-727D-4CA0-BECE-244164940522}"/>
              </a:ext>
            </a:extLst>
          </p:cNvPr>
          <p:cNvSpPr>
            <a:spLocks xmlns:a="http://schemas.openxmlformats.org/drawingml/2006/main" noGrp="1"/>
          </p:cNvSpPr>
          <p:nvPr/>
        </p:nvSpPr>
        <p:spPr>
          <a:xfrm xmlns:a="http://schemas.openxmlformats.org/drawingml/2006/main">
            <a:off x="7734300" y="331470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8" name="">
            <a:extLst xmlns:a="http://schemas.openxmlformats.org/drawingml/2006/main">
              <a:ext uri="{FF2B5EF4-FFF2-40B4-BE49-F238E27FC236}">
                <a16:creationId xmlns:a16="http://schemas.microsoft.com/office/drawing/2014/main" id="{B979384D-49D1-4586-BE25-B0A2E453EFA4}"/>
              </a:ext>
            </a:extLst>
          </p:cNvPr>
          <p:cNvSpPr>
            <a:spLocks xmlns:a="http://schemas.openxmlformats.org/drawingml/2006/main" noGrp="1"/>
          </p:cNvSpPr>
          <p:nvPr/>
        </p:nvSpPr>
        <p:spPr>
          <a:xfrm xmlns:a="http://schemas.openxmlformats.org/drawingml/2006/main">
            <a:off x="7943850" y="34290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Private storage</a:t>
            </a:r>
          </a:p>
        </p:txBody>
      </p:sp>
      <p:sp>
        <p:nvSpPr>
          <p:cNvPr id="29" name="">
            <a:extLst xmlns:a="http://schemas.openxmlformats.org/drawingml/2006/main">
              <a:ext uri="{FF2B5EF4-FFF2-40B4-BE49-F238E27FC236}">
                <a16:creationId xmlns:a16="http://schemas.microsoft.com/office/drawing/2014/main" id="{BE13B6CA-345F-4E6C-B867-226ABE3ED8F4}"/>
              </a:ext>
            </a:extLst>
          </p:cNvPr>
          <p:cNvSpPr>
            <a:spLocks xmlns:a="http://schemas.openxmlformats.org/drawingml/2006/main" noGrp="1"/>
          </p:cNvSpPr>
          <p:nvPr/>
        </p:nvSpPr>
        <p:spPr>
          <a:xfrm xmlns:a="http://schemas.openxmlformats.org/drawingml/2006/main">
            <a:off x="7943850" y="372427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CVs, avatars, logos</a:t>
            </a:r>
          </a:p>
        </p:txBody>
      </p:sp>
      <p:sp>
        <p:nvSpPr>
          <p:cNvPr id="30" name="">
            <a:extLst xmlns:a="http://schemas.openxmlformats.org/drawingml/2006/main">
              <a:ext uri="{FF2B5EF4-FFF2-40B4-BE49-F238E27FC236}">
                <a16:creationId xmlns:a16="http://schemas.microsoft.com/office/drawing/2014/main" id="{2727A010-B667-4A01-A2E9-33F75597A207}"/>
              </a:ext>
            </a:extLst>
          </p:cNvPr>
          <p:cNvSpPr>
            <a:spLocks xmlns:a="http://schemas.openxmlformats.org/drawingml/2006/main" noGrp="1"/>
          </p:cNvSpPr>
          <p:nvPr/>
        </p:nvSpPr>
        <p:spPr>
          <a:xfrm xmlns:a="http://schemas.openxmlformats.org/drawingml/2006/main">
            <a:off x="6010275" y="3771900"/>
            <a:ext cx="0" cy="85725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31" name="">
            <a:extLst xmlns:a="http://schemas.openxmlformats.org/drawingml/2006/main">
              <a:ext uri="{FF2B5EF4-FFF2-40B4-BE49-F238E27FC236}">
                <a16:creationId xmlns:a16="http://schemas.microsoft.com/office/drawing/2014/main" id="{4ECB9E71-55C2-4BBC-ADFF-6759435B498C}"/>
              </a:ext>
            </a:extLst>
          </p:cNvPr>
          <p:cNvSpPr>
            <a:spLocks xmlns:a="http://schemas.openxmlformats.org/drawingml/2006/main" noGrp="1"/>
          </p:cNvSpPr>
          <p:nvPr/>
        </p:nvSpPr>
        <p:spPr>
          <a:xfrm xmlns:a="http://schemas.openxmlformats.org/drawingml/2006/main">
            <a:off x="4876800" y="4629150"/>
            <a:ext cx="2266950" cy="1047750"/>
          </a:xfrm>
          <a:prstGeom xmlns:a="http://schemas.openxmlformats.org/drawingml/2006/main" prst="roundRect">
            <a:avLst>
              <a:gd name="adj" fmla="val 10909"/>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A6E678E3-B2A9-450B-B610-CF668456BBE0}"/>
              </a:ext>
            </a:extLst>
          </p:cNvPr>
          <p:cNvSpPr>
            <a:spLocks xmlns:a="http://schemas.openxmlformats.org/drawingml/2006/main" noGrp="1"/>
          </p:cNvSpPr>
          <p:nvPr/>
        </p:nvSpPr>
        <p:spPr>
          <a:xfrm xmlns:a="http://schemas.openxmlformats.org/drawingml/2006/main">
            <a:off x="4876800" y="4629150"/>
            <a:ext cx="66675" cy="10477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33" name="">
            <a:extLst xmlns:a="http://schemas.openxmlformats.org/drawingml/2006/main">
              <a:ext uri="{FF2B5EF4-FFF2-40B4-BE49-F238E27FC236}">
                <a16:creationId xmlns:a16="http://schemas.microsoft.com/office/drawing/2014/main" id="{0649CFEB-115F-4D0A-8937-A9BCC210B889}"/>
              </a:ext>
            </a:extLst>
          </p:cNvPr>
          <p:cNvSpPr>
            <a:spLocks xmlns:a="http://schemas.openxmlformats.org/drawingml/2006/main" noGrp="1"/>
          </p:cNvSpPr>
          <p:nvPr/>
        </p:nvSpPr>
        <p:spPr>
          <a:xfrm xmlns:a="http://schemas.openxmlformats.org/drawingml/2006/main">
            <a:off x="5086350" y="47434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34" name="">
            <a:extLst xmlns:a="http://schemas.openxmlformats.org/drawingml/2006/main">
              <a:ext uri="{FF2B5EF4-FFF2-40B4-BE49-F238E27FC236}">
                <a16:creationId xmlns:a16="http://schemas.microsoft.com/office/drawing/2014/main" id="{6B592AA2-8543-431C-92FF-EAF6512397FA}"/>
              </a:ext>
            </a:extLst>
          </p:cNvPr>
          <p:cNvSpPr>
            <a:spLocks xmlns:a="http://schemas.openxmlformats.org/drawingml/2006/main" noGrp="1"/>
          </p:cNvSpPr>
          <p:nvPr/>
        </p:nvSpPr>
        <p:spPr>
          <a:xfrm xmlns:a="http://schemas.openxmlformats.org/drawingml/2006/main">
            <a:off x="5086350" y="5038725"/>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Broker, presence, shared state</a:t>
            </a:r>
          </a:p>
        </p:txBody>
      </p:sp>
      <p:sp>
        <p:nvSpPr>
          <p:cNvPr id="35" name="">
            <a:extLst xmlns:a="http://schemas.openxmlformats.org/drawingml/2006/main">
              <a:ext uri="{FF2B5EF4-FFF2-40B4-BE49-F238E27FC236}">
                <a16:creationId xmlns:a16="http://schemas.microsoft.com/office/drawing/2014/main" id="{393EDCCC-AFD8-47C9-B0FF-4176F7B2CDA2}"/>
              </a:ext>
            </a:extLst>
          </p:cNvPr>
          <p:cNvSpPr>
            <a:spLocks xmlns:a="http://schemas.openxmlformats.org/drawingml/2006/main" noGrp="1"/>
          </p:cNvSpPr>
          <p:nvPr/>
        </p:nvSpPr>
        <p:spPr>
          <a:xfrm xmlns:a="http://schemas.openxmlformats.org/drawingml/2006/main">
            <a:off x="7143750" y="5143500"/>
            <a:ext cx="590550" cy="0"/>
          </a:xfrm>
          <a:prstGeom xmlns:a="http://schemas.openxmlformats.org/drawingml/2006/main" prst="line">
            <a:avLst/>
          </a:prstGeom>
          <a:noFill xmlns:a="http://schemas.openxmlformats.org/drawingml/2006/main"/>
          <a:ln xmlns:a="http://schemas.openxmlformats.org/drawingml/2006/main" w="28575">
            <a:solidFill>
              <a:srgbClr val="B34538"/>
            </a:solidFill>
            <a:prstDash val="solid"/>
          </a:ln>
        </p:spPr>
      </p:sp>
      <p:sp>
        <p:nvSpPr>
          <p:cNvPr id="36" name="">
            <a:extLst xmlns:a="http://schemas.openxmlformats.org/drawingml/2006/main">
              <a:ext uri="{FF2B5EF4-FFF2-40B4-BE49-F238E27FC236}">
                <a16:creationId xmlns:a16="http://schemas.microsoft.com/office/drawing/2014/main" id="{6AC94951-2094-4EE8-9DE2-624FD162A6BB}"/>
              </a:ext>
            </a:extLst>
          </p:cNvPr>
          <p:cNvSpPr>
            <a:spLocks xmlns:a="http://schemas.openxmlformats.org/drawingml/2006/main" noGrp="1"/>
          </p:cNvSpPr>
          <p:nvPr/>
        </p:nvSpPr>
        <p:spPr>
          <a:xfrm xmlns:a="http://schemas.openxmlformats.org/drawingml/2006/main">
            <a:off x="7734300" y="4629150"/>
            <a:ext cx="1809750" cy="1047750"/>
          </a:xfrm>
          <a:prstGeom xmlns:a="http://schemas.openxmlformats.org/drawingml/2006/main" prst="roundRect">
            <a:avLst>
              <a:gd name="adj" fmla="val 10909"/>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69FE454B-0FD8-4DB2-AA5B-AB4669B12D36}"/>
              </a:ext>
            </a:extLst>
          </p:cNvPr>
          <p:cNvSpPr>
            <a:spLocks xmlns:a="http://schemas.openxmlformats.org/drawingml/2006/main" noGrp="1"/>
          </p:cNvSpPr>
          <p:nvPr/>
        </p:nvSpPr>
        <p:spPr>
          <a:xfrm xmlns:a="http://schemas.openxmlformats.org/drawingml/2006/main">
            <a:off x="7734300" y="4629150"/>
            <a:ext cx="66675" cy="10477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38" name="">
            <a:extLst xmlns:a="http://schemas.openxmlformats.org/drawingml/2006/main">
              <a:ext uri="{FF2B5EF4-FFF2-40B4-BE49-F238E27FC236}">
                <a16:creationId xmlns:a16="http://schemas.microsoft.com/office/drawing/2014/main" id="{5FA3E5F1-D85D-4187-8784-5E628BFF0EF5}"/>
              </a:ext>
            </a:extLst>
          </p:cNvPr>
          <p:cNvSpPr>
            <a:spLocks xmlns:a="http://schemas.openxmlformats.org/drawingml/2006/main" noGrp="1"/>
          </p:cNvSpPr>
          <p:nvPr/>
        </p:nvSpPr>
        <p:spPr>
          <a:xfrm xmlns:a="http://schemas.openxmlformats.org/drawingml/2006/main">
            <a:off x="7943850" y="47434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Celery workers</a:t>
            </a:r>
          </a:p>
        </p:txBody>
      </p:sp>
      <p:sp>
        <p:nvSpPr>
          <p:cNvPr id="39" name="">
            <a:extLst xmlns:a="http://schemas.openxmlformats.org/drawingml/2006/main">
              <a:ext uri="{FF2B5EF4-FFF2-40B4-BE49-F238E27FC236}">
                <a16:creationId xmlns:a16="http://schemas.microsoft.com/office/drawing/2014/main" id="{7DA1E10A-93E8-43DF-990E-068C252CA747}"/>
              </a:ext>
            </a:extLst>
          </p:cNvPr>
          <p:cNvSpPr>
            <a:spLocks xmlns:a="http://schemas.openxmlformats.org/drawingml/2006/main" noGrp="1"/>
          </p:cNvSpPr>
          <p:nvPr/>
        </p:nvSpPr>
        <p:spPr>
          <a:xfrm xmlns:a="http://schemas.openxmlformats.org/drawingml/2006/main">
            <a:off x="7943850" y="5038725"/>
            <a:ext cx="1485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and background jobs</a:t>
            </a:r>
          </a:p>
        </p:txBody>
      </p:sp>
      <p:sp>
        <p:nvSpPr>
          <p:cNvPr id="40" name="">
            <a:extLst xmlns:a="http://schemas.openxmlformats.org/drawingml/2006/main">
              <a:ext uri="{FF2B5EF4-FFF2-40B4-BE49-F238E27FC236}">
                <a16:creationId xmlns:a16="http://schemas.microsoft.com/office/drawing/2014/main" id="{4B8C102C-D351-4A1D-A7C2-F4987D46D9C1}"/>
              </a:ext>
            </a:extLst>
          </p:cNvPr>
          <p:cNvSpPr>
            <a:spLocks xmlns:a="http://schemas.openxmlformats.org/drawingml/2006/main" noGrp="1"/>
          </p:cNvSpPr>
          <p:nvPr/>
        </p:nvSpPr>
        <p:spPr>
          <a:xfrm xmlns:a="http://schemas.openxmlformats.org/drawingml/2006/main">
            <a:off x="9544050" y="5143500"/>
            <a:ext cx="514350" cy="0"/>
          </a:xfrm>
          <a:prstGeom xmlns:a="http://schemas.openxmlformats.org/drawingml/2006/main" prst="line">
            <a:avLst/>
          </a:prstGeom>
          <a:noFill xmlns:a="http://schemas.openxmlformats.org/drawingml/2006/main"/>
          <a:ln xmlns:a="http://schemas.openxmlformats.org/drawingml/2006/main" w="28575">
            <a:solidFill>
              <a:srgbClr val="9B651B"/>
            </a:solidFill>
            <a:prstDash val="solid"/>
          </a:ln>
        </p:spPr>
      </p:sp>
      <p:sp>
        <p:nvSpPr>
          <p:cNvPr id="41" name="">
            <a:extLst xmlns:a="http://schemas.openxmlformats.org/drawingml/2006/main">
              <a:ext uri="{FF2B5EF4-FFF2-40B4-BE49-F238E27FC236}">
                <a16:creationId xmlns:a16="http://schemas.microsoft.com/office/drawing/2014/main" id="{9CFECFA0-CD35-409F-AE5A-A82C17AA4EA9}"/>
              </a:ext>
            </a:extLst>
          </p:cNvPr>
          <p:cNvSpPr>
            <a:spLocks xmlns:a="http://schemas.openxmlformats.org/drawingml/2006/main" noGrp="1"/>
          </p:cNvSpPr>
          <p:nvPr/>
        </p:nvSpPr>
        <p:spPr>
          <a:xfrm xmlns:a="http://schemas.openxmlformats.org/drawingml/2006/main">
            <a:off x="10058400" y="4629150"/>
            <a:ext cx="1524000" cy="1047750"/>
          </a:xfrm>
          <a:prstGeom xmlns:a="http://schemas.openxmlformats.org/drawingml/2006/main" prst="roundRect">
            <a:avLst>
              <a:gd name="adj" fmla="val 10909"/>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2" name="">
            <a:extLst xmlns:a="http://schemas.openxmlformats.org/drawingml/2006/main">
              <a:ext uri="{FF2B5EF4-FFF2-40B4-BE49-F238E27FC236}">
                <a16:creationId xmlns:a16="http://schemas.microsoft.com/office/drawing/2014/main" id="{E638EB4F-E9A7-435E-A74C-D1F3BA911B26}"/>
              </a:ext>
            </a:extLst>
          </p:cNvPr>
          <p:cNvSpPr>
            <a:spLocks xmlns:a="http://schemas.openxmlformats.org/drawingml/2006/main" noGrp="1"/>
          </p:cNvSpPr>
          <p:nvPr/>
        </p:nvSpPr>
        <p:spPr>
          <a:xfrm xmlns:a="http://schemas.openxmlformats.org/drawingml/2006/main">
            <a:off x="10058400" y="4629150"/>
            <a:ext cx="66675" cy="10477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3" name="">
            <a:extLst xmlns:a="http://schemas.openxmlformats.org/drawingml/2006/main">
              <a:ext uri="{FF2B5EF4-FFF2-40B4-BE49-F238E27FC236}">
                <a16:creationId xmlns:a16="http://schemas.microsoft.com/office/drawing/2014/main" id="{D5A6E20C-3139-4DBD-8D89-EDCB3605F541}"/>
              </a:ext>
            </a:extLst>
          </p:cNvPr>
          <p:cNvSpPr>
            <a:spLocks xmlns:a="http://schemas.openxmlformats.org/drawingml/2006/main" noGrp="1"/>
          </p:cNvSpPr>
          <p:nvPr/>
        </p:nvSpPr>
        <p:spPr>
          <a:xfrm xmlns:a="http://schemas.openxmlformats.org/drawingml/2006/main">
            <a:off x="10267950" y="47434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2502"/>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Gemini / Resend</a:t>
            </a:r>
          </a:p>
        </p:txBody>
      </p:sp>
      <p:sp>
        <p:nvSpPr>
          <p:cNvPr id="44" name="">
            <a:extLst xmlns:a="http://schemas.openxmlformats.org/drawingml/2006/main">
              <a:ext uri="{FF2B5EF4-FFF2-40B4-BE49-F238E27FC236}">
                <a16:creationId xmlns:a16="http://schemas.microsoft.com/office/drawing/2014/main" id="{542BC18C-2027-426B-9765-3742C549CB8C}"/>
              </a:ext>
            </a:extLst>
          </p:cNvPr>
          <p:cNvSpPr>
            <a:spLocks xmlns:a="http://schemas.openxmlformats.org/drawingml/2006/main" noGrp="1"/>
          </p:cNvSpPr>
          <p:nvPr/>
        </p:nvSpPr>
        <p:spPr>
          <a:xfrm xmlns:a="http://schemas.openxmlformats.org/drawingml/2006/main">
            <a:off x="10267950" y="5038725"/>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External AI and email</a:t>
            </a:r>
          </a:p>
        </p:txBody>
      </p:sp>
      <p:sp>
        <p:nvSpPr>
          <p:cNvPr id="45" name="">
            <a:extLst xmlns:a="http://schemas.openxmlformats.org/drawingml/2006/main">
              <a:ext uri="{FF2B5EF4-FFF2-40B4-BE49-F238E27FC236}">
                <a16:creationId xmlns:a16="http://schemas.microsoft.com/office/drawing/2014/main" id="{30977BA4-5876-4975-AE4E-2E14B4142731}"/>
              </a:ext>
            </a:extLst>
          </p:cNvPr>
          <p:cNvSpPr>
            <a:spLocks xmlns:a="http://schemas.openxmlformats.org/drawingml/2006/main" noGrp="1"/>
          </p:cNvSpPr>
          <p:nvPr/>
        </p:nvSpPr>
        <p:spPr>
          <a:xfrm xmlns:a="http://schemas.openxmlformats.org/drawingml/2006/main">
            <a:off x="9944100" y="21526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ctr">
              <a:defRPr sz="1350" b="1">
                <a:solidFill>
                  <a:srgbClr val="194D38"/>
                </a:solidFill>
                <a:latin typeface="Noto Sans"/>
                <a:ea typeface="Noto Sans"/>
                <a:cs typeface="Noto Sans"/>
              </a:defRPr>
            </a:defPPr>
            <a:lvl1pPr algn="ctr">
              <a:defRPr sz="1350" b="1">
                <a:solidFill>
                  <a:srgbClr val="194D38"/>
                </a:solidFill>
                <a:latin typeface="Noto Sans"/>
                <a:ea typeface="Noto Sans"/>
                <a:cs typeface="Noto Sans"/>
              </a:defRPr>
            </a:lvl1pPr>
            <a:lvl2pPr algn="ctr">
              <a:defRPr sz="1350" b="1">
                <a:solidFill>
                  <a:srgbClr val="194D38"/>
                </a:solidFill>
                <a:latin typeface="Noto Sans"/>
                <a:ea typeface="Noto Sans"/>
                <a:cs typeface="Noto Sans"/>
              </a:defRPr>
            </a:lvl2pPr>
            <a:lvl3pPr algn="ctr">
              <a:defRPr sz="1350" b="1">
                <a:solidFill>
                  <a:srgbClr val="194D38"/>
                </a:solidFill>
                <a:latin typeface="Noto Sans"/>
                <a:ea typeface="Noto Sans"/>
                <a:cs typeface="Noto Sans"/>
              </a:defRPr>
            </a:lvl3pPr>
            <a:lvl4pPr algn="ctr">
              <a:defRPr sz="1350" b="1">
                <a:solidFill>
                  <a:srgbClr val="194D38"/>
                </a:solidFill>
                <a:latin typeface="Noto Sans"/>
                <a:ea typeface="Noto Sans"/>
                <a:cs typeface="Noto Sans"/>
              </a:defRPr>
            </a:lvl4pPr>
            <a:lvl5pPr algn="ctr">
              <a:defRPr sz="1350" b="1">
                <a:solidFill>
                  <a:srgbClr val="194D38"/>
                </a:solidFill>
                <a:latin typeface="Noto Sans"/>
                <a:ea typeface="Noto Sans"/>
                <a:cs typeface="Noto Sans"/>
              </a:defRPr>
            </a:lvl5pPr>
            <a:lvl6pPr algn="ctr">
              <a:defRPr sz="1350" b="1">
                <a:solidFill>
                  <a:srgbClr val="194D38"/>
                </a:solidFill>
                <a:latin typeface="Noto Sans"/>
                <a:ea typeface="Noto Sans"/>
                <a:cs typeface="Noto Sans"/>
              </a:defRPr>
            </a:lvl6pPr>
            <a:lvl7pPr algn="ctr">
              <a:defRPr sz="1350" b="1">
                <a:solidFill>
                  <a:srgbClr val="194D38"/>
                </a:solidFill>
                <a:latin typeface="Noto Sans"/>
                <a:ea typeface="Noto Sans"/>
                <a:cs typeface="Noto Sans"/>
              </a:defRPr>
            </a:lvl7pPr>
            <a:lvl8pPr algn="ctr">
              <a:defRPr sz="1350" b="1">
                <a:solidFill>
                  <a:srgbClr val="194D38"/>
                </a:solidFill>
                <a:latin typeface="Noto Sans"/>
                <a:ea typeface="Noto Sans"/>
                <a:cs typeface="Noto Sans"/>
              </a:defRPr>
            </a:lvl8pPr>
            <a:lvl9pPr algn="ctr">
              <a:defRPr sz="1350" b="1">
                <a:solidFill>
                  <a:srgbClr val="194D38"/>
                </a:solidFill>
                <a:latin typeface="Noto Sans"/>
                <a:ea typeface="Noto Sans"/>
                <a:cs typeface="Noto Sans"/>
              </a:defRPr>
            </a:lvl9pPr>
          </a:lstStyle>
          <a:p xmlns:a="http://schemas.openxmlformats.org/drawingml/2006/main">
            <a:pPr algn="ctr">
              <a:defRPr sz="1350" b="1">
                <a:solidFill>
                  <a:srgbClr val="194D38"/>
                </a:solidFill>
                <a:latin typeface="Noto Sans"/>
                <a:ea typeface="Noto Sans"/>
                <a:cs typeface="Noto Sans"/>
              </a:defRPr>
            </a:pPr>
            <a:r>
              <a:rPr sz="1350" b="1">
                <a:solidFill>
                  <a:srgbClr val="194D38"/>
                </a:solidFill>
                <a:latin typeface="Noto Sans"/>
                <a:ea typeface="Noto Sans"/>
                <a:cs typeface="Noto Sans"/>
              </a:rPr>
              <a:t>WebSockets</a:t>
            </a:r>
          </a:p>
        </p:txBody>
      </p:sp>
      <p:sp>
        <p:nvSpPr>
          <p:cNvPr id="46" name="">
            <a:extLst xmlns:a="http://schemas.openxmlformats.org/drawingml/2006/main">
              <a:ext uri="{FF2B5EF4-FFF2-40B4-BE49-F238E27FC236}">
                <a16:creationId xmlns:a16="http://schemas.microsoft.com/office/drawing/2014/main" id="{E934C366-EC92-4283-9AE1-D74D922BFF31}"/>
              </a:ext>
            </a:extLst>
          </p:cNvPr>
          <p:cNvSpPr>
            <a:spLocks xmlns:a="http://schemas.openxmlformats.org/drawingml/2006/main" noGrp="1"/>
          </p:cNvSpPr>
          <p:nvPr/>
        </p:nvSpPr>
        <p:spPr>
          <a:xfrm xmlns:a="http://schemas.openxmlformats.org/drawingml/2006/main">
            <a:off x="9944100" y="24193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real-time chat</a:t>
            </a:r>
          </a:p>
        </p:txBody>
      </p:sp>
      <p:sp>
        <p:nvSpPr>
          <p:cNvPr id="47" name="">
            <a:extLst xmlns:a="http://schemas.openxmlformats.org/drawingml/2006/main">
              <a:ext uri="{FF2B5EF4-FFF2-40B4-BE49-F238E27FC236}">
                <a16:creationId xmlns:a16="http://schemas.microsoft.com/office/drawing/2014/main" id="{241554C8-3D2E-4A5B-A35A-473344D68268}"/>
              </a:ext>
            </a:extLst>
          </p:cNvPr>
          <p:cNvSpPr>
            <a:spLocks xmlns:a="http://schemas.openxmlformats.org/drawingml/2006/main" noGrp="1"/>
          </p:cNvSpPr>
          <p:nvPr/>
        </p:nvSpPr>
        <p:spPr>
          <a:xfrm xmlns:a="http://schemas.openxmlformats.org/drawingml/2006/main">
            <a:off x="6000750" y="2038350"/>
            <a:ext cx="0" cy="323850"/>
          </a:xfrm>
          <a:prstGeom xmlns:a="http://schemas.openxmlformats.org/drawingml/2006/main" prst="line">
            <a:avLst/>
          </a:prstGeom>
          <a:noFill xmlns:a="http://schemas.openxmlformats.org/drawingml/2006/main"/>
          <a:ln xmlns:a="http://schemas.openxmlformats.org/drawingml/2006/main" w="19050">
            <a:solidFill>
              <a:srgbClr val="194D38"/>
            </a:solidFill>
            <a:prstDash val="solid"/>
          </a:ln>
        </p:spPr>
      </p:sp>
      <p:sp>
        <p:nvSpPr>
          <p:cNvPr id="48" name="">
            <a:extLst xmlns:a="http://schemas.openxmlformats.org/drawingml/2006/main">
              <a:ext uri="{FF2B5EF4-FFF2-40B4-BE49-F238E27FC236}">
                <a16:creationId xmlns:a16="http://schemas.microsoft.com/office/drawing/2014/main" id="{9C2D611E-6111-4395-9E7B-4731253FF9EA}"/>
              </a:ext>
            </a:extLst>
          </p:cNvPr>
          <p:cNvSpPr>
            <a:spLocks xmlns:a="http://schemas.openxmlformats.org/drawingml/2006/main" noGrp="1"/>
          </p:cNvSpPr>
          <p:nvPr/>
        </p:nvSpPr>
        <p:spPr>
          <a:xfrm xmlns:a="http://schemas.openxmlformats.org/drawingml/2006/main">
            <a:off x="6000750" y="2038350"/>
            <a:ext cx="4743450" cy="0"/>
          </a:xfrm>
          <a:prstGeom xmlns:a="http://schemas.openxmlformats.org/drawingml/2006/main" prst="line">
            <a:avLst/>
          </a:prstGeom>
          <a:noFill xmlns:a="http://schemas.openxmlformats.org/drawingml/2006/main"/>
          <a:ln xmlns:a="http://schemas.openxmlformats.org/drawingml/2006/main" w="19050">
            <a:solidFill>
              <a:srgbClr val="194D38"/>
            </a:solidFill>
            <a:prstDash val="solid"/>
          </a:ln>
        </p:spPr>
      </p:sp>
      <p:sp>
        <p:nvSpPr>
          <p:cNvPr id="49" name="">
            <a:extLst xmlns:a="http://schemas.openxmlformats.org/drawingml/2006/main">
              <a:ext uri="{FF2B5EF4-FFF2-40B4-BE49-F238E27FC236}">
                <a16:creationId xmlns:a16="http://schemas.microsoft.com/office/drawing/2014/main" id="{12A369C4-DFF2-4271-AF69-2A5FA68261F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723310698"/>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45B39C1-9C9A-4E65-A3BA-1842ACD417A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E046BD1A-8D39-4443-BA10-D79C8366C42D}"/>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Technical choices and trade-offs</a:t>
            </a:r>
          </a:p>
        </p:txBody>
      </p:sp>
      <p:sp>
        <p:nvSpPr>
          <p:cNvPr id="3" name="">
            <a:extLst xmlns:a="http://schemas.openxmlformats.org/drawingml/2006/main">
              <a:ext uri="{FF2B5EF4-FFF2-40B4-BE49-F238E27FC236}">
                <a16:creationId xmlns:a16="http://schemas.microsoft.com/office/drawing/2014/main" id="{82ED2058-7FCB-4E00-93B2-229AD95EF65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04</a:t>
            </a:r>
          </a:p>
        </p:txBody>
      </p:sp>
      <p:sp>
        <p:nvSpPr>
          <p:cNvPr id="4" name="">
            <a:extLst xmlns:a="http://schemas.openxmlformats.org/drawingml/2006/main">
              <a:ext uri="{FF2B5EF4-FFF2-40B4-BE49-F238E27FC236}">
                <a16:creationId xmlns:a16="http://schemas.microsoft.com/office/drawing/2014/main" id="{4106BE2B-15D6-4BF2-B1BB-BD0ABAD404C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72AE526-564F-4FDB-B8CB-39D8AACA6025}"/>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8E6C687-CAD3-4063-8A1C-DBE3F7490B28}"/>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7" name="">
            <a:extLst xmlns:a="http://schemas.openxmlformats.org/drawingml/2006/main">
              <a:ext uri="{FF2B5EF4-FFF2-40B4-BE49-F238E27FC236}">
                <a16:creationId xmlns:a16="http://schemas.microsoft.com/office/drawing/2014/main" id="{06B2CAEB-EDD3-4A66-81A8-E062AF367B7E}"/>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8" name="">
            <a:extLst xmlns:a="http://schemas.openxmlformats.org/drawingml/2006/main">
              <a:ext uri="{FF2B5EF4-FFF2-40B4-BE49-F238E27FC236}">
                <a16:creationId xmlns:a16="http://schemas.microsoft.com/office/drawing/2014/main" id="{A0006A33-1172-4C17-87D6-516FC8A63134}"/>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EFFF6432-97E8-4DAA-8CCE-B67E73EF9BBA}"/>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30F941C-AFE6-47C2-AE95-009B7BE7D1B4}"/>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1" name="">
            <a:extLst xmlns:a="http://schemas.openxmlformats.org/drawingml/2006/main">
              <a:ext uri="{FF2B5EF4-FFF2-40B4-BE49-F238E27FC236}">
                <a16:creationId xmlns:a16="http://schemas.microsoft.com/office/drawing/2014/main" id="{53DB89D2-1ECF-4CAF-9FBE-C13871D3A35D}"/>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12" name="">
            <a:extLst xmlns:a="http://schemas.openxmlformats.org/drawingml/2006/main">
              <a:ext uri="{FF2B5EF4-FFF2-40B4-BE49-F238E27FC236}">
                <a16:creationId xmlns:a16="http://schemas.microsoft.com/office/drawing/2014/main" id="{835A253D-B355-46CA-A0AF-7888829F0CB7}"/>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087221F8-416C-467C-9F2E-9B02CB3B8CDA}"/>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616F63C-2BDC-41DE-ADBA-5367BE8B942A}"/>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5" name="">
            <a:extLst xmlns:a="http://schemas.openxmlformats.org/drawingml/2006/main">
              <a:ext uri="{FF2B5EF4-FFF2-40B4-BE49-F238E27FC236}">
                <a16:creationId xmlns:a16="http://schemas.microsoft.com/office/drawing/2014/main" id="{DF659027-ED08-4865-9D89-8A8F21BD1012}"/>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SQLAlchemy + Alembic</a:t>
            </a:r>
          </a:p>
        </p:txBody>
      </p:sp>
      <p:sp>
        <p:nvSpPr>
          <p:cNvPr id="16" name="">
            <a:extLst xmlns:a="http://schemas.openxmlformats.org/drawingml/2006/main">
              <a:ext uri="{FF2B5EF4-FFF2-40B4-BE49-F238E27FC236}">
                <a16:creationId xmlns:a16="http://schemas.microsoft.com/office/drawing/2014/main" id="{6F441BF3-BF4B-4203-9F34-55B0B7D24FBC}"/>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5E36E279-0966-4BE8-943B-B43F10315A21}"/>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FCD1101F-C5CD-46FD-81DE-620165F298D9}"/>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19" name="">
            <a:extLst xmlns:a="http://schemas.openxmlformats.org/drawingml/2006/main">
              <a:ext uri="{FF2B5EF4-FFF2-40B4-BE49-F238E27FC236}">
                <a16:creationId xmlns:a16="http://schemas.microsoft.com/office/drawing/2014/main" id="{AE92DE29-6FB0-48D6-A07B-C9B130080691}"/>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 Celery</a:t>
            </a:r>
          </a:p>
        </p:txBody>
      </p:sp>
      <p:sp>
        <p:nvSpPr>
          <p:cNvPr id="20" name="">
            <a:extLst xmlns:a="http://schemas.openxmlformats.org/drawingml/2006/main">
              <a:ext uri="{FF2B5EF4-FFF2-40B4-BE49-F238E27FC236}">
                <a16:creationId xmlns:a16="http://schemas.microsoft.com/office/drawing/2014/main" id="{039256DD-87EC-4868-9767-7E363FC662E2}"/>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Slow AI tasks leave the HTTP request path</a:t>
            </a:r>
          </a:p>
        </p:txBody>
      </p:sp>
      <p:sp>
        <p:nvSpPr>
          <p:cNvPr id="21" name="">
            <a:extLst xmlns:a="http://schemas.openxmlformats.org/drawingml/2006/main">
              <a:ext uri="{FF2B5EF4-FFF2-40B4-BE49-F238E27FC236}">
                <a16:creationId xmlns:a16="http://schemas.microsoft.com/office/drawing/2014/main" id="{82CA2D47-9B9A-4A85-87A0-56516DC9CC13}"/>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94B612BB-7269-4AEB-AB0D-EE1E6CF068C8}"/>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6AE36483-E98F-4A55-89AF-149A40FBAFE0}"/>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Supabase private storage</a:t>
            </a:r>
          </a:p>
        </p:txBody>
      </p:sp>
      <p:sp>
        <p:nvSpPr>
          <p:cNvPr id="24" name="">
            <a:extLst xmlns:a="http://schemas.openxmlformats.org/drawingml/2006/main">
              <a:ext uri="{FF2B5EF4-FFF2-40B4-BE49-F238E27FC236}">
                <a16:creationId xmlns:a16="http://schemas.microsoft.com/office/drawing/2014/main" id="{8FDBC275-DA78-4467-B066-F3EB791A1DE7}"/>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84372028-995C-4584-98F4-37C37153BF1A}"/>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46C4FB3F-BE6C-4E9D-B21E-2E8A7A3DD8B7}"/>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7" name="">
            <a:extLst xmlns:a="http://schemas.openxmlformats.org/drawingml/2006/main">
              <a:ext uri="{FF2B5EF4-FFF2-40B4-BE49-F238E27FC236}">
                <a16:creationId xmlns:a16="http://schemas.microsoft.com/office/drawing/2014/main" id="{839E22D3-EA47-4077-A8BE-289981FA9DE3}"/>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Docker + Ansible</a:t>
            </a:r>
          </a:p>
        </p:txBody>
      </p:sp>
      <p:sp>
        <p:nvSpPr>
          <p:cNvPr id="28" name="">
            <a:extLst xmlns:a="http://schemas.openxmlformats.org/drawingml/2006/main">
              <a:ext uri="{FF2B5EF4-FFF2-40B4-BE49-F238E27FC236}">
                <a16:creationId xmlns:a16="http://schemas.microsoft.com/office/drawing/2014/main" id="{58F70A27-6C7E-40AB-BAEA-65511D26B10D}"/>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91422579-8053-4BFA-8F0F-A0F7622BC23D}"/>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Main trade-off</a:t>
            </a:r>
          </a:p>
        </p:txBody>
      </p:sp>
      <p:sp>
        <p:nvSpPr>
          <p:cNvPr id="30" name="">
            <a:extLst xmlns:a="http://schemas.openxmlformats.org/drawingml/2006/main">
              <a:ext uri="{FF2B5EF4-FFF2-40B4-BE49-F238E27FC236}">
                <a16:creationId xmlns:a16="http://schemas.microsoft.com/office/drawing/2014/main" id="{949D1773-73EB-44C4-A524-C6473C7E5695}"/>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24"/>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D3353DF2-27CF-41E3-8779-06570ED53EB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648019520"/>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5A11A6E-DFC8-49B2-9EB1-01BB1D94B4D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6244BA2C-08E5-4874-8483-FC1D0EF0072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 protected API request</a:t>
            </a:r>
          </a:p>
        </p:txBody>
      </p:sp>
      <p:sp>
        <p:nvSpPr>
          <p:cNvPr id="3" name="">
            <a:extLst xmlns:a="http://schemas.openxmlformats.org/drawingml/2006/main">
              <a:ext uri="{FF2B5EF4-FFF2-40B4-BE49-F238E27FC236}">
                <a16:creationId xmlns:a16="http://schemas.microsoft.com/office/drawing/2014/main" id="{3F124A98-B09F-4CAD-83D5-25F31DC4197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05</a:t>
            </a:r>
          </a:p>
        </p:txBody>
      </p:sp>
      <p:sp>
        <p:nvSpPr>
          <p:cNvPr id="4" name="">
            <a:extLst xmlns:a="http://schemas.openxmlformats.org/drawingml/2006/main">
              <a:ext uri="{FF2B5EF4-FFF2-40B4-BE49-F238E27FC236}">
                <a16:creationId xmlns:a16="http://schemas.microsoft.com/office/drawing/2014/main" id="{AAD0C3D6-9DFA-4123-80D4-0FFA515DCEC8}"/>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731B555-2A06-456D-9EFE-9AA16CB7E4EA}"/>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EB4A305B-2F65-42CD-84B9-FA790B825AC4}"/>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D8DE9F2-4EA6-48E4-8925-594152F4AD27}"/>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A6AD43E4-32C7-4F40-8F09-AB69942D7605}"/>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90F5B445-93CA-46AD-A53E-94371E34B271}"/>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a:t>
            </a:r>
          </a:p>
        </p:txBody>
      </p:sp>
      <p:sp>
        <p:nvSpPr>
          <p:cNvPr id="10" name="">
            <a:extLst xmlns:a="http://schemas.openxmlformats.org/drawingml/2006/main">
              <a:ext uri="{FF2B5EF4-FFF2-40B4-BE49-F238E27FC236}">
                <a16:creationId xmlns:a16="http://schemas.microsoft.com/office/drawing/2014/main" id="{F3385202-09C4-4A65-B4E6-4EF1B2BA49CB}"/>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FastAPI matches the endpoint</a:t>
            </a:r>
          </a:p>
        </p:txBody>
      </p:sp>
      <p:sp>
        <p:nvSpPr>
          <p:cNvPr id="11" name="">
            <a:extLst xmlns:a="http://schemas.openxmlformats.org/drawingml/2006/main">
              <a:ext uri="{FF2B5EF4-FFF2-40B4-BE49-F238E27FC236}">
                <a16:creationId xmlns:a16="http://schemas.microsoft.com/office/drawing/2014/main" id="{334B2C2F-90CF-4AF0-B8D6-0D91CC373458}"/>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4441AB6A-CC71-492E-BFA6-3B3E27B3B4E8}"/>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2AD1DFB8-A7DD-48F7-B7D4-E0DFB8CDA9DB}"/>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4" name="">
            <a:extLst xmlns:a="http://schemas.openxmlformats.org/drawingml/2006/main">
              <a:ext uri="{FF2B5EF4-FFF2-40B4-BE49-F238E27FC236}">
                <a16:creationId xmlns:a16="http://schemas.microsoft.com/office/drawing/2014/main" id="{B89D8D32-176E-4B33-A88E-B99D0A5BEE24}"/>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80040BB9-3B5D-463F-AA43-B14B674E72A8}"/>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a:t>
            </a:r>
          </a:p>
        </p:txBody>
      </p:sp>
      <p:sp>
        <p:nvSpPr>
          <p:cNvPr id="16" name="">
            <a:extLst xmlns:a="http://schemas.openxmlformats.org/drawingml/2006/main">
              <a:ext uri="{FF2B5EF4-FFF2-40B4-BE49-F238E27FC236}">
                <a16:creationId xmlns:a16="http://schemas.microsoft.com/office/drawing/2014/main" id="{A2DCF1D9-124F-4F6B-BD63-29B17332950F}"/>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Pydantic checks input</a:t>
            </a:r>
          </a:p>
        </p:txBody>
      </p:sp>
      <p:sp>
        <p:nvSpPr>
          <p:cNvPr id="17" name="">
            <a:extLst xmlns:a="http://schemas.openxmlformats.org/drawingml/2006/main">
              <a:ext uri="{FF2B5EF4-FFF2-40B4-BE49-F238E27FC236}">
                <a16:creationId xmlns:a16="http://schemas.microsoft.com/office/drawing/2014/main" id="{A7B3E617-E31E-46DD-93BD-07E6434C6F5C}"/>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8" name="">
            <a:extLst xmlns:a="http://schemas.openxmlformats.org/drawingml/2006/main">
              <a:ext uri="{FF2B5EF4-FFF2-40B4-BE49-F238E27FC236}">
                <a16:creationId xmlns:a16="http://schemas.microsoft.com/office/drawing/2014/main" id="{8033A8EC-81A0-4724-B091-440F1E95FE6B}"/>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34A6A49C-0915-4D9C-9630-4F3C78F5D967}"/>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20" name="">
            <a:extLst xmlns:a="http://schemas.openxmlformats.org/drawingml/2006/main">
              <a:ext uri="{FF2B5EF4-FFF2-40B4-BE49-F238E27FC236}">
                <a16:creationId xmlns:a16="http://schemas.microsoft.com/office/drawing/2014/main" id="{20D03503-687F-42BC-BA26-DB461E4B9E66}"/>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21" name="">
            <a:extLst xmlns:a="http://schemas.openxmlformats.org/drawingml/2006/main">
              <a:ext uri="{FF2B5EF4-FFF2-40B4-BE49-F238E27FC236}">
                <a16:creationId xmlns:a16="http://schemas.microsoft.com/office/drawing/2014/main" id="{80E1AB74-44C3-467C-8AD3-A30CA4BE71EB}"/>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Authenticate</a:t>
            </a:r>
          </a:p>
        </p:txBody>
      </p:sp>
      <p:sp>
        <p:nvSpPr>
          <p:cNvPr id="22" name="">
            <a:extLst xmlns:a="http://schemas.openxmlformats.org/drawingml/2006/main">
              <a:ext uri="{FF2B5EF4-FFF2-40B4-BE49-F238E27FC236}">
                <a16:creationId xmlns:a16="http://schemas.microsoft.com/office/drawing/2014/main" id="{CE2E1919-8C68-418F-8E99-78DBC8C6A9B8}"/>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the current user</a:t>
            </a:r>
          </a:p>
        </p:txBody>
      </p:sp>
      <p:sp>
        <p:nvSpPr>
          <p:cNvPr id="23" name="">
            <a:extLst xmlns:a="http://schemas.openxmlformats.org/drawingml/2006/main">
              <a:ext uri="{FF2B5EF4-FFF2-40B4-BE49-F238E27FC236}">
                <a16:creationId xmlns:a16="http://schemas.microsoft.com/office/drawing/2014/main" id="{C18C1E72-CFBA-44EE-B6D1-F8973D9CE966}"/>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0F331BAF-513B-4464-B121-A927B64BCB78}"/>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25" name="">
            <a:extLst xmlns:a="http://schemas.openxmlformats.org/drawingml/2006/main">
              <a:ext uri="{FF2B5EF4-FFF2-40B4-BE49-F238E27FC236}">
                <a16:creationId xmlns:a16="http://schemas.microsoft.com/office/drawing/2014/main" id="{AA1FAC7F-6075-4F57-8539-BD08AA33C155}"/>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6" name="">
            <a:extLst xmlns:a="http://schemas.openxmlformats.org/drawingml/2006/main">
              <a:ext uri="{FF2B5EF4-FFF2-40B4-BE49-F238E27FC236}">
                <a16:creationId xmlns:a16="http://schemas.microsoft.com/office/drawing/2014/main" id="{7A9A8F1F-A31C-44C5-8582-DCF2CC036779}"/>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Authorize</a:t>
            </a:r>
          </a:p>
        </p:txBody>
      </p:sp>
      <p:sp>
        <p:nvSpPr>
          <p:cNvPr id="27" name="">
            <a:extLst xmlns:a="http://schemas.openxmlformats.org/drawingml/2006/main">
              <a:ext uri="{FF2B5EF4-FFF2-40B4-BE49-F238E27FC236}">
                <a16:creationId xmlns:a16="http://schemas.microsoft.com/office/drawing/2014/main" id="{E1F29AFF-C5DC-411A-86E3-047AE02374B0}"/>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 and ownership</a:t>
            </a:r>
          </a:p>
        </p:txBody>
      </p:sp>
      <p:sp>
        <p:nvSpPr>
          <p:cNvPr id="28" name="">
            <a:extLst xmlns:a="http://schemas.openxmlformats.org/drawingml/2006/main">
              <a:ext uri="{FF2B5EF4-FFF2-40B4-BE49-F238E27FC236}">
                <a16:creationId xmlns:a16="http://schemas.microsoft.com/office/drawing/2014/main" id="{9086FEF7-CC97-4356-BCD3-B1FD793AEAD6}"/>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A3576282-9BA8-44AB-84CB-A73BC070B95C}"/>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09AA9522-B113-40EA-A0F9-DAB454187CD9}"/>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31" name="">
            <a:extLst xmlns:a="http://schemas.openxmlformats.org/drawingml/2006/main">
              <a:ext uri="{FF2B5EF4-FFF2-40B4-BE49-F238E27FC236}">
                <a16:creationId xmlns:a16="http://schemas.microsoft.com/office/drawing/2014/main" id="{47AD29C2-6284-49E6-9712-8797C151CD87}"/>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32" name="">
            <a:extLst xmlns:a="http://schemas.openxmlformats.org/drawingml/2006/main">
              <a:ext uri="{FF2B5EF4-FFF2-40B4-BE49-F238E27FC236}">
                <a16:creationId xmlns:a16="http://schemas.microsoft.com/office/drawing/2014/main" id="{65712164-6C9A-4B86-8D88-E8699C7137DD}"/>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Execute</a:t>
            </a:r>
          </a:p>
        </p:txBody>
      </p:sp>
      <p:sp>
        <p:nvSpPr>
          <p:cNvPr id="33" name="">
            <a:extLst xmlns:a="http://schemas.openxmlformats.org/drawingml/2006/main">
              <a:ext uri="{FF2B5EF4-FFF2-40B4-BE49-F238E27FC236}">
                <a16:creationId xmlns:a16="http://schemas.microsoft.com/office/drawing/2014/main" id="{B139A2A5-3C7A-4325-A878-D0876BCAE0CC}"/>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Service logic and transaction</a:t>
            </a:r>
          </a:p>
        </p:txBody>
      </p:sp>
      <p:sp>
        <p:nvSpPr>
          <p:cNvPr id="34" name="">
            <a:extLst xmlns:a="http://schemas.openxmlformats.org/drawingml/2006/main">
              <a:ext uri="{FF2B5EF4-FFF2-40B4-BE49-F238E27FC236}">
                <a16:creationId xmlns:a16="http://schemas.microsoft.com/office/drawing/2014/main" id="{C54E208D-4B3D-4060-B3ED-95780983C174}"/>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5" name="">
            <a:extLst xmlns:a="http://schemas.openxmlformats.org/drawingml/2006/main">
              <a:ext uri="{FF2B5EF4-FFF2-40B4-BE49-F238E27FC236}">
                <a16:creationId xmlns:a16="http://schemas.microsoft.com/office/drawing/2014/main" id="{C787D4F0-0922-4181-8EA8-1F0667FD7E6F}"/>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46AA3F19-9A67-4566-B2C3-8B1B187CEAE6}"/>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37" name="">
            <a:extLst xmlns:a="http://schemas.openxmlformats.org/drawingml/2006/main">
              <a:ext uri="{FF2B5EF4-FFF2-40B4-BE49-F238E27FC236}">
                <a16:creationId xmlns:a16="http://schemas.microsoft.com/office/drawing/2014/main" id="{F3A3520C-D02B-4F03-B7C9-B6E84C382949}"/>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8" name="">
            <a:extLst xmlns:a="http://schemas.openxmlformats.org/drawingml/2006/main">
              <a:ext uri="{FF2B5EF4-FFF2-40B4-BE49-F238E27FC236}">
                <a16:creationId xmlns:a16="http://schemas.microsoft.com/office/drawing/2014/main" id="{31BC8A21-E176-433B-8B23-9EB226551C3A}"/>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Respond</a:t>
            </a:r>
          </a:p>
        </p:txBody>
      </p:sp>
      <p:sp>
        <p:nvSpPr>
          <p:cNvPr id="39" name="">
            <a:extLst xmlns:a="http://schemas.openxmlformats.org/drawingml/2006/main">
              <a:ext uri="{FF2B5EF4-FFF2-40B4-BE49-F238E27FC236}">
                <a16:creationId xmlns:a16="http://schemas.microsoft.com/office/drawing/2014/main" id="{05778304-6013-43B8-8247-2CB500085722}"/>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output or safe error</a:t>
            </a:r>
          </a:p>
        </p:txBody>
      </p:sp>
      <p:sp>
        <p:nvSpPr>
          <p:cNvPr id="40" name="">
            <a:extLst xmlns:a="http://schemas.openxmlformats.org/drawingml/2006/main">
              <a:ext uri="{FF2B5EF4-FFF2-40B4-BE49-F238E27FC236}">
                <a16:creationId xmlns:a16="http://schemas.microsoft.com/office/drawing/2014/main" id="{B308928D-0105-4F2E-90E9-469232D578AE}"/>
              </a:ext>
            </a:extLst>
          </p:cNvPr>
          <p:cNvSpPr>
            <a:spLocks xmlns:a="http://schemas.openxmlformats.org/drawingml/2006/main" noGrp="1"/>
          </p:cNvSpPr>
          <p:nvPr/>
        </p:nvSpPr>
        <p:spPr>
          <a:xfrm xmlns:a="http://schemas.openxmlformats.org/drawingml/2006/main">
            <a:off x="609600" y="5219700"/>
            <a:ext cx="10610850" cy="723900"/>
          </a:xfrm>
          <a:prstGeom xmlns:a="http://schemas.openxmlformats.org/drawingml/2006/main" prst="roundRect">
            <a:avLst>
              <a:gd name="adj" fmla="val 15789"/>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34C4379C-B574-4949-B5C2-4455DBF5B7B6}"/>
              </a:ext>
            </a:extLst>
          </p:cNvPr>
          <p:cNvSpPr>
            <a:spLocks xmlns:a="http://schemas.openxmlformats.org/drawingml/2006/main" noGrp="1"/>
          </p:cNvSpPr>
          <p:nvPr/>
        </p:nvSpPr>
        <p:spPr>
          <a:xfrm xmlns:a="http://schemas.openxmlformats.org/drawingml/2006/main">
            <a:off x="800100" y="53816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B34538"/>
                </a:solidFill>
                <a:latin typeface="Noto Sans"/>
                <a:ea typeface="Noto Sans"/>
                <a:cs typeface="Noto Sans"/>
              </a:defRPr>
            </a:defPPr>
            <a:lvl1pPr algn="l">
              <a:defRPr sz="1425" b="1">
                <a:solidFill>
                  <a:srgbClr val="B34538"/>
                </a:solidFill>
                <a:latin typeface="Noto Sans"/>
                <a:ea typeface="Noto Sans"/>
                <a:cs typeface="Noto Sans"/>
              </a:defRPr>
            </a:lvl1pPr>
            <a:lvl2pPr algn="l">
              <a:defRPr sz="1425" b="1">
                <a:solidFill>
                  <a:srgbClr val="B34538"/>
                </a:solidFill>
                <a:latin typeface="Noto Sans"/>
                <a:ea typeface="Noto Sans"/>
                <a:cs typeface="Noto Sans"/>
              </a:defRPr>
            </a:lvl2pPr>
            <a:lvl3pPr algn="l">
              <a:defRPr sz="1425" b="1">
                <a:solidFill>
                  <a:srgbClr val="B34538"/>
                </a:solidFill>
                <a:latin typeface="Noto Sans"/>
                <a:ea typeface="Noto Sans"/>
                <a:cs typeface="Noto Sans"/>
              </a:defRPr>
            </a:lvl3pPr>
            <a:lvl4pPr algn="l">
              <a:defRPr sz="1425" b="1">
                <a:solidFill>
                  <a:srgbClr val="B34538"/>
                </a:solidFill>
                <a:latin typeface="Noto Sans"/>
                <a:ea typeface="Noto Sans"/>
                <a:cs typeface="Noto Sans"/>
              </a:defRPr>
            </a:lvl4pPr>
            <a:lvl5pPr algn="l">
              <a:defRPr sz="1425" b="1">
                <a:solidFill>
                  <a:srgbClr val="B34538"/>
                </a:solidFill>
                <a:latin typeface="Noto Sans"/>
                <a:ea typeface="Noto Sans"/>
                <a:cs typeface="Noto Sans"/>
              </a:defRPr>
            </a:lvl5pPr>
            <a:lvl6pPr algn="l">
              <a:defRPr sz="1425" b="1">
                <a:solidFill>
                  <a:srgbClr val="B34538"/>
                </a:solidFill>
                <a:latin typeface="Noto Sans"/>
                <a:ea typeface="Noto Sans"/>
                <a:cs typeface="Noto Sans"/>
              </a:defRPr>
            </a:lvl6pPr>
            <a:lvl7pPr algn="l">
              <a:defRPr sz="1425" b="1">
                <a:solidFill>
                  <a:srgbClr val="B34538"/>
                </a:solidFill>
                <a:latin typeface="Noto Sans"/>
                <a:ea typeface="Noto Sans"/>
                <a:cs typeface="Noto Sans"/>
              </a:defRPr>
            </a:lvl7pPr>
            <a:lvl8pPr algn="l">
              <a:defRPr sz="1425" b="1">
                <a:solidFill>
                  <a:srgbClr val="B34538"/>
                </a:solidFill>
                <a:latin typeface="Noto Sans"/>
                <a:ea typeface="Noto Sans"/>
                <a:cs typeface="Noto Sans"/>
              </a:defRPr>
            </a:lvl8pPr>
            <a:lvl9pPr algn="l">
              <a:defRPr sz="1425" b="1">
                <a:solidFill>
                  <a:srgbClr val="B34538"/>
                </a:solidFill>
                <a:latin typeface="Noto Sans"/>
                <a:ea typeface="Noto Sans"/>
                <a:cs typeface="Noto Sans"/>
              </a:defRPr>
            </a:lvl9pPr>
          </a:lstStyle>
          <a:p xmlns:a="http://schemas.openxmlformats.org/drawingml/2006/main">
            <a:pPr algn="l">
              <a:defRPr sz="1425" b="1">
                <a:solidFill>
                  <a:srgbClr val="B34538"/>
                </a:solidFill>
                <a:latin typeface="Noto Sans"/>
                <a:ea typeface="Noto Sans"/>
                <a:cs typeface="Noto Sans"/>
              </a:defRPr>
            </a:pPr>
            <a:r>
              <a:rPr sz="1425" b="1">
                <a:solidFill>
                  <a:srgbClr val="B34538"/>
                </a:solidFill>
                <a:latin typeface="Noto Sans"/>
                <a:ea typeface="Noto Sans"/>
                <a:cs typeface="Noto Sans"/>
              </a:rPr>
              <a:t>Failure behavior</a:t>
            </a:r>
          </a:p>
        </p:txBody>
      </p:sp>
      <p:sp>
        <p:nvSpPr>
          <p:cNvPr id="42" name="">
            <a:extLst xmlns:a="http://schemas.openxmlformats.org/drawingml/2006/main">
              <a:ext uri="{FF2B5EF4-FFF2-40B4-BE49-F238E27FC236}">
                <a16:creationId xmlns:a16="http://schemas.microsoft.com/office/drawing/2014/main" id="{24C4CCAC-9691-4B82-9B36-6F38B271D16C}"/>
              </a:ext>
            </a:extLst>
          </p:cNvPr>
          <p:cNvSpPr>
            <a:spLocks xmlns:a="http://schemas.openxmlformats.org/drawingml/2006/main" noGrp="1"/>
          </p:cNvSpPr>
          <p:nvPr/>
        </p:nvSpPr>
        <p:spPr>
          <a:xfrm xmlns:a="http://schemas.openxmlformats.org/drawingml/2006/main">
            <a:off x="2609850" y="5314950"/>
            <a:ext cx="836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766"/>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Validation errors stay explicit. Unexpected failures return a safe message and a traceable error ID.</a:t>
            </a:r>
          </a:p>
        </p:txBody>
      </p:sp>
      <p:sp>
        <p:nvSpPr>
          <p:cNvPr id="43" name="">
            <a:extLst xmlns:a="http://schemas.openxmlformats.org/drawingml/2006/main">
              <a:ext uri="{FF2B5EF4-FFF2-40B4-BE49-F238E27FC236}">
                <a16:creationId xmlns:a16="http://schemas.microsoft.com/office/drawing/2014/main" id="{1EEBB2C8-68A4-454C-834B-3D77821E19D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38170393"/>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ECFB8ECC-8F5B-40D8-95CE-D27CB08A83B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21DDF800-D87A-4043-A041-E88EBB45161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Recruitment data model</a:t>
            </a:r>
          </a:p>
        </p:txBody>
      </p:sp>
      <p:sp>
        <p:nvSpPr>
          <p:cNvPr id="3" name="">
            <a:extLst xmlns:a="http://schemas.openxmlformats.org/drawingml/2006/main">
              <a:ext uri="{FF2B5EF4-FFF2-40B4-BE49-F238E27FC236}">
                <a16:creationId xmlns:a16="http://schemas.microsoft.com/office/drawing/2014/main" id="{82A779FE-A1FE-4D92-A351-61BB99D21F8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06</a:t>
            </a:r>
          </a:p>
        </p:txBody>
      </p:sp>
      <p:sp>
        <p:nvSpPr>
          <p:cNvPr id="4" name="">
            <a:extLst xmlns:a="http://schemas.openxmlformats.org/drawingml/2006/main">
              <a:ext uri="{FF2B5EF4-FFF2-40B4-BE49-F238E27FC236}">
                <a16:creationId xmlns:a16="http://schemas.microsoft.com/office/drawing/2014/main" id="{55C5BB86-7CCD-4E9A-8D65-A34F6A57571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1207D05-8C12-4D36-B914-1B05086B03BE}"/>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application record connects the candidate, offer, workflow, and conversation.</a:t>
            </a:r>
          </a:p>
        </p:txBody>
      </p:sp>
      <p:sp>
        <p:nvSpPr>
          <p:cNvPr id="6" name="">
            <a:extLst xmlns:a="http://schemas.openxmlformats.org/drawingml/2006/main">
              <a:ext uri="{FF2B5EF4-FFF2-40B4-BE49-F238E27FC236}">
                <a16:creationId xmlns:a16="http://schemas.microsoft.com/office/drawing/2014/main" id="{372E6600-F770-4275-95B6-ABC8B6A70ECF}"/>
              </a:ext>
            </a:extLst>
          </p:cNvPr>
          <p:cNvSpPr>
            <a:spLocks xmlns:a="http://schemas.openxmlformats.org/drawingml/2006/main" noGrp="1"/>
          </p:cNvSpPr>
          <p:nvPr/>
        </p:nvSpPr>
        <p:spPr>
          <a:xfrm xmlns:a="http://schemas.openxmlformats.org/drawingml/2006/main">
            <a:off x="723900" y="2171700"/>
            <a:ext cx="200025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576411C-BF73-4A63-8AFA-A256C737AE6B}"/>
              </a:ext>
            </a:extLst>
          </p:cNvPr>
          <p:cNvSpPr>
            <a:spLocks xmlns:a="http://schemas.openxmlformats.org/drawingml/2006/main" noGrp="1"/>
          </p:cNvSpPr>
          <p:nvPr/>
        </p:nvSpPr>
        <p:spPr>
          <a:xfrm xmlns:a="http://schemas.openxmlformats.org/drawingml/2006/main">
            <a:off x="723900" y="2171700"/>
            <a:ext cx="66675" cy="10096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A10B8BDD-D29E-4079-9ADB-B3A1C936AABB}"/>
              </a:ext>
            </a:extLst>
          </p:cNvPr>
          <p:cNvSpPr>
            <a:spLocks xmlns:a="http://schemas.openxmlformats.org/drawingml/2006/main" noGrp="1"/>
          </p:cNvSpPr>
          <p:nvPr/>
        </p:nvSpPr>
        <p:spPr>
          <a:xfrm xmlns:a="http://schemas.openxmlformats.org/drawingml/2006/main">
            <a:off x="933450" y="22860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User</a:t>
            </a:r>
          </a:p>
        </p:txBody>
      </p:sp>
      <p:sp>
        <p:nvSpPr>
          <p:cNvPr id="9" name="">
            <a:extLst xmlns:a="http://schemas.openxmlformats.org/drawingml/2006/main">
              <a:ext uri="{FF2B5EF4-FFF2-40B4-BE49-F238E27FC236}">
                <a16:creationId xmlns:a16="http://schemas.microsoft.com/office/drawing/2014/main" id="{70AD7847-CCCF-4B7E-8CE5-2082B5E48A53}"/>
              </a:ext>
            </a:extLst>
          </p:cNvPr>
          <p:cNvSpPr>
            <a:spLocks xmlns:a="http://schemas.openxmlformats.org/drawingml/2006/main" noGrp="1"/>
          </p:cNvSpPr>
          <p:nvPr/>
        </p:nvSpPr>
        <p:spPr>
          <a:xfrm xmlns:a="http://schemas.openxmlformats.org/drawingml/2006/main">
            <a:off x="933450" y="258127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Identity, role, security state</a:t>
            </a:r>
          </a:p>
        </p:txBody>
      </p:sp>
      <p:sp>
        <p:nvSpPr>
          <p:cNvPr id="10" name="">
            <a:extLst xmlns:a="http://schemas.openxmlformats.org/drawingml/2006/main">
              <a:ext uri="{FF2B5EF4-FFF2-40B4-BE49-F238E27FC236}">
                <a16:creationId xmlns:a16="http://schemas.microsoft.com/office/drawing/2014/main" id="{5A5978D3-AB41-42C7-A57C-A6D557F5C81E}"/>
              </a:ext>
            </a:extLst>
          </p:cNvPr>
          <p:cNvSpPr>
            <a:spLocks xmlns:a="http://schemas.openxmlformats.org/drawingml/2006/main" noGrp="1"/>
          </p:cNvSpPr>
          <p:nvPr/>
        </p:nvSpPr>
        <p:spPr>
          <a:xfrm xmlns:a="http://schemas.openxmlformats.org/drawingml/2006/main">
            <a:off x="723900" y="3829050"/>
            <a:ext cx="200025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D605BC9-C865-4024-A647-A7AE586D0F06}"/>
              </a:ext>
            </a:extLst>
          </p:cNvPr>
          <p:cNvSpPr>
            <a:spLocks xmlns:a="http://schemas.openxmlformats.org/drawingml/2006/main" noGrp="1"/>
          </p:cNvSpPr>
          <p:nvPr/>
        </p:nvSpPr>
        <p:spPr>
          <a:xfrm xmlns:a="http://schemas.openxmlformats.org/drawingml/2006/main">
            <a:off x="723900" y="3829050"/>
            <a:ext cx="66675" cy="10096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2" name="">
            <a:extLst xmlns:a="http://schemas.openxmlformats.org/drawingml/2006/main">
              <a:ext uri="{FF2B5EF4-FFF2-40B4-BE49-F238E27FC236}">
                <a16:creationId xmlns:a16="http://schemas.microsoft.com/office/drawing/2014/main" id="{A0015C7F-C318-47DA-826C-2D5C1B24ECC8}"/>
              </a:ext>
            </a:extLst>
          </p:cNvPr>
          <p:cNvSpPr>
            <a:spLocks xmlns:a="http://schemas.openxmlformats.org/drawingml/2006/main" noGrp="1"/>
          </p:cNvSpPr>
          <p:nvPr/>
        </p:nvSpPr>
        <p:spPr>
          <a:xfrm xmlns:a="http://schemas.openxmlformats.org/drawingml/2006/main">
            <a:off x="933450" y="394335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 profile</a:t>
            </a:r>
          </a:p>
        </p:txBody>
      </p:sp>
      <p:sp>
        <p:nvSpPr>
          <p:cNvPr id="13" name="">
            <a:extLst xmlns:a="http://schemas.openxmlformats.org/drawingml/2006/main">
              <a:ext uri="{FF2B5EF4-FFF2-40B4-BE49-F238E27FC236}">
                <a16:creationId xmlns:a16="http://schemas.microsoft.com/office/drawing/2014/main" id="{F5E456B2-9E11-42AF-B8F8-026A32A201B5}"/>
              </a:ext>
            </a:extLst>
          </p:cNvPr>
          <p:cNvSpPr>
            <a:spLocks xmlns:a="http://schemas.openxmlformats.org/drawingml/2006/main" noGrp="1"/>
          </p:cNvSpPr>
          <p:nvPr/>
        </p:nvSpPr>
        <p:spPr>
          <a:xfrm xmlns:a="http://schemas.openxmlformats.org/drawingml/2006/main">
            <a:off x="933450" y="423862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Skills, experience, CV assets</a:t>
            </a:r>
          </a:p>
        </p:txBody>
      </p:sp>
      <p:sp>
        <p:nvSpPr>
          <p:cNvPr id="14" name="">
            <a:extLst xmlns:a="http://schemas.openxmlformats.org/drawingml/2006/main">
              <a:ext uri="{FF2B5EF4-FFF2-40B4-BE49-F238E27FC236}">
                <a16:creationId xmlns:a16="http://schemas.microsoft.com/office/drawing/2014/main" id="{968D5929-7AED-4E96-A9FA-5CE445DC2422}"/>
              </a:ext>
            </a:extLst>
          </p:cNvPr>
          <p:cNvSpPr>
            <a:spLocks xmlns:a="http://schemas.openxmlformats.org/drawingml/2006/main" noGrp="1"/>
          </p:cNvSpPr>
          <p:nvPr/>
        </p:nvSpPr>
        <p:spPr>
          <a:xfrm xmlns:a="http://schemas.openxmlformats.org/drawingml/2006/main">
            <a:off x="3505200" y="1752600"/>
            <a:ext cx="21336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FCDF66C0-8F86-4866-B435-46655F1B4590}"/>
              </a:ext>
            </a:extLst>
          </p:cNvPr>
          <p:cNvSpPr>
            <a:spLocks xmlns:a="http://schemas.openxmlformats.org/drawingml/2006/main" noGrp="1"/>
          </p:cNvSpPr>
          <p:nvPr/>
        </p:nvSpPr>
        <p:spPr>
          <a:xfrm xmlns:a="http://schemas.openxmlformats.org/drawingml/2006/main">
            <a:off x="3505200" y="1752600"/>
            <a:ext cx="66675" cy="10096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034AC7C2-74CB-487D-9022-43532C7773A3}"/>
              </a:ext>
            </a:extLst>
          </p:cNvPr>
          <p:cNvSpPr>
            <a:spLocks xmlns:a="http://schemas.openxmlformats.org/drawingml/2006/main" noGrp="1"/>
          </p:cNvSpPr>
          <p:nvPr/>
        </p:nvSpPr>
        <p:spPr>
          <a:xfrm xmlns:a="http://schemas.openxmlformats.org/drawingml/2006/main">
            <a:off x="3714750" y="18669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a:t>
            </a:r>
          </a:p>
        </p:txBody>
      </p:sp>
      <p:sp>
        <p:nvSpPr>
          <p:cNvPr id="17" name="">
            <a:extLst xmlns:a="http://schemas.openxmlformats.org/drawingml/2006/main">
              <a:ext uri="{FF2B5EF4-FFF2-40B4-BE49-F238E27FC236}">
                <a16:creationId xmlns:a16="http://schemas.microsoft.com/office/drawing/2014/main" id="{9D447B25-C328-4612-BB33-0CEBAFD368ED}"/>
              </a:ext>
            </a:extLst>
          </p:cNvPr>
          <p:cNvSpPr>
            <a:spLocks xmlns:a="http://schemas.openxmlformats.org/drawingml/2006/main" noGrp="1"/>
          </p:cNvSpPr>
          <p:nvPr/>
        </p:nvSpPr>
        <p:spPr>
          <a:xfrm xmlns:a="http://schemas.openxmlformats.org/drawingml/2006/main">
            <a:off x="3714750" y="21621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and memberships</a:t>
            </a:r>
          </a:p>
        </p:txBody>
      </p:sp>
      <p:sp>
        <p:nvSpPr>
          <p:cNvPr id="18" name="">
            <a:extLst xmlns:a="http://schemas.openxmlformats.org/drawingml/2006/main">
              <a:ext uri="{FF2B5EF4-FFF2-40B4-BE49-F238E27FC236}">
                <a16:creationId xmlns:a16="http://schemas.microsoft.com/office/drawing/2014/main" id="{85C2B212-5250-4E2F-BA55-9FA55896351C}"/>
              </a:ext>
            </a:extLst>
          </p:cNvPr>
          <p:cNvSpPr>
            <a:spLocks xmlns:a="http://schemas.openxmlformats.org/drawingml/2006/main" noGrp="1"/>
          </p:cNvSpPr>
          <p:nvPr/>
        </p:nvSpPr>
        <p:spPr>
          <a:xfrm xmlns:a="http://schemas.openxmlformats.org/drawingml/2006/main">
            <a:off x="3505200" y="3409950"/>
            <a:ext cx="21336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FBF8B630-C6F4-4E23-B844-254303DCB3DC}"/>
              </a:ext>
            </a:extLst>
          </p:cNvPr>
          <p:cNvSpPr>
            <a:spLocks xmlns:a="http://schemas.openxmlformats.org/drawingml/2006/main" noGrp="1"/>
          </p:cNvSpPr>
          <p:nvPr/>
        </p:nvSpPr>
        <p:spPr>
          <a:xfrm xmlns:a="http://schemas.openxmlformats.org/drawingml/2006/main">
            <a:off x="3505200" y="3409950"/>
            <a:ext cx="66675" cy="10096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E61A9429-C72F-449A-9ED5-F39ADEDBDA4A}"/>
              </a:ext>
            </a:extLst>
          </p:cNvPr>
          <p:cNvSpPr>
            <a:spLocks xmlns:a="http://schemas.openxmlformats.org/drawingml/2006/main" noGrp="1"/>
          </p:cNvSpPr>
          <p:nvPr/>
        </p:nvSpPr>
        <p:spPr>
          <a:xfrm xmlns:a="http://schemas.openxmlformats.org/drawingml/2006/main">
            <a:off x="3714750" y="3524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Offer</a:t>
            </a:r>
          </a:p>
        </p:txBody>
      </p:sp>
      <p:sp>
        <p:nvSpPr>
          <p:cNvPr id="21" name="">
            <a:extLst xmlns:a="http://schemas.openxmlformats.org/drawingml/2006/main">
              <a:ext uri="{FF2B5EF4-FFF2-40B4-BE49-F238E27FC236}">
                <a16:creationId xmlns:a16="http://schemas.microsoft.com/office/drawing/2014/main" id="{5ECE163F-3FA8-47D0-9805-73037E9974E9}"/>
              </a:ext>
            </a:extLst>
          </p:cNvPr>
          <p:cNvSpPr>
            <a:spLocks xmlns:a="http://schemas.openxmlformats.org/drawingml/2006/main" noGrp="1"/>
          </p:cNvSpPr>
          <p:nvPr/>
        </p:nvSpPr>
        <p:spPr>
          <a:xfrm xmlns:a="http://schemas.openxmlformats.org/drawingml/2006/main">
            <a:off x="3714750" y="381952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Requirements and recruiter</a:t>
            </a:r>
          </a:p>
        </p:txBody>
      </p:sp>
      <p:sp>
        <p:nvSpPr>
          <p:cNvPr id="22" name="">
            <a:extLst xmlns:a="http://schemas.openxmlformats.org/drawingml/2006/main">
              <a:ext uri="{FF2B5EF4-FFF2-40B4-BE49-F238E27FC236}">
                <a16:creationId xmlns:a16="http://schemas.microsoft.com/office/drawing/2014/main" id="{548D7DF4-42B7-4E89-A8F7-10DF8F82788E}"/>
              </a:ext>
            </a:extLst>
          </p:cNvPr>
          <p:cNvSpPr>
            <a:spLocks xmlns:a="http://schemas.openxmlformats.org/drawingml/2006/main" noGrp="1"/>
          </p:cNvSpPr>
          <p:nvPr/>
        </p:nvSpPr>
        <p:spPr>
          <a:xfrm xmlns:a="http://schemas.openxmlformats.org/drawingml/2006/main">
            <a:off x="6477000" y="2571750"/>
            <a:ext cx="2343150" cy="1276350"/>
          </a:xfrm>
          <a:prstGeom xmlns:a="http://schemas.openxmlformats.org/drawingml/2006/main" prst="roundRect">
            <a:avLst>
              <a:gd name="adj" fmla="val 895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2CF1605D-4213-4840-889E-6A2EB02CE91B}"/>
              </a:ext>
            </a:extLst>
          </p:cNvPr>
          <p:cNvSpPr>
            <a:spLocks xmlns:a="http://schemas.openxmlformats.org/drawingml/2006/main" noGrp="1"/>
          </p:cNvSpPr>
          <p:nvPr/>
        </p:nvSpPr>
        <p:spPr>
          <a:xfrm xmlns:a="http://schemas.openxmlformats.org/drawingml/2006/main">
            <a:off x="6477000" y="2571750"/>
            <a:ext cx="66675" cy="1276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4" name="">
            <a:extLst xmlns:a="http://schemas.openxmlformats.org/drawingml/2006/main">
              <a:ext uri="{FF2B5EF4-FFF2-40B4-BE49-F238E27FC236}">
                <a16:creationId xmlns:a16="http://schemas.microsoft.com/office/drawing/2014/main" id="{E10D6BC7-69D5-4FFD-8DEE-43DCA18C2B31}"/>
              </a:ext>
            </a:extLst>
          </p:cNvPr>
          <p:cNvSpPr>
            <a:spLocks xmlns:a="http://schemas.openxmlformats.org/drawingml/2006/main" noGrp="1"/>
          </p:cNvSpPr>
          <p:nvPr/>
        </p:nvSpPr>
        <p:spPr>
          <a:xfrm xmlns:a="http://schemas.openxmlformats.org/drawingml/2006/main">
            <a:off x="6686550" y="26860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Application</a:t>
            </a:r>
          </a:p>
        </p:txBody>
      </p:sp>
      <p:sp>
        <p:nvSpPr>
          <p:cNvPr id="25" name="">
            <a:extLst xmlns:a="http://schemas.openxmlformats.org/drawingml/2006/main">
              <a:ext uri="{FF2B5EF4-FFF2-40B4-BE49-F238E27FC236}">
                <a16:creationId xmlns:a16="http://schemas.microsoft.com/office/drawing/2014/main" id="{64FC98A4-8B41-4614-9620-E5DDCAE33886}"/>
              </a:ext>
            </a:extLst>
          </p:cNvPr>
          <p:cNvSpPr>
            <a:spLocks xmlns:a="http://schemas.openxmlformats.org/drawingml/2006/main" noGrp="1"/>
          </p:cNvSpPr>
          <p:nvPr/>
        </p:nvSpPr>
        <p:spPr>
          <a:xfrm xmlns:a="http://schemas.openxmlformats.org/drawingml/2006/main">
            <a:off x="6686550" y="2981325"/>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Candidate, offer, CV snapshot, stage</a:t>
            </a:r>
          </a:p>
        </p:txBody>
      </p:sp>
      <p:sp>
        <p:nvSpPr>
          <p:cNvPr id="26" name="">
            <a:extLst xmlns:a="http://schemas.openxmlformats.org/drawingml/2006/main">
              <a:ext uri="{FF2B5EF4-FFF2-40B4-BE49-F238E27FC236}">
                <a16:creationId xmlns:a16="http://schemas.microsoft.com/office/drawing/2014/main" id="{140B4372-9295-40AD-B8D4-D6CF8CF0649F}"/>
              </a:ext>
            </a:extLst>
          </p:cNvPr>
          <p:cNvSpPr>
            <a:spLocks xmlns:a="http://schemas.openxmlformats.org/drawingml/2006/main" noGrp="1"/>
          </p:cNvSpPr>
          <p:nvPr/>
        </p:nvSpPr>
        <p:spPr>
          <a:xfrm xmlns:a="http://schemas.openxmlformats.org/drawingml/2006/main">
            <a:off x="9563100" y="1752600"/>
            <a:ext cx="20193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300761F0-6257-414B-805A-C6D27648A417}"/>
              </a:ext>
            </a:extLst>
          </p:cNvPr>
          <p:cNvSpPr>
            <a:spLocks xmlns:a="http://schemas.openxmlformats.org/drawingml/2006/main" noGrp="1"/>
          </p:cNvSpPr>
          <p:nvPr/>
        </p:nvSpPr>
        <p:spPr>
          <a:xfrm xmlns:a="http://schemas.openxmlformats.org/drawingml/2006/main">
            <a:off x="9563100" y="1752600"/>
            <a:ext cx="66675" cy="10096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8" name="">
            <a:extLst xmlns:a="http://schemas.openxmlformats.org/drawingml/2006/main">
              <a:ext uri="{FF2B5EF4-FFF2-40B4-BE49-F238E27FC236}">
                <a16:creationId xmlns:a16="http://schemas.microsoft.com/office/drawing/2014/main" id="{7E55A088-7A75-4B55-BDF3-50F121342A43}"/>
              </a:ext>
            </a:extLst>
          </p:cNvPr>
          <p:cNvSpPr>
            <a:spLocks xmlns:a="http://schemas.openxmlformats.org/drawingml/2006/main" noGrp="1"/>
          </p:cNvSpPr>
          <p:nvPr/>
        </p:nvSpPr>
        <p:spPr>
          <a:xfrm xmlns:a="http://schemas.openxmlformats.org/drawingml/2006/main">
            <a:off x="9772650" y="18669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BAFCC50C-0DA5-4071-B106-9B5CF7C40826}"/>
              </a:ext>
            </a:extLst>
          </p:cNvPr>
          <p:cNvSpPr>
            <a:spLocks xmlns:a="http://schemas.openxmlformats.org/drawingml/2006/main" noGrp="1"/>
          </p:cNvSpPr>
          <p:nvPr/>
        </p:nvSpPr>
        <p:spPr>
          <a:xfrm xmlns:a="http://schemas.openxmlformats.org/drawingml/2006/main">
            <a:off x="9772650" y="216217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Schedule and feedback</a:t>
            </a:r>
          </a:p>
        </p:txBody>
      </p:sp>
      <p:sp>
        <p:nvSpPr>
          <p:cNvPr id="30" name="">
            <a:extLst xmlns:a="http://schemas.openxmlformats.org/drawingml/2006/main">
              <a:ext uri="{FF2B5EF4-FFF2-40B4-BE49-F238E27FC236}">
                <a16:creationId xmlns:a16="http://schemas.microsoft.com/office/drawing/2014/main" id="{8AF49E2D-C885-4753-A51F-E1B6AE7BC8FD}"/>
              </a:ext>
            </a:extLst>
          </p:cNvPr>
          <p:cNvSpPr>
            <a:spLocks xmlns:a="http://schemas.openxmlformats.org/drawingml/2006/main" noGrp="1"/>
          </p:cNvSpPr>
          <p:nvPr/>
        </p:nvSpPr>
        <p:spPr>
          <a:xfrm xmlns:a="http://schemas.openxmlformats.org/drawingml/2006/main">
            <a:off x="9563100" y="3409950"/>
            <a:ext cx="20193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B91E15F3-1045-452D-AC1C-18E44697EEDB}"/>
              </a:ext>
            </a:extLst>
          </p:cNvPr>
          <p:cNvSpPr>
            <a:spLocks xmlns:a="http://schemas.openxmlformats.org/drawingml/2006/main" noGrp="1"/>
          </p:cNvSpPr>
          <p:nvPr/>
        </p:nvSpPr>
        <p:spPr>
          <a:xfrm xmlns:a="http://schemas.openxmlformats.org/drawingml/2006/main">
            <a:off x="9563100" y="3409950"/>
            <a:ext cx="66675" cy="10096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2" name="">
            <a:extLst xmlns:a="http://schemas.openxmlformats.org/drawingml/2006/main">
              <a:ext uri="{FF2B5EF4-FFF2-40B4-BE49-F238E27FC236}">
                <a16:creationId xmlns:a16="http://schemas.microsoft.com/office/drawing/2014/main" id="{FE92CDED-7D57-46E1-B0F5-D31285FF1F4A}"/>
              </a:ext>
            </a:extLst>
          </p:cNvPr>
          <p:cNvSpPr>
            <a:spLocks xmlns:a="http://schemas.openxmlformats.org/drawingml/2006/main" noGrp="1"/>
          </p:cNvSpPr>
          <p:nvPr/>
        </p:nvSpPr>
        <p:spPr>
          <a:xfrm xmlns:a="http://schemas.openxmlformats.org/drawingml/2006/main">
            <a:off x="9772650" y="3524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Chat messages</a:t>
            </a:r>
          </a:p>
        </p:txBody>
      </p:sp>
      <p:sp>
        <p:nvSpPr>
          <p:cNvPr id="33" name="">
            <a:extLst xmlns:a="http://schemas.openxmlformats.org/drawingml/2006/main">
              <a:ext uri="{FF2B5EF4-FFF2-40B4-BE49-F238E27FC236}">
                <a16:creationId xmlns:a16="http://schemas.microsoft.com/office/drawing/2014/main" id="{9B221999-2664-4339-A8F2-2BDE13EA82ED}"/>
              </a:ext>
            </a:extLst>
          </p:cNvPr>
          <p:cNvSpPr>
            <a:spLocks xmlns:a="http://schemas.openxmlformats.org/drawingml/2006/main" noGrp="1"/>
          </p:cNvSpPr>
          <p:nvPr/>
        </p:nvSpPr>
        <p:spPr>
          <a:xfrm xmlns:a="http://schemas.openxmlformats.org/drawingml/2006/main">
            <a:off x="9772650" y="38195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recruitment history</a:t>
            </a:r>
          </a:p>
        </p:txBody>
      </p:sp>
      <p:sp>
        <p:nvSpPr>
          <p:cNvPr id="34" name="">
            <a:extLst xmlns:a="http://schemas.openxmlformats.org/drawingml/2006/main">
              <a:ext uri="{FF2B5EF4-FFF2-40B4-BE49-F238E27FC236}">
                <a16:creationId xmlns:a16="http://schemas.microsoft.com/office/drawing/2014/main" id="{6216870E-219D-4DBB-A399-3EE54A762392}"/>
              </a:ext>
            </a:extLst>
          </p:cNvPr>
          <p:cNvSpPr>
            <a:spLocks xmlns:a="http://schemas.openxmlformats.org/drawingml/2006/main" noGrp="1"/>
          </p:cNvSpPr>
          <p:nvPr/>
        </p:nvSpPr>
        <p:spPr>
          <a:xfrm xmlns:a="http://schemas.openxmlformats.org/drawingml/2006/main">
            <a:off x="1724025" y="3181350"/>
            <a:ext cx="0" cy="647700"/>
          </a:xfrm>
          <a:prstGeom xmlns:a="http://schemas.openxmlformats.org/drawingml/2006/main" prst="line">
            <a:avLst/>
          </a:prstGeom>
          <a:noFill xmlns:a="http://schemas.openxmlformats.org/drawingml/2006/main"/>
          <a:ln xmlns:a="http://schemas.openxmlformats.org/drawingml/2006/main" w="19050">
            <a:solidFill>
              <a:srgbClr val="194D38"/>
            </a:solidFill>
            <a:prstDash val="solid"/>
          </a:ln>
        </p:spPr>
      </p:sp>
      <p:sp>
        <p:nvSpPr>
          <p:cNvPr id="35" name="">
            <a:extLst xmlns:a="http://schemas.openxmlformats.org/drawingml/2006/main">
              <a:ext uri="{FF2B5EF4-FFF2-40B4-BE49-F238E27FC236}">
                <a16:creationId xmlns:a16="http://schemas.microsoft.com/office/drawing/2014/main" id="{2F2ED3ED-4F05-4ABD-8634-38A331ED7C34}"/>
              </a:ext>
            </a:extLst>
          </p:cNvPr>
          <p:cNvSpPr>
            <a:spLocks xmlns:a="http://schemas.openxmlformats.org/drawingml/2006/main" noGrp="1"/>
          </p:cNvSpPr>
          <p:nvPr/>
        </p:nvSpPr>
        <p:spPr>
          <a:xfrm xmlns:a="http://schemas.openxmlformats.org/drawingml/2006/main">
            <a:off x="2724150" y="2676525"/>
            <a:ext cx="781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6" name="">
            <a:extLst xmlns:a="http://schemas.openxmlformats.org/drawingml/2006/main">
              <a:ext uri="{FF2B5EF4-FFF2-40B4-BE49-F238E27FC236}">
                <a16:creationId xmlns:a16="http://schemas.microsoft.com/office/drawing/2014/main" id="{44A84D1E-272A-479C-A810-4CFAC3DE9A45}"/>
              </a:ext>
            </a:extLst>
          </p:cNvPr>
          <p:cNvSpPr>
            <a:spLocks xmlns:a="http://schemas.openxmlformats.org/drawingml/2006/main" noGrp="1"/>
          </p:cNvSpPr>
          <p:nvPr/>
        </p:nvSpPr>
        <p:spPr>
          <a:xfrm xmlns:a="http://schemas.openxmlformats.org/drawingml/2006/main">
            <a:off x="4572000" y="2762250"/>
            <a:ext cx="0" cy="647700"/>
          </a:xfrm>
          <a:prstGeom xmlns:a="http://schemas.openxmlformats.org/drawingml/2006/main" prst="line">
            <a:avLst/>
          </a:prstGeom>
          <a:noFill xmlns:a="http://schemas.openxmlformats.org/drawingml/2006/main"/>
          <a:ln xmlns:a="http://schemas.openxmlformats.org/drawingml/2006/main" w="19050">
            <a:solidFill>
              <a:srgbClr val="A25C38"/>
            </a:solidFill>
            <a:prstDash val="solid"/>
          </a:ln>
        </p:spPr>
      </p:sp>
      <p:sp>
        <p:nvSpPr>
          <p:cNvPr id="37" name="">
            <a:extLst xmlns:a="http://schemas.openxmlformats.org/drawingml/2006/main">
              <a:ext uri="{FF2B5EF4-FFF2-40B4-BE49-F238E27FC236}">
                <a16:creationId xmlns:a16="http://schemas.microsoft.com/office/drawing/2014/main" id="{F5CA6645-4ACD-40D7-B43A-23DCFA25933A}"/>
              </a:ext>
            </a:extLst>
          </p:cNvPr>
          <p:cNvSpPr>
            <a:spLocks xmlns:a="http://schemas.openxmlformats.org/drawingml/2006/main" noGrp="1"/>
          </p:cNvSpPr>
          <p:nvPr/>
        </p:nvSpPr>
        <p:spPr>
          <a:xfrm xmlns:a="http://schemas.openxmlformats.org/drawingml/2006/main">
            <a:off x="5638800" y="390525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8" name="">
            <a:extLst xmlns:a="http://schemas.openxmlformats.org/drawingml/2006/main">
              <a:ext uri="{FF2B5EF4-FFF2-40B4-BE49-F238E27FC236}">
                <a16:creationId xmlns:a16="http://schemas.microsoft.com/office/drawing/2014/main" id="{27218A88-5500-4AE1-9769-2F6C06DF554C}"/>
              </a:ext>
            </a:extLst>
          </p:cNvPr>
          <p:cNvSpPr>
            <a:spLocks xmlns:a="http://schemas.openxmlformats.org/drawingml/2006/main" noGrp="1"/>
          </p:cNvSpPr>
          <p:nvPr/>
        </p:nvSpPr>
        <p:spPr>
          <a:xfrm xmlns:a="http://schemas.openxmlformats.org/drawingml/2006/main">
            <a:off x="6057900" y="3219450"/>
            <a:ext cx="0" cy="68580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9" name="">
            <a:extLst xmlns:a="http://schemas.openxmlformats.org/drawingml/2006/main">
              <a:ext uri="{FF2B5EF4-FFF2-40B4-BE49-F238E27FC236}">
                <a16:creationId xmlns:a16="http://schemas.microsoft.com/office/drawing/2014/main" id="{26676FE4-7E31-4042-B8EA-A309808B74ED}"/>
              </a:ext>
            </a:extLst>
          </p:cNvPr>
          <p:cNvSpPr>
            <a:spLocks xmlns:a="http://schemas.openxmlformats.org/drawingml/2006/main" noGrp="1"/>
          </p:cNvSpPr>
          <p:nvPr/>
        </p:nvSpPr>
        <p:spPr>
          <a:xfrm xmlns:a="http://schemas.openxmlformats.org/drawingml/2006/main">
            <a:off x="6057900" y="321945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0" name="">
            <a:extLst xmlns:a="http://schemas.openxmlformats.org/drawingml/2006/main">
              <a:ext uri="{FF2B5EF4-FFF2-40B4-BE49-F238E27FC236}">
                <a16:creationId xmlns:a16="http://schemas.microsoft.com/office/drawing/2014/main" id="{540BCCBE-3793-4D4C-AE38-C11A2AB511CC}"/>
              </a:ext>
            </a:extLst>
          </p:cNvPr>
          <p:cNvSpPr>
            <a:spLocks xmlns:a="http://schemas.openxmlformats.org/drawingml/2006/main" noGrp="1"/>
          </p:cNvSpPr>
          <p:nvPr/>
        </p:nvSpPr>
        <p:spPr>
          <a:xfrm xmlns:a="http://schemas.openxmlformats.org/drawingml/2006/main">
            <a:off x="2724150" y="4333875"/>
            <a:ext cx="1866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1" name="">
            <a:extLst xmlns:a="http://schemas.openxmlformats.org/drawingml/2006/main">
              <a:ext uri="{FF2B5EF4-FFF2-40B4-BE49-F238E27FC236}">
                <a16:creationId xmlns:a16="http://schemas.microsoft.com/office/drawing/2014/main" id="{E665BC87-D184-4F7B-B241-144BC6503727}"/>
              </a:ext>
            </a:extLst>
          </p:cNvPr>
          <p:cNvSpPr>
            <a:spLocks xmlns:a="http://schemas.openxmlformats.org/drawingml/2006/main" noGrp="1"/>
          </p:cNvSpPr>
          <p:nvPr/>
        </p:nvSpPr>
        <p:spPr>
          <a:xfrm xmlns:a="http://schemas.openxmlformats.org/drawingml/2006/main">
            <a:off x="4591050" y="3629025"/>
            <a:ext cx="0" cy="70485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39C09221-9A37-4C9A-9983-B51605C72BEF}"/>
              </a:ext>
            </a:extLst>
          </p:cNvPr>
          <p:cNvSpPr>
            <a:spLocks xmlns:a="http://schemas.openxmlformats.org/drawingml/2006/main" noGrp="1"/>
          </p:cNvSpPr>
          <p:nvPr/>
        </p:nvSpPr>
        <p:spPr>
          <a:xfrm xmlns:a="http://schemas.openxmlformats.org/drawingml/2006/main">
            <a:off x="4591050" y="3629025"/>
            <a:ext cx="18859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3" name="">
            <a:extLst xmlns:a="http://schemas.openxmlformats.org/drawingml/2006/main">
              <a:ext uri="{FF2B5EF4-FFF2-40B4-BE49-F238E27FC236}">
                <a16:creationId xmlns:a16="http://schemas.microsoft.com/office/drawing/2014/main" id="{8A096F20-60E7-486A-ACFD-4BF8382A1C5D}"/>
              </a:ext>
            </a:extLst>
          </p:cNvPr>
          <p:cNvSpPr>
            <a:spLocks xmlns:a="http://schemas.openxmlformats.org/drawingml/2006/main" noGrp="1"/>
          </p:cNvSpPr>
          <p:nvPr/>
        </p:nvSpPr>
        <p:spPr>
          <a:xfrm xmlns:a="http://schemas.openxmlformats.org/drawingml/2006/main">
            <a:off x="8820150" y="3009900"/>
            <a:ext cx="3714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4" name="">
            <a:extLst xmlns:a="http://schemas.openxmlformats.org/drawingml/2006/main">
              <a:ext uri="{FF2B5EF4-FFF2-40B4-BE49-F238E27FC236}">
                <a16:creationId xmlns:a16="http://schemas.microsoft.com/office/drawing/2014/main" id="{1C499005-A3E2-440D-B7B4-B20014EEF61E}"/>
              </a:ext>
            </a:extLst>
          </p:cNvPr>
          <p:cNvSpPr>
            <a:spLocks xmlns:a="http://schemas.openxmlformats.org/drawingml/2006/main" noGrp="1"/>
          </p:cNvSpPr>
          <p:nvPr/>
        </p:nvSpPr>
        <p:spPr>
          <a:xfrm xmlns:a="http://schemas.openxmlformats.org/drawingml/2006/main">
            <a:off x="9191625" y="2257425"/>
            <a:ext cx="0" cy="752475"/>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5" name="">
            <a:extLst xmlns:a="http://schemas.openxmlformats.org/drawingml/2006/main">
              <a:ext uri="{FF2B5EF4-FFF2-40B4-BE49-F238E27FC236}">
                <a16:creationId xmlns:a16="http://schemas.microsoft.com/office/drawing/2014/main" id="{D9E701F6-85D6-41FC-926D-EF65BB0ECF57}"/>
              </a:ext>
            </a:extLst>
          </p:cNvPr>
          <p:cNvSpPr>
            <a:spLocks xmlns:a="http://schemas.openxmlformats.org/drawingml/2006/main" noGrp="1"/>
          </p:cNvSpPr>
          <p:nvPr/>
        </p:nvSpPr>
        <p:spPr>
          <a:xfrm xmlns:a="http://schemas.openxmlformats.org/drawingml/2006/main">
            <a:off x="9191625" y="2257425"/>
            <a:ext cx="3714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6" name="">
            <a:extLst xmlns:a="http://schemas.openxmlformats.org/drawingml/2006/main">
              <a:ext uri="{FF2B5EF4-FFF2-40B4-BE49-F238E27FC236}">
                <a16:creationId xmlns:a16="http://schemas.microsoft.com/office/drawing/2014/main" id="{C38E0485-1C36-45BD-AD4E-4836B6B8770D}"/>
              </a:ext>
            </a:extLst>
          </p:cNvPr>
          <p:cNvSpPr>
            <a:spLocks xmlns:a="http://schemas.openxmlformats.org/drawingml/2006/main" noGrp="1"/>
          </p:cNvSpPr>
          <p:nvPr/>
        </p:nvSpPr>
        <p:spPr>
          <a:xfrm xmlns:a="http://schemas.openxmlformats.org/drawingml/2006/main">
            <a:off x="8820150" y="3409950"/>
            <a:ext cx="742950" cy="504825"/>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8FD1C97F-313D-4359-8A5D-9E222ACDBF30}"/>
              </a:ext>
            </a:extLst>
          </p:cNvPr>
          <p:cNvSpPr>
            <a:spLocks xmlns:a="http://schemas.openxmlformats.org/drawingml/2006/main" noGrp="1"/>
          </p:cNvSpPr>
          <p:nvPr/>
        </p:nvSpPr>
        <p:spPr>
          <a:xfrm xmlns:a="http://schemas.openxmlformats.org/drawingml/2006/main">
            <a:off x="723900" y="5314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Integrity rules</a:t>
            </a:r>
          </a:p>
        </p:txBody>
      </p:sp>
      <p:sp>
        <p:nvSpPr>
          <p:cNvPr id="48" name="">
            <a:extLst xmlns:a="http://schemas.openxmlformats.org/drawingml/2006/main">
              <a:ext uri="{FF2B5EF4-FFF2-40B4-BE49-F238E27FC236}">
                <a16:creationId xmlns:a16="http://schemas.microsoft.com/office/drawing/2014/main" id="{DFD8DFBE-9C75-4471-A094-3CCFB0F2595D}"/>
              </a:ext>
            </a:extLst>
          </p:cNvPr>
          <p:cNvSpPr>
            <a:spLocks xmlns:a="http://schemas.openxmlformats.org/drawingml/2006/main" noGrp="1"/>
          </p:cNvSpPr>
          <p:nvPr/>
        </p:nvSpPr>
        <p:spPr>
          <a:xfrm xmlns:a="http://schemas.openxmlformats.org/drawingml/2006/main">
            <a:off x="2457450" y="521970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Foreign keys protect relationships. Unique constraints prevent duplicates. Transactions keep multi-step updates consistent. Alembic versions each schema change.</a:t>
            </a:r>
          </a:p>
        </p:txBody>
      </p:sp>
      <p:sp>
        <p:nvSpPr>
          <p:cNvPr id="49" name="">
            <a:extLst xmlns:a="http://schemas.openxmlformats.org/drawingml/2006/main">
              <a:ext uri="{FF2B5EF4-FFF2-40B4-BE49-F238E27FC236}">
                <a16:creationId xmlns:a16="http://schemas.microsoft.com/office/drawing/2014/main" id="{ECC4BA69-5A59-43A4-8B38-5BF6363A4AF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506546022"/>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5369DD5-6535-4AEB-BB7C-D9F15AF5BE2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BF541A44-4DB2-46FE-879F-A0165D64A0E3}"/>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Authentication and session security</a:t>
            </a:r>
          </a:p>
        </p:txBody>
      </p:sp>
      <p:sp>
        <p:nvSpPr>
          <p:cNvPr id="3" name="">
            <a:extLst xmlns:a="http://schemas.openxmlformats.org/drawingml/2006/main">
              <a:ext uri="{FF2B5EF4-FFF2-40B4-BE49-F238E27FC236}">
                <a16:creationId xmlns:a16="http://schemas.microsoft.com/office/drawing/2014/main" id="{25C02773-6690-4047-9451-2EFDE55018D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07</a:t>
            </a:r>
          </a:p>
        </p:txBody>
      </p:sp>
      <p:sp>
        <p:nvSpPr>
          <p:cNvPr id="4" name="">
            <a:extLst xmlns:a="http://schemas.openxmlformats.org/drawingml/2006/main">
              <a:ext uri="{FF2B5EF4-FFF2-40B4-BE49-F238E27FC236}">
                <a16:creationId xmlns:a16="http://schemas.microsoft.com/office/drawing/2014/main" id="{D6861F9A-FB3A-4B80-A892-E27CA150E7C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39BCF8C-16E1-4EB3-ADF5-8145F8CE360A}"/>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7B6958A5-475C-4290-924B-12819FF8FF4C}"/>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F218D56-1F75-4059-8E5D-0A195EEFF4AC}"/>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D87E4008-7D14-45AB-976B-5858D9E44078}"/>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D46C47CB-CF5E-437B-A348-7ABD9A8BB8F9}"/>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Register</a:t>
            </a:r>
          </a:p>
        </p:txBody>
      </p:sp>
      <p:sp>
        <p:nvSpPr>
          <p:cNvPr id="10" name="">
            <a:extLst xmlns:a="http://schemas.openxmlformats.org/drawingml/2006/main">
              <a:ext uri="{FF2B5EF4-FFF2-40B4-BE49-F238E27FC236}">
                <a16:creationId xmlns:a16="http://schemas.microsoft.com/office/drawing/2014/main" id="{24107297-5776-4397-9506-E76C1272FD30}"/>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Candidate submits validated account data</a:t>
            </a:r>
          </a:p>
        </p:txBody>
      </p:sp>
      <p:sp>
        <p:nvSpPr>
          <p:cNvPr id="11" name="">
            <a:extLst xmlns:a="http://schemas.openxmlformats.org/drawingml/2006/main">
              <a:ext uri="{FF2B5EF4-FFF2-40B4-BE49-F238E27FC236}">
                <a16:creationId xmlns:a16="http://schemas.microsoft.com/office/drawing/2014/main" id="{BC74C993-403A-47A2-A8FD-24E98BF44D83}"/>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A7DC8889-69DC-4E24-8A03-5C746BB76875}"/>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13" name="">
            <a:extLst xmlns:a="http://schemas.openxmlformats.org/drawingml/2006/main">
              <a:ext uri="{FF2B5EF4-FFF2-40B4-BE49-F238E27FC236}">
                <a16:creationId xmlns:a16="http://schemas.microsoft.com/office/drawing/2014/main" id="{513ABD9A-0088-4980-B145-0BFB29514352}"/>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9E5F16BE-D4F6-4086-83CC-99B713F497F3}"/>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C843AC90-6E92-4147-BC14-A2ABBB8550BB}"/>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OTP proves control of the address</a:t>
            </a:r>
          </a:p>
        </p:txBody>
      </p:sp>
      <p:sp>
        <p:nvSpPr>
          <p:cNvPr id="16" name="">
            <a:extLst xmlns:a="http://schemas.openxmlformats.org/drawingml/2006/main">
              <a:ext uri="{FF2B5EF4-FFF2-40B4-BE49-F238E27FC236}">
                <a16:creationId xmlns:a16="http://schemas.microsoft.com/office/drawing/2014/main" id="{A0D12B2A-32C3-46DF-BB56-F1FA972D8229}"/>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6116D5CC-529B-4A87-BA2C-25DD26B4CE68}"/>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8" name="">
            <a:extLst xmlns:a="http://schemas.openxmlformats.org/drawingml/2006/main">
              <a:ext uri="{FF2B5EF4-FFF2-40B4-BE49-F238E27FC236}">
                <a16:creationId xmlns:a16="http://schemas.microsoft.com/office/drawing/2014/main" id="{041BEA5D-8E71-4BFC-9258-46624CB56A83}"/>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ADFE52B4-F1B3-4C8E-A0F3-50E14A1AB720}"/>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Sign in</a:t>
            </a:r>
          </a:p>
        </p:txBody>
      </p:sp>
      <p:sp>
        <p:nvSpPr>
          <p:cNvPr id="20" name="">
            <a:extLst xmlns:a="http://schemas.openxmlformats.org/drawingml/2006/main">
              <a:ext uri="{FF2B5EF4-FFF2-40B4-BE49-F238E27FC236}">
                <a16:creationId xmlns:a16="http://schemas.microsoft.com/office/drawing/2014/main" id="{B843BAE0-7489-4ED3-9C91-5B8DD3D07883}"/>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verifies the password</a:t>
            </a:r>
          </a:p>
        </p:txBody>
      </p:sp>
      <p:sp>
        <p:nvSpPr>
          <p:cNvPr id="21" name="">
            <a:extLst xmlns:a="http://schemas.openxmlformats.org/drawingml/2006/main">
              <a:ext uri="{FF2B5EF4-FFF2-40B4-BE49-F238E27FC236}">
                <a16:creationId xmlns:a16="http://schemas.microsoft.com/office/drawing/2014/main" id="{C63626D5-38FE-41AF-BC85-B56F28209FAC}"/>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FF5805E8-4F4D-419C-96F9-EA6A5B4EC5B1}"/>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23" name="">
            <a:extLst xmlns:a="http://schemas.openxmlformats.org/drawingml/2006/main">
              <a:ext uri="{FF2B5EF4-FFF2-40B4-BE49-F238E27FC236}">
                <a16:creationId xmlns:a16="http://schemas.microsoft.com/office/drawing/2014/main" id="{7E3C4443-88DF-4A5D-808F-6E187B0746ED}"/>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4" name="">
            <a:extLst xmlns:a="http://schemas.openxmlformats.org/drawingml/2006/main">
              <a:ext uri="{FF2B5EF4-FFF2-40B4-BE49-F238E27FC236}">
                <a16:creationId xmlns:a16="http://schemas.microsoft.com/office/drawing/2014/main" id="{D8C127C5-4208-4B7E-8916-7B1EF5A995AD}"/>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Issue session</a:t>
            </a:r>
          </a:p>
        </p:txBody>
      </p:sp>
      <p:sp>
        <p:nvSpPr>
          <p:cNvPr id="25" name="">
            <a:extLst xmlns:a="http://schemas.openxmlformats.org/drawingml/2006/main">
              <a:ext uri="{FF2B5EF4-FFF2-40B4-BE49-F238E27FC236}">
                <a16:creationId xmlns:a16="http://schemas.microsoft.com/office/drawing/2014/main" id="{FFECD785-C069-44FF-A6B0-21B9CCFC0F2C}"/>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and secure cookie state</a:t>
            </a:r>
          </a:p>
        </p:txBody>
      </p:sp>
      <p:sp>
        <p:nvSpPr>
          <p:cNvPr id="26" name="">
            <a:extLst xmlns:a="http://schemas.openxmlformats.org/drawingml/2006/main">
              <a:ext uri="{FF2B5EF4-FFF2-40B4-BE49-F238E27FC236}">
                <a16:creationId xmlns:a16="http://schemas.microsoft.com/office/drawing/2014/main" id="{42291481-29CD-4A5D-8F75-28D8A085E7ED}"/>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0D0818B1-DCF8-48E0-A8DE-0593BC18627C}"/>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9B651B"/>
          </a:solidFill>
          <a:ln xmlns:a="http://schemas.openxmlformats.org/drawingml/2006/main" w="11430">
            <a:solidFill>
              <a:srgbClr val="9B651B"/>
            </a:solidFill>
            <a:prstDash val="solid"/>
          </a:ln>
        </p:spPr>
      </p:sp>
      <p:sp>
        <p:nvSpPr>
          <p:cNvPr id="28" name="">
            <a:extLst xmlns:a="http://schemas.openxmlformats.org/drawingml/2006/main">
              <a:ext uri="{FF2B5EF4-FFF2-40B4-BE49-F238E27FC236}">
                <a16:creationId xmlns:a16="http://schemas.microsoft.com/office/drawing/2014/main" id="{FF5E8146-D8A2-4ABC-99DA-D2CA5E0FDEAC}"/>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29" name="">
            <a:extLst xmlns:a="http://schemas.openxmlformats.org/drawingml/2006/main">
              <a:ext uri="{FF2B5EF4-FFF2-40B4-BE49-F238E27FC236}">
                <a16:creationId xmlns:a16="http://schemas.microsoft.com/office/drawing/2014/main" id="{ECCE8B4E-9A3B-4269-94E1-1F01C2648E02}"/>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Load user</a:t>
            </a:r>
          </a:p>
        </p:txBody>
      </p:sp>
      <p:sp>
        <p:nvSpPr>
          <p:cNvPr id="30" name="">
            <a:extLst xmlns:a="http://schemas.openxmlformats.org/drawingml/2006/main">
              <a:ext uri="{FF2B5EF4-FFF2-40B4-BE49-F238E27FC236}">
                <a16:creationId xmlns:a16="http://schemas.microsoft.com/office/drawing/2014/main" id="{C428B10D-0AD9-4FAF-9352-301F3C1F9852}"/>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Protected requests query current state</a:t>
            </a:r>
          </a:p>
        </p:txBody>
      </p:sp>
      <p:sp>
        <p:nvSpPr>
          <p:cNvPr id="31" name="">
            <a:extLst xmlns:a="http://schemas.openxmlformats.org/drawingml/2006/main">
              <a:ext uri="{FF2B5EF4-FFF2-40B4-BE49-F238E27FC236}">
                <a16:creationId xmlns:a16="http://schemas.microsoft.com/office/drawing/2014/main" id="{91A0E330-9961-42DA-B025-4AF9B6BB7197}"/>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2C50FB40-C9EE-4BB7-B005-EE4FBCF77629}"/>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33" name="">
            <a:extLst xmlns:a="http://schemas.openxmlformats.org/drawingml/2006/main">
              <a:ext uri="{FF2B5EF4-FFF2-40B4-BE49-F238E27FC236}">
                <a16:creationId xmlns:a16="http://schemas.microsoft.com/office/drawing/2014/main" id="{22265DAD-74CD-4EBC-B515-0B1692C72275}"/>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4" name="">
            <a:extLst xmlns:a="http://schemas.openxmlformats.org/drawingml/2006/main">
              <a:ext uri="{FF2B5EF4-FFF2-40B4-BE49-F238E27FC236}">
                <a16:creationId xmlns:a16="http://schemas.microsoft.com/office/drawing/2014/main" id="{F42258F3-3C8E-4636-8B09-871035DAADD9}"/>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Revoke</a:t>
            </a:r>
          </a:p>
        </p:txBody>
      </p:sp>
      <p:sp>
        <p:nvSpPr>
          <p:cNvPr id="35" name="">
            <a:extLst xmlns:a="http://schemas.openxmlformats.org/drawingml/2006/main">
              <a:ext uri="{FF2B5EF4-FFF2-40B4-BE49-F238E27FC236}">
                <a16:creationId xmlns:a16="http://schemas.microsoft.com/office/drawing/2014/main" id="{2E817BC4-559B-453B-83DF-41534EC32EA8}"/>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25"/>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Sensitive changes invalidate old authority</a:t>
            </a:r>
          </a:p>
        </p:txBody>
      </p:sp>
      <p:sp>
        <p:nvSpPr>
          <p:cNvPr id="36" name="">
            <a:extLst xmlns:a="http://schemas.openxmlformats.org/drawingml/2006/main">
              <a:ext uri="{FF2B5EF4-FFF2-40B4-BE49-F238E27FC236}">
                <a16:creationId xmlns:a16="http://schemas.microsoft.com/office/drawing/2014/main" id="{6F0DAEF3-94A1-4C07-AF61-1DA83AACA7C9}"/>
              </a:ext>
            </a:extLst>
          </p:cNvPr>
          <p:cNvSpPr>
            <a:spLocks xmlns:a="http://schemas.openxmlformats.org/drawingml/2006/main" noGrp="1"/>
          </p:cNvSpPr>
          <p:nvPr/>
        </p:nvSpPr>
        <p:spPr>
          <a:xfrm xmlns:a="http://schemas.openxmlformats.org/drawingml/2006/main">
            <a:off x="609600" y="53149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Additional controls</a:t>
            </a:r>
          </a:p>
        </p:txBody>
      </p:sp>
      <p:sp>
        <p:nvSpPr>
          <p:cNvPr id="37" name="">
            <a:extLst xmlns:a="http://schemas.openxmlformats.org/drawingml/2006/main">
              <a:ext uri="{FF2B5EF4-FFF2-40B4-BE49-F238E27FC236}">
                <a16:creationId xmlns:a16="http://schemas.microsoft.com/office/drawing/2014/main" id="{5DC0A5C4-C99B-43B7-8531-72FAF8FD4DFC}"/>
              </a:ext>
            </a:extLst>
          </p:cNvPr>
          <p:cNvSpPr>
            <a:spLocks xmlns:a="http://schemas.openxmlformats.org/drawingml/2006/main" noGrp="1"/>
          </p:cNvSpPr>
          <p:nvPr/>
        </p:nvSpPr>
        <p:spPr>
          <a:xfrm xmlns:a="http://schemas.openxmlformats.org/drawingml/2006/main">
            <a:off x="2514600" y="52197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Two-factor authentication, OAuth support, rate limits, account recovery, email verification, and short-lived WebSocket tickets.</a:t>
            </a:r>
          </a:p>
        </p:txBody>
      </p:sp>
      <p:sp>
        <p:nvSpPr>
          <p:cNvPr id="38" name="">
            <a:extLst xmlns:a="http://schemas.openxmlformats.org/drawingml/2006/main">
              <a:ext uri="{FF2B5EF4-FFF2-40B4-BE49-F238E27FC236}">
                <a16:creationId xmlns:a16="http://schemas.microsoft.com/office/drawing/2014/main" id="{02A25ABE-B5FA-45EB-B916-6D1E6FA94E3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809388995"/>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9F0CFF8-EE40-424F-9356-8F6EF706C13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988926F6-8808-4C81-9C70-ABFEC4F5800D}"/>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Role and tenant authorization</a:t>
            </a:r>
          </a:p>
        </p:txBody>
      </p:sp>
      <p:sp>
        <p:nvSpPr>
          <p:cNvPr id="3" name="">
            <a:extLst xmlns:a="http://schemas.openxmlformats.org/drawingml/2006/main">
              <a:ext uri="{FF2B5EF4-FFF2-40B4-BE49-F238E27FC236}">
                <a16:creationId xmlns:a16="http://schemas.microsoft.com/office/drawing/2014/main" id="{9EB04451-FFF0-4386-A53E-9142A962B391}"/>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08</a:t>
            </a:r>
          </a:p>
        </p:txBody>
      </p:sp>
      <p:sp>
        <p:nvSpPr>
          <p:cNvPr id="4" name="">
            <a:extLst xmlns:a="http://schemas.openxmlformats.org/drawingml/2006/main">
              <a:ext uri="{FF2B5EF4-FFF2-40B4-BE49-F238E27FC236}">
                <a16:creationId xmlns:a16="http://schemas.microsoft.com/office/drawing/2014/main" id="{4FE9D932-1791-42C3-9B33-3AE06304E0B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88C0319-051C-42FC-AEAC-5F0303F331C1}"/>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730EACB8-F2ED-4C75-A333-13F9D7F1DC5F}"/>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0FA35A5A-18AF-4ECC-83AA-479583F2721B}"/>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Company permission model</a:t>
            </a:r>
          </a:p>
        </p:txBody>
      </p:sp>
      <p:sp>
        <p:nvSpPr>
          <p:cNvPr id="8" name="">
            <a:extLst xmlns:a="http://schemas.openxmlformats.org/drawingml/2006/main">
              <a:ext uri="{FF2B5EF4-FFF2-40B4-BE49-F238E27FC236}">
                <a16:creationId xmlns:a16="http://schemas.microsoft.com/office/drawing/2014/main" id="{72FC7AC2-ADFF-4A17-BB34-C5812EA55BFE}"/>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OWNER</a:t>
            </a:r>
          </a:p>
        </p:txBody>
      </p:sp>
      <p:sp>
        <p:nvSpPr>
          <p:cNvPr id="9" name="">
            <a:extLst xmlns:a="http://schemas.openxmlformats.org/drawingml/2006/main">
              <a:ext uri="{FF2B5EF4-FFF2-40B4-BE49-F238E27FC236}">
                <a16:creationId xmlns:a16="http://schemas.microsoft.com/office/drawing/2014/main" id="{63F89D1D-7B00-4E89-865B-5E00B54BF8C2}"/>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889"/>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D883F1EB-DA85-4111-908C-035735213F49}"/>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511513E5-08CC-4E22-9083-FDD8BC0B8B70}"/>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ADMIN</a:t>
            </a:r>
          </a:p>
        </p:txBody>
      </p:sp>
      <p:sp>
        <p:nvSpPr>
          <p:cNvPr id="12" name="">
            <a:extLst xmlns:a="http://schemas.openxmlformats.org/drawingml/2006/main">
              <a:ext uri="{FF2B5EF4-FFF2-40B4-BE49-F238E27FC236}">
                <a16:creationId xmlns:a16="http://schemas.microsoft.com/office/drawing/2014/main" id="{6F001959-90AE-4435-AAD2-B32C3C33A317}"/>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2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Team, offers and recruitment operations</a:t>
            </a:r>
          </a:p>
        </p:txBody>
      </p:sp>
      <p:sp>
        <p:nvSpPr>
          <p:cNvPr id="13" name="">
            <a:extLst xmlns:a="http://schemas.openxmlformats.org/drawingml/2006/main">
              <a:ext uri="{FF2B5EF4-FFF2-40B4-BE49-F238E27FC236}">
                <a16:creationId xmlns:a16="http://schemas.microsoft.com/office/drawing/2014/main" id="{0ACE3EA5-2C92-4175-B963-ED56FAA47D60}"/>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CB6794FE-9243-4940-97DA-665457C65054}"/>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HR</a:t>
            </a:r>
          </a:p>
        </p:txBody>
      </p:sp>
      <p:sp>
        <p:nvSpPr>
          <p:cNvPr id="15" name="">
            <a:extLst xmlns:a="http://schemas.openxmlformats.org/drawingml/2006/main">
              <a:ext uri="{FF2B5EF4-FFF2-40B4-BE49-F238E27FC236}">
                <a16:creationId xmlns:a16="http://schemas.microsoft.com/office/drawing/2014/main" id="{3729C897-0B9B-44E2-A2C0-FEEACD3F61AE}"/>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interviews, stages and chat</a:t>
            </a:r>
          </a:p>
        </p:txBody>
      </p:sp>
      <p:sp>
        <p:nvSpPr>
          <p:cNvPr id="16" name="">
            <a:extLst xmlns:a="http://schemas.openxmlformats.org/drawingml/2006/main">
              <a:ext uri="{FF2B5EF4-FFF2-40B4-BE49-F238E27FC236}">
                <a16:creationId xmlns:a16="http://schemas.microsoft.com/office/drawing/2014/main" id="{AA4CF92C-4709-47EB-8894-15C563E7F942}"/>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A773D4DB-812D-423B-BC73-75897BC75696}"/>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RECRUITER</a:t>
            </a:r>
          </a:p>
        </p:txBody>
      </p:sp>
      <p:sp>
        <p:nvSpPr>
          <p:cNvPr id="18" name="">
            <a:extLst xmlns:a="http://schemas.openxmlformats.org/drawingml/2006/main">
              <a:ext uri="{FF2B5EF4-FFF2-40B4-BE49-F238E27FC236}">
                <a16:creationId xmlns:a16="http://schemas.microsoft.com/office/drawing/2014/main" id="{3D3009AE-7AE1-435D-841F-9B3188A1D081}"/>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Applications, evaluation and chat</a:t>
            </a:r>
          </a:p>
        </p:txBody>
      </p:sp>
      <p:sp>
        <p:nvSpPr>
          <p:cNvPr id="19" name="">
            <a:extLst xmlns:a="http://schemas.openxmlformats.org/drawingml/2006/main">
              <a:ext uri="{FF2B5EF4-FFF2-40B4-BE49-F238E27FC236}">
                <a16:creationId xmlns:a16="http://schemas.microsoft.com/office/drawing/2014/main" id="{4B0DDFFB-73B5-4D46-B04C-24E182B9098C}"/>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919E5C57-EA41-4E7A-ABF5-A0C43E543CFC}"/>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HIRING MANAGER</a:t>
            </a:r>
          </a:p>
        </p:txBody>
      </p:sp>
      <p:sp>
        <p:nvSpPr>
          <p:cNvPr id="21" name="">
            <a:extLst xmlns:a="http://schemas.openxmlformats.org/drawingml/2006/main">
              <a:ext uri="{FF2B5EF4-FFF2-40B4-BE49-F238E27FC236}">
                <a16:creationId xmlns:a16="http://schemas.microsoft.com/office/drawing/2014/main" id="{108F116C-1EC1-4E5F-822A-E66991CE143E}"/>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85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Review, feedback, analytics and stage changes</a:t>
            </a:r>
          </a:p>
        </p:txBody>
      </p:sp>
      <p:sp>
        <p:nvSpPr>
          <p:cNvPr id="22" name="">
            <a:extLst xmlns:a="http://schemas.openxmlformats.org/drawingml/2006/main">
              <a:ext uri="{FF2B5EF4-FFF2-40B4-BE49-F238E27FC236}">
                <a16:creationId xmlns:a16="http://schemas.microsoft.com/office/drawing/2014/main" id="{DD1AEBDF-7352-4258-B0F1-25A35810C272}"/>
              </a:ext>
            </a:extLst>
          </p:cNvPr>
          <p:cNvSpPr>
            <a:spLocks xmlns:a="http://schemas.openxmlformats.org/drawingml/2006/main" noGrp="1"/>
          </p:cNvSpPr>
          <p:nvPr/>
        </p:nvSpPr>
        <p:spPr>
          <a:xfrm xmlns:a="http://schemas.openxmlformats.org/drawingml/2006/main">
            <a:off x="5981700" y="325755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a:bodyPr>
          <a:lstStyle xmlns:a="http://schemas.openxmlformats.org/drawingml/2006/main">
            <a:defPPr algn="ctr">
              <a:defRPr sz="3600" b="1">
                <a:solidFill>
                  <a:srgbClr val="9B651B"/>
                </a:solidFill>
                <a:latin typeface="Noto Sans"/>
                <a:ea typeface="Noto Sans"/>
                <a:cs typeface="Noto Sans"/>
              </a:defRPr>
            </a:defPPr>
            <a:lvl1pPr algn="ctr">
              <a:defRPr sz="3600" b="1">
                <a:solidFill>
                  <a:srgbClr val="9B651B"/>
                </a:solidFill>
                <a:latin typeface="Noto Sans"/>
                <a:ea typeface="Noto Sans"/>
                <a:cs typeface="Noto Sans"/>
              </a:defRPr>
            </a:lvl1pPr>
            <a:lvl2pPr algn="ctr">
              <a:defRPr sz="3600" b="1">
                <a:solidFill>
                  <a:srgbClr val="9B651B"/>
                </a:solidFill>
                <a:latin typeface="Noto Sans"/>
                <a:ea typeface="Noto Sans"/>
                <a:cs typeface="Noto Sans"/>
              </a:defRPr>
            </a:lvl2pPr>
            <a:lvl3pPr algn="ctr">
              <a:defRPr sz="3600" b="1">
                <a:solidFill>
                  <a:srgbClr val="9B651B"/>
                </a:solidFill>
                <a:latin typeface="Noto Sans"/>
                <a:ea typeface="Noto Sans"/>
                <a:cs typeface="Noto Sans"/>
              </a:defRPr>
            </a:lvl3pPr>
            <a:lvl4pPr algn="ctr">
              <a:defRPr sz="3600" b="1">
                <a:solidFill>
                  <a:srgbClr val="9B651B"/>
                </a:solidFill>
                <a:latin typeface="Noto Sans"/>
                <a:ea typeface="Noto Sans"/>
                <a:cs typeface="Noto Sans"/>
              </a:defRPr>
            </a:lvl4pPr>
            <a:lvl5pPr algn="ctr">
              <a:defRPr sz="3600" b="1">
                <a:solidFill>
                  <a:srgbClr val="9B651B"/>
                </a:solidFill>
                <a:latin typeface="Noto Sans"/>
                <a:ea typeface="Noto Sans"/>
                <a:cs typeface="Noto Sans"/>
              </a:defRPr>
            </a:lvl5pPr>
            <a:lvl6pPr algn="ctr">
              <a:defRPr sz="3600" b="1">
                <a:solidFill>
                  <a:srgbClr val="9B651B"/>
                </a:solidFill>
                <a:latin typeface="Noto Sans"/>
                <a:ea typeface="Noto Sans"/>
                <a:cs typeface="Noto Sans"/>
              </a:defRPr>
            </a:lvl6pPr>
            <a:lvl7pPr algn="ctr">
              <a:defRPr sz="3600" b="1">
                <a:solidFill>
                  <a:srgbClr val="9B651B"/>
                </a:solidFill>
                <a:latin typeface="Noto Sans"/>
                <a:ea typeface="Noto Sans"/>
                <a:cs typeface="Noto Sans"/>
              </a:defRPr>
            </a:lvl7pPr>
            <a:lvl8pPr algn="ctr">
              <a:defRPr sz="3600" b="1">
                <a:solidFill>
                  <a:srgbClr val="9B651B"/>
                </a:solidFill>
                <a:latin typeface="Noto Sans"/>
                <a:ea typeface="Noto Sans"/>
                <a:cs typeface="Noto Sans"/>
              </a:defRPr>
            </a:lvl8pPr>
            <a:lvl9pPr algn="ctr">
              <a:defRPr sz="3600" b="1">
                <a:solidFill>
                  <a:srgbClr val="9B651B"/>
                </a:solidFill>
                <a:latin typeface="Noto Sans"/>
                <a:ea typeface="Noto Sans"/>
                <a:cs typeface="Noto Sans"/>
              </a:defRPr>
            </a:lvl9pPr>
          </a:lstStyle>
          <a:p xmlns:a="http://schemas.openxmlformats.org/drawingml/2006/main">
            <a:pPr algn="ctr">
              <a:defRPr sz="3600" b="1">
                <a:solidFill>
                  <a:srgbClr val="9B651B"/>
                </a:solidFill>
                <a:latin typeface="Noto Sans"/>
                <a:ea typeface="Noto Sans"/>
                <a:cs typeface="Noto Sans"/>
              </a:defRPr>
            </a:pPr>
            <a:r>
              <a:rPr sz="3600" b="1">
                <a:solidFill>
                  <a:srgbClr val="9B651B"/>
                </a:solidFill>
                <a:latin typeface="Noto Sans"/>
                <a:ea typeface="Noto Sans"/>
                <a:cs typeface="Noto Sans"/>
              </a:rPr>
              <a:t>+</a:t>
            </a:r>
          </a:p>
        </p:txBody>
      </p:sp>
      <p:sp>
        <p:nvSpPr>
          <p:cNvPr id="23" name="">
            <a:extLst xmlns:a="http://schemas.openxmlformats.org/drawingml/2006/main">
              <a:ext uri="{FF2B5EF4-FFF2-40B4-BE49-F238E27FC236}">
                <a16:creationId xmlns:a16="http://schemas.microsoft.com/office/drawing/2014/main" id="{FEB142EF-4A1C-4326-982E-D880EE54BBB0}"/>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E4ACFC8F-C314-4643-831A-C118F7F0E9E6}"/>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Resource scope</a:t>
            </a:r>
          </a:p>
        </p:txBody>
      </p:sp>
      <p:sp>
        <p:nvSpPr>
          <p:cNvPr id="25" name="">
            <a:extLst xmlns:a="http://schemas.openxmlformats.org/drawingml/2006/main">
              <a:ext uri="{FF2B5EF4-FFF2-40B4-BE49-F238E27FC236}">
                <a16:creationId xmlns:a16="http://schemas.microsoft.com/office/drawing/2014/main" id="{00C3D3B2-846B-4713-8727-A02310D7F090}"/>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6C68E4DB-1D26-40E8-9DE3-5411AB64BF25}"/>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DA8AA6C3-8694-40D8-8FE9-EDFBFD9EA659}"/>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company</a:t>
            </a:r>
          </a:p>
        </p:txBody>
      </p:sp>
      <p:sp>
        <p:nvSpPr>
          <p:cNvPr id="28" name="">
            <a:extLst xmlns:a="http://schemas.openxmlformats.org/drawingml/2006/main">
              <a:ext uri="{FF2B5EF4-FFF2-40B4-BE49-F238E27FC236}">
                <a16:creationId xmlns:a16="http://schemas.microsoft.com/office/drawing/2014/main" id="{CD6AFEEE-022E-4948-ADE5-89BB5A1D566C}"/>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member cannot access another organization's candidates or offers</a:t>
            </a:r>
          </a:p>
        </p:txBody>
      </p:sp>
      <p:sp>
        <p:nvSpPr>
          <p:cNvPr id="29" name="">
            <a:extLst xmlns:a="http://schemas.openxmlformats.org/drawingml/2006/main">
              <a:ext uri="{FF2B5EF4-FFF2-40B4-BE49-F238E27FC236}">
                <a16:creationId xmlns:a16="http://schemas.microsoft.com/office/drawing/2014/main" id="{B426CD77-BCF2-4479-9EF4-F5E1DAEFF2E2}"/>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13B4CA86-F9F6-459A-9D0C-47994B35FAD8}"/>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3D372CD2-40DA-4EE4-88D6-C3DF45EB2E00}"/>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candidate</a:t>
            </a:r>
          </a:p>
        </p:txBody>
      </p:sp>
      <p:sp>
        <p:nvSpPr>
          <p:cNvPr id="32" name="">
            <a:extLst xmlns:a="http://schemas.openxmlformats.org/drawingml/2006/main">
              <a:ext uri="{FF2B5EF4-FFF2-40B4-BE49-F238E27FC236}">
                <a16:creationId xmlns:a16="http://schemas.microsoft.com/office/drawing/2014/main" id="{32D09296-D546-4F80-B1D7-4CFCEE0FFC4B}"/>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candidate can access only their own profile, files and applications</a:t>
            </a:r>
          </a:p>
        </p:txBody>
      </p:sp>
      <p:sp>
        <p:nvSpPr>
          <p:cNvPr id="33" name="">
            <a:extLst xmlns:a="http://schemas.openxmlformats.org/drawingml/2006/main">
              <a:ext uri="{FF2B5EF4-FFF2-40B4-BE49-F238E27FC236}">
                <a16:creationId xmlns:a16="http://schemas.microsoft.com/office/drawing/2014/main" id="{87DB4B2F-249A-450E-850A-C5C650E770E6}"/>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Foreign or missing resources return a safe response that avoids leaking private existence.</a:t>
            </a:r>
          </a:p>
        </p:txBody>
      </p:sp>
      <p:sp>
        <p:nvSpPr>
          <p:cNvPr id="34" name="">
            <a:extLst xmlns:a="http://schemas.openxmlformats.org/drawingml/2006/main">
              <a:ext uri="{FF2B5EF4-FFF2-40B4-BE49-F238E27FC236}">
                <a16:creationId xmlns:a16="http://schemas.microsoft.com/office/drawing/2014/main" id="{FD739168-7CB6-4945-BE50-1040B21B1F0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843916039"/>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9FF03D1-12BD-4E82-8E63-E280725BC02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CD61F1D9-66D8-4045-B11E-B1F1C8403CA0}"/>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Application workflow</a:t>
            </a:r>
          </a:p>
        </p:txBody>
      </p:sp>
      <p:sp>
        <p:nvSpPr>
          <p:cNvPr id="3" name="">
            <a:extLst xmlns:a="http://schemas.openxmlformats.org/drawingml/2006/main">
              <a:ext uri="{FF2B5EF4-FFF2-40B4-BE49-F238E27FC236}">
                <a16:creationId xmlns:a16="http://schemas.microsoft.com/office/drawing/2014/main" id="{447B7ED9-DE73-4D46-AECD-C3FA5A236E2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09</a:t>
            </a:r>
          </a:p>
        </p:txBody>
      </p:sp>
      <p:sp>
        <p:nvSpPr>
          <p:cNvPr id="4" name="">
            <a:extLst xmlns:a="http://schemas.openxmlformats.org/drawingml/2006/main">
              <a:ext uri="{FF2B5EF4-FFF2-40B4-BE49-F238E27FC236}">
                <a16:creationId xmlns:a16="http://schemas.microsoft.com/office/drawing/2014/main" id="{B22FA7F6-F3C0-4F3F-AC90-79CA2BB748C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726E9BB-5E2B-4747-8B3A-5B051721F0D0}"/>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9BB8A916-EE6E-45C7-9E6A-8C44383AD5C2}"/>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8567992-7B32-4576-80D0-36EA31B07FC5}"/>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73248CBC-4700-4001-A7B7-E2C94945C036}"/>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Discover</a:t>
            </a:r>
          </a:p>
        </p:txBody>
      </p:sp>
      <p:sp>
        <p:nvSpPr>
          <p:cNvPr id="9" name="">
            <a:extLst xmlns:a="http://schemas.openxmlformats.org/drawingml/2006/main">
              <a:ext uri="{FF2B5EF4-FFF2-40B4-BE49-F238E27FC236}">
                <a16:creationId xmlns:a16="http://schemas.microsoft.com/office/drawing/2014/main" id="{947F0F5D-5387-4FC6-AB22-C2D636C0E21F}"/>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 search and matching</a:t>
            </a:r>
          </a:p>
        </p:txBody>
      </p:sp>
      <p:sp>
        <p:nvSpPr>
          <p:cNvPr id="10" name="">
            <a:extLst xmlns:a="http://schemas.openxmlformats.org/drawingml/2006/main">
              <a:ext uri="{FF2B5EF4-FFF2-40B4-BE49-F238E27FC236}">
                <a16:creationId xmlns:a16="http://schemas.microsoft.com/office/drawing/2014/main" id="{5A09CB46-449D-45E3-AC1D-99BD6C23F823}"/>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B945F9C3-AC4F-4EA0-BE47-CF203AF2A031}"/>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80DA2919-782D-4135-AD54-9479E307F5F9}"/>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9A2A1849-FB16-448C-AE82-F7994AC1A484}"/>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Apply</a:t>
            </a:r>
          </a:p>
        </p:txBody>
      </p:sp>
      <p:sp>
        <p:nvSpPr>
          <p:cNvPr id="14" name="">
            <a:extLst xmlns:a="http://schemas.openxmlformats.org/drawingml/2006/main">
              <a:ext uri="{FF2B5EF4-FFF2-40B4-BE49-F238E27FC236}">
                <a16:creationId xmlns:a16="http://schemas.microsoft.com/office/drawing/2014/main" id="{93CF16C8-7704-4C4F-9224-1AEEB12D4904}"/>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Validated profile and CV snapshot</a:t>
            </a:r>
          </a:p>
        </p:txBody>
      </p:sp>
      <p:sp>
        <p:nvSpPr>
          <p:cNvPr id="15" name="">
            <a:extLst xmlns:a="http://schemas.openxmlformats.org/drawingml/2006/main">
              <a:ext uri="{FF2B5EF4-FFF2-40B4-BE49-F238E27FC236}">
                <a16:creationId xmlns:a16="http://schemas.microsoft.com/office/drawing/2014/main" id="{00012F21-DEB7-41DC-B504-69942F72769A}"/>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CCDC4860-F717-49C3-BA43-B46C026904A3}"/>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41F2F91-7B03-454B-9FB3-BFFF108F694B}"/>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3F666914-B372-4F73-A029-FBC0B9A2919D}"/>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Screen</a:t>
            </a:r>
          </a:p>
        </p:txBody>
      </p:sp>
      <p:sp>
        <p:nvSpPr>
          <p:cNvPr id="19" name="">
            <a:extLst xmlns:a="http://schemas.openxmlformats.org/drawingml/2006/main">
              <a:ext uri="{FF2B5EF4-FFF2-40B4-BE49-F238E27FC236}">
                <a16:creationId xmlns:a16="http://schemas.microsoft.com/office/drawing/2014/main" id="{1D3419A3-A475-4D28-8BD2-C16307E784BD}"/>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Durable AI job adds context</a:t>
            </a:r>
          </a:p>
        </p:txBody>
      </p:sp>
      <p:sp>
        <p:nvSpPr>
          <p:cNvPr id="20" name="">
            <a:extLst xmlns:a="http://schemas.openxmlformats.org/drawingml/2006/main">
              <a:ext uri="{FF2B5EF4-FFF2-40B4-BE49-F238E27FC236}">
                <a16:creationId xmlns:a16="http://schemas.microsoft.com/office/drawing/2014/main" id="{AE42CBD0-17A6-4846-BBA9-2B4C70C9E446}"/>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1254BEEE-797D-4731-A1B1-9FE30D44F842}"/>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31002FA8-7F54-4C87-B775-B462853BE0AC}"/>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8D5BE9C4-EE07-493E-B948-FBF5D223FE78}"/>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65D02554-CD43-46A8-8C75-0C9A0E6EF3D6}"/>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Authorized company member</a:t>
            </a:r>
          </a:p>
        </p:txBody>
      </p:sp>
      <p:sp>
        <p:nvSpPr>
          <p:cNvPr id="25" name="">
            <a:extLst xmlns:a="http://schemas.openxmlformats.org/drawingml/2006/main">
              <a:ext uri="{FF2B5EF4-FFF2-40B4-BE49-F238E27FC236}">
                <a16:creationId xmlns:a16="http://schemas.microsoft.com/office/drawing/2014/main" id="{632A810A-42D5-46D9-BC0D-5B9EDB27E949}"/>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754BE665-73C5-4796-A5E2-8C2C19D088EA}"/>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C454685F-51CA-4FF4-8B59-50F8E181FCBC}"/>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B7761E58-9B22-4563-80B9-6F28791A941C}"/>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9480CE78-63BC-47CB-BEBC-77EDE9A18577}"/>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Scheduling and feedback</a:t>
            </a:r>
          </a:p>
        </p:txBody>
      </p:sp>
      <p:sp>
        <p:nvSpPr>
          <p:cNvPr id="30" name="">
            <a:extLst xmlns:a="http://schemas.openxmlformats.org/drawingml/2006/main">
              <a:ext uri="{FF2B5EF4-FFF2-40B4-BE49-F238E27FC236}">
                <a16:creationId xmlns:a16="http://schemas.microsoft.com/office/drawing/2014/main" id="{5F58BCA7-0D92-4325-8905-761E393F331B}"/>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A3BA044E-98FB-4909-AE8B-48F562D99164}"/>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B345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9B2F95F9-FE2A-47AF-B5A3-C933CA87AD69}"/>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B34538"/>
                </a:solidFill>
                <a:latin typeface="Noto Sans"/>
                <a:ea typeface="Noto Sans"/>
                <a:cs typeface="Noto Sans"/>
              </a:defRPr>
            </a:defPPr>
            <a:lvl1pPr algn="l">
              <a:defRPr sz="1275" b="1">
                <a:solidFill>
                  <a:srgbClr val="B34538"/>
                </a:solidFill>
                <a:latin typeface="Noto Sans"/>
                <a:ea typeface="Noto Sans"/>
                <a:cs typeface="Noto Sans"/>
              </a:defRPr>
            </a:lvl1pPr>
            <a:lvl2pPr algn="l">
              <a:defRPr sz="1275" b="1">
                <a:solidFill>
                  <a:srgbClr val="B34538"/>
                </a:solidFill>
                <a:latin typeface="Noto Sans"/>
                <a:ea typeface="Noto Sans"/>
                <a:cs typeface="Noto Sans"/>
              </a:defRPr>
            </a:lvl2pPr>
            <a:lvl3pPr algn="l">
              <a:defRPr sz="1275" b="1">
                <a:solidFill>
                  <a:srgbClr val="B34538"/>
                </a:solidFill>
                <a:latin typeface="Noto Sans"/>
                <a:ea typeface="Noto Sans"/>
                <a:cs typeface="Noto Sans"/>
              </a:defRPr>
            </a:lvl3pPr>
            <a:lvl4pPr algn="l">
              <a:defRPr sz="1275" b="1">
                <a:solidFill>
                  <a:srgbClr val="B34538"/>
                </a:solidFill>
                <a:latin typeface="Noto Sans"/>
                <a:ea typeface="Noto Sans"/>
                <a:cs typeface="Noto Sans"/>
              </a:defRPr>
            </a:lvl4pPr>
            <a:lvl5pPr algn="l">
              <a:defRPr sz="1275" b="1">
                <a:solidFill>
                  <a:srgbClr val="B34538"/>
                </a:solidFill>
                <a:latin typeface="Noto Sans"/>
                <a:ea typeface="Noto Sans"/>
                <a:cs typeface="Noto Sans"/>
              </a:defRPr>
            </a:lvl5pPr>
            <a:lvl6pPr algn="l">
              <a:defRPr sz="1275" b="1">
                <a:solidFill>
                  <a:srgbClr val="B34538"/>
                </a:solidFill>
                <a:latin typeface="Noto Sans"/>
                <a:ea typeface="Noto Sans"/>
                <a:cs typeface="Noto Sans"/>
              </a:defRPr>
            </a:lvl6pPr>
            <a:lvl7pPr algn="l">
              <a:defRPr sz="1275" b="1">
                <a:solidFill>
                  <a:srgbClr val="B34538"/>
                </a:solidFill>
                <a:latin typeface="Noto Sans"/>
                <a:ea typeface="Noto Sans"/>
                <a:cs typeface="Noto Sans"/>
              </a:defRPr>
            </a:lvl7pPr>
            <a:lvl8pPr algn="l">
              <a:defRPr sz="1275" b="1">
                <a:solidFill>
                  <a:srgbClr val="B34538"/>
                </a:solidFill>
                <a:latin typeface="Noto Sans"/>
                <a:ea typeface="Noto Sans"/>
                <a:cs typeface="Noto Sans"/>
              </a:defRPr>
            </a:lvl8pPr>
            <a:lvl9pPr algn="l">
              <a:defRPr sz="1275" b="1">
                <a:solidFill>
                  <a:srgbClr val="B34538"/>
                </a:solidFill>
                <a:latin typeface="Noto Sans"/>
                <a:ea typeface="Noto Sans"/>
                <a:cs typeface="Noto Sans"/>
              </a:defRPr>
            </a:lvl9pPr>
          </a:lstStyle>
          <a:p xmlns:a="http://schemas.openxmlformats.org/drawingml/2006/main">
            <a:pPr algn="l">
              <a:defRPr sz="1275" b="1">
                <a:solidFill>
                  <a:srgbClr val="B34538"/>
                </a:solidFill>
                <a:latin typeface="Noto Sans"/>
                <a:ea typeface="Noto Sans"/>
                <a:cs typeface="Noto Sans"/>
              </a:defRPr>
            </a:pPr>
            <a:r>
              <a:rPr sz="1275" b="1">
                <a:solidFill>
                  <a:srgbClr val="B34538"/>
                </a:solidFill>
                <a:latin typeface="Noto Sans"/>
                <a:ea typeface="Noto Sans"/>
                <a:cs typeface="Noto Sans"/>
              </a:rPr>
              <a:t>06</a:t>
            </a:r>
          </a:p>
        </p:txBody>
      </p:sp>
      <p:sp>
        <p:nvSpPr>
          <p:cNvPr id="33" name="">
            <a:extLst xmlns:a="http://schemas.openxmlformats.org/drawingml/2006/main">
              <a:ext uri="{FF2B5EF4-FFF2-40B4-BE49-F238E27FC236}">
                <a16:creationId xmlns:a16="http://schemas.microsoft.com/office/drawing/2014/main" id="{1212D633-644F-4CC1-B8B2-EE088296B86D}"/>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Decision</a:t>
            </a:r>
          </a:p>
        </p:txBody>
      </p:sp>
      <p:sp>
        <p:nvSpPr>
          <p:cNvPr id="34" name="">
            <a:extLst xmlns:a="http://schemas.openxmlformats.org/drawingml/2006/main">
              <a:ext uri="{FF2B5EF4-FFF2-40B4-BE49-F238E27FC236}">
                <a16:creationId xmlns:a16="http://schemas.microsoft.com/office/drawing/2014/main" id="{FC24AD71-4CAB-4FBF-BFB6-5C9F53400DF3}"/>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Final guarded transition</a:t>
            </a:r>
          </a:p>
        </p:txBody>
      </p:sp>
      <p:sp>
        <p:nvSpPr>
          <p:cNvPr id="35" name="">
            <a:extLst xmlns:a="http://schemas.openxmlformats.org/drawingml/2006/main">
              <a:ext uri="{FF2B5EF4-FFF2-40B4-BE49-F238E27FC236}">
                <a16:creationId xmlns:a16="http://schemas.microsoft.com/office/drawing/2014/main" id="{541750C0-5B67-422F-A629-5AA05D0C2412}"/>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DD1F231F-C7B6-4375-AA34-AE1A9415B464}"/>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Guarded transitions</a:t>
            </a:r>
          </a:p>
        </p:txBody>
      </p:sp>
      <p:sp>
        <p:nvSpPr>
          <p:cNvPr id="37" name="">
            <a:extLst xmlns:a="http://schemas.openxmlformats.org/drawingml/2006/main">
              <a:ext uri="{FF2B5EF4-FFF2-40B4-BE49-F238E27FC236}">
                <a16:creationId xmlns:a16="http://schemas.microsoft.com/office/drawing/2014/main" id="{7C1A02C4-9BFF-4B82-8828-AF743A5E5DCF}"/>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E515F2AA-A9D6-4F8E-A191-D0D1C32E698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387029909"/>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FEB15BDC-B1A7-4E14-B307-E8050956A12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12AF73D6-E31C-4F40-91F9-FA5DDF455510}"/>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Durable AI processing</a:t>
            </a:r>
          </a:p>
        </p:txBody>
      </p:sp>
      <p:sp>
        <p:nvSpPr>
          <p:cNvPr id="3" name="">
            <a:extLst xmlns:a="http://schemas.openxmlformats.org/drawingml/2006/main">
              <a:ext uri="{FF2B5EF4-FFF2-40B4-BE49-F238E27FC236}">
                <a16:creationId xmlns:a16="http://schemas.microsoft.com/office/drawing/2014/main" id="{C243489C-93F4-43BC-8CAC-9F61A898FC63}"/>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10</a:t>
            </a:r>
          </a:p>
        </p:txBody>
      </p:sp>
      <p:sp>
        <p:nvSpPr>
          <p:cNvPr id="4" name="">
            <a:extLst xmlns:a="http://schemas.openxmlformats.org/drawingml/2006/main">
              <a:ext uri="{FF2B5EF4-FFF2-40B4-BE49-F238E27FC236}">
                <a16:creationId xmlns:a16="http://schemas.microsoft.com/office/drawing/2014/main" id="{EC34CED7-99DA-4EDB-AF03-11F778A72B9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17A64C8-DBA2-4E35-B8F4-4066BAC6BB42}"/>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F1ADAB92-CFEB-4D05-8090-4F5460C9E907}"/>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898D40D-882D-48FE-89A9-28093FEDAC49}"/>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C72696B5-1CBB-4ECA-8AA2-CF64823FE5D5}"/>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a:t>
            </a:r>
          </a:p>
        </p:txBody>
      </p:sp>
      <p:sp>
        <p:nvSpPr>
          <p:cNvPr id="9" name="">
            <a:extLst xmlns:a="http://schemas.openxmlformats.org/drawingml/2006/main">
              <a:ext uri="{FF2B5EF4-FFF2-40B4-BE49-F238E27FC236}">
                <a16:creationId xmlns:a16="http://schemas.microsoft.com/office/drawing/2014/main" id="{00EBADC3-0B80-4D47-9141-2A31CC978F60}"/>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0" name="">
            <a:extLst xmlns:a="http://schemas.openxmlformats.org/drawingml/2006/main">
              <a:ext uri="{FF2B5EF4-FFF2-40B4-BE49-F238E27FC236}">
                <a16:creationId xmlns:a16="http://schemas.microsoft.com/office/drawing/2014/main" id="{AACAE25E-B9A6-4783-9C2F-7125A7BFDFF9}"/>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31E28002-AE86-4838-B1CA-1719EB021020}"/>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911AE198-EE66-4E1B-AEB9-443866F4C113}"/>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AFC7E7EA-884D-4372-9CDA-1E16162D42EB}"/>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PostgreSQL</a:t>
            </a:r>
          </a:p>
        </p:txBody>
      </p:sp>
      <p:sp>
        <p:nvSpPr>
          <p:cNvPr id="14" name="">
            <a:extLst xmlns:a="http://schemas.openxmlformats.org/drawingml/2006/main">
              <a:ext uri="{FF2B5EF4-FFF2-40B4-BE49-F238E27FC236}">
                <a16:creationId xmlns:a16="http://schemas.microsoft.com/office/drawing/2014/main" id="{B876E4DA-6050-4A21-A9BB-FB46685F3D7B}"/>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5" name="">
            <a:extLst xmlns:a="http://schemas.openxmlformats.org/drawingml/2006/main">
              <a:ext uri="{FF2B5EF4-FFF2-40B4-BE49-F238E27FC236}">
                <a16:creationId xmlns:a16="http://schemas.microsoft.com/office/drawing/2014/main" id="{A7B2ADFF-459F-4BC3-8D85-C1FC63C5DC44}"/>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91B1DF74-5BB2-4021-976D-40E675774EEA}"/>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DB4CAE4-FFA9-4768-8939-E07E56B6AC43}"/>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4908F614-FD1C-475A-A609-89A45F058AD6}"/>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1946B16E-2548-4437-8506-04437A380FF6}"/>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work</a:t>
            </a:r>
          </a:p>
        </p:txBody>
      </p:sp>
      <p:sp>
        <p:nvSpPr>
          <p:cNvPr id="20" name="">
            <a:extLst xmlns:a="http://schemas.openxmlformats.org/drawingml/2006/main">
              <a:ext uri="{FF2B5EF4-FFF2-40B4-BE49-F238E27FC236}">
                <a16:creationId xmlns:a16="http://schemas.microsoft.com/office/drawing/2014/main" id="{BDB068BA-039E-4B05-B6E8-88DA2C6D2DBD}"/>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5C4FB0C2-BD35-4ABE-B5F6-B262F62FBF82}"/>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EB43AC81-B646-44D6-A46F-EBA76E6B7E89}"/>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5E908E60-91FA-485C-947C-E8DAF6A69A0E}"/>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1F2EB0DC-64AD-4A33-B789-5B39D106031D}"/>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5" name="">
            <a:extLst xmlns:a="http://schemas.openxmlformats.org/drawingml/2006/main">
              <a:ext uri="{FF2B5EF4-FFF2-40B4-BE49-F238E27FC236}">
                <a16:creationId xmlns:a16="http://schemas.microsoft.com/office/drawing/2014/main" id="{E0DF1F02-AB9B-442E-BB6C-9BED5A6508CB}"/>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BB70C662-23A5-40AD-80E2-B5E2F4225A85}"/>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871BDC9F-6173-4689-88A0-13DAAE8400F7}"/>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F7213DD3-C0CF-40FC-935D-260EE54B4403}"/>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Celery</a:t>
            </a:r>
          </a:p>
        </p:txBody>
      </p:sp>
      <p:sp>
        <p:nvSpPr>
          <p:cNvPr id="29" name="">
            <a:extLst xmlns:a="http://schemas.openxmlformats.org/drawingml/2006/main">
              <a:ext uri="{FF2B5EF4-FFF2-40B4-BE49-F238E27FC236}">
                <a16:creationId xmlns:a16="http://schemas.microsoft.com/office/drawing/2014/main" id="{ED83438F-CE41-493D-91B3-665BAAE3334C}"/>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30" name="">
            <a:extLst xmlns:a="http://schemas.openxmlformats.org/drawingml/2006/main">
              <a:ext uri="{FF2B5EF4-FFF2-40B4-BE49-F238E27FC236}">
                <a16:creationId xmlns:a16="http://schemas.microsoft.com/office/drawing/2014/main" id="{46519D26-D5E2-495D-9ABC-E0F951A18D8A}"/>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9C21A8A4-4567-40B6-ADBF-3950FBE73775}"/>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1F91FA61-FABA-4713-A8B7-7193E6F90328}"/>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6</a:t>
            </a:r>
          </a:p>
        </p:txBody>
      </p:sp>
      <p:sp>
        <p:nvSpPr>
          <p:cNvPr id="33" name="">
            <a:extLst xmlns:a="http://schemas.openxmlformats.org/drawingml/2006/main">
              <a:ext uri="{FF2B5EF4-FFF2-40B4-BE49-F238E27FC236}">
                <a16:creationId xmlns:a16="http://schemas.microsoft.com/office/drawing/2014/main" id="{B6501A39-B2E6-4D6F-BCA5-082BD1331653}"/>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a:t>
            </a:r>
          </a:p>
        </p:txBody>
      </p:sp>
      <p:sp>
        <p:nvSpPr>
          <p:cNvPr id="34" name="">
            <a:extLst xmlns:a="http://schemas.openxmlformats.org/drawingml/2006/main">
              <a:ext uri="{FF2B5EF4-FFF2-40B4-BE49-F238E27FC236}">
                <a16:creationId xmlns:a16="http://schemas.microsoft.com/office/drawing/2014/main" id="{7D871103-A671-44F2-8092-E0C9C7DE6398}"/>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5" name="">
            <a:extLst xmlns:a="http://schemas.openxmlformats.org/drawingml/2006/main">
              <a:ext uri="{FF2B5EF4-FFF2-40B4-BE49-F238E27FC236}">
                <a16:creationId xmlns:a16="http://schemas.microsoft.com/office/drawing/2014/main" id="{03024714-DA30-4153-9F9B-3D714D803891}"/>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Why the outbox matters</a:t>
            </a:r>
          </a:p>
        </p:txBody>
      </p:sp>
      <p:sp>
        <p:nvSpPr>
          <p:cNvPr id="36" name="">
            <a:extLst xmlns:a="http://schemas.openxmlformats.org/drawingml/2006/main">
              <a:ext uri="{FF2B5EF4-FFF2-40B4-BE49-F238E27FC236}">
                <a16:creationId xmlns:a16="http://schemas.microsoft.com/office/drawing/2014/main" id="{ABDB7688-B55B-479E-BFC0-463C25C772B3}"/>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0C50E4B0-CCBA-4DF9-88B8-048957592B14}"/>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8" name="">
            <a:extLst xmlns:a="http://schemas.openxmlformats.org/drawingml/2006/main">
              <a:ext uri="{FF2B5EF4-FFF2-40B4-BE49-F238E27FC236}">
                <a16:creationId xmlns:a16="http://schemas.microsoft.com/office/drawing/2014/main" id="{3B96EF9B-FB52-4D10-A169-0949FA519FC3}"/>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Survives restarts</a:t>
            </a:r>
          </a:p>
        </p:txBody>
      </p:sp>
      <p:sp>
        <p:nvSpPr>
          <p:cNvPr id="39" name="">
            <a:extLst xmlns:a="http://schemas.openxmlformats.org/drawingml/2006/main">
              <a:ext uri="{FF2B5EF4-FFF2-40B4-BE49-F238E27FC236}">
                <a16:creationId xmlns:a16="http://schemas.microsoft.com/office/drawing/2014/main" id="{4DC765A9-8EBF-4AAA-89E6-6C5D849BD380}"/>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database retains pending work</a:t>
            </a:r>
          </a:p>
        </p:txBody>
      </p:sp>
      <p:sp>
        <p:nvSpPr>
          <p:cNvPr id="40" name="">
            <a:extLst xmlns:a="http://schemas.openxmlformats.org/drawingml/2006/main">
              <a:ext uri="{FF2B5EF4-FFF2-40B4-BE49-F238E27FC236}">
                <a16:creationId xmlns:a16="http://schemas.microsoft.com/office/drawing/2014/main" id="{3A847B8A-3F77-4321-9030-29B8712F3688}"/>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99CD8DF9-14C4-405A-98D9-C27036A0427F}"/>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42" name="">
            <a:extLst xmlns:a="http://schemas.openxmlformats.org/drawingml/2006/main">
              <a:ext uri="{FF2B5EF4-FFF2-40B4-BE49-F238E27FC236}">
                <a16:creationId xmlns:a16="http://schemas.microsoft.com/office/drawing/2014/main" id="{BC323D0B-EDB8-439C-8CD9-4F48F6662F84}"/>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Supports retries</a:t>
            </a:r>
          </a:p>
        </p:txBody>
      </p:sp>
      <p:sp>
        <p:nvSpPr>
          <p:cNvPr id="43" name="">
            <a:extLst xmlns:a="http://schemas.openxmlformats.org/drawingml/2006/main">
              <a:ext uri="{FF2B5EF4-FFF2-40B4-BE49-F238E27FC236}">
                <a16:creationId xmlns:a16="http://schemas.microsoft.com/office/drawing/2014/main" id="{0DDD4385-39A7-4481-8864-FC534C8E4B0E}"/>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ED851F27-491D-448C-96F2-80DCE625FCF0}"/>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5" name="">
            <a:extLst xmlns:a="http://schemas.openxmlformats.org/drawingml/2006/main">
              <a:ext uri="{FF2B5EF4-FFF2-40B4-BE49-F238E27FC236}">
                <a16:creationId xmlns:a16="http://schemas.microsoft.com/office/drawing/2014/main" id="{593E19D2-D6EE-41A2-8537-DDED7E37A30F}"/>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6" name="">
            <a:extLst xmlns:a="http://schemas.openxmlformats.org/drawingml/2006/main">
              <a:ext uri="{FF2B5EF4-FFF2-40B4-BE49-F238E27FC236}">
                <a16:creationId xmlns:a16="http://schemas.microsoft.com/office/drawing/2014/main" id="{BD47C497-7EEB-4589-9B50-E4F8AEEB6BC6}"/>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Prevents duplicates</a:t>
            </a:r>
          </a:p>
        </p:txBody>
      </p:sp>
      <p:sp>
        <p:nvSpPr>
          <p:cNvPr id="47" name="">
            <a:extLst xmlns:a="http://schemas.openxmlformats.org/drawingml/2006/main">
              <a:ext uri="{FF2B5EF4-FFF2-40B4-BE49-F238E27FC236}">
                <a16:creationId xmlns:a16="http://schemas.microsoft.com/office/drawing/2014/main" id="{3599BABF-4FAC-4BDB-B224-9654BA5BD691}"/>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Claiming and idempotency protect processing</a:t>
            </a:r>
          </a:p>
        </p:txBody>
      </p:sp>
      <p:sp>
        <p:nvSpPr>
          <p:cNvPr id="48" name="">
            <a:extLst xmlns:a="http://schemas.openxmlformats.org/drawingml/2006/main">
              <a:ext uri="{FF2B5EF4-FFF2-40B4-BE49-F238E27FC236}">
                <a16:creationId xmlns:a16="http://schemas.microsoft.com/office/drawing/2014/main" id="{65EA58C7-EE81-4829-9D27-BD756FA0ECF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555012279"/>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28F8C39-AC1A-40AE-87C4-18D08C4B2D1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46307F36-688E-415D-A666-87F8FF3A5753}"/>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Real-time chat and notifications</a:t>
            </a:r>
          </a:p>
        </p:txBody>
      </p:sp>
      <p:sp>
        <p:nvSpPr>
          <p:cNvPr id="3" name="">
            <a:extLst xmlns:a="http://schemas.openxmlformats.org/drawingml/2006/main">
              <a:ext uri="{FF2B5EF4-FFF2-40B4-BE49-F238E27FC236}">
                <a16:creationId xmlns:a16="http://schemas.microsoft.com/office/drawing/2014/main" id="{073636A1-1944-4562-959C-ED11331DF38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11</a:t>
            </a:r>
          </a:p>
        </p:txBody>
      </p:sp>
      <p:sp>
        <p:nvSpPr>
          <p:cNvPr id="4" name="">
            <a:extLst xmlns:a="http://schemas.openxmlformats.org/drawingml/2006/main">
              <a:ext uri="{FF2B5EF4-FFF2-40B4-BE49-F238E27FC236}">
                <a16:creationId xmlns:a16="http://schemas.microsoft.com/office/drawing/2014/main" id="{3593D0C7-83A6-4809-B131-44B364D5F15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CB97310-8AD0-45DF-9A1A-052868B4CAD0}"/>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Real-time delivery stays connected to durable history and recruitment permissions.</a:t>
            </a:r>
          </a:p>
        </p:txBody>
      </p:sp>
      <p:sp>
        <p:nvSpPr>
          <p:cNvPr id="6" name="">
            <a:extLst xmlns:a="http://schemas.openxmlformats.org/drawingml/2006/main">
              <a:ext uri="{FF2B5EF4-FFF2-40B4-BE49-F238E27FC236}">
                <a16:creationId xmlns:a16="http://schemas.microsoft.com/office/drawing/2014/main" id="{B39762D8-E13A-4D39-9836-B72F0757BAEE}"/>
              </a:ext>
            </a:extLst>
          </p:cNvPr>
          <p:cNvSpPr>
            <a:spLocks xmlns:a="http://schemas.openxmlformats.org/drawingml/2006/main" noGrp="1"/>
          </p:cNvSpPr>
          <p:nvPr/>
        </p:nvSpPr>
        <p:spPr>
          <a:xfrm xmlns:a="http://schemas.openxmlformats.org/drawingml/2006/main">
            <a:off x="60960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E39C679-8AF1-4ECA-8FF4-204B9A5EC611}"/>
              </a:ext>
            </a:extLst>
          </p:cNvPr>
          <p:cNvSpPr>
            <a:spLocks xmlns:a="http://schemas.openxmlformats.org/drawingml/2006/main" noGrp="1"/>
          </p:cNvSpPr>
          <p:nvPr/>
        </p:nvSpPr>
        <p:spPr>
          <a:xfrm xmlns:a="http://schemas.openxmlformats.org/drawingml/2006/main">
            <a:off x="609600" y="24955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37E717CB-7905-410C-B997-685EB48E74A9}"/>
              </a:ext>
            </a:extLst>
          </p:cNvPr>
          <p:cNvSpPr>
            <a:spLocks xmlns:a="http://schemas.openxmlformats.org/drawingml/2006/main" noGrp="1"/>
          </p:cNvSpPr>
          <p:nvPr/>
        </p:nvSpPr>
        <p:spPr>
          <a:xfrm xmlns:a="http://schemas.openxmlformats.org/drawingml/2006/main">
            <a:off x="81915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a:t>
            </a:r>
          </a:p>
        </p:txBody>
      </p:sp>
      <p:sp>
        <p:nvSpPr>
          <p:cNvPr id="9" name="">
            <a:extLst xmlns:a="http://schemas.openxmlformats.org/drawingml/2006/main">
              <a:ext uri="{FF2B5EF4-FFF2-40B4-BE49-F238E27FC236}">
                <a16:creationId xmlns:a16="http://schemas.microsoft.com/office/drawing/2014/main" id="{9A83F1AF-1BC0-4EE3-B3A3-93EB132DEF27}"/>
              </a:ext>
            </a:extLst>
          </p:cNvPr>
          <p:cNvSpPr>
            <a:spLocks xmlns:a="http://schemas.openxmlformats.org/drawingml/2006/main" noGrp="1"/>
          </p:cNvSpPr>
          <p:nvPr/>
        </p:nvSpPr>
        <p:spPr>
          <a:xfrm xmlns:a="http://schemas.openxmlformats.org/drawingml/2006/main">
            <a:off x="81915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Opens a protected conversation</a:t>
            </a:r>
          </a:p>
        </p:txBody>
      </p:sp>
      <p:sp>
        <p:nvSpPr>
          <p:cNvPr id="10" name="">
            <a:extLst xmlns:a="http://schemas.openxmlformats.org/drawingml/2006/main">
              <a:ext uri="{FF2B5EF4-FFF2-40B4-BE49-F238E27FC236}">
                <a16:creationId xmlns:a16="http://schemas.microsoft.com/office/drawing/2014/main" id="{7B674AE3-C084-4C8A-9813-F5CE63F2C3D1}"/>
              </a:ext>
            </a:extLst>
          </p:cNvPr>
          <p:cNvSpPr>
            <a:spLocks xmlns:a="http://schemas.openxmlformats.org/drawingml/2006/main" noGrp="1"/>
          </p:cNvSpPr>
          <p:nvPr/>
        </p:nvSpPr>
        <p:spPr>
          <a:xfrm xmlns:a="http://schemas.openxmlformats.org/drawingml/2006/main">
            <a:off x="2705100" y="3095625"/>
            <a:ext cx="666750" cy="0"/>
          </a:xfrm>
          <a:prstGeom xmlns:a="http://schemas.openxmlformats.org/drawingml/2006/main" prst="line">
            <a:avLst/>
          </a:prstGeom>
          <a:noFill xmlns:a="http://schemas.openxmlformats.org/drawingml/2006/main"/>
          <a:ln xmlns:a="http://schemas.openxmlformats.org/drawingml/2006/main" w="28575">
            <a:solidFill>
              <a:srgbClr val="194D38"/>
            </a:solidFill>
            <a:prstDash val="solid"/>
          </a:ln>
        </p:spPr>
      </p:sp>
      <p:sp>
        <p:nvSpPr>
          <p:cNvPr id="11" name="">
            <a:extLst xmlns:a="http://schemas.openxmlformats.org/drawingml/2006/main">
              <a:ext uri="{FF2B5EF4-FFF2-40B4-BE49-F238E27FC236}">
                <a16:creationId xmlns:a16="http://schemas.microsoft.com/office/drawing/2014/main" id="{3346CD7D-2A91-4D05-8478-DDD1556F4791}"/>
              </a:ext>
            </a:extLst>
          </p:cNvPr>
          <p:cNvSpPr>
            <a:spLocks xmlns:a="http://schemas.openxmlformats.org/drawingml/2006/main" noGrp="1"/>
          </p:cNvSpPr>
          <p:nvPr/>
        </p:nvSpPr>
        <p:spPr>
          <a:xfrm xmlns:a="http://schemas.openxmlformats.org/drawingml/2006/main">
            <a:off x="337185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07FB72FE-580C-4AF2-BA3A-247A88F1EE3E}"/>
              </a:ext>
            </a:extLst>
          </p:cNvPr>
          <p:cNvSpPr>
            <a:spLocks xmlns:a="http://schemas.openxmlformats.org/drawingml/2006/main" noGrp="1"/>
          </p:cNvSpPr>
          <p:nvPr/>
        </p:nvSpPr>
        <p:spPr>
          <a:xfrm xmlns:a="http://schemas.openxmlformats.org/drawingml/2006/main">
            <a:off x="3371850" y="2495550"/>
            <a:ext cx="66675" cy="12001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23366D08-631C-4D78-814D-AB2AA15882E3}"/>
              </a:ext>
            </a:extLst>
          </p:cNvPr>
          <p:cNvSpPr>
            <a:spLocks xmlns:a="http://schemas.openxmlformats.org/drawingml/2006/main" noGrp="1"/>
          </p:cNvSpPr>
          <p:nvPr/>
        </p:nvSpPr>
        <p:spPr>
          <a:xfrm xmlns:a="http://schemas.openxmlformats.org/drawingml/2006/main">
            <a:off x="358140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14" name="">
            <a:extLst xmlns:a="http://schemas.openxmlformats.org/drawingml/2006/main">
              <a:ext uri="{FF2B5EF4-FFF2-40B4-BE49-F238E27FC236}">
                <a16:creationId xmlns:a16="http://schemas.microsoft.com/office/drawing/2014/main" id="{91D874BC-D825-4F06-8656-5C7E44472052}"/>
              </a:ext>
            </a:extLst>
          </p:cNvPr>
          <p:cNvSpPr>
            <a:spLocks xmlns:a="http://schemas.openxmlformats.org/drawingml/2006/main" noGrp="1"/>
          </p:cNvSpPr>
          <p:nvPr/>
        </p:nvSpPr>
        <p:spPr>
          <a:xfrm xmlns:a="http://schemas.openxmlformats.org/drawingml/2006/main">
            <a:off x="358140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WebSocket credential</a:t>
            </a:r>
          </a:p>
        </p:txBody>
      </p:sp>
      <p:sp>
        <p:nvSpPr>
          <p:cNvPr id="15" name="">
            <a:extLst xmlns:a="http://schemas.openxmlformats.org/drawingml/2006/main">
              <a:ext uri="{FF2B5EF4-FFF2-40B4-BE49-F238E27FC236}">
                <a16:creationId xmlns:a16="http://schemas.microsoft.com/office/drawing/2014/main" id="{094BED2D-A3CE-4275-ABD3-34757F28E3C7}"/>
              </a:ext>
            </a:extLst>
          </p:cNvPr>
          <p:cNvSpPr>
            <a:spLocks xmlns:a="http://schemas.openxmlformats.org/drawingml/2006/main" noGrp="1"/>
          </p:cNvSpPr>
          <p:nvPr/>
        </p:nvSpPr>
        <p:spPr>
          <a:xfrm xmlns:a="http://schemas.openxmlformats.org/drawingml/2006/main">
            <a:off x="5467350" y="3095625"/>
            <a:ext cx="666750" cy="0"/>
          </a:xfrm>
          <a:prstGeom xmlns:a="http://schemas.openxmlformats.org/drawingml/2006/main" prst="line">
            <a:avLst/>
          </a:prstGeom>
          <a:noFill xmlns:a="http://schemas.openxmlformats.org/drawingml/2006/main"/>
          <a:ln xmlns:a="http://schemas.openxmlformats.org/drawingml/2006/main" w="28575">
            <a:solidFill>
              <a:srgbClr val="356456"/>
            </a:solidFill>
            <a:prstDash val="solid"/>
          </a:ln>
        </p:spPr>
      </p:sp>
      <p:sp>
        <p:nvSpPr>
          <p:cNvPr id="16" name="">
            <a:extLst xmlns:a="http://schemas.openxmlformats.org/drawingml/2006/main">
              <a:ext uri="{FF2B5EF4-FFF2-40B4-BE49-F238E27FC236}">
                <a16:creationId xmlns:a16="http://schemas.microsoft.com/office/drawing/2014/main" id="{5E6EACB2-C396-41DA-8284-4E827BCF3AEB}"/>
              </a:ext>
            </a:extLst>
          </p:cNvPr>
          <p:cNvSpPr>
            <a:spLocks xmlns:a="http://schemas.openxmlformats.org/drawingml/2006/main" noGrp="1"/>
          </p:cNvSpPr>
          <p:nvPr/>
        </p:nvSpPr>
        <p:spPr>
          <a:xfrm xmlns:a="http://schemas.openxmlformats.org/drawingml/2006/main">
            <a:off x="6134100" y="2266950"/>
            <a:ext cx="2476500" cy="1657350"/>
          </a:xfrm>
          <a:prstGeom xmlns:a="http://schemas.openxmlformats.org/drawingml/2006/main" prst="roundRect">
            <a:avLst>
              <a:gd name="adj" fmla="val 6897"/>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4ECCC7C5-5A34-48A4-A11C-55F1F15FBCA7}"/>
              </a:ext>
            </a:extLst>
          </p:cNvPr>
          <p:cNvSpPr>
            <a:spLocks xmlns:a="http://schemas.openxmlformats.org/drawingml/2006/main" noGrp="1"/>
          </p:cNvSpPr>
          <p:nvPr/>
        </p:nvSpPr>
        <p:spPr>
          <a:xfrm xmlns:a="http://schemas.openxmlformats.org/drawingml/2006/main">
            <a:off x="6134100" y="2266950"/>
            <a:ext cx="66675" cy="1657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8" name="">
            <a:extLst xmlns:a="http://schemas.openxmlformats.org/drawingml/2006/main">
              <a:ext uri="{FF2B5EF4-FFF2-40B4-BE49-F238E27FC236}">
                <a16:creationId xmlns:a16="http://schemas.microsoft.com/office/drawing/2014/main" id="{16703B10-9AD3-4364-93E4-6B9BE44ACEB0}"/>
              </a:ext>
            </a:extLst>
          </p:cNvPr>
          <p:cNvSpPr>
            <a:spLocks xmlns:a="http://schemas.openxmlformats.org/drawingml/2006/main" noGrp="1"/>
          </p:cNvSpPr>
          <p:nvPr/>
        </p:nvSpPr>
        <p:spPr>
          <a:xfrm xmlns:a="http://schemas.openxmlformats.org/drawingml/2006/main">
            <a:off x="6343650" y="2381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19" name="">
            <a:extLst xmlns:a="http://schemas.openxmlformats.org/drawingml/2006/main">
              <a:ext uri="{FF2B5EF4-FFF2-40B4-BE49-F238E27FC236}">
                <a16:creationId xmlns:a16="http://schemas.microsoft.com/office/drawing/2014/main" id="{0AB47E81-3B15-4217-ADDD-B3D83A431279}"/>
              </a:ext>
            </a:extLst>
          </p:cNvPr>
          <p:cNvSpPr>
            <a:spLocks xmlns:a="http://schemas.openxmlformats.org/drawingml/2006/main" noGrp="1"/>
          </p:cNvSpPr>
          <p:nvPr/>
        </p:nvSpPr>
        <p:spPr>
          <a:xfrm xmlns:a="http://schemas.openxmlformats.org/drawingml/2006/main">
            <a:off x="6343650" y="2676525"/>
            <a:ext cx="2152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Checks application access and stage</a:t>
            </a:r>
          </a:p>
        </p:txBody>
      </p:sp>
      <p:sp>
        <p:nvSpPr>
          <p:cNvPr id="20" name="">
            <a:extLst xmlns:a="http://schemas.openxmlformats.org/drawingml/2006/main">
              <a:ext uri="{FF2B5EF4-FFF2-40B4-BE49-F238E27FC236}">
                <a16:creationId xmlns:a16="http://schemas.microsoft.com/office/drawing/2014/main" id="{10E3AD7B-6D85-4D49-83FC-78C7C8F3C0CA}"/>
              </a:ext>
            </a:extLst>
          </p:cNvPr>
          <p:cNvSpPr>
            <a:spLocks xmlns:a="http://schemas.openxmlformats.org/drawingml/2006/main" noGrp="1"/>
          </p:cNvSpPr>
          <p:nvPr/>
        </p:nvSpPr>
        <p:spPr>
          <a:xfrm xmlns:a="http://schemas.openxmlformats.org/drawingml/2006/main">
            <a:off x="8610600" y="27051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1" name="">
            <a:extLst xmlns:a="http://schemas.openxmlformats.org/drawingml/2006/main">
              <a:ext uri="{FF2B5EF4-FFF2-40B4-BE49-F238E27FC236}">
                <a16:creationId xmlns:a16="http://schemas.microsoft.com/office/drawing/2014/main" id="{4F47395A-C79E-4756-A405-B92FF267B841}"/>
              </a:ext>
            </a:extLst>
          </p:cNvPr>
          <p:cNvSpPr>
            <a:spLocks xmlns:a="http://schemas.openxmlformats.org/drawingml/2006/main" noGrp="1"/>
          </p:cNvSpPr>
          <p:nvPr/>
        </p:nvSpPr>
        <p:spPr>
          <a:xfrm xmlns:a="http://schemas.openxmlformats.org/drawingml/2006/main">
            <a:off x="8610600" y="35052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2" name="">
            <a:extLst xmlns:a="http://schemas.openxmlformats.org/drawingml/2006/main">
              <a:ext uri="{FF2B5EF4-FFF2-40B4-BE49-F238E27FC236}">
                <a16:creationId xmlns:a16="http://schemas.microsoft.com/office/drawing/2014/main" id="{14A24287-CC25-4F47-8397-868FDFE95A97}"/>
              </a:ext>
            </a:extLst>
          </p:cNvPr>
          <p:cNvSpPr>
            <a:spLocks xmlns:a="http://schemas.openxmlformats.org/drawingml/2006/main" noGrp="1"/>
          </p:cNvSpPr>
          <p:nvPr/>
        </p:nvSpPr>
        <p:spPr>
          <a:xfrm xmlns:a="http://schemas.openxmlformats.org/drawingml/2006/main">
            <a:off x="9277350" y="207645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F7506AFB-CA1F-40D1-B8BF-A1EB8C1FB110}"/>
              </a:ext>
            </a:extLst>
          </p:cNvPr>
          <p:cNvSpPr>
            <a:spLocks xmlns:a="http://schemas.openxmlformats.org/drawingml/2006/main" noGrp="1"/>
          </p:cNvSpPr>
          <p:nvPr/>
        </p:nvSpPr>
        <p:spPr>
          <a:xfrm xmlns:a="http://schemas.openxmlformats.org/drawingml/2006/main">
            <a:off x="9277350" y="20764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E76BD8B1-40E0-4BA6-8E7B-37124C1F76DF}"/>
              </a:ext>
            </a:extLst>
          </p:cNvPr>
          <p:cNvSpPr>
            <a:spLocks xmlns:a="http://schemas.openxmlformats.org/drawingml/2006/main" noGrp="1"/>
          </p:cNvSpPr>
          <p:nvPr/>
        </p:nvSpPr>
        <p:spPr>
          <a:xfrm xmlns:a="http://schemas.openxmlformats.org/drawingml/2006/main">
            <a:off x="9486900" y="21907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B04BF6C9-3CFC-4D55-B78E-7023234DFC4C}"/>
              </a:ext>
            </a:extLst>
          </p:cNvPr>
          <p:cNvSpPr>
            <a:spLocks xmlns:a="http://schemas.openxmlformats.org/drawingml/2006/main" noGrp="1"/>
          </p:cNvSpPr>
          <p:nvPr/>
        </p:nvSpPr>
        <p:spPr>
          <a:xfrm xmlns:a="http://schemas.openxmlformats.org/drawingml/2006/main">
            <a:off x="9486900" y="248602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26" name="">
            <a:extLst xmlns:a="http://schemas.openxmlformats.org/drawingml/2006/main">
              <a:ext uri="{FF2B5EF4-FFF2-40B4-BE49-F238E27FC236}">
                <a16:creationId xmlns:a16="http://schemas.microsoft.com/office/drawing/2014/main" id="{8DA6D875-1132-46CD-A5A8-EB7912E17ABC}"/>
              </a:ext>
            </a:extLst>
          </p:cNvPr>
          <p:cNvSpPr>
            <a:spLocks xmlns:a="http://schemas.openxmlformats.org/drawingml/2006/main" noGrp="1"/>
          </p:cNvSpPr>
          <p:nvPr/>
        </p:nvSpPr>
        <p:spPr>
          <a:xfrm xmlns:a="http://schemas.openxmlformats.org/drawingml/2006/main">
            <a:off x="9277350" y="350520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83647A6D-FCD6-40A0-8B7F-87BDD91E465B}"/>
              </a:ext>
            </a:extLst>
          </p:cNvPr>
          <p:cNvSpPr>
            <a:spLocks xmlns:a="http://schemas.openxmlformats.org/drawingml/2006/main" noGrp="1"/>
          </p:cNvSpPr>
          <p:nvPr/>
        </p:nvSpPr>
        <p:spPr>
          <a:xfrm xmlns:a="http://schemas.openxmlformats.org/drawingml/2006/main">
            <a:off x="9277350" y="3505200"/>
            <a:ext cx="66675" cy="12001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8" name="">
            <a:extLst xmlns:a="http://schemas.openxmlformats.org/drawingml/2006/main">
              <a:ext uri="{FF2B5EF4-FFF2-40B4-BE49-F238E27FC236}">
                <a16:creationId xmlns:a16="http://schemas.microsoft.com/office/drawing/2014/main" id="{FA5307FB-8B27-4F5C-B4CC-FEA78075E3CF}"/>
              </a:ext>
            </a:extLst>
          </p:cNvPr>
          <p:cNvSpPr>
            <a:spLocks xmlns:a="http://schemas.openxmlformats.org/drawingml/2006/main" noGrp="1"/>
          </p:cNvSpPr>
          <p:nvPr/>
        </p:nvSpPr>
        <p:spPr>
          <a:xfrm xmlns:a="http://schemas.openxmlformats.org/drawingml/2006/main">
            <a:off x="9486900" y="36195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29" name="">
            <a:extLst xmlns:a="http://schemas.openxmlformats.org/drawingml/2006/main">
              <a:ext uri="{FF2B5EF4-FFF2-40B4-BE49-F238E27FC236}">
                <a16:creationId xmlns:a16="http://schemas.microsoft.com/office/drawing/2014/main" id="{82B9EFA3-FFE6-4E4A-841F-A748C4A6DB59}"/>
              </a:ext>
            </a:extLst>
          </p:cNvPr>
          <p:cNvSpPr>
            <a:spLocks xmlns:a="http://schemas.openxmlformats.org/drawingml/2006/main" noGrp="1"/>
          </p:cNvSpPr>
          <p:nvPr/>
        </p:nvSpPr>
        <p:spPr>
          <a:xfrm xmlns:a="http://schemas.openxmlformats.org/drawingml/2006/main">
            <a:off x="9486900" y="391477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fan-out</a:t>
            </a:r>
          </a:p>
        </p:txBody>
      </p:sp>
      <p:sp>
        <p:nvSpPr>
          <p:cNvPr id="30" name="">
            <a:extLst xmlns:a="http://schemas.openxmlformats.org/drawingml/2006/main">
              <a:ext uri="{FF2B5EF4-FFF2-40B4-BE49-F238E27FC236}">
                <a16:creationId xmlns:a16="http://schemas.microsoft.com/office/drawing/2014/main" id="{1E71A604-4CDD-4F35-A51C-06956EAAA2AD}"/>
              </a:ext>
            </a:extLst>
          </p:cNvPr>
          <p:cNvSpPr>
            <a:spLocks xmlns:a="http://schemas.openxmlformats.org/drawingml/2006/main" noGrp="1"/>
          </p:cNvSpPr>
          <p:nvPr/>
        </p:nvSpPr>
        <p:spPr>
          <a:xfrm xmlns:a="http://schemas.openxmlformats.org/drawingml/2006/main">
            <a:off x="609600" y="4895850"/>
            <a:ext cx="8001000" cy="895350"/>
          </a:xfrm>
          <a:prstGeom xmlns:a="http://schemas.openxmlformats.org/drawingml/2006/main" prst="roundRect">
            <a:avLst>
              <a:gd name="adj" fmla="val 12766"/>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A28A241C-D758-46BB-9E18-17F1FEAE6240}"/>
              </a:ext>
            </a:extLst>
          </p:cNvPr>
          <p:cNvSpPr>
            <a:spLocks xmlns:a="http://schemas.openxmlformats.org/drawingml/2006/main" noGrp="1"/>
          </p:cNvSpPr>
          <p:nvPr/>
        </p:nvSpPr>
        <p:spPr>
          <a:xfrm xmlns:a="http://schemas.openxmlformats.org/drawingml/2006/main">
            <a:off x="819150" y="5105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Access rule</a:t>
            </a:r>
          </a:p>
        </p:txBody>
      </p:sp>
      <p:sp>
        <p:nvSpPr>
          <p:cNvPr id="32" name="">
            <a:extLst xmlns:a="http://schemas.openxmlformats.org/drawingml/2006/main">
              <a:ext uri="{FF2B5EF4-FFF2-40B4-BE49-F238E27FC236}">
                <a16:creationId xmlns:a16="http://schemas.microsoft.com/office/drawing/2014/main" id="{4E5F8C6B-E87C-44DA-A796-4B08EE2419BA}"/>
              </a:ext>
            </a:extLst>
          </p:cNvPr>
          <p:cNvSpPr>
            <a:spLocks xmlns:a="http://schemas.openxmlformats.org/drawingml/2006/main" noGrp="1"/>
          </p:cNvSpPr>
          <p:nvPr/>
        </p:nvSpPr>
        <p:spPr>
          <a:xfrm xmlns:a="http://schemas.openxmlformats.org/drawingml/2006/main">
            <a:off x="2247900" y="5010150"/>
            <a:ext cx="613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 valid login alone is insufficient. The user must belong to the application conversation and the current stage must allow chat.</a:t>
            </a:r>
          </a:p>
        </p:txBody>
      </p:sp>
      <p:sp>
        <p:nvSpPr>
          <p:cNvPr id="33" name="">
            <a:extLst xmlns:a="http://schemas.openxmlformats.org/drawingml/2006/main">
              <a:ext uri="{FF2B5EF4-FFF2-40B4-BE49-F238E27FC236}">
                <a16:creationId xmlns:a16="http://schemas.microsoft.com/office/drawing/2014/main" id="{0727BFAF-7255-4EC6-A07C-7F8AFF646C11}"/>
              </a:ext>
            </a:extLst>
          </p:cNvPr>
          <p:cNvSpPr>
            <a:spLocks xmlns:a="http://schemas.openxmlformats.org/drawingml/2006/main" noGrp="1"/>
          </p:cNvSpPr>
          <p:nvPr/>
        </p:nvSpPr>
        <p:spPr>
          <a:xfrm xmlns:a="http://schemas.openxmlformats.org/drawingml/2006/main">
            <a:off x="9277350" y="5105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a:solidFill>
                  <a:srgbClr val="194D38"/>
                </a:solidFill>
                <a:latin typeface="Noto Sans"/>
                <a:ea typeface="Noto Sans"/>
                <a:cs typeface="Noto Sans"/>
              </a:defRPr>
            </a:defPPr>
            <a:lvl1pPr algn="ctr">
              <a:defRPr sz="1500" b="1">
                <a:solidFill>
                  <a:srgbClr val="194D38"/>
                </a:solidFill>
                <a:latin typeface="Noto Sans"/>
                <a:ea typeface="Noto Sans"/>
                <a:cs typeface="Noto Sans"/>
              </a:defRPr>
            </a:lvl1pPr>
            <a:lvl2pPr algn="ctr">
              <a:defRPr sz="1500" b="1">
                <a:solidFill>
                  <a:srgbClr val="194D38"/>
                </a:solidFill>
                <a:latin typeface="Noto Sans"/>
                <a:ea typeface="Noto Sans"/>
                <a:cs typeface="Noto Sans"/>
              </a:defRPr>
            </a:lvl2pPr>
            <a:lvl3pPr algn="ctr">
              <a:defRPr sz="1500" b="1">
                <a:solidFill>
                  <a:srgbClr val="194D38"/>
                </a:solidFill>
                <a:latin typeface="Noto Sans"/>
                <a:ea typeface="Noto Sans"/>
                <a:cs typeface="Noto Sans"/>
              </a:defRPr>
            </a:lvl3pPr>
            <a:lvl4pPr algn="ctr">
              <a:defRPr sz="1500" b="1">
                <a:solidFill>
                  <a:srgbClr val="194D38"/>
                </a:solidFill>
                <a:latin typeface="Noto Sans"/>
                <a:ea typeface="Noto Sans"/>
                <a:cs typeface="Noto Sans"/>
              </a:defRPr>
            </a:lvl4pPr>
            <a:lvl5pPr algn="ctr">
              <a:defRPr sz="1500" b="1">
                <a:solidFill>
                  <a:srgbClr val="194D38"/>
                </a:solidFill>
                <a:latin typeface="Noto Sans"/>
                <a:ea typeface="Noto Sans"/>
                <a:cs typeface="Noto Sans"/>
              </a:defRPr>
            </a:lvl5pPr>
            <a:lvl6pPr algn="ctr">
              <a:defRPr sz="1500" b="1">
                <a:solidFill>
                  <a:srgbClr val="194D38"/>
                </a:solidFill>
                <a:latin typeface="Noto Sans"/>
                <a:ea typeface="Noto Sans"/>
                <a:cs typeface="Noto Sans"/>
              </a:defRPr>
            </a:lvl6pPr>
            <a:lvl7pPr algn="ctr">
              <a:defRPr sz="1500" b="1">
                <a:solidFill>
                  <a:srgbClr val="194D38"/>
                </a:solidFill>
                <a:latin typeface="Noto Sans"/>
                <a:ea typeface="Noto Sans"/>
                <a:cs typeface="Noto Sans"/>
              </a:defRPr>
            </a:lvl7pPr>
            <a:lvl8pPr algn="ctr">
              <a:defRPr sz="1500" b="1">
                <a:solidFill>
                  <a:srgbClr val="194D38"/>
                </a:solidFill>
                <a:latin typeface="Noto Sans"/>
                <a:ea typeface="Noto Sans"/>
                <a:cs typeface="Noto Sans"/>
              </a:defRPr>
            </a:lvl8pPr>
            <a:lvl9pPr algn="ctr">
              <a:defRPr sz="1500" b="1">
                <a:solidFill>
                  <a:srgbClr val="194D38"/>
                </a:solidFill>
                <a:latin typeface="Noto Sans"/>
                <a:ea typeface="Noto Sans"/>
                <a:cs typeface="Noto Sans"/>
              </a:defRPr>
            </a:lvl9pPr>
          </a:lstStyle>
          <a:p xmlns:a="http://schemas.openxmlformats.org/drawingml/2006/main">
            <a:pPr algn="ctr">
              <a:defRPr sz="1500" b="1">
                <a:solidFill>
                  <a:srgbClr val="194D38"/>
                </a:solidFill>
                <a:latin typeface="Noto Sans"/>
                <a:ea typeface="Noto Sans"/>
                <a:cs typeface="Noto Sans"/>
              </a:defRPr>
            </a:pPr>
            <a:r>
              <a:rPr sz="1500" b="1">
                <a:solidFill>
                  <a:srgbClr val="194D38"/>
                </a:solidFill>
                <a:latin typeface="Noto Sans"/>
                <a:ea typeface="Noto Sans"/>
                <a:cs typeface="Noto Sans"/>
              </a:rPr>
              <a:t>Notifications</a:t>
            </a:r>
          </a:p>
        </p:txBody>
      </p:sp>
      <p:sp>
        <p:nvSpPr>
          <p:cNvPr id="34" name="">
            <a:extLst xmlns:a="http://schemas.openxmlformats.org/drawingml/2006/main">
              <a:ext uri="{FF2B5EF4-FFF2-40B4-BE49-F238E27FC236}">
                <a16:creationId xmlns:a16="http://schemas.microsoft.com/office/drawing/2014/main" id="{D5A12154-AED5-478C-836F-7DDD253064ED}"/>
              </a:ext>
            </a:extLst>
          </p:cNvPr>
          <p:cNvSpPr>
            <a:spLocks xmlns:a="http://schemas.openxmlformats.org/drawingml/2006/main" noGrp="1"/>
          </p:cNvSpPr>
          <p:nvPr/>
        </p:nvSpPr>
        <p:spPr>
          <a:xfrm xmlns:a="http://schemas.openxmlformats.org/drawingml/2006/main">
            <a:off x="9277350" y="5391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3"/>
          </a:bodyPr>
          <a:lstStyle xmlns:a="http://schemas.openxmlformats.org/drawingml/2006/main">
            <a:defPPr algn="ctr">
              <a:defRPr sz="1125" b="0">
                <a:solidFill>
                  <a:srgbClr val="617369"/>
                </a:solidFill>
                <a:latin typeface="Noto Sans"/>
                <a:ea typeface="Noto Sans"/>
                <a:cs typeface="Noto Sans"/>
              </a:defRPr>
            </a:defPPr>
            <a:lvl1pPr algn="ctr">
              <a:defRPr sz="1125" b="0">
                <a:solidFill>
                  <a:srgbClr val="617369"/>
                </a:solidFill>
                <a:latin typeface="Noto Sans"/>
                <a:ea typeface="Noto Sans"/>
                <a:cs typeface="Noto Sans"/>
              </a:defRPr>
            </a:lvl1pPr>
            <a:lvl2pPr algn="ctr">
              <a:defRPr sz="1125" b="0">
                <a:solidFill>
                  <a:srgbClr val="617369"/>
                </a:solidFill>
                <a:latin typeface="Noto Sans"/>
                <a:ea typeface="Noto Sans"/>
                <a:cs typeface="Noto Sans"/>
              </a:defRPr>
            </a:lvl2pPr>
            <a:lvl3pPr algn="ctr">
              <a:defRPr sz="1125" b="0">
                <a:solidFill>
                  <a:srgbClr val="617369"/>
                </a:solidFill>
                <a:latin typeface="Noto Sans"/>
                <a:ea typeface="Noto Sans"/>
                <a:cs typeface="Noto Sans"/>
              </a:defRPr>
            </a:lvl3pPr>
            <a:lvl4pPr algn="ctr">
              <a:defRPr sz="1125" b="0">
                <a:solidFill>
                  <a:srgbClr val="617369"/>
                </a:solidFill>
                <a:latin typeface="Noto Sans"/>
                <a:ea typeface="Noto Sans"/>
                <a:cs typeface="Noto Sans"/>
              </a:defRPr>
            </a:lvl4pPr>
            <a:lvl5pPr algn="ctr">
              <a:defRPr sz="1125" b="0">
                <a:solidFill>
                  <a:srgbClr val="617369"/>
                </a:solidFill>
                <a:latin typeface="Noto Sans"/>
                <a:ea typeface="Noto Sans"/>
                <a:cs typeface="Noto Sans"/>
              </a:defRPr>
            </a:lvl5pPr>
            <a:lvl6pPr algn="ctr">
              <a:defRPr sz="1125" b="0">
                <a:solidFill>
                  <a:srgbClr val="617369"/>
                </a:solidFill>
                <a:latin typeface="Noto Sans"/>
                <a:ea typeface="Noto Sans"/>
                <a:cs typeface="Noto Sans"/>
              </a:defRPr>
            </a:lvl6pPr>
            <a:lvl7pPr algn="ctr">
              <a:defRPr sz="1125" b="0">
                <a:solidFill>
                  <a:srgbClr val="617369"/>
                </a:solidFill>
                <a:latin typeface="Noto Sans"/>
                <a:ea typeface="Noto Sans"/>
                <a:cs typeface="Noto Sans"/>
              </a:defRPr>
            </a:lvl7pPr>
            <a:lvl8pPr algn="ctr">
              <a:defRPr sz="1125" b="0">
                <a:solidFill>
                  <a:srgbClr val="617369"/>
                </a:solidFill>
                <a:latin typeface="Noto Sans"/>
                <a:ea typeface="Noto Sans"/>
                <a:cs typeface="Noto Sans"/>
              </a:defRPr>
            </a:lvl8pPr>
            <a:lvl9pPr algn="ctr">
              <a:defRPr sz="1125" b="0">
                <a:solidFill>
                  <a:srgbClr val="617369"/>
                </a:solidFill>
                <a:latin typeface="Noto Sans"/>
                <a:ea typeface="Noto Sans"/>
                <a:cs typeface="Noto Sans"/>
              </a:defRPr>
            </a:lvl9pPr>
          </a:lstStyle>
          <a:p xmlns:a="http://schemas.openxmlformats.org/drawingml/2006/main">
            <a:pPr algn="ctr">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Workflow events create in-app alerts and durable email work.</a:t>
            </a:r>
          </a:p>
        </p:txBody>
      </p:sp>
      <p:sp>
        <p:nvSpPr>
          <p:cNvPr id="35" name="">
            <a:extLst xmlns:a="http://schemas.openxmlformats.org/drawingml/2006/main">
              <a:ext uri="{FF2B5EF4-FFF2-40B4-BE49-F238E27FC236}">
                <a16:creationId xmlns:a16="http://schemas.microsoft.com/office/drawing/2014/main" id="{6590D592-E8E3-44F5-9E32-601294CB39F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084336364"/>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8540C3C-8883-4A21-9E01-94A24FF9DE8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8B489A6C-F3D2-4283-A7B6-E6A441E1C099}"/>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Private files and account data</a:t>
            </a:r>
          </a:p>
        </p:txBody>
      </p:sp>
      <p:sp>
        <p:nvSpPr>
          <p:cNvPr id="3" name="">
            <a:extLst xmlns:a="http://schemas.openxmlformats.org/drawingml/2006/main">
              <a:ext uri="{FF2B5EF4-FFF2-40B4-BE49-F238E27FC236}">
                <a16:creationId xmlns:a16="http://schemas.microsoft.com/office/drawing/2014/main" id="{FB66103F-4ED5-4B1F-816F-0A7E5584659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12</a:t>
            </a:r>
          </a:p>
        </p:txBody>
      </p:sp>
      <p:sp>
        <p:nvSpPr>
          <p:cNvPr id="4" name="">
            <a:extLst xmlns:a="http://schemas.openxmlformats.org/drawingml/2006/main">
              <a:ext uri="{FF2B5EF4-FFF2-40B4-BE49-F238E27FC236}">
                <a16:creationId xmlns:a16="http://schemas.microsoft.com/office/drawing/2014/main" id="{5CC0B0C3-E86F-47C9-B4AC-CF399A669532}"/>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3E9CD73-3EBE-4249-8B2F-90253ECD18D5}"/>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FC477BAC-71DA-4C73-AC41-EDED1AD4E045}"/>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7003C35-1E7B-41E6-9D3A-F25DD7D5B3FB}"/>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19AE3BEB-2E5D-4398-BB87-2DD6AF71A9F1}"/>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Upload validation</a:t>
            </a:r>
          </a:p>
        </p:txBody>
      </p:sp>
      <p:sp>
        <p:nvSpPr>
          <p:cNvPr id="9" name="">
            <a:extLst xmlns:a="http://schemas.openxmlformats.org/drawingml/2006/main">
              <a:ext uri="{FF2B5EF4-FFF2-40B4-BE49-F238E27FC236}">
                <a16:creationId xmlns:a16="http://schemas.microsoft.com/office/drawing/2014/main" id="{7FE633A8-74F6-4DCD-BEBD-30E6DE32FE12}"/>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E653DA2D-B6C2-4593-A758-576466A30C50}"/>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FF66EB5-56C3-465A-A0E3-17617F60C000}"/>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DE386397-1074-492F-B552-01B9429D4F86}"/>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Private storage</a:t>
            </a:r>
          </a:p>
        </p:txBody>
      </p:sp>
      <p:sp>
        <p:nvSpPr>
          <p:cNvPr id="13" name="">
            <a:extLst xmlns:a="http://schemas.openxmlformats.org/drawingml/2006/main">
              <a:ext uri="{FF2B5EF4-FFF2-40B4-BE49-F238E27FC236}">
                <a16:creationId xmlns:a16="http://schemas.microsoft.com/office/drawing/2014/main" id="{DE256799-256C-4BEB-BCA0-76366AA0A9B0}"/>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024AAD43-CE63-4AA0-8DE5-B90315FA02A2}"/>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4367200B-B3D9-40B6-A41D-7EBDCCA15FEB}"/>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6" name="">
            <a:extLst xmlns:a="http://schemas.openxmlformats.org/drawingml/2006/main">
              <a:ext uri="{FF2B5EF4-FFF2-40B4-BE49-F238E27FC236}">
                <a16:creationId xmlns:a16="http://schemas.microsoft.com/office/drawing/2014/main" id="{81003CFE-4BC1-40E8-94FA-996EFE65AEC6}"/>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Controlled download</a:t>
            </a:r>
          </a:p>
        </p:txBody>
      </p:sp>
      <p:sp>
        <p:nvSpPr>
          <p:cNvPr id="17" name="">
            <a:extLst xmlns:a="http://schemas.openxmlformats.org/drawingml/2006/main">
              <a:ext uri="{FF2B5EF4-FFF2-40B4-BE49-F238E27FC236}">
                <a16:creationId xmlns:a16="http://schemas.microsoft.com/office/drawing/2014/main" id="{F00E1A15-7323-486B-A6F9-B5822DF52E83}"/>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72FE475F-FCE5-409B-9EBA-B49655935735}"/>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Account lifecycle</a:t>
            </a:r>
          </a:p>
        </p:txBody>
      </p:sp>
      <p:sp>
        <p:nvSpPr>
          <p:cNvPr id="19" name="">
            <a:extLst xmlns:a="http://schemas.openxmlformats.org/drawingml/2006/main">
              <a:ext uri="{FF2B5EF4-FFF2-40B4-BE49-F238E27FC236}">
                <a16:creationId xmlns:a16="http://schemas.microsoft.com/office/drawing/2014/main" id="{57329303-CD04-4DD9-92FB-05740DE15952}"/>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8FE304D1-F6CC-4AB0-B4F3-B8297C3F675C}"/>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21" name="">
            <a:extLst xmlns:a="http://schemas.openxmlformats.org/drawingml/2006/main">
              <a:ext uri="{FF2B5EF4-FFF2-40B4-BE49-F238E27FC236}">
                <a16:creationId xmlns:a16="http://schemas.microsoft.com/office/drawing/2014/main" id="{762F0E71-ABF1-42C1-9B62-7A0168BB0929}"/>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22" name="">
            <a:extLst xmlns:a="http://schemas.openxmlformats.org/drawingml/2006/main">
              <a:ext uri="{FF2B5EF4-FFF2-40B4-BE49-F238E27FC236}">
                <a16:creationId xmlns:a16="http://schemas.microsoft.com/office/drawing/2014/main" id="{3377B8A7-AB25-4D05-9B5A-B3A303706870}"/>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Export</a:t>
            </a:r>
          </a:p>
        </p:txBody>
      </p:sp>
      <p:sp>
        <p:nvSpPr>
          <p:cNvPr id="23" name="">
            <a:extLst xmlns:a="http://schemas.openxmlformats.org/drawingml/2006/main">
              <a:ext uri="{FF2B5EF4-FFF2-40B4-BE49-F238E27FC236}">
                <a16:creationId xmlns:a16="http://schemas.microsoft.com/office/drawing/2014/main" id="{2ABD31BF-5E8C-488F-A695-22882318FC81}"/>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 account data</a:t>
            </a:r>
          </a:p>
        </p:txBody>
      </p:sp>
      <p:sp>
        <p:nvSpPr>
          <p:cNvPr id="24" name="">
            <a:extLst xmlns:a="http://schemas.openxmlformats.org/drawingml/2006/main">
              <a:ext uri="{FF2B5EF4-FFF2-40B4-BE49-F238E27FC236}">
                <a16:creationId xmlns:a16="http://schemas.microsoft.com/office/drawing/2014/main" id="{CDCCCB0D-4853-4BF1-B23A-0A26D50940CF}"/>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EDEF38A2-5301-477F-A1A2-02A6B50B4605}"/>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26" name="">
            <a:extLst xmlns:a="http://schemas.openxmlformats.org/drawingml/2006/main">
              <a:ext uri="{FF2B5EF4-FFF2-40B4-BE49-F238E27FC236}">
                <a16:creationId xmlns:a16="http://schemas.microsoft.com/office/drawing/2014/main" id="{B2143E3A-475E-41DE-99A1-D187CD9F792C}"/>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27" name="">
            <a:extLst xmlns:a="http://schemas.openxmlformats.org/drawingml/2006/main">
              <a:ext uri="{FF2B5EF4-FFF2-40B4-BE49-F238E27FC236}">
                <a16:creationId xmlns:a16="http://schemas.microsoft.com/office/drawing/2014/main" id="{3A7B5D32-704F-4404-8D40-95962DD7FF8A}"/>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Schedule deletion</a:t>
            </a:r>
          </a:p>
        </p:txBody>
      </p:sp>
      <p:sp>
        <p:nvSpPr>
          <p:cNvPr id="28" name="">
            <a:extLst xmlns:a="http://schemas.openxmlformats.org/drawingml/2006/main">
              <a:ext uri="{FF2B5EF4-FFF2-40B4-BE49-F238E27FC236}">
                <a16:creationId xmlns:a16="http://schemas.microsoft.com/office/drawing/2014/main" id="{0371D990-A53B-4E66-80C5-44A04E276D2D}"/>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556982AB-C3DF-4887-A2AC-219F3F370CC9}"/>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1D215394-F410-47E2-8D50-CBC4BCB05A84}"/>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31" name="">
            <a:extLst xmlns:a="http://schemas.openxmlformats.org/drawingml/2006/main">
              <a:ext uri="{FF2B5EF4-FFF2-40B4-BE49-F238E27FC236}">
                <a16:creationId xmlns:a16="http://schemas.microsoft.com/office/drawing/2014/main" id="{9BC1498D-BA4F-42AC-A9D2-E381F3BFFF88}"/>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85A8577D-344B-4C68-9D5F-2327043CF6C6}"/>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Remove and anonymize</a:t>
            </a:r>
          </a:p>
        </p:txBody>
      </p:sp>
      <p:sp>
        <p:nvSpPr>
          <p:cNvPr id="33" name="">
            <a:extLst xmlns:a="http://schemas.openxmlformats.org/drawingml/2006/main">
              <a:ext uri="{FF2B5EF4-FFF2-40B4-BE49-F238E27FC236}">
                <a16:creationId xmlns:a16="http://schemas.microsoft.com/office/drawing/2014/main" id="{D71C6274-6E86-43BF-A5CF-942486C8D2AA}"/>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23A3EFAE-7268-4655-A043-B6898384258D}"/>
              </a:ext>
            </a:extLst>
          </p:cNvPr>
          <p:cNvSpPr>
            <a:spLocks xmlns:a="http://schemas.openxmlformats.org/drawingml/2006/main" noGrp="1"/>
          </p:cNvSpPr>
          <p:nvPr/>
        </p:nvSpPr>
        <p:spPr>
          <a:xfrm xmlns:a="http://schemas.openxmlformats.org/drawingml/2006/main">
            <a:off x="609600" y="5715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Privacy rule</a:t>
            </a:r>
          </a:p>
        </p:txBody>
      </p:sp>
      <p:sp>
        <p:nvSpPr>
          <p:cNvPr id="35" name="">
            <a:extLst xmlns:a="http://schemas.openxmlformats.org/drawingml/2006/main">
              <a:ext uri="{FF2B5EF4-FFF2-40B4-BE49-F238E27FC236}">
                <a16:creationId xmlns:a16="http://schemas.microsoft.com/office/drawing/2014/main" id="{C17B1D2A-FB94-4BF8-9FFB-B96B055B7030}"/>
              </a:ext>
            </a:extLst>
          </p:cNvPr>
          <p:cNvSpPr>
            <a:spLocks xmlns:a="http://schemas.openxmlformats.org/drawingml/2006/main" noGrp="1"/>
          </p:cNvSpPr>
          <p:nvPr/>
        </p:nvSpPr>
        <p:spPr>
          <a:xfrm xmlns:a="http://schemas.openxmlformats.org/drawingml/2006/main">
            <a:off x="2038350" y="56578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The backend exposes only the minimum data required for the current user and action.</a:t>
            </a:r>
          </a:p>
        </p:txBody>
      </p:sp>
      <p:sp>
        <p:nvSpPr>
          <p:cNvPr id="36" name="">
            <a:extLst xmlns:a="http://schemas.openxmlformats.org/drawingml/2006/main">
              <a:ext uri="{FF2B5EF4-FFF2-40B4-BE49-F238E27FC236}">
                <a16:creationId xmlns:a16="http://schemas.microsoft.com/office/drawing/2014/main" id="{0DC343F0-87CF-435D-8BA8-4C5A68AFA96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875524124"/>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497B96A-44B3-43DE-9128-BA67456EDD9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AC185627-DDD1-4995-ADFF-F3B686742622}"/>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Reliability and production operations</a:t>
            </a:r>
          </a:p>
        </p:txBody>
      </p:sp>
      <p:sp>
        <p:nvSpPr>
          <p:cNvPr id="3" name="">
            <a:extLst xmlns:a="http://schemas.openxmlformats.org/drawingml/2006/main">
              <a:ext uri="{FF2B5EF4-FFF2-40B4-BE49-F238E27FC236}">
                <a16:creationId xmlns:a16="http://schemas.microsoft.com/office/drawing/2014/main" id="{A80965B9-E0A6-49C9-B845-395D13738D6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13</a:t>
            </a:r>
          </a:p>
        </p:txBody>
      </p:sp>
      <p:sp>
        <p:nvSpPr>
          <p:cNvPr id="4" name="">
            <a:extLst xmlns:a="http://schemas.openxmlformats.org/drawingml/2006/main">
              <a:ext uri="{FF2B5EF4-FFF2-40B4-BE49-F238E27FC236}">
                <a16:creationId xmlns:a16="http://schemas.microsoft.com/office/drawing/2014/main" id="{7CC9BE98-5429-46E2-A0BC-07922F46833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6C34818-FC08-4F42-9C17-33C0C4550ED9}"/>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2E4C8708-AEC0-49FA-98F0-624CFF7A34FF}"/>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3DDECF0-CBF6-44E6-89F4-8E6EEF6A7D7A}"/>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8" name="">
            <a:extLst xmlns:a="http://schemas.openxmlformats.org/drawingml/2006/main">
              <a:ext uri="{FF2B5EF4-FFF2-40B4-BE49-F238E27FC236}">
                <a16:creationId xmlns:a16="http://schemas.microsoft.com/office/drawing/2014/main" id="{568A7603-405D-4422-A7E3-A8A02C6D3F84}"/>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Health</a:t>
            </a:r>
          </a:p>
        </p:txBody>
      </p:sp>
      <p:sp>
        <p:nvSpPr>
          <p:cNvPr id="9" name="">
            <a:extLst xmlns:a="http://schemas.openxmlformats.org/drawingml/2006/main">
              <a:ext uri="{FF2B5EF4-FFF2-40B4-BE49-F238E27FC236}">
                <a16:creationId xmlns:a16="http://schemas.microsoft.com/office/drawing/2014/main" id="{703A29DB-989D-4136-A9D2-2D9CD520A1DA}"/>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2CEF080D-9BE3-49E1-A764-FCD0BD407F71}"/>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3D4F5F91-E9CE-4364-BE22-210BCB4F7A83}"/>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2" name="">
            <a:extLst xmlns:a="http://schemas.openxmlformats.org/drawingml/2006/main">
              <a:ext uri="{FF2B5EF4-FFF2-40B4-BE49-F238E27FC236}">
                <a16:creationId xmlns:a16="http://schemas.microsoft.com/office/drawing/2014/main" id="{9BFAD412-BC3D-4E8A-A480-E39E187EA691}"/>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Logging</a:t>
            </a:r>
          </a:p>
        </p:txBody>
      </p:sp>
      <p:sp>
        <p:nvSpPr>
          <p:cNvPr id="13" name="">
            <a:extLst xmlns:a="http://schemas.openxmlformats.org/drawingml/2006/main">
              <a:ext uri="{FF2B5EF4-FFF2-40B4-BE49-F238E27FC236}">
                <a16:creationId xmlns:a16="http://schemas.microsoft.com/office/drawing/2014/main" id="{0B5C5810-8FB6-4CF8-B0D1-B845A7EE84A4}"/>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62C93127-F3F6-44EB-9FA6-D4D0E21E3D5F}"/>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F9DD0756-C398-4F54-8CBD-F1528EEEBC0A}"/>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68C15721-3A29-497A-913B-21C018B6EC75}"/>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Metrics</a:t>
            </a:r>
          </a:p>
        </p:txBody>
      </p:sp>
      <p:sp>
        <p:nvSpPr>
          <p:cNvPr id="17" name="">
            <a:extLst xmlns:a="http://schemas.openxmlformats.org/drawingml/2006/main">
              <a:ext uri="{FF2B5EF4-FFF2-40B4-BE49-F238E27FC236}">
                <a16:creationId xmlns:a16="http://schemas.microsoft.com/office/drawing/2014/main" id="{3B3B6932-E340-4350-B639-077B1C4114F1}"/>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Prometheus request and service measurements</a:t>
            </a:r>
          </a:p>
        </p:txBody>
      </p:sp>
      <p:sp>
        <p:nvSpPr>
          <p:cNvPr id="18" name="">
            <a:extLst xmlns:a="http://schemas.openxmlformats.org/drawingml/2006/main">
              <a:ext uri="{FF2B5EF4-FFF2-40B4-BE49-F238E27FC236}">
                <a16:creationId xmlns:a16="http://schemas.microsoft.com/office/drawing/2014/main" id="{85A27B4A-429F-4C92-8DE2-5E4858D42D47}"/>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203A6672-B97B-4001-8C69-93BBD22370EF}"/>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041AD07E-C8B4-49FA-978E-2595EEA1A06E}"/>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Secrets</a:t>
            </a:r>
          </a:p>
        </p:txBody>
      </p:sp>
      <p:sp>
        <p:nvSpPr>
          <p:cNvPr id="21" name="">
            <a:extLst xmlns:a="http://schemas.openxmlformats.org/drawingml/2006/main">
              <a:ext uri="{FF2B5EF4-FFF2-40B4-BE49-F238E27FC236}">
                <a16:creationId xmlns:a16="http://schemas.microsoft.com/office/drawing/2014/main" id="{AB416592-CA6D-48B5-AB79-D4A6D175DFA6}"/>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AC9BC6BD-25DF-4B8E-881A-97AE8D91BD46}"/>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75AB2248-B76F-4045-9D88-58062894C120}"/>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4" name="">
            <a:extLst xmlns:a="http://schemas.openxmlformats.org/drawingml/2006/main">
              <a:ext uri="{FF2B5EF4-FFF2-40B4-BE49-F238E27FC236}">
                <a16:creationId xmlns:a16="http://schemas.microsoft.com/office/drawing/2014/main" id="{5C3C39EE-280D-4FD8-8489-B49B799F15D3}"/>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Ingress</a:t>
            </a:r>
          </a:p>
        </p:txBody>
      </p:sp>
      <p:sp>
        <p:nvSpPr>
          <p:cNvPr id="25" name="">
            <a:extLst xmlns:a="http://schemas.openxmlformats.org/drawingml/2006/main">
              <a:ext uri="{FF2B5EF4-FFF2-40B4-BE49-F238E27FC236}">
                <a16:creationId xmlns:a16="http://schemas.microsoft.com/office/drawing/2014/main" id="{53D8C7FA-F1D5-48E0-906D-898838BABA4D}"/>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HSTS, same-origin routing and WAF rules</a:t>
            </a:r>
          </a:p>
        </p:txBody>
      </p:sp>
      <p:sp>
        <p:nvSpPr>
          <p:cNvPr id="26" name="">
            <a:extLst xmlns:a="http://schemas.openxmlformats.org/drawingml/2006/main">
              <a:ext uri="{FF2B5EF4-FFF2-40B4-BE49-F238E27FC236}">
                <a16:creationId xmlns:a16="http://schemas.microsoft.com/office/drawing/2014/main" id="{A5C3EC02-9391-4526-AF3C-3B29E5423651}"/>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A7DA5AB6-2D7C-4CED-9F8A-CEFBC404FB1F}"/>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8" name="">
            <a:extLst xmlns:a="http://schemas.openxmlformats.org/drawingml/2006/main">
              <a:ext uri="{FF2B5EF4-FFF2-40B4-BE49-F238E27FC236}">
                <a16:creationId xmlns:a16="http://schemas.microsoft.com/office/drawing/2014/main" id="{91B41CE5-66D1-44C5-AF80-B224233BD229}"/>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Deployment</a:t>
            </a:r>
          </a:p>
        </p:txBody>
      </p:sp>
      <p:sp>
        <p:nvSpPr>
          <p:cNvPr id="29" name="">
            <a:extLst xmlns:a="http://schemas.openxmlformats.org/drawingml/2006/main">
              <a:ext uri="{FF2B5EF4-FFF2-40B4-BE49-F238E27FC236}">
                <a16:creationId xmlns:a16="http://schemas.microsoft.com/office/drawing/2014/main" id="{31459D25-6839-4496-9168-3A97AC98C6EB}"/>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A510398A-E009-4FA7-9A77-C18DA26C2F69}"/>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34CACF53-8663-40C9-B15B-6D3E73312FED}"/>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9B651B"/>
                </a:solidFill>
                <a:latin typeface="Noto Sans"/>
                <a:ea typeface="Noto Sans"/>
                <a:cs typeface="Noto Sans"/>
              </a:defRPr>
            </a:defPPr>
            <a:lvl1pPr algn="l">
              <a:defRPr sz="1425" b="1">
                <a:solidFill>
                  <a:srgbClr val="9B651B"/>
                </a:solidFill>
                <a:latin typeface="Noto Sans"/>
                <a:ea typeface="Noto Sans"/>
                <a:cs typeface="Noto Sans"/>
              </a:defRPr>
            </a:lvl1pPr>
            <a:lvl2pPr algn="l">
              <a:defRPr sz="1425" b="1">
                <a:solidFill>
                  <a:srgbClr val="9B651B"/>
                </a:solidFill>
                <a:latin typeface="Noto Sans"/>
                <a:ea typeface="Noto Sans"/>
                <a:cs typeface="Noto Sans"/>
              </a:defRPr>
            </a:lvl2pPr>
            <a:lvl3pPr algn="l">
              <a:defRPr sz="1425" b="1">
                <a:solidFill>
                  <a:srgbClr val="9B651B"/>
                </a:solidFill>
                <a:latin typeface="Noto Sans"/>
                <a:ea typeface="Noto Sans"/>
                <a:cs typeface="Noto Sans"/>
              </a:defRPr>
            </a:lvl3pPr>
            <a:lvl4pPr algn="l">
              <a:defRPr sz="1425" b="1">
                <a:solidFill>
                  <a:srgbClr val="9B651B"/>
                </a:solidFill>
                <a:latin typeface="Noto Sans"/>
                <a:ea typeface="Noto Sans"/>
                <a:cs typeface="Noto Sans"/>
              </a:defRPr>
            </a:lvl4pPr>
            <a:lvl5pPr algn="l">
              <a:defRPr sz="1425" b="1">
                <a:solidFill>
                  <a:srgbClr val="9B651B"/>
                </a:solidFill>
                <a:latin typeface="Noto Sans"/>
                <a:ea typeface="Noto Sans"/>
                <a:cs typeface="Noto Sans"/>
              </a:defRPr>
            </a:lvl5pPr>
            <a:lvl6pPr algn="l">
              <a:defRPr sz="1425" b="1">
                <a:solidFill>
                  <a:srgbClr val="9B651B"/>
                </a:solidFill>
                <a:latin typeface="Noto Sans"/>
                <a:ea typeface="Noto Sans"/>
                <a:cs typeface="Noto Sans"/>
              </a:defRPr>
            </a:lvl6pPr>
            <a:lvl7pPr algn="l">
              <a:defRPr sz="1425" b="1">
                <a:solidFill>
                  <a:srgbClr val="9B651B"/>
                </a:solidFill>
                <a:latin typeface="Noto Sans"/>
                <a:ea typeface="Noto Sans"/>
                <a:cs typeface="Noto Sans"/>
              </a:defRPr>
            </a:lvl7pPr>
            <a:lvl8pPr algn="l">
              <a:defRPr sz="1425" b="1">
                <a:solidFill>
                  <a:srgbClr val="9B651B"/>
                </a:solidFill>
                <a:latin typeface="Noto Sans"/>
                <a:ea typeface="Noto Sans"/>
                <a:cs typeface="Noto Sans"/>
              </a:defRPr>
            </a:lvl8pPr>
            <a:lvl9pPr algn="l">
              <a:defRPr sz="1425" b="1">
                <a:solidFill>
                  <a:srgbClr val="9B651B"/>
                </a:solidFill>
                <a:latin typeface="Noto Sans"/>
                <a:ea typeface="Noto Sans"/>
                <a:cs typeface="Noto Sans"/>
              </a:defRPr>
            </a:lvl9pPr>
          </a:lstStyle>
          <a:p xmlns:a="http://schemas.openxmlformats.org/drawingml/2006/main">
            <a:pPr algn="l">
              <a:defRPr sz="1425" b="1">
                <a:solidFill>
                  <a:srgbClr val="9B651B"/>
                </a:solidFill>
                <a:latin typeface="Noto Sans"/>
                <a:ea typeface="Noto Sans"/>
                <a:cs typeface="Noto Sans"/>
              </a:defRPr>
            </a:pPr>
            <a:r>
              <a:rPr sz="1425" b="1">
                <a:solidFill>
                  <a:srgbClr val="9B651B"/>
                </a:solidFill>
                <a:latin typeface="Noto Sans"/>
                <a:ea typeface="Noto Sans"/>
                <a:cs typeface="Noto Sans"/>
              </a:rPr>
              <a:t>Production boundary</a:t>
            </a:r>
          </a:p>
        </p:txBody>
      </p:sp>
      <p:sp>
        <p:nvSpPr>
          <p:cNvPr id="32" name="">
            <a:extLst xmlns:a="http://schemas.openxmlformats.org/drawingml/2006/main">
              <a:ext uri="{FF2B5EF4-FFF2-40B4-BE49-F238E27FC236}">
                <a16:creationId xmlns:a16="http://schemas.microsoft.com/office/drawing/2014/main" id="{460A1F67-17A7-47CE-BD14-4EFC42BD2D71}"/>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17D39FBC-9C5C-4C6D-A5D6-8DE092BB678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963376563"/>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C6A76B3-4ACB-4B6C-90F7-0D86A1708CC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113988BD-8E0F-454B-B264-75B24770F3F9}"/>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Testing and live demonstration</a:t>
            </a:r>
          </a:p>
        </p:txBody>
      </p:sp>
      <p:sp>
        <p:nvSpPr>
          <p:cNvPr id="3" name="">
            <a:extLst xmlns:a="http://schemas.openxmlformats.org/drawingml/2006/main">
              <a:ext uri="{FF2B5EF4-FFF2-40B4-BE49-F238E27FC236}">
                <a16:creationId xmlns:a16="http://schemas.microsoft.com/office/drawing/2014/main" id="{06E65114-7B6A-4951-BB95-F48242C99A9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14</a:t>
            </a:r>
          </a:p>
        </p:txBody>
      </p:sp>
      <p:sp>
        <p:nvSpPr>
          <p:cNvPr id="4" name="">
            <a:extLst xmlns:a="http://schemas.openxmlformats.org/drawingml/2006/main">
              <a:ext uri="{FF2B5EF4-FFF2-40B4-BE49-F238E27FC236}">
                <a16:creationId xmlns:a16="http://schemas.microsoft.com/office/drawing/2014/main" id="{78E748B2-4261-4C8E-966C-C9CDAB8AE9B2}"/>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9BE08E2-DD51-4CF5-BA8B-6047E59C1244}"/>
              </a:ext>
            </a:extLst>
          </p:cNvPr>
          <p:cNvSpPr>
            <a:spLocks xmlns:a="http://schemas.openxmlformats.org/drawingml/2006/main" noGrp="1"/>
          </p:cNvSpPr>
          <p:nvPr/>
        </p:nvSpPr>
        <p:spPr>
          <a:xfrm xmlns:a="http://schemas.openxmlformats.org/drawingml/2006/main">
            <a:off x="704850" y="137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Automated tests plus one full workflow provide the clearest evidence.</a:t>
            </a:r>
          </a:p>
        </p:txBody>
      </p:sp>
      <p:sp>
        <p:nvSpPr>
          <p:cNvPr id="6" name="">
            <a:extLst xmlns:a="http://schemas.openxmlformats.org/drawingml/2006/main">
              <a:ext uri="{FF2B5EF4-FFF2-40B4-BE49-F238E27FC236}">
                <a16:creationId xmlns:a16="http://schemas.microsoft.com/office/drawing/2014/main" id="{EE23FCDB-27DB-467E-99C5-3455012DD91F}"/>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6352823-AD40-4E62-A0CB-8A225CC7F363}"/>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9306249F-3702-4821-9401-21E06154BC13}"/>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E41C76-F19F-4921-8C69-4642972375A4}"/>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Authentication, OTP, two-factor and revocation</a:t>
            </a:r>
          </a:p>
        </p:txBody>
      </p:sp>
      <p:sp>
        <p:nvSpPr>
          <p:cNvPr id="10" name="">
            <a:extLst xmlns:a="http://schemas.openxmlformats.org/drawingml/2006/main">
              <a:ext uri="{FF2B5EF4-FFF2-40B4-BE49-F238E27FC236}">
                <a16:creationId xmlns:a16="http://schemas.microsoft.com/office/drawing/2014/main" id="{DD94CC67-92A5-477D-94C3-E94859973AEE}"/>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1781AE4-9E29-4A76-A70F-788C9D3A6E2A}"/>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Role permissions and cross-company isolation</a:t>
            </a:r>
          </a:p>
        </p:txBody>
      </p:sp>
      <p:sp>
        <p:nvSpPr>
          <p:cNvPr id="12" name="">
            <a:extLst xmlns:a="http://schemas.openxmlformats.org/drawingml/2006/main">
              <a:ext uri="{FF2B5EF4-FFF2-40B4-BE49-F238E27FC236}">
                <a16:creationId xmlns:a16="http://schemas.microsoft.com/office/drawing/2014/main" id="{2DCC8A25-4565-4923-890C-D3A4F557542D}"/>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31267C7-C275-427B-8EA8-0B6D83A5FD60}"/>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Database integrity and concurrent users</a:t>
            </a:r>
          </a:p>
        </p:txBody>
      </p:sp>
      <p:sp>
        <p:nvSpPr>
          <p:cNvPr id="14" name="">
            <a:extLst xmlns:a="http://schemas.openxmlformats.org/drawingml/2006/main">
              <a:ext uri="{FF2B5EF4-FFF2-40B4-BE49-F238E27FC236}">
                <a16:creationId xmlns:a16="http://schemas.microsoft.com/office/drawing/2014/main" id="{7A40943C-EDFC-404D-8F30-1D3C2D5B9842}"/>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0865BF2-7C04-4711-B67A-55919F852311}"/>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978DC6F3-55D5-4A3C-931C-BBF21E94C991}"/>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E41AA30-DAAC-4DDD-B955-F99CA927D576}"/>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WebSockets, chat history and read events</a:t>
            </a:r>
          </a:p>
        </p:txBody>
      </p:sp>
      <p:sp>
        <p:nvSpPr>
          <p:cNvPr id="18" name="">
            <a:extLst xmlns:a="http://schemas.openxmlformats.org/drawingml/2006/main">
              <a:ext uri="{FF2B5EF4-FFF2-40B4-BE49-F238E27FC236}">
                <a16:creationId xmlns:a16="http://schemas.microsoft.com/office/drawing/2014/main" id="{F630A643-7A5A-4C61-B1F9-DB15D5AD61E1}"/>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A521EC5-1D7B-473A-B065-8FFAA43568C9}"/>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1CB5D0CE-DB3D-4F89-803E-CF7998FADC31}"/>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63629B6F-DD21-40A3-98E9-B115C7D27B6C}"/>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Suggested live demo</a:t>
            </a:r>
          </a:p>
        </p:txBody>
      </p:sp>
      <p:sp>
        <p:nvSpPr>
          <p:cNvPr id="22" name="">
            <a:extLst xmlns:a="http://schemas.openxmlformats.org/drawingml/2006/main">
              <a:ext uri="{FF2B5EF4-FFF2-40B4-BE49-F238E27FC236}">
                <a16:creationId xmlns:a16="http://schemas.microsoft.com/office/drawing/2014/main" id="{6B9A3A4E-79D6-44A0-A201-0DF698B5B3A3}"/>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BB8E2FE8-6299-4D54-859B-65328E36983A}"/>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Authenticate</a:t>
            </a:r>
          </a:p>
        </p:txBody>
      </p:sp>
      <p:sp>
        <p:nvSpPr>
          <p:cNvPr id="24" name="">
            <a:extLst xmlns:a="http://schemas.openxmlformats.org/drawingml/2006/main">
              <a:ext uri="{FF2B5EF4-FFF2-40B4-BE49-F238E27FC236}">
                <a16:creationId xmlns:a16="http://schemas.microsoft.com/office/drawing/2014/main" id="{EB150BC3-9EC9-4BCD-8336-089D4BF8683B}"/>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login and protected API identity</a:t>
            </a:r>
          </a:p>
        </p:txBody>
      </p:sp>
      <p:sp>
        <p:nvSpPr>
          <p:cNvPr id="25" name="">
            <a:extLst xmlns:a="http://schemas.openxmlformats.org/drawingml/2006/main">
              <a:ext uri="{FF2B5EF4-FFF2-40B4-BE49-F238E27FC236}">
                <a16:creationId xmlns:a16="http://schemas.microsoft.com/office/drawing/2014/main" id="{ECD87086-6755-4139-B49C-4E9CAC1DB12D}"/>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CA388B9C-B485-4939-B524-60C89DE93502}"/>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647"/>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Create or select offer</a:t>
            </a:r>
          </a:p>
        </p:txBody>
      </p:sp>
      <p:sp>
        <p:nvSpPr>
          <p:cNvPr id="27" name="">
            <a:extLst xmlns:a="http://schemas.openxmlformats.org/drawingml/2006/main">
              <a:ext uri="{FF2B5EF4-FFF2-40B4-BE49-F238E27FC236}">
                <a16:creationId xmlns:a16="http://schemas.microsoft.com/office/drawing/2014/main" id="{18E9C94C-9358-4766-A721-C23D02E0D465}"/>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Explain validation and company permission</a:t>
            </a:r>
          </a:p>
        </p:txBody>
      </p:sp>
      <p:sp>
        <p:nvSpPr>
          <p:cNvPr id="28" name="">
            <a:extLst xmlns:a="http://schemas.openxmlformats.org/drawingml/2006/main">
              <a:ext uri="{FF2B5EF4-FFF2-40B4-BE49-F238E27FC236}">
                <a16:creationId xmlns:a16="http://schemas.microsoft.com/office/drawing/2014/main" id="{7559240B-014D-4C9E-B222-2127FC54A5FD}"/>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230A41B5-0F2B-4937-B0E5-BA157E1F45F2}"/>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Submit application</a:t>
            </a:r>
          </a:p>
        </p:txBody>
      </p:sp>
      <p:sp>
        <p:nvSpPr>
          <p:cNvPr id="30" name="">
            <a:extLst xmlns:a="http://schemas.openxmlformats.org/drawingml/2006/main">
              <a:ext uri="{FF2B5EF4-FFF2-40B4-BE49-F238E27FC236}">
                <a16:creationId xmlns:a16="http://schemas.microsoft.com/office/drawing/2014/main" id="{9325C5FA-D475-43C5-A060-011DB0747FAA}"/>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CV snapshot and database relation</a:t>
            </a:r>
          </a:p>
        </p:txBody>
      </p:sp>
      <p:sp>
        <p:nvSpPr>
          <p:cNvPr id="31" name="">
            <a:extLst xmlns:a="http://schemas.openxmlformats.org/drawingml/2006/main">
              <a:ext uri="{FF2B5EF4-FFF2-40B4-BE49-F238E27FC236}">
                <a16:creationId xmlns:a16="http://schemas.microsoft.com/office/drawing/2014/main" id="{BBC79A3C-E8AD-4AC8-A30A-13EEA568E021}"/>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2F811E58-D7D3-49E6-9AD6-EB15AFFDC8EF}"/>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 job</a:t>
            </a:r>
          </a:p>
        </p:txBody>
      </p:sp>
      <p:sp>
        <p:nvSpPr>
          <p:cNvPr id="33" name="">
            <a:extLst xmlns:a="http://schemas.openxmlformats.org/drawingml/2006/main">
              <a:ext uri="{FF2B5EF4-FFF2-40B4-BE49-F238E27FC236}">
                <a16:creationId xmlns:a16="http://schemas.microsoft.com/office/drawing/2014/main" id="{1D89BAAB-95C5-4AF8-A241-66845D555FB5}"/>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75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Follow outbox, worker and stored result</a:t>
            </a:r>
          </a:p>
        </p:txBody>
      </p:sp>
      <p:sp>
        <p:nvSpPr>
          <p:cNvPr id="34" name="">
            <a:extLst xmlns:a="http://schemas.openxmlformats.org/drawingml/2006/main">
              <a:ext uri="{FF2B5EF4-FFF2-40B4-BE49-F238E27FC236}">
                <a16:creationId xmlns:a16="http://schemas.microsoft.com/office/drawing/2014/main" id="{398C439A-3B50-43A5-BD2F-54447BBB50BA}"/>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05</a:t>
            </a:r>
          </a:p>
        </p:txBody>
      </p:sp>
      <p:sp>
        <p:nvSpPr>
          <p:cNvPr id="35" name="">
            <a:extLst xmlns:a="http://schemas.openxmlformats.org/drawingml/2006/main">
              <a:ext uri="{FF2B5EF4-FFF2-40B4-BE49-F238E27FC236}">
                <a16:creationId xmlns:a16="http://schemas.microsoft.com/office/drawing/2014/main" id="{585DF110-D31C-4E36-976A-C9E4D4AF010E}"/>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36" name="">
            <a:extLst xmlns:a="http://schemas.openxmlformats.org/drawingml/2006/main">
              <a:ext uri="{FF2B5EF4-FFF2-40B4-BE49-F238E27FC236}">
                <a16:creationId xmlns:a16="http://schemas.microsoft.com/office/drawing/2014/main" id="{EFB91625-A39A-439F-839A-9BFDFB6066C6}"/>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ticket, WebSocket and persisted message</a:t>
            </a:r>
          </a:p>
        </p:txBody>
      </p:sp>
      <p:sp>
        <p:nvSpPr>
          <p:cNvPr id="37" name="">
            <a:extLst xmlns:a="http://schemas.openxmlformats.org/drawingml/2006/main">
              <a:ext uri="{FF2B5EF4-FFF2-40B4-BE49-F238E27FC236}">
                <a16:creationId xmlns:a16="http://schemas.microsoft.com/office/drawing/2014/main" id="{27D8FACC-499C-42D8-86C8-1B15AD4F051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609229193"/>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F03736F-872E-41A0-9235-01503919EEC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C04708D2-F360-45D6-A427-25ACE054C63F}"/>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Lessons and next improvements</a:t>
            </a:r>
          </a:p>
        </p:txBody>
      </p:sp>
      <p:sp>
        <p:nvSpPr>
          <p:cNvPr id="3" name="">
            <a:extLst xmlns:a="http://schemas.openxmlformats.org/drawingml/2006/main">
              <a:ext uri="{FF2B5EF4-FFF2-40B4-BE49-F238E27FC236}">
                <a16:creationId xmlns:a16="http://schemas.microsoft.com/office/drawing/2014/main" id="{AEAB9B7C-3B6D-4B9F-AF13-84378737C4DE}"/>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15</a:t>
            </a:r>
          </a:p>
        </p:txBody>
      </p:sp>
      <p:sp>
        <p:nvSpPr>
          <p:cNvPr id="4" name="">
            <a:extLst xmlns:a="http://schemas.openxmlformats.org/drawingml/2006/main">
              <a:ext uri="{FF2B5EF4-FFF2-40B4-BE49-F238E27FC236}">
                <a16:creationId xmlns:a16="http://schemas.microsoft.com/office/drawing/2014/main" id="{445A2275-5F93-4B06-8589-1453D1656A5B}"/>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66B17B6-DAAC-486E-8F5E-5261DE94000E}"/>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F714AA3F-CF7F-4F58-9EBE-5C628ADCE53F}"/>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180BE23-A6BC-43E7-BFD7-AE2951E82FDD}"/>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F9329716-4454-4A0C-BF41-2BD9AC2E70B7}"/>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Authorization needs current state</a:t>
            </a:r>
          </a:p>
        </p:txBody>
      </p:sp>
      <p:sp>
        <p:nvSpPr>
          <p:cNvPr id="9" name="">
            <a:extLst xmlns:a="http://schemas.openxmlformats.org/drawingml/2006/main">
              <a:ext uri="{FF2B5EF4-FFF2-40B4-BE49-F238E27FC236}">
                <a16:creationId xmlns:a16="http://schemas.microsoft.com/office/drawing/2014/main" id="{9721BA18-1D14-47E9-808D-88E8ACEFD9F2}"/>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3F917CBA-B37D-448F-B376-F1C3E2F1B0BB}"/>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CE8EBA5-5048-4B80-8D25-AD9CD9738446}"/>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2" name="">
            <a:extLst xmlns:a="http://schemas.openxmlformats.org/drawingml/2006/main">
              <a:ext uri="{FF2B5EF4-FFF2-40B4-BE49-F238E27FC236}">
                <a16:creationId xmlns:a16="http://schemas.microsoft.com/office/drawing/2014/main" id="{377EF852-1E77-4B27-A11A-2758DAF77D9F}"/>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Database rules support security</a:t>
            </a:r>
          </a:p>
        </p:txBody>
      </p:sp>
      <p:sp>
        <p:nvSpPr>
          <p:cNvPr id="13" name="">
            <a:extLst xmlns:a="http://schemas.openxmlformats.org/drawingml/2006/main">
              <a:ext uri="{FF2B5EF4-FFF2-40B4-BE49-F238E27FC236}">
                <a16:creationId xmlns:a16="http://schemas.microsoft.com/office/drawing/2014/main" id="{54E1EF66-2026-4BD6-84F4-0A7395608C33}"/>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8878C6FE-C100-4093-B412-B2184F54214A}"/>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3A008F44-CE2E-4B52-9CA8-8433E296D0E6}"/>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C8E01E85-DF38-4D3A-B131-1B644B69E7BA}"/>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Slow work needs durability</a:t>
            </a:r>
          </a:p>
        </p:txBody>
      </p:sp>
      <p:sp>
        <p:nvSpPr>
          <p:cNvPr id="17" name="">
            <a:extLst xmlns:a="http://schemas.openxmlformats.org/drawingml/2006/main">
              <a:ext uri="{FF2B5EF4-FFF2-40B4-BE49-F238E27FC236}">
                <a16:creationId xmlns:a16="http://schemas.microsoft.com/office/drawing/2014/main" id="{9A9A82A4-BAA9-4ACA-8A33-028DDD82947B}"/>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D84A3D84-034A-419C-B9E0-D5EEFF816156}"/>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9B651B"/>
                </a:solidFill>
                <a:latin typeface="Noto Sans"/>
                <a:ea typeface="Noto Sans"/>
                <a:cs typeface="Noto Sans"/>
              </a:defRPr>
            </a:defPPr>
            <a:lvl1pPr algn="l">
              <a:defRPr sz="2100" b="1">
                <a:solidFill>
                  <a:srgbClr val="9B651B"/>
                </a:solidFill>
                <a:latin typeface="Noto Sans"/>
                <a:ea typeface="Noto Sans"/>
                <a:cs typeface="Noto Sans"/>
              </a:defRPr>
            </a:lvl1pPr>
            <a:lvl2pPr algn="l">
              <a:defRPr sz="2100" b="1">
                <a:solidFill>
                  <a:srgbClr val="9B651B"/>
                </a:solidFill>
                <a:latin typeface="Noto Sans"/>
                <a:ea typeface="Noto Sans"/>
                <a:cs typeface="Noto Sans"/>
              </a:defRPr>
            </a:lvl2pPr>
            <a:lvl3pPr algn="l">
              <a:defRPr sz="2100" b="1">
                <a:solidFill>
                  <a:srgbClr val="9B651B"/>
                </a:solidFill>
                <a:latin typeface="Noto Sans"/>
                <a:ea typeface="Noto Sans"/>
                <a:cs typeface="Noto Sans"/>
              </a:defRPr>
            </a:lvl3pPr>
            <a:lvl4pPr algn="l">
              <a:defRPr sz="2100" b="1">
                <a:solidFill>
                  <a:srgbClr val="9B651B"/>
                </a:solidFill>
                <a:latin typeface="Noto Sans"/>
                <a:ea typeface="Noto Sans"/>
                <a:cs typeface="Noto Sans"/>
              </a:defRPr>
            </a:lvl4pPr>
            <a:lvl5pPr algn="l">
              <a:defRPr sz="2100" b="1">
                <a:solidFill>
                  <a:srgbClr val="9B651B"/>
                </a:solidFill>
                <a:latin typeface="Noto Sans"/>
                <a:ea typeface="Noto Sans"/>
                <a:cs typeface="Noto Sans"/>
              </a:defRPr>
            </a:lvl5pPr>
            <a:lvl6pPr algn="l">
              <a:defRPr sz="2100" b="1">
                <a:solidFill>
                  <a:srgbClr val="9B651B"/>
                </a:solidFill>
                <a:latin typeface="Noto Sans"/>
                <a:ea typeface="Noto Sans"/>
                <a:cs typeface="Noto Sans"/>
              </a:defRPr>
            </a:lvl6pPr>
            <a:lvl7pPr algn="l">
              <a:defRPr sz="2100" b="1">
                <a:solidFill>
                  <a:srgbClr val="9B651B"/>
                </a:solidFill>
                <a:latin typeface="Noto Sans"/>
                <a:ea typeface="Noto Sans"/>
                <a:cs typeface="Noto Sans"/>
              </a:defRPr>
            </a:lvl7pPr>
            <a:lvl8pPr algn="l">
              <a:defRPr sz="2100" b="1">
                <a:solidFill>
                  <a:srgbClr val="9B651B"/>
                </a:solidFill>
                <a:latin typeface="Noto Sans"/>
                <a:ea typeface="Noto Sans"/>
                <a:cs typeface="Noto Sans"/>
              </a:defRPr>
            </a:lvl8pPr>
            <a:lvl9pPr algn="l">
              <a:defRPr sz="2100" b="1">
                <a:solidFill>
                  <a:srgbClr val="9B651B"/>
                </a:solidFill>
                <a:latin typeface="Noto Sans"/>
                <a:ea typeface="Noto Sans"/>
                <a:cs typeface="Noto Sans"/>
              </a:defRPr>
            </a:lvl9pPr>
          </a:lstStyle>
          <a:p xmlns:a="http://schemas.openxmlformats.org/drawingml/2006/main">
            <a:pPr algn="l">
              <a:defRPr sz="2100" b="1">
                <a:solidFill>
                  <a:srgbClr val="9B651B"/>
                </a:solidFill>
                <a:latin typeface="Noto Sans"/>
                <a:ea typeface="Noto Sans"/>
                <a:cs typeface="Noto Sans"/>
              </a:defRPr>
            </a:pPr>
            <a:r>
              <a:rPr sz="2100" b="1">
                <a:solidFill>
                  <a:srgbClr val="9B651B"/>
                </a:solidFill>
                <a:latin typeface="Noto Sans"/>
                <a:ea typeface="Noto Sans"/>
                <a:cs typeface="Noto Sans"/>
              </a:rPr>
              <a:t>Next improvements</a:t>
            </a:r>
          </a:p>
        </p:txBody>
      </p:sp>
      <p:sp>
        <p:nvSpPr>
          <p:cNvPr id="19" name="">
            <a:extLst xmlns:a="http://schemas.openxmlformats.org/drawingml/2006/main">
              <a:ext uri="{FF2B5EF4-FFF2-40B4-BE49-F238E27FC236}">
                <a16:creationId xmlns:a16="http://schemas.microsoft.com/office/drawing/2014/main" id="{7CD6AB23-F29B-4DFD-ADEA-2B127CFA1881}"/>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20" name="">
            <a:extLst xmlns:a="http://schemas.openxmlformats.org/drawingml/2006/main">
              <a:ext uri="{FF2B5EF4-FFF2-40B4-BE49-F238E27FC236}">
                <a16:creationId xmlns:a16="http://schemas.microsoft.com/office/drawing/2014/main" id="{0B9FB37C-034C-4B1C-8969-7D5F5C2687B3}"/>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Expand load and stress testing</a:t>
            </a:r>
          </a:p>
        </p:txBody>
      </p:sp>
      <p:sp>
        <p:nvSpPr>
          <p:cNvPr id="21" name="">
            <a:extLst xmlns:a="http://schemas.openxmlformats.org/drawingml/2006/main">
              <a:ext uri="{FF2B5EF4-FFF2-40B4-BE49-F238E27FC236}">
                <a16:creationId xmlns:a16="http://schemas.microsoft.com/office/drawing/2014/main" id="{CE4408F7-EE9E-48A0-8972-AC38790577BD}"/>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02</a:t>
            </a:r>
          </a:p>
        </p:txBody>
      </p:sp>
      <p:sp>
        <p:nvSpPr>
          <p:cNvPr id="22" name="">
            <a:extLst xmlns:a="http://schemas.openxmlformats.org/drawingml/2006/main">
              <a:ext uri="{FF2B5EF4-FFF2-40B4-BE49-F238E27FC236}">
                <a16:creationId xmlns:a16="http://schemas.microsoft.com/office/drawing/2014/main" id="{D7F149BA-2015-4A58-A6DE-0F71AE898DED}"/>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55"/>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Add distributed tracing across API and workers</a:t>
            </a:r>
          </a:p>
        </p:txBody>
      </p:sp>
      <p:sp>
        <p:nvSpPr>
          <p:cNvPr id="23" name="">
            <a:extLst xmlns:a="http://schemas.openxmlformats.org/drawingml/2006/main">
              <a:ext uri="{FF2B5EF4-FFF2-40B4-BE49-F238E27FC236}">
                <a16:creationId xmlns:a16="http://schemas.microsoft.com/office/drawing/2014/main" id="{E2A2BBFE-686A-42B9-ACF0-4E283CCD243F}"/>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03</a:t>
            </a:r>
          </a:p>
        </p:txBody>
      </p:sp>
      <p:sp>
        <p:nvSpPr>
          <p:cNvPr id="24" name="">
            <a:extLst xmlns:a="http://schemas.openxmlformats.org/drawingml/2006/main">
              <a:ext uri="{FF2B5EF4-FFF2-40B4-BE49-F238E27FC236}">
                <a16:creationId xmlns:a16="http://schemas.microsoft.com/office/drawing/2014/main" id="{18D64D88-CA3E-4520-AB54-4332C8FFB3B5}"/>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Improve job retry and failure dashboards</a:t>
            </a:r>
          </a:p>
        </p:txBody>
      </p:sp>
      <p:sp>
        <p:nvSpPr>
          <p:cNvPr id="25" name="">
            <a:extLst xmlns:a="http://schemas.openxmlformats.org/drawingml/2006/main">
              <a:ext uri="{FF2B5EF4-FFF2-40B4-BE49-F238E27FC236}">
                <a16:creationId xmlns:a16="http://schemas.microsoft.com/office/drawing/2014/main" id="{3B6CB460-4300-4F6C-8F78-C2BE0F2D334A}"/>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04</a:t>
            </a:r>
          </a:p>
        </p:txBody>
      </p:sp>
      <p:sp>
        <p:nvSpPr>
          <p:cNvPr id="26" name="">
            <a:extLst xmlns:a="http://schemas.openxmlformats.org/drawingml/2006/main">
              <a:ext uri="{FF2B5EF4-FFF2-40B4-BE49-F238E27FC236}">
                <a16:creationId xmlns:a16="http://schemas.microsoft.com/office/drawing/2014/main" id="{B4B66181-1135-4163-9DBA-704DA5862620}"/>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Profile expensive queries and indexes</a:t>
            </a:r>
          </a:p>
        </p:txBody>
      </p:sp>
      <p:sp>
        <p:nvSpPr>
          <p:cNvPr id="27" name="">
            <a:extLst xmlns:a="http://schemas.openxmlformats.org/drawingml/2006/main">
              <a:ext uri="{FF2B5EF4-FFF2-40B4-BE49-F238E27FC236}">
                <a16:creationId xmlns:a16="http://schemas.microsoft.com/office/drawing/2014/main" id="{527C8030-3C9F-43E2-B756-A31FF831C7B7}"/>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9EB547C7-4199-424C-A8CB-961674E42D06}"/>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Extend end-to-end workflow coverage</a:t>
            </a:r>
          </a:p>
        </p:txBody>
      </p:sp>
      <p:sp>
        <p:nvSpPr>
          <p:cNvPr id="29" name="">
            <a:extLst xmlns:a="http://schemas.openxmlformats.org/drawingml/2006/main">
              <a:ext uri="{FF2B5EF4-FFF2-40B4-BE49-F238E27FC236}">
                <a16:creationId xmlns:a16="http://schemas.microsoft.com/office/drawing/2014/main" id="{7CDF0BD5-191B-4F20-9176-470E7E90E353}"/>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192B23"/>
                </a:solidFill>
                <a:latin typeface="Noto Sans"/>
                <a:ea typeface="Noto Sans"/>
                <a:cs typeface="Noto Sans"/>
              </a:defRPr>
            </a:defPPr>
            <a:lvl1pPr algn="l">
              <a:defRPr sz="2850" b="1">
                <a:solidFill>
                  <a:srgbClr val="192B23"/>
                </a:solidFill>
                <a:latin typeface="Noto Sans"/>
                <a:ea typeface="Noto Sans"/>
                <a:cs typeface="Noto Sans"/>
              </a:defRPr>
            </a:lvl1pPr>
            <a:lvl2pPr algn="l">
              <a:defRPr sz="2850" b="1">
                <a:solidFill>
                  <a:srgbClr val="192B23"/>
                </a:solidFill>
                <a:latin typeface="Noto Sans"/>
                <a:ea typeface="Noto Sans"/>
                <a:cs typeface="Noto Sans"/>
              </a:defRPr>
            </a:lvl2pPr>
            <a:lvl3pPr algn="l">
              <a:defRPr sz="2850" b="1">
                <a:solidFill>
                  <a:srgbClr val="192B23"/>
                </a:solidFill>
                <a:latin typeface="Noto Sans"/>
                <a:ea typeface="Noto Sans"/>
                <a:cs typeface="Noto Sans"/>
              </a:defRPr>
            </a:lvl3pPr>
            <a:lvl4pPr algn="l">
              <a:defRPr sz="2850" b="1">
                <a:solidFill>
                  <a:srgbClr val="192B23"/>
                </a:solidFill>
                <a:latin typeface="Noto Sans"/>
                <a:ea typeface="Noto Sans"/>
                <a:cs typeface="Noto Sans"/>
              </a:defRPr>
            </a:lvl4pPr>
            <a:lvl5pPr algn="l">
              <a:defRPr sz="2850" b="1">
                <a:solidFill>
                  <a:srgbClr val="192B23"/>
                </a:solidFill>
                <a:latin typeface="Noto Sans"/>
                <a:ea typeface="Noto Sans"/>
                <a:cs typeface="Noto Sans"/>
              </a:defRPr>
            </a:lvl5pPr>
            <a:lvl6pPr algn="l">
              <a:defRPr sz="2850" b="1">
                <a:solidFill>
                  <a:srgbClr val="192B23"/>
                </a:solidFill>
                <a:latin typeface="Noto Sans"/>
                <a:ea typeface="Noto Sans"/>
                <a:cs typeface="Noto Sans"/>
              </a:defRPr>
            </a:lvl6pPr>
            <a:lvl7pPr algn="l">
              <a:defRPr sz="2850" b="1">
                <a:solidFill>
                  <a:srgbClr val="192B23"/>
                </a:solidFill>
                <a:latin typeface="Noto Sans"/>
                <a:ea typeface="Noto Sans"/>
                <a:cs typeface="Noto Sans"/>
              </a:defRPr>
            </a:lvl7pPr>
            <a:lvl8pPr algn="l">
              <a:defRPr sz="2850" b="1">
                <a:solidFill>
                  <a:srgbClr val="192B23"/>
                </a:solidFill>
                <a:latin typeface="Noto Sans"/>
                <a:ea typeface="Noto Sans"/>
                <a:cs typeface="Noto Sans"/>
              </a:defRPr>
            </a:lvl8pPr>
            <a:lvl9pPr algn="l">
              <a:defRPr sz="2850" b="1">
                <a:solidFill>
                  <a:srgbClr val="192B23"/>
                </a:solidFill>
                <a:latin typeface="Noto Sans"/>
                <a:ea typeface="Noto Sans"/>
                <a:cs typeface="Noto Sans"/>
              </a:defRPr>
            </a:lvl9pPr>
          </a:lstStyle>
          <a:p xmlns:a="http://schemas.openxmlformats.org/drawingml/2006/main">
            <a:pPr algn="l">
              <a:defRPr sz="2850" b="1">
                <a:solidFill>
                  <a:srgbClr val="192B23"/>
                </a:solidFill>
                <a:latin typeface="Noto Sans"/>
                <a:ea typeface="Noto Sans"/>
                <a:cs typeface="Noto Sans"/>
              </a:defRPr>
            </a:pPr>
            <a:r>
              <a:rPr sz="2850" b="1">
                <a:solidFill>
                  <a:srgbClr val="192B23"/>
                </a:solidFill>
                <a:latin typeface="Noto Sans"/>
                <a:ea typeface="Noto Sans"/>
                <a:cs typeface="Noto Sans"/>
              </a:rPr>
              <a:t>Questions?</a:t>
            </a:r>
          </a:p>
        </p:txBody>
      </p:sp>
      <p:sp>
        <p:nvSpPr>
          <p:cNvPr id="30" name="">
            <a:extLst xmlns:a="http://schemas.openxmlformats.org/drawingml/2006/main">
              <a:ext uri="{FF2B5EF4-FFF2-40B4-BE49-F238E27FC236}">
                <a16:creationId xmlns:a16="http://schemas.microsoft.com/office/drawing/2014/main" id="{A55AEB86-D9F3-4D4F-9D64-6B68AB6D2B2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THANK YOU</a:t>
            </a:r>
          </a:p>
        </p:txBody>
      </p:sp>
    </p:spTree>
    <p:extLst>
      <p:ext uri="{BB962C8B-B14F-4D97-AF65-F5344CB8AC3E}">
        <p14:creationId xmlns:p14="http://schemas.microsoft.com/office/powerpoint/2010/main" val="2329280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2026-10-19T09:47:38.8020000Z</dcterms:created>
  <dcterms:modified xsi:type="dcterms:W3CDTF">2026-10-19T09:47:38.8030000Z</dcterms:modified>
</coreProperties>
</file>