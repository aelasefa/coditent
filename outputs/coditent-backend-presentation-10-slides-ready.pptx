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acbc4d08429421a" /><Relationship Type="http://schemas.openxmlformats.org/officeDocument/2006/relationships/extended-properties" Target="/docProps/app.xml" Id="Rf25e6360a12145ba" /><Relationship Type="http://schemas.openxmlformats.org/officeDocument/2006/relationships/officeDocument" Target="/ppt/presentation.xml" Id="R412b07d7346f475c" /></Relationships>
</file>

<file path=ppt/presentation.xml><?xml version="1.0" encoding="utf-8"?>
<p:presentation xmlns:p="http://schemas.openxmlformats.org/presentationml/2006/main">
  <p:sldMasterIdLst>
    <p:sldMasterId xmlns:r="http://schemas.openxmlformats.org/officeDocument/2006/relationships" id="2147483648" r:id="Rd2b2b6734cc24bdb"/>
  </p:sldMasterIdLst>
  <p:notesMasterIdLst>
    <p:notesMasterId xmlns:r="http://schemas.openxmlformats.org/officeDocument/2006/relationships" r:id="R3a656e2dab534f4c"/>
  </p:notesMasterIdLst>
  <p:sldIdLst>
    <p:sldId xmlns:r="http://schemas.openxmlformats.org/officeDocument/2006/relationships" id="256" r:id="R7fb38cd044f342e9"/>
    <p:sldId xmlns:r="http://schemas.openxmlformats.org/officeDocument/2006/relationships" id="257" r:id="R5121ed2abdf44d13"/>
    <p:sldId xmlns:r="http://schemas.openxmlformats.org/officeDocument/2006/relationships" id="258" r:id="R31b5740a5d9748cb"/>
    <p:sldId xmlns:r="http://schemas.openxmlformats.org/officeDocument/2006/relationships" id="259" r:id="R758afcb10597491f"/>
    <p:sldId xmlns:r="http://schemas.openxmlformats.org/officeDocument/2006/relationships" id="260" r:id="R50f91f2821f44be4"/>
    <p:sldId xmlns:r="http://schemas.openxmlformats.org/officeDocument/2006/relationships" id="261" r:id="R8a5ce53a42b84abf"/>
    <p:sldId xmlns:r="http://schemas.openxmlformats.org/officeDocument/2006/relationships" id="262" r:id="R47337f67179a4624"/>
    <p:sldId xmlns:r="http://schemas.openxmlformats.org/officeDocument/2006/relationships" id="263" r:id="R397ad41c6d8f4317"/>
    <p:sldId xmlns:r="http://schemas.openxmlformats.org/officeDocument/2006/relationships" id="264" r:id="Rff572a4fbf294f4d"/>
    <p:sldId xmlns:r="http://schemas.openxmlformats.org/officeDocument/2006/relationships" id="265" r:id="R37ac747e5029474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00f31997b014d7f" /><Relationship Type="http://schemas.openxmlformats.org/officeDocument/2006/relationships/slideMaster" Target="/ppt/slideMasters/slideMaster1.xml" Id="Rd2b2b6734cc24bdb" /><Relationship Type="http://schemas.openxmlformats.org/officeDocument/2006/relationships/notesMaster" Target="/ppt/notesMasters/notesMaster1.xml" Id="R3a656e2dab534f4c" /><Relationship Type="http://schemas.openxmlformats.org/officeDocument/2006/relationships/presProps" Target="/ppt/presProps.xml" Id="R8d97ea4fd02b4b4b" /><Relationship Type="http://schemas.openxmlformats.org/officeDocument/2006/relationships/tableStyles" Target="/ppt/tableStyles.xml" Id="R24c00b67351e4967" /><Relationship Type="http://schemas.openxmlformats.org/officeDocument/2006/relationships/slide" Target="/ppt/slides/slide1.xml" Id="R7fb38cd044f342e9" /><Relationship Type="http://schemas.openxmlformats.org/officeDocument/2006/relationships/slide" Target="/ppt/slides/slide2.xml" Id="R5121ed2abdf44d13" /><Relationship Type="http://schemas.openxmlformats.org/officeDocument/2006/relationships/slide" Target="/ppt/slides/slide3.xml" Id="R31b5740a5d9748cb" /><Relationship Type="http://schemas.openxmlformats.org/officeDocument/2006/relationships/slide" Target="/ppt/slides/slide4.xml" Id="R758afcb10597491f" /><Relationship Type="http://schemas.openxmlformats.org/officeDocument/2006/relationships/slide" Target="/ppt/slides/slide5.xml" Id="R50f91f2821f44be4" /><Relationship Type="http://schemas.openxmlformats.org/officeDocument/2006/relationships/slide" Target="/ppt/slides/slide6.xml" Id="R8a5ce53a42b84abf" /><Relationship Type="http://schemas.openxmlformats.org/officeDocument/2006/relationships/slide" Target="/ppt/slides/slide7.xml" Id="R47337f67179a4624" /><Relationship Type="http://schemas.openxmlformats.org/officeDocument/2006/relationships/slide" Target="/ppt/slides/slide8.xml" Id="R397ad41c6d8f4317" /><Relationship Type="http://schemas.openxmlformats.org/officeDocument/2006/relationships/slide" Target="/ppt/slides/slide9.xml" Id="Rff572a4fbf294f4d" /><Relationship Type="http://schemas.openxmlformats.org/officeDocument/2006/relationships/slide" Target="/ppt/slides/slide10.xml" Id="R37ac747e5029474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dacfbd8e0b745e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556b48f997c4e69" /><Relationship Type="http://schemas.openxmlformats.org/officeDocument/2006/relationships/notesMaster" Target="/ppt/notesMasters/notesMaster1.xml" Id="Rc171e3e34b9240f0" /></Relationships>
</file>

<file path=ppt/notesSlides/_rels/notesSlide2.xml.rels>&#65279;<?xml version="1.0" encoding="utf-8"?><Relationships xmlns="http://schemas.openxmlformats.org/package/2006/relationships"><Relationship Type="http://schemas.openxmlformats.org/officeDocument/2006/relationships/slide" Target="/ppt/slides/slide2.xml" Id="Rb0b6a7f571854c46" /><Relationship Type="http://schemas.openxmlformats.org/officeDocument/2006/relationships/notesMaster" Target="/ppt/notesMasters/notesMaster1.xml" Id="Raa9ebb37fb494af6" /></Relationships>
</file>

<file path=ppt/notesSlides/_rels/notesSlide3.xml.rels>&#65279;<?xml version="1.0" encoding="utf-8"?><Relationships xmlns="http://schemas.openxmlformats.org/package/2006/relationships"><Relationship Type="http://schemas.openxmlformats.org/officeDocument/2006/relationships/slide" Target="/ppt/slides/slide3.xml" Id="R07789805dbf44ffa" /><Relationship Type="http://schemas.openxmlformats.org/officeDocument/2006/relationships/notesMaster" Target="/ppt/notesMasters/notesMaster1.xml" Id="R952d7c19b11b41ab" /></Relationships>
</file>

<file path=ppt/notesSlides/_rels/notesSlide4.xml.rels>&#65279;<?xml version="1.0" encoding="utf-8"?><Relationships xmlns="http://schemas.openxmlformats.org/package/2006/relationships"><Relationship Type="http://schemas.openxmlformats.org/officeDocument/2006/relationships/slide" Target="/ppt/slides/slide4.xml" Id="R9982e139f12a488b" /><Relationship Type="http://schemas.openxmlformats.org/officeDocument/2006/relationships/notesMaster" Target="/ppt/notesMasters/notesMaster1.xml" Id="R8dc7c6aeb9b240e6" /></Relationships>
</file>

<file path=ppt/notesSlides/_rels/notesSlide5.xml.rels>&#65279;<?xml version="1.0" encoding="utf-8"?><Relationships xmlns="http://schemas.openxmlformats.org/package/2006/relationships"><Relationship Type="http://schemas.openxmlformats.org/officeDocument/2006/relationships/slide" Target="/ppt/slides/slide5.xml" Id="R51be993a624143c3" /><Relationship Type="http://schemas.openxmlformats.org/officeDocument/2006/relationships/notesMaster" Target="/ppt/notesMasters/notesMaster1.xml" Id="R37660d197b264a03" /></Relationships>
</file>

<file path=ppt/notesSlides/_rels/notesSlide6.xml.rels>&#65279;<?xml version="1.0" encoding="utf-8"?><Relationships xmlns="http://schemas.openxmlformats.org/package/2006/relationships"><Relationship Type="http://schemas.openxmlformats.org/officeDocument/2006/relationships/slide" Target="/ppt/slides/slide6.xml" Id="R0add72bba0db4777" /><Relationship Type="http://schemas.openxmlformats.org/officeDocument/2006/relationships/notesMaster" Target="/ppt/notesMasters/notesMaster1.xml" Id="R8c07f17ee63a4f19" /></Relationships>
</file>

<file path=ppt/notesSlides/_rels/notesSlide7.xml.rels>&#65279;<?xml version="1.0" encoding="utf-8"?><Relationships xmlns="http://schemas.openxmlformats.org/package/2006/relationships"><Relationship Type="http://schemas.openxmlformats.org/officeDocument/2006/relationships/slide" Target="/ppt/slides/slide7.xml" Id="R3b256a0f779e4fb1" /><Relationship Type="http://schemas.openxmlformats.org/officeDocument/2006/relationships/notesMaster" Target="/ppt/notesMasters/notesMaster1.xml" Id="Re5651ee04cc54766" /></Relationships>
</file>

<file path=ppt/notesSlides/_rels/notesSlide8.xml.rels>&#65279;<?xml version="1.0" encoding="utf-8"?><Relationships xmlns="http://schemas.openxmlformats.org/package/2006/relationships"><Relationship Type="http://schemas.openxmlformats.org/officeDocument/2006/relationships/slide" Target="/ppt/slides/slide8.xml" Id="Rb90557ff93ec43d4" /><Relationship Type="http://schemas.openxmlformats.org/officeDocument/2006/relationships/notesMaster" Target="/ppt/notesMasters/notesMaster1.xml" Id="R5e5ab565f0004b02" /></Relationships>
</file>

<file path=ppt/notesSlides/_rels/notesSlide9.xml.rels>&#65279;<?xml version="1.0" encoding="utf-8"?><Relationships xmlns="http://schemas.openxmlformats.org/package/2006/relationships"><Relationship Type="http://schemas.openxmlformats.org/officeDocument/2006/relationships/slide" Target="/ppt/slides/slide9.xml" Id="R31d460d355544212" /><Relationship Type="http://schemas.openxmlformats.org/officeDocument/2006/relationships/notesMaster" Target="/ppt/notesMasters/notesMaster1.xml" Id="Ra8195a7290d6401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09db02d13294745" /><Relationship Type="http://schemas.openxmlformats.org/officeDocument/2006/relationships/notesMaster" Target="/ppt/notesMasters/notesMaster1.xml" Id="Rdb688d96ab5042c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teammates have presented the product and their contributions. Now I am going to take you behind the interface and explain what happens in the backend. My name is Mohammed Elmahfoudi, the backend guy on the team. I was responsible for the server-side architecture and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backend has 165 routes across 18 routers, supported by 29 database models and 46 migrations. Its 53 test files contain 372 test functions covering security and business workflows. These components serve candidates, company teams and administrators.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Normal requests pass through Nginx and FastAPI to PostgreSQL. Background jobs use an outbox, Redis and Celery. WebSockets use short-lived tickets, PostgreSQL history and Redis fan-out. Inside the code, routers receive input, dependencies load identity, services make decisions, models protect state and workers handle slow operations.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request first matches a route and passes Pydantic validation. The backend then resolves the current session and checks role, company, ownership and resource scope. Only then does it run service logic and commit the transaction. Cookie mutations also require CSRF protection.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Application model connects one candidate to one offer and preserves the recruitment workflow. The database prevents duplicate applications and verifies CV ownership. Under concurrency, row locks, version checks, unique constraints and idempotency keep state correct.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Registration uses email verification and login uses bcrypt. Sessions use JWTs and secure cookies, but every protected request still loads current user state. Authorization combines role permission with tenant or ownership scope. Two-factor challenges are single-use and sessions remain revocable.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candidate discovers an offer and applies with a valid profile and CV. The backend creates AI screening work, allows company review, manages interview feedback and controls the final decision. Every transition checks the current stage, requested stage, caller permission and application scope.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work first becomes a durable database job, then a dispatcher and Celery worker process it through Redis. Email uses the same outbox idea with encrypted payloads, deduplication and provider idempotency. Both workflows survive restarts and temporary provider failures.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recruitment and friend WebSockets both use short-lived tickets and durable PostgreSQL history. CVs stay in private storage and every download passes through authorization. In production, Nginx is the only public entry point while data stores and workers remain private.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repository contains 53 test files and 372 test functions covering the main security and workflow risks. My main lessons were that current state controls authority, database rules support security and slow work needs durability. My next improvements are load testing, distributed tracing, job dashboards and query profiling. Thank you, and I am ready for your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165f8b3843b46b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1f60f5cc18f4de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4dc25322de9448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bcbba4ab0d44a7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7fbbc9097964ea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0e64d81d1fe429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3A08563-3324-42D0-8CBE-E9DF125ED27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65F1537-453A-4443-B111-D0B74090D9C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C2465A6-7827-47EC-BFD3-7220260172E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80A5E76-070C-4437-906C-F8CB076AAE4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1FFF445-70ED-4289-9731-1E7183C3A92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C9321D0-31EA-4793-83ED-C7662082D0E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340D268-65D9-499D-863F-805DD392DCB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BF69808-4135-4EB8-92FB-39FC337BA56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EBF2C1C-123F-43D7-A592-39410D11F0A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8EDB21C-C30E-4DD2-AA97-EAB74F09338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2d7aed48486424a" /><Relationship Type="http://schemas.openxmlformats.org/officeDocument/2006/relationships/slideLayout" Target="/ppt/slideLayouts/slideLayout1.xml" Id="R82418f2e9d8449b4" /><Relationship Type="http://schemas.openxmlformats.org/officeDocument/2006/relationships/slideLayout" Target="/ppt/slideLayouts/slideLayout2.xml" Id="R13eaf3c47e3645c6" /><Relationship Type="http://schemas.openxmlformats.org/officeDocument/2006/relationships/slideLayout" Target="/ppt/slideLayouts/slideLayout3.xml" Id="Rd97a5ebb57b84efd" /><Relationship Type="http://schemas.openxmlformats.org/officeDocument/2006/relationships/slideLayout" Target="/ppt/slideLayouts/slideLayout4.xml" Id="Rdfd463564bea4df0" /><Relationship Type="http://schemas.openxmlformats.org/officeDocument/2006/relationships/slideLayout" Target="/ppt/slideLayouts/slideLayout5.xml" Id="Rf704a591a674400f" /><Relationship Type="http://schemas.openxmlformats.org/officeDocument/2006/relationships/slideLayout" Target="/ppt/slideLayouts/slideLayout6.xml" Id="Rfd8decc6d0f5454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2418f2e9d8449b4"/>
    <p:sldLayoutId xmlns:r="http://schemas.openxmlformats.org/officeDocument/2006/relationships" id="2147483650" r:id="R13eaf3c47e3645c6"/>
    <p:sldLayoutId xmlns:r="http://schemas.openxmlformats.org/officeDocument/2006/relationships" id="2147483651" r:id="Rd97a5ebb57b84efd"/>
    <p:sldLayoutId xmlns:r="http://schemas.openxmlformats.org/officeDocument/2006/relationships" id="2147483652" r:id="Rdfd463564bea4df0"/>
    <p:sldLayoutId xmlns:r="http://schemas.openxmlformats.org/officeDocument/2006/relationships" id="2147483653" r:id="Rf704a591a674400f"/>
    <p:sldLayoutId xmlns:r="http://schemas.openxmlformats.org/officeDocument/2006/relationships" id="2147483654" r:id="Rfd8decc6d0f5454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c715c668ccc4a63" /><Relationship Type="http://schemas.openxmlformats.org/officeDocument/2006/relationships/image" Target="/ppt/media/image.png" Id="Rf359b363681b4677" /><Relationship Type="http://schemas.openxmlformats.org/officeDocument/2006/relationships/notesSlide" Target="/ppt/notesSlides/notesSlide1.xml" Id="Rbea180b206fc48e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70303e405b24dd3" /><Relationship Type="http://schemas.openxmlformats.org/officeDocument/2006/relationships/notesSlide" Target="/ppt/notesSlides/notesSlide2.xml" Id="R2c9d33125e9947d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38979df2d2647c1" /><Relationship Type="http://schemas.openxmlformats.org/officeDocument/2006/relationships/notesSlide" Target="/ppt/notesSlides/notesSlide3.xml" Id="R0490766ceac244e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5ff2ead3f9a436d" /><Relationship Type="http://schemas.openxmlformats.org/officeDocument/2006/relationships/notesSlide" Target="/ppt/notesSlides/notesSlide4.xml" Id="Rb777a0e7e3ed481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777435abe5e42ef" /><Relationship Type="http://schemas.openxmlformats.org/officeDocument/2006/relationships/notesSlide" Target="/ppt/notesSlides/notesSlide5.xml" Id="R5a08fbd4d6424bc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95e35f37b9d4c40" /><Relationship Type="http://schemas.openxmlformats.org/officeDocument/2006/relationships/notesSlide" Target="/ppt/notesSlides/notesSlide6.xml" Id="R7fceef544e4c488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0c4becaf93e4ca0" /><Relationship Type="http://schemas.openxmlformats.org/officeDocument/2006/relationships/image" Target="/ppt/media/image2.png" Id="Rb6284c787e9e4989" /><Relationship Type="http://schemas.openxmlformats.org/officeDocument/2006/relationships/notesSlide" Target="/ppt/notesSlides/notesSlide7.xml" Id="R99de3fa37a5040e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73767d8720f45e1" /><Relationship Type="http://schemas.openxmlformats.org/officeDocument/2006/relationships/notesSlide" Target="/ppt/notesSlides/notesSlide8.xml" Id="Rcc122cfccfaf4aa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7bab591c8744221" /><Relationship Type="http://schemas.openxmlformats.org/officeDocument/2006/relationships/notesSlide" Target="/ppt/notesSlides/notesSlide9.xml" Id="R1433ebf5ca51430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3811b47048b464d" /><Relationship Type="http://schemas.openxmlformats.org/officeDocument/2006/relationships/image" Target="/ppt/media/image3.png" Id="R546f1c816066436a" /><Relationship Type="http://schemas.openxmlformats.org/officeDocument/2006/relationships/image" Target="/ppt/media/image.svg" Id="Rfd1b776e532741d3" /><Relationship Type="http://schemas.openxmlformats.org/officeDocument/2006/relationships/notesSlide" Target="/ppt/notesSlides/notesSlide10.xml" Id="R9d7effbb82d140d2" /></Relationships>
</file>

<file path=ppt/slides/slide1.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B8DB1BA2-3BA7-4554-9460-72CAFB475C40}"/>
              </a:ext>
            </a:extLst>
          </p:cNvPr>
          <p:cNvPicPr>
            <a:picLocks xmlns:a="http://schemas.openxmlformats.org/drawingml/2006/main" noChangeAspect="1"/>
          </p:cNvPicPr>
          <p:nvPr/>
        </p:nvPicPr>
        <p:blipFill>
          <a:blip xmlns:r="http://schemas.openxmlformats.org/officeDocument/2006/relationships" xmlns:a="http://schemas.openxmlformats.org/drawingml/2006/main" r:embed="Rf359b363681b4677"/>
          <a:srcRect xmlns:a="http://schemas.openxmlformats.org/drawingml/2006/main" l="23828" t="0" r="23828" b="0"/>
          <a:stretch xmlns:a="http://schemas.openxmlformats.org/drawingml/2006/main">
            <a:fillRect l="0" t="0" r="0" b="0"/>
          </a:stretch>
        </p:blipFill>
        <p:spPr>
          <a:xfrm xmlns:a="http://schemas.openxmlformats.org/drawingml/2006/main">
            <a:off x="5810250" y="0"/>
            <a:ext cx="63817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3A30C83-6AEA-4778-BB98-CF667E67BCD1}"/>
              </a:ext>
            </a:extLst>
          </p:cNvPr>
          <p:cNvSpPr>
            <a:spLocks xmlns:a="http://schemas.openxmlformats.org/drawingml/2006/main" noGrp="1"/>
          </p:cNvSpPr>
          <p:nvPr/>
        </p:nvSpPr>
        <p:spPr>
          <a:xfrm xmlns:a="http://schemas.openxmlformats.org/drawingml/2006/main">
            <a:off x="0" y="0"/>
            <a:ext cx="6381750" cy="6858000"/>
          </a:xfrm>
          <a:prstGeom xmlns:a="http://schemas.openxmlformats.org/drawingml/2006/main" prst="rect">
            <a:avLst/>
          </a:prstGeom>
          <a:solidFill xmlns:a="http://schemas.openxmlformats.org/drawingml/2006/main">
            <a:srgbClr val="F8F8F3"/>
          </a:solidFill>
          <a:ln xmlns:a="http://schemas.openxmlformats.org/drawingml/2006/main" w="0">
            <a:solidFill>
              <a:srgbClr val="F8F8F3"/>
            </a:solidFill>
            <a:prstDash val="solid"/>
          </a:ln>
        </p:spPr>
      </p:sp>
      <p:sp>
        <p:nvSpPr>
          <p:cNvPr id="3" name="">
            <a:extLst xmlns:a="http://schemas.openxmlformats.org/drawingml/2006/main">
              <a:ext uri="{FF2B5EF4-FFF2-40B4-BE49-F238E27FC236}">
                <a16:creationId xmlns:a16="http://schemas.microsoft.com/office/drawing/2014/main" id="{A287E60E-4621-4CA8-B73D-76D56972F667}"/>
              </a:ext>
            </a:extLst>
          </p:cNvPr>
          <p:cNvSpPr>
            <a:spLocks xmlns:a="http://schemas.openxmlformats.org/drawingml/2006/main" noGrp="1"/>
          </p:cNvSpPr>
          <p:nvPr/>
        </p:nvSpPr>
        <p:spPr>
          <a:xfrm xmlns:a="http://schemas.openxmlformats.org/drawingml/2006/main">
            <a:off x="609600" y="666750"/>
            <a:ext cx="495300" cy="5715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4" name="">
            <a:extLst xmlns:a="http://schemas.openxmlformats.org/drawingml/2006/main">
              <a:ext uri="{FF2B5EF4-FFF2-40B4-BE49-F238E27FC236}">
                <a16:creationId xmlns:a16="http://schemas.microsoft.com/office/drawing/2014/main" id="{0439AAFC-4D41-4DDA-B9A7-33D8F8E7D90F}"/>
              </a:ext>
            </a:extLst>
          </p:cNvPr>
          <p:cNvSpPr>
            <a:spLocks xmlns:a="http://schemas.openxmlformats.org/drawingml/2006/main" noGrp="1"/>
          </p:cNvSpPr>
          <p:nvPr/>
        </p:nvSpPr>
        <p:spPr>
          <a:xfrm xmlns:a="http://schemas.openxmlformats.org/drawingml/2006/main">
            <a:off x="609600" y="8382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CODITENT PROJECT PRESENTATION  /  BACKEND SECTION</a:t>
            </a:r>
          </a:p>
        </p:txBody>
      </p:sp>
      <p:sp>
        <p:nvSpPr>
          <p:cNvPr id="5" name="">
            <a:extLst xmlns:a="http://schemas.openxmlformats.org/drawingml/2006/main">
              <a:ext uri="{FF2B5EF4-FFF2-40B4-BE49-F238E27FC236}">
                <a16:creationId xmlns:a16="http://schemas.microsoft.com/office/drawing/2014/main" id="{95EABA25-C7FE-463E-A568-94D051021DDA}"/>
              </a:ext>
            </a:extLst>
          </p:cNvPr>
          <p:cNvSpPr>
            <a:spLocks xmlns:a="http://schemas.openxmlformats.org/drawingml/2006/main" noGrp="1"/>
          </p:cNvSpPr>
          <p:nvPr/>
        </p:nvSpPr>
        <p:spPr>
          <a:xfrm xmlns:a="http://schemas.openxmlformats.org/drawingml/2006/main">
            <a:off x="609600" y="1466850"/>
            <a:ext cx="504825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3000" b="1">
                <a:solidFill>
                  <a:srgbClr val="192B23"/>
                </a:solidFill>
                <a:latin typeface="Noto Sans"/>
                <a:ea typeface="Noto Sans"/>
                <a:cs typeface="Noto Sans"/>
              </a:defRPr>
            </a:defPPr>
            <a:lvl1pPr algn="l">
              <a:defRPr sz="3000" b="1">
                <a:solidFill>
                  <a:srgbClr val="192B23"/>
                </a:solidFill>
                <a:latin typeface="Noto Sans"/>
                <a:ea typeface="Noto Sans"/>
                <a:cs typeface="Noto Sans"/>
              </a:defRPr>
            </a:lvl1pPr>
            <a:lvl2pPr algn="l">
              <a:defRPr sz="3000" b="1">
                <a:solidFill>
                  <a:srgbClr val="192B23"/>
                </a:solidFill>
                <a:latin typeface="Noto Sans"/>
                <a:ea typeface="Noto Sans"/>
                <a:cs typeface="Noto Sans"/>
              </a:defRPr>
            </a:lvl2pPr>
            <a:lvl3pPr algn="l">
              <a:defRPr sz="3000" b="1">
                <a:solidFill>
                  <a:srgbClr val="192B23"/>
                </a:solidFill>
                <a:latin typeface="Noto Sans"/>
                <a:ea typeface="Noto Sans"/>
                <a:cs typeface="Noto Sans"/>
              </a:defRPr>
            </a:lvl3pPr>
            <a:lvl4pPr algn="l">
              <a:defRPr sz="3000" b="1">
                <a:solidFill>
                  <a:srgbClr val="192B23"/>
                </a:solidFill>
                <a:latin typeface="Noto Sans"/>
                <a:ea typeface="Noto Sans"/>
                <a:cs typeface="Noto Sans"/>
              </a:defRPr>
            </a:lvl4pPr>
            <a:lvl5pPr algn="l">
              <a:defRPr sz="3000" b="1">
                <a:solidFill>
                  <a:srgbClr val="192B23"/>
                </a:solidFill>
                <a:latin typeface="Noto Sans"/>
                <a:ea typeface="Noto Sans"/>
                <a:cs typeface="Noto Sans"/>
              </a:defRPr>
            </a:lvl5pPr>
            <a:lvl6pPr algn="l">
              <a:defRPr sz="3000" b="1">
                <a:solidFill>
                  <a:srgbClr val="192B23"/>
                </a:solidFill>
                <a:latin typeface="Noto Sans"/>
                <a:ea typeface="Noto Sans"/>
                <a:cs typeface="Noto Sans"/>
              </a:defRPr>
            </a:lvl6pPr>
            <a:lvl7pPr algn="l">
              <a:defRPr sz="3000" b="1">
                <a:solidFill>
                  <a:srgbClr val="192B23"/>
                </a:solidFill>
                <a:latin typeface="Noto Sans"/>
                <a:ea typeface="Noto Sans"/>
                <a:cs typeface="Noto Sans"/>
              </a:defRPr>
            </a:lvl7pPr>
            <a:lvl8pPr algn="l">
              <a:defRPr sz="3000" b="1">
                <a:solidFill>
                  <a:srgbClr val="192B23"/>
                </a:solidFill>
                <a:latin typeface="Noto Sans"/>
                <a:ea typeface="Noto Sans"/>
                <a:cs typeface="Noto Sans"/>
              </a:defRPr>
            </a:lvl8pPr>
            <a:lvl9pPr algn="l">
              <a:defRPr sz="3000" b="1">
                <a:solidFill>
                  <a:srgbClr val="192B23"/>
                </a:solidFill>
                <a:latin typeface="Noto Sans"/>
                <a:ea typeface="Noto Sans"/>
                <a:cs typeface="Noto Sans"/>
              </a:defRPr>
            </a:lvl9pPr>
          </a:lstStyle>
          <a:p xmlns:a="http://schemas.openxmlformats.org/drawingml/2006/main">
            <a:pPr algn="l">
              <a:defRPr sz="3000" b="1">
                <a:solidFill>
                  <a:srgbClr val="192B23"/>
                </a:solidFill>
                <a:latin typeface="Noto Sans"/>
                <a:ea typeface="Noto Sans"/>
                <a:cs typeface="Noto Sans"/>
              </a:defRPr>
            </a:pPr>
            <a:r>
              <a:rPr sz="3000" b="1">
                <a:solidFill>
                  <a:srgbClr val="192B23"/>
                </a:solidFill>
                <a:latin typeface="Noto Sans"/>
                <a:ea typeface="Noto Sans"/>
                <a:cs typeface="Noto Sans"/>
              </a:rPr>
              <a:t>Now, let’s look</a:t>
            </a:r>
          </a:p>
          <a:p xmlns:a="http://schemas.openxmlformats.org/drawingml/2006/main">
            <a:pPr algn="l">
              <a:defRPr sz="3000" b="1">
                <a:solidFill>
                  <a:srgbClr val="192B23"/>
                </a:solidFill>
                <a:latin typeface="Noto Sans"/>
                <a:ea typeface="Noto Sans"/>
                <a:cs typeface="Noto Sans"/>
              </a:defRPr>
            </a:pPr>
            <a:r>
              <a:rPr sz="3000" b="1">
                <a:solidFill>
                  <a:srgbClr val="192B23"/>
                </a:solidFill>
                <a:latin typeface="Noto Sans"/>
                <a:ea typeface="Noto Sans"/>
                <a:cs typeface="Noto Sans"/>
              </a:rPr>
              <a:t>behind the interface</a:t>
            </a:r>
          </a:p>
        </p:txBody>
      </p:sp>
      <p:sp>
        <p:nvSpPr>
          <p:cNvPr id="6" name="">
            <a:extLst xmlns:a="http://schemas.openxmlformats.org/drawingml/2006/main">
              <a:ext uri="{FF2B5EF4-FFF2-40B4-BE49-F238E27FC236}">
                <a16:creationId xmlns:a16="http://schemas.microsoft.com/office/drawing/2014/main" id="{CA2AF504-2693-4259-BC5B-A88BFBD3299E}"/>
              </a:ext>
            </a:extLst>
          </p:cNvPr>
          <p:cNvSpPr>
            <a:spLocks xmlns:a="http://schemas.openxmlformats.org/drawingml/2006/main" noGrp="1"/>
          </p:cNvSpPr>
          <p:nvPr/>
        </p:nvSpPr>
        <p:spPr>
          <a:xfrm xmlns:a="http://schemas.openxmlformats.org/drawingml/2006/main">
            <a:off x="609600" y="2895600"/>
            <a:ext cx="495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650" b="1">
                <a:solidFill>
                  <a:srgbClr val="356456"/>
                </a:solidFill>
                <a:latin typeface="Noto Sans"/>
                <a:ea typeface="Noto Sans"/>
                <a:cs typeface="Noto Sans"/>
              </a:defRPr>
            </a:defPPr>
            <a:lvl1pPr algn="l">
              <a:defRPr sz="1650" b="1">
                <a:solidFill>
                  <a:srgbClr val="356456"/>
                </a:solidFill>
                <a:latin typeface="Noto Sans"/>
                <a:ea typeface="Noto Sans"/>
                <a:cs typeface="Noto Sans"/>
              </a:defRPr>
            </a:lvl1pPr>
            <a:lvl2pPr algn="l">
              <a:defRPr sz="1650" b="1">
                <a:solidFill>
                  <a:srgbClr val="356456"/>
                </a:solidFill>
                <a:latin typeface="Noto Sans"/>
                <a:ea typeface="Noto Sans"/>
                <a:cs typeface="Noto Sans"/>
              </a:defRPr>
            </a:lvl2pPr>
            <a:lvl3pPr algn="l">
              <a:defRPr sz="1650" b="1">
                <a:solidFill>
                  <a:srgbClr val="356456"/>
                </a:solidFill>
                <a:latin typeface="Noto Sans"/>
                <a:ea typeface="Noto Sans"/>
                <a:cs typeface="Noto Sans"/>
              </a:defRPr>
            </a:lvl3pPr>
            <a:lvl4pPr algn="l">
              <a:defRPr sz="1650" b="1">
                <a:solidFill>
                  <a:srgbClr val="356456"/>
                </a:solidFill>
                <a:latin typeface="Noto Sans"/>
                <a:ea typeface="Noto Sans"/>
                <a:cs typeface="Noto Sans"/>
              </a:defRPr>
            </a:lvl4pPr>
            <a:lvl5pPr algn="l">
              <a:defRPr sz="1650" b="1">
                <a:solidFill>
                  <a:srgbClr val="356456"/>
                </a:solidFill>
                <a:latin typeface="Noto Sans"/>
                <a:ea typeface="Noto Sans"/>
                <a:cs typeface="Noto Sans"/>
              </a:defRPr>
            </a:lvl5pPr>
            <a:lvl6pPr algn="l">
              <a:defRPr sz="1650" b="1">
                <a:solidFill>
                  <a:srgbClr val="356456"/>
                </a:solidFill>
                <a:latin typeface="Noto Sans"/>
                <a:ea typeface="Noto Sans"/>
                <a:cs typeface="Noto Sans"/>
              </a:defRPr>
            </a:lvl6pPr>
            <a:lvl7pPr algn="l">
              <a:defRPr sz="1650" b="1">
                <a:solidFill>
                  <a:srgbClr val="356456"/>
                </a:solidFill>
                <a:latin typeface="Noto Sans"/>
                <a:ea typeface="Noto Sans"/>
                <a:cs typeface="Noto Sans"/>
              </a:defRPr>
            </a:lvl7pPr>
            <a:lvl8pPr algn="l">
              <a:defRPr sz="1650" b="1">
                <a:solidFill>
                  <a:srgbClr val="356456"/>
                </a:solidFill>
                <a:latin typeface="Noto Sans"/>
                <a:ea typeface="Noto Sans"/>
                <a:cs typeface="Noto Sans"/>
              </a:defRPr>
            </a:lvl8pPr>
            <a:lvl9pPr algn="l">
              <a:defRPr sz="1650" b="1">
                <a:solidFill>
                  <a:srgbClr val="356456"/>
                </a:solidFill>
                <a:latin typeface="Noto Sans"/>
                <a:ea typeface="Noto Sans"/>
                <a:cs typeface="Noto Sans"/>
              </a:defRPr>
            </a:lvl9pPr>
          </a:lstStyle>
          <a:p xmlns:a="http://schemas.openxmlformats.org/drawingml/2006/main">
            <a:pPr algn="l">
              <a:defRPr sz="1650" b="1">
                <a:solidFill>
                  <a:srgbClr val="356456"/>
                </a:solidFill>
                <a:latin typeface="Noto Sans"/>
                <a:ea typeface="Noto Sans"/>
                <a:cs typeface="Noto Sans"/>
              </a:defRPr>
            </a:pPr>
            <a:r>
              <a:rPr sz="1650" b="1">
                <a:solidFill>
                  <a:srgbClr val="356456"/>
                </a:solidFill>
                <a:latin typeface="Noto Sans"/>
                <a:ea typeface="Noto Sans"/>
                <a:cs typeface="Noto Sans"/>
              </a:rPr>
              <a:t>My contribution: backend architecture and engineering</a:t>
            </a:r>
          </a:p>
        </p:txBody>
      </p:sp>
      <p:sp>
        <p:nvSpPr>
          <p:cNvPr id="7" name="">
            <a:extLst xmlns:a="http://schemas.openxmlformats.org/drawingml/2006/main">
              <a:ext uri="{FF2B5EF4-FFF2-40B4-BE49-F238E27FC236}">
                <a16:creationId xmlns:a16="http://schemas.microsoft.com/office/drawing/2014/main" id="{549AE727-8A63-4F59-870F-144DE8DBF1BE}"/>
              </a:ext>
            </a:extLst>
          </p:cNvPr>
          <p:cNvSpPr>
            <a:spLocks xmlns:a="http://schemas.openxmlformats.org/drawingml/2006/main" noGrp="1"/>
          </p:cNvSpPr>
          <p:nvPr/>
        </p:nvSpPr>
        <p:spPr>
          <a:xfrm xmlns:a="http://schemas.openxmlformats.org/drawingml/2006/main">
            <a:off x="609600" y="3638550"/>
            <a:ext cx="4762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1">
                <a:solidFill>
                  <a:srgbClr val="A25C38"/>
                </a:solidFill>
                <a:latin typeface="Noto Sans"/>
                <a:ea typeface="Noto Sans"/>
                <a:cs typeface="Noto Sans"/>
              </a:defRPr>
            </a:defPPr>
            <a:lvl1pPr algn="l">
              <a:defRPr sz="1200" b="1">
                <a:solidFill>
                  <a:srgbClr val="A25C38"/>
                </a:solidFill>
                <a:latin typeface="Noto Sans"/>
                <a:ea typeface="Noto Sans"/>
                <a:cs typeface="Noto Sans"/>
              </a:defRPr>
            </a:lvl1pPr>
            <a:lvl2pPr algn="l">
              <a:defRPr sz="1200" b="1">
                <a:solidFill>
                  <a:srgbClr val="A25C38"/>
                </a:solidFill>
                <a:latin typeface="Noto Sans"/>
                <a:ea typeface="Noto Sans"/>
                <a:cs typeface="Noto Sans"/>
              </a:defRPr>
            </a:lvl2pPr>
            <a:lvl3pPr algn="l">
              <a:defRPr sz="1200" b="1">
                <a:solidFill>
                  <a:srgbClr val="A25C38"/>
                </a:solidFill>
                <a:latin typeface="Noto Sans"/>
                <a:ea typeface="Noto Sans"/>
                <a:cs typeface="Noto Sans"/>
              </a:defRPr>
            </a:lvl3pPr>
            <a:lvl4pPr algn="l">
              <a:defRPr sz="1200" b="1">
                <a:solidFill>
                  <a:srgbClr val="A25C38"/>
                </a:solidFill>
                <a:latin typeface="Noto Sans"/>
                <a:ea typeface="Noto Sans"/>
                <a:cs typeface="Noto Sans"/>
              </a:defRPr>
            </a:lvl4pPr>
            <a:lvl5pPr algn="l">
              <a:defRPr sz="1200" b="1">
                <a:solidFill>
                  <a:srgbClr val="A25C38"/>
                </a:solidFill>
                <a:latin typeface="Noto Sans"/>
                <a:ea typeface="Noto Sans"/>
                <a:cs typeface="Noto Sans"/>
              </a:defRPr>
            </a:lvl5pPr>
            <a:lvl6pPr algn="l">
              <a:defRPr sz="1200" b="1">
                <a:solidFill>
                  <a:srgbClr val="A25C38"/>
                </a:solidFill>
                <a:latin typeface="Noto Sans"/>
                <a:ea typeface="Noto Sans"/>
                <a:cs typeface="Noto Sans"/>
              </a:defRPr>
            </a:lvl6pPr>
            <a:lvl7pPr algn="l">
              <a:defRPr sz="1200" b="1">
                <a:solidFill>
                  <a:srgbClr val="A25C38"/>
                </a:solidFill>
                <a:latin typeface="Noto Sans"/>
                <a:ea typeface="Noto Sans"/>
                <a:cs typeface="Noto Sans"/>
              </a:defRPr>
            </a:lvl7pPr>
            <a:lvl8pPr algn="l">
              <a:defRPr sz="1200" b="1">
                <a:solidFill>
                  <a:srgbClr val="A25C38"/>
                </a:solidFill>
                <a:latin typeface="Noto Sans"/>
                <a:ea typeface="Noto Sans"/>
                <a:cs typeface="Noto Sans"/>
              </a:defRPr>
            </a:lvl8pPr>
            <a:lvl9pPr algn="l">
              <a:defRPr sz="1200" b="1">
                <a:solidFill>
                  <a:srgbClr val="A25C38"/>
                </a:solidFill>
                <a:latin typeface="Noto Sans"/>
                <a:ea typeface="Noto Sans"/>
                <a:cs typeface="Noto Sans"/>
              </a:defRPr>
            </a:lvl9pPr>
          </a:lstStyle>
          <a:p xmlns:a="http://schemas.openxmlformats.org/drawingml/2006/main">
            <a:pPr algn="l">
              <a:defRPr sz="1200" b="1">
                <a:solidFill>
                  <a:srgbClr val="A25C38"/>
                </a:solidFill>
                <a:latin typeface="Noto Sans"/>
                <a:ea typeface="Noto Sans"/>
                <a:cs typeface="Noto Sans"/>
              </a:defRPr>
            </a:pPr>
            <a:r>
              <a:rPr sz="1200" b="1">
                <a:solidFill>
                  <a:srgbClr val="A25C38"/>
                </a:solidFill>
                <a:latin typeface="Noto Sans"/>
                <a:ea typeface="Noto Sans"/>
                <a:cs typeface="Noto Sans"/>
              </a:rPr>
              <a:t>I built the services that validate requests, protect data, run background work and support real-time chat.</a:t>
            </a:r>
          </a:p>
        </p:txBody>
      </p:sp>
      <p:sp>
        <p:nvSpPr>
          <p:cNvPr id="8" name="">
            <a:extLst xmlns:a="http://schemas.openxmlformats.org/drawingml/2006/main">
              <a:ext uri="{FF2B5EF4-FFF2-40B4-BE49-F238E27FC236}">
                <a16:creationId xmlns:a16="http://schemas.microsoft.com/office/drawing/2014/main" id="{3673DA4D-F03E-4C35-BAC8-67D34F8342FE}"/>
              </a:ext>
            </a:extLst>
          </p:cNvPr>
          <p:cNvSpPr>
            <a:spLocks xmlns:a="http://schemas.openxmlformats.org/drawingml/2006/main" noGrp="1"/>
          </p:cNvSpPr>
          <p:nvPr/>
        </p:nvSpPr>
        <p:spPr>
          <a:xfrm xmlns:a="http://schemas.openxmlformats.org/drawingml/2006/main">
            <a:off x="609600" y="5410200"/>
            <a:ext cx="457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2B23"/>
                </a:solidFill>
                <a:latin typeface="Noto Sans"/>
                <a:ea typeface="Noto Sans"/>
                <a:cs typeface="Noto Sans"/>
              </a:defRPr>
            </a:defPPr>
            <a:lvl1pPr algn="l">
              <a:defRPr sz="1425" b="1">
                <a:solidFill>
                  <a:srgbClr val="192B23"/>
                </a:solidFill>
                <a:latin typeface="Noto Sans"/>
                <a:ea typeface="Noto Sans"/>
                <a:cs typeface="Noto Sans"/>
              </a:defRPr>
            </a:lvl1pPr>
            <a:lvl2pPr algn="l">
              <a:defRPr sz="1425" b="1">
                <a:solidFill>
                  <a:srgbClr val="192B23"/>
                </a:solidFill>
                <a:latin typeface="Noto Sans"/>
                <a:ea typeface="Noto Sans"/>
                <a:cs typeface="Noto Sans"/>
              </a:defRPr>
            </a:lvl2pPr>
            <a:lvl3pPr algn="l">
              <a:defRPr sz="1425" b="1">
                <a:solidFill>
                  <a:srgbClr val="192B23"/>
                </a:solidFill>
                <a:latin typeface="Noto Sans"/>
                <a:ea typeface="Noto Sans"/>
                <a:cs typeface="Noto Sans"/>
              </a:defRPr>
            </a:lvl3pPr>
            <a:lvl4pPr algn="l">
              <a:defRPr sz="1425" b="1">
                <a:solidFill>
                  <a:srgbClr val="192B23"/>
                </a:solidFill>
                <a:latin typeface="Noto Sans"/>
                <a:ea typeface="Noto Sans"/>
                <a:cs typeface="Noto Sans"/>
              </a:defRPr>
            </a:lvl4pPr>
            <a:lvl5pPr algn="l">
              <a:defRPr sz="1425" b="1">
                <a:solidFill>
                  <a:srgbClr val="192B23"/>
                </a:solidFill>
                <a:latin typeface="Noto Sans"/>
                <a:ea typeface="Noto Sans"/>
                <a:cs typeface="Noto Sans"/>
              </a:defRPr>
            </a:lvl5pPr>
            <a:lvl6pPr algn="l">
              <a:defRPr sz="1425" b="1">
                <a:solidFill>
                  <a:srgbClr val="192B23"/>
                </a:solidFill>
                <a:latin typeface="Noto Sans"/>
                <a:ea typeface="Noto Sans"/>
                <a:cs typeface="Noto Sans"/>
              </a:defRPr>
            </a:lvl6pPr>
            <a:lvl7pPr algn="l">
              <a:defRPr sz="1425" b="1">
                <a:solidFill>
                  <a:srgbClr val="192B23"/>
                </a:solidFill>
                <a:latin typeface="Noto Sans"/>
                <a:ea typeface="Noto Sans"/>
                <a:cs typeface="Noto Sans"/>
              </a:defRPr>
            </a:lvl7pPr>
            <a:lvl8pPr algn="l">
              <a:defRPr sz="1425" b="1">
                <a:solidFill>
                  <a:srgbClr val="192B23"/>
                </a:solidFill>
                <a:latin typeface="Noto Sans"/>
                <a:ea typeface="Noto Sans"/>
                <a:cs typeface="Noto Sans"/>
              </a:defRPr>
            </a:lvl8pPr>
            <a:lvl9pPr algn="l">
              <a:defRPr sz="1425" b="1">
                <a:solidFill>
                  <a:srgbClr val="192B23"/>
                </a:solidFill>
                <a:latin typeface="Noto Sans"/>
                <a:ea typeface="Noto Sans"/>
                <a:cs typeface="Noto Sans"/>
              </a:defRPr>
            </a:lvl9pPr>
          </a:lstStyle>
          <a:p xmlns:a="http://schemas.openxmlformats.org/drawingml/2006/main">
            <a:pPr algn="l">
              <a:defRPr sz="1425" b="1">
                <a:solidFill>
                  <a:srgbClr val="192B23"/>
                </a:solidFill>
                <a:latin typeface="Noto Sans"/>
                <a:ea typeface="Noto Sans"/>
                <a:cs typeface="Noto Sans"/>
              </a:defRPr>
            </a:pPr>
            <a:r>
              <a:rPr sz="1425" b="1">
                <a:solidFill>
                  <a:srgbClr val="192B23"/>
                </a:solidFill>
                <a:latin typeface="Noto Sans"/>
                <a:ea typeface="Noto Sans"/>
                <a:cs typeface="Noto Sans"/>
              </a:rPr>
              <a:t>Mohammed Elmahfoudi</a:t>
            </a:r>
          </a:p>
        </p:txBody>
      </p:sp>
      <p:sp>
        <p:nvSpPr>
          <p:cNvPr id="9" name="">
            <a:extLst xmlns:a="http://schemas.openxmlformats.org/drawingml/2006/main">
              <a:ext uri="{FF2B5EF4-FFF2-40B4-BE49-F238E27FC236}">
                <a16:creationId xmlns:a16="http://schemas.microsoft.com/office/drawing/2014/main" id="{7CCB53FA-8ED9-4E06-8E0E-4BEDAA696527}"/>
              </a:ext>
            </a:extLst>
          </p:cNvPr>
          <p:cNvSpPr>
            <a:spLocks xmlns:a="http://schemas.openxmlformats.org/drawingml/2006/main" noGrp="1"/>
          </p:cNvSpPr>
          <p:nvPr/>
        </p:nvSpPr>
        <p:spPr>
          <a:xfrm xmlns:a="http://schemas.openxmlformats.org/drawingml/2006/main">
            <a:off x="609600" y="577215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Backend Developer  /  CODITENT Team</a:t>
            </a:r>
          </a:p>
        </p:txBody>
      </p:sp>
    </p:spTree>
    <p:transition spd="med" advClick="1">
      <p:fade/>
    </p:transition>
    <p:extLst>
      <p:ext uri="{BB962C8B-B14F-4D97-AF65-F5344CB8AC3E}">
        <p14:creationId xmlns:p14="http://schemas.microsoft.com/office/powerpoint/2010/main" val="677104690"/>
      </p:ext>
    </p:extLst>
  </p:cSld>
</p:sld>
</file>

<file path=ppt/slides/slide2.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7286814F-48E5-4C5E-9F9D-AC1913E08595}"/>
              </a:ext>
            </a:extLst>
          </p:cNvPr>
          <p:cNvSpPr>
            <a:spLocks xmlns:a="http://schemas.openxmlformats.org/drawingml/2006/main" noGrp="1"/>
          </p:cNvSpPr>
          <p:nvPr/>
        </p:nvSpPr>
        <p:spPr>
          <a:xfrm xmlns:a="http://schemas.openxmlformats.org/drawingml/2006/main">
            <a:off x="60960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SCOPE</a:t>
            </a:r>
          </a:p>
        </p:txBody>
      </p:sp>
      <p:sp>
        <p:nvSpPr>
          <p:cNvPr id="2" name="">
            <a:extLst xmlns:a="http://schemas.openxmlformats.org/drawingml/2006/main">
              <a:ext uri="{FF2B5EF4-FFF2-40B4-BE49-F238E27FC236}">
                <a16:creationId xmlns:a16="http://schemas.microsoft.com/office/drawing/2014/main" id="{FB5A59DA-FF5D-4B7F-8A9C-72BE3C9C127A}"/>
              </a:ext>
            </a:extLst>
          </p:cNvPr>
          <p:cNvSpPr>
            <a:spLocks xmlns:a="http://schemas.openxmlformats.org/drawingml/2006/main" noGrp="1"/>
          </p:cNvSpPr>
          <p:nvPr/>
        </p:nvSpPr>
        <p:spPr>
          <a:xfrm xmlns:a="http://schemas.openxmlformats.org/drawingml/2006/main">
            <a:off x="11163300" y="2667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02</a:t>
            </a:r>
          </a:p>
        </p:txBody>
      </p:sp>
      <p:sp>
        <p:nvSpPr>
          <p:cNvPr id="3" name="">
            <a:extLst xmlns:a="http://schemas.openxmlformats.org/drawingml/2006/main">
              <a:ext uri="{FF2B5EF4-FFF2-40B4-BE49-F238E27FC236}">
                <a16:creationId xmlns:a16="http://schemas.microsoft.com/office/drawing/2014/main" id="{A9E27CF0-860E-476B-A712-E02B64E1E096}"/>
              </a:ext>
            </a:extLst>
          </p:cNvPr>
          <p:cNvSpPr>
            <a:spLocks xmlns:a="http://schemas.openxmlformats.org/drawingml/2006/main" noGrp="1"/>
          </p:cNvSpPr>
          <p:nvPr/>
        </p:nvSpPr>
        <p:spPr>
          <a:xfrm xmlns:a="http://schemas.openxmlformats.org/drawingml/2006/main">
            <a:off x="609600" y="533400"/>
            <a:ext cx="1038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Backend scope in numbers</a:t>
            </a:r>
          </a:p>
        </p:txBody>
      </p:sp>
      <p:sp>
        <p:nvSpPr>
          <p:cNvPr id="4" name="">
            <a:extLst xmlns:a="http://schemas.openxmlformats.org/drawingml/2006/main">
              <a:ext uri="{FF2B5EF4-FFF2-40B4-BE49-F238E27FC236}">
                <a16:creationId xmlns:a16="http://schemas.microsoft.com/office/drawing/2014/main" id="{E1C9BFF2-1121-4BB9-9402-2089A1E2319C}"/>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4B0FC236-C1FD-462B-B058-5B43446C23E0}"/>
              </a:ext>
            </a:extLst>
          </p:cNvPr>
          <p:cNvSpPr>
            <a:spLocks xmlns:a="http://schemas.openxmlformats.org/drawingml/2006/main" noGrp="1"/>
          </p:cNvSpPr>
          <p:nvPr/>
        </p:nvSpPr>
        <p:spPr>
          <a:xfrm xmlns:a="http://schemas.openxmlformats.org/drawingml/2006/main">
            <a:off x="609600" y="1352550"/>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The same backend serves candidates, company teams and platform administrators.</a:t>
            </a:r>
          </a:p>
        </p:txBody>
      </p:sp>
      <p:sp>
        <p:nvSpPr>
          <p:cNvPr id="6" name="">
            <a:extLst xmlns:a="http://schemas.openxmlformats.org/drawingml/2006/main">
              <a:ext uri="{FF2B5EF4-FFF2-40B4-BE49-F238E27FC236}">
                <a16:creationId xmlns:a16="http://schemas.microsoft.com/office/drawing/2014/main" id="{BB280470-430E-4D51-8942-3C3C214E4921}"/>
              </a:ext>
            </a:extLst>
          </p:cNvPr>
          <p:cNvSpPr>
            <a:spLocks xmlns:a="http://schemas.openxmlformats.org/drawingml/2006/main" noGrp="1"/>
          </p:cNvSpPr>
          <p:nvPr/>
        </p:nvSpPr>
        <p:spPr>
          <a:xfrm xmlns:a="http://schemas.openxmlformats.org/drawingml/2006/main">
            <a:off x="609600" y="65532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DA8F2159-93A2-4576-8B6E-4AF58840FEE7}"/>
              </a:ext>
            </a:extLst>
          </p:cNvPr>
          <p:cNvSpPr>
            <a:spLocks xmlns:a="http://schemas.openxmlformats.org/drawingml/2006/main" noGrp="1"/>
          </p:cNvSpPr>
          <p:nvPr/>
        </p:nvSpPr>
        <p:spPr>
          <a:xfrm xmlns:a="http://schemas.openxmlformats.org/drawingml/2006/main">
            <a:off x="609600" y="1981200"/>
            <a:ext cx="2095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5400" b="1">
                <a:solidFill>
                  <a:srgbClr val="194D38"/>
                </a:solidFill>
                <a:latin typeface="Noto Sans"/>
                <a:ea typeface="Noto Sans"/>
                <a:cs typeface="Noto Sans"/>
              </a:defRPr>
            </a:defPPr>
            <a:lvl1pPr algn="l">
              <a:defRPr sz="5400" b="1">
                <a:solidFill>
                  <a:srgbClr val="194D38"/>
                </a:solidFill>
                <a:latin typeface="Noto Sans"/>
                <a:ea typeface="Noto Sans"/>
                <a:cs typeface="Noto Sans"/>
              </a:defRPr>
            </a:lvl1pPr>
            <a:lvl2pPr algn="l">
              <a:defRPr sz="5400" b="1">
                <a:solidFill>
                  <a:srgbClr val="194D38"/>
                </a:solidFill>
                <a:latin typeface="Noto Sans"/>
                <a:ea typeface="Noto Sans"/>
                <a:cs typeface="Noto Sans"/>
              </a:defRPr>
            </a:lvl2pPr>
            <a:lvl3pPr algn="l">
              <a:defRPr sz="5400" b="1">
                <a:solidFill>
                  <a:srgbClr val="194D38"/>
                </a:solidFill>
                <a:latin typeface="Noto Sans"/>
                <a:ea typeface="Noto Sans"/>
                <a:cs typeface="Noto Sans"/>
              </a:defRPr>
            </a:lvl3pPr>
            <a:lvl4pPr algn="l">
              <a:defRPr sz="5400" b="1">
                <a:solidFill>
                  <a:srgbClr val="194D38"/>
                </a:solidFill>
                <a:latin typeface="Noto Sans"/>
                <a:ea typeface="Noto Sans"/>
                <a:cs typeface="Noto Sans"/>
              </a:defRPr>
            </a:lvl4pPr>
            <a:lvl5pPr algn="l">
              <a:defRPr sz="5400" b="1">
                <a:solidFill>
                  <a:srgbClr val="194D38"/>
                </a:solidFill>
                <a:latin typeface="Noto Sans"/>
                <a:ea typeface="Noto Sans"/>
                <a:cs typeface="Noto Sans"/>
              </a:defRPr>
            </a:lvl5pPr>
            <a:lvl6pPr algn="l">
              <a:defRPr sz="5400" b="1">
                <a:solidFill>
                  <a:srgbClr val="194D38"/>
                </a:solidFill>
                <a:latin typeface="Noto Sans"/>
                <a:ea typeface="Noto Sans"/>
                <a:cs typeface="Noto Sans"/>
              </a:defRPr>
            </a:lvl6pPr>
            <a:lvl7pPr algn="l">
              <a:defRPr sz="5400" b="1">
                <a:solidFill>
                  <a:srgbClr val="194D38"/>
                </a:solidFill>
                <a:latin typeface="Noto Sans"/>
                <a:ea typeface="Noto Sans"/>
                <a:cs typeface="Noto Sans"/>
              </a:defRPr>
            </a:lvl7pPr>
            <a:lvl8pPr algn="l">
              <a:defRPr sz="5400" b="1">
                <a:solidFill>
                  <a:srgbClr val="194D38"/>
                </a:solidFill>
                <a:latin typeface="Noto Sans"/>
                <a:ea typeface="Noto Sans"/>
                <a:cs typeface="Noto Sans"/>
              </a:defRPr>
            </a:lvl8pPr>
            <a:lvl9pPr algn="l">
              <a:defRPr sz="5400" b="1">
                <a:solidFill>
                  <a:srgbClr val="194D38"/>
                </a:solidFill>
                <a:latin typeface="Noto Sans"/>
                <a:ea typeface="Noto Sans"/>
                <a:cs typeface="Noto Sans"/>
              </a:defRPr>
            </a:lvl9pPr>
          </a:lstStyle>
          <a:p xmlns:a="http://schemas.openxmlformats.org/drawingml/2006/main">
            <a:pPr algn="l">
              <a:defRPr sz="5400" b="1">
                <a:solidFill>
                  <a:srgbClr val="194D38"/>
                </a:solidFill>
                <a:latin typeface="Noto Sans"/>
                <a:ea typeface="Noto Sans"/>
                <a:cs typeface="Noto Sans"/>
              </a:defRPr>
            </a:pPr>
            <a:r>
              <a:rPr sz="5400" b="1">
                <a:solidFill>
                  <a:srgbClr val="194D38"/>
                </a:solidFill>
                <a:latin typeface="Noto Sans"/>
                <a:ea typeface="Noto Sans"/>
                <a:cs typeface="Noto Sans"/>
              </a:rPr>
              <a:t>165</a:t>
            </a:r>
          </a:p>
        </p:txBody>
      </p:sp>
      <p:sp>
        <p:nvSpPr>
          <p:cNvPr id="8" name="">
            <a:extLst xmlns:a="http://schemas.openxmlformats.org/drawingml/2006/main">
              <a:ext uri="{FF2B5EF4-FFF2-40B4-BE49-F238E27FC236}">
                <a16:creationId xmlns:a16="http://schemas.microsoft.com/office/drawing/2014/main" id="{AF3DCC42-42F9-42B4-99E1-58B254397E3D}"/>
              </a:ext>
            </a:extLst>
          </p:cNvPr>
          <p:cNvSpPr>
            <a:spLocks xmlns:a="http://schemas.openxmlformats.org/drawingml/2006/main" noGrp="1"/>
          </p:cNvSpPr>
          <p:nvPr/>
        </p:nvSpPr>
        <p:spPr>
          <a:xfrm xmlns:a="http://schemas.openxmlformats.org/drawingml/2006/main">
            <a:off x="666750" y="28956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application routes</a:t>
            </a:r>
          </a:p>
        </p:txBody>
      </p:sp>
      <p:sp>
        <p:nvSpPr>
          <p:cNvPr id="9" name="">
            <a:extLst xmlns:a="http://schemas.openxmlformats.org/drawingml/2006/main">
              <a:ext uri="{FF2B5EF4-FFF2-40B4-BE49-F238E27FC236}">
                <a16:creationId xmlns:a16="http://schemas.microsoft.com/office/drawing/2014/main" id="{631BECD4-E8D1-4FA2-B347-5CD5B2DDEC3A}"/>
              </a:ext>
            </a:extLst>
          </p:cNvPr>
          <p:cNvSpPr>
            <a:spLocks xmlns:a="http://schemas.openxmlformats.org/drawingml/2006/main" noGrp="1"/>
          </p:cNvSpPr>
          <p:nvPr/>
        </p:nvSpPr>
        <p:spPr>
          <a:xfrm xmlns:a="http://schemas.openxmlformats.org/drawingml/2006/main">
            <a:off x="666750" y="3238500"/>
            <a:ext cx="2286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163 HTTP endpoints</a:t>
            </a:r>
          </a:p>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2 WebSocket channels</a:t>
            </a:r>
          </a:p>
        </p:txBody>
      </p:sp>
      <p:sp>
        <p:nvSpPr>
          <p:cNvPr id="10" name="">
            <a:extLst xmlns:a="http://schemas.openxmlformats.org/drawingml/2006/main">
              <a:ext uri="{FF2B5EF4-FFF2-40B4-BE49-F238E27FC236}">
                <a16:creationId xmlns:a16="http://schemas.microsoft.com/office/drawing/2014/main" id="{2EDB0A7C-884B-4EEC-812A-C5E1E4259D0D}"/>
              </a:ext>
            </a:extLst>
          </p:cNvPr>
          <p:cNvSpPr>
            <a:spLocks xmlns:a="http://schemas.openxmlformats.org/drawingml/2006/main" noGrp="1"/>
          </p:cNvSpPr>
          <p:nvPr/>
        </p:nvSpPr>
        <p:spPr>
          <a:xfrm xmlns:a="http://schemas.openxmlformats.org/drawingml/2006/main">
            <a:off x="3257550" y="1952625"/>
            <a:ext cx="0" cy="3876675"/>
          </a:xfrm>
          <a:prstGeom xmlns:a="http://schemas.openxmlformats.org/drawingml/2006/main" prst="line">
            <a:avLst/>
          </a:prstGeom>
          <a:ln xmlns:a="http://schemas.openxmlformats.org/drawingml/2006/main" w="9525">
            <a:solidFill>
              <a:srgbClr val="CFDBCF"/>
            </a:solidFill>
            <a:prstDash val="solid"/>
          </a:ln>
        </p:spPr>
      </p:sp>
      <p:sp>
        <p:nvSpPr>
          <p:cNvPr id="11" name="">
            <a:extLst xmlns:a="http://schemas.openxmlformats.org/drawingml/2006/main">
              <a:ext uri="{FF2B5EF4-FFF2-40B4-BE49-F238E27FC236}">
                <a16:creationId xmlns:a16="http://schemas.microsoft.com/office/drawing/2014/main" id="{928FF8E8-43C7-4421-A801-0B9D41C53E25}"/>
              </a:ext>
            </a:extLst>
          </p:cNvPr>
          <p:cNvSpPr>
            <a:spLocks xmlns:a="http://schemas.openxmlformats.org/drawingml/2006/main" noGrp="1"/>
          </p:cNvSpPr>
          <p:nvPr/>
        </p:nvSpPr>
        <p:spPr>
          <a:xfrm xmlns:a="http://schemas.openxmlformats.org/drawingml/2006/main">
            <a:off x="3714750" y="1962150"/>
            <a:ext cx="76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356456"/>
                </a:solidFill>
                <a:latin typeface="Noto Sans"/>
                <a:ea typeface="Noto Sans"/>
                <a:cs typeface="Noto Sans"/>
              </a:defRPr>
            </a:defPPr>
            <a:lvl1pPr algn="l">
              <a:defRPr sz="2550" b="1">
                <a:solidFill>
                  <a:srgbClr val="356456"/>
                </a:solidFill>
                <a:latin typeface="Noto Sans"/>
                <a:ea typeface="Noto Sans"/>
                <a:cs typeface="Noto Sans"/>
              </a:defRPr>
            </a:lvl1pPr>
            <a:lvl2pPr algn="l">
              <a:defRPr sz="2550" b="1">
                <a:solidFill>
                  <a:srgbClr val="356456"/>
                </a:solidFill>
                <a:latin typeface="Noto Sans"/>
                <a:ea typeface="Noto Sans"/>
                <a:cs typeface="Noto Sans"/>
              </a:defRPr>
            </a:lvl2pPr>
            <a:lvl3pPr algn="l">
              <a:defRPr sz="2550" b="1">
                <a:solidFill>
                  <a:srgbClr val="356456"/>
                </a:solidFill>
                <a:latin typeface="Noto Sans"/>
                <a:ea typeface="Noto Sans"/>
                <a:cs typeface="Noto Sans"/>
              </a:defRPr>
            </a:lvl3pPr>
            <a:lvl4pPr algn="l">
              <a:defRPr sz="2550" b="1">
                <a:solidFill>
                  <a:srgbClr val="356456"/>
                </a:solidFill>
                <a:latin typeface="Noto Sans"/>
                <a:ea typeface="Noto Sans"/>
                <a:cs typeface="Noto Sans"/>
              </a:defRPr>
            </a:lvl4pPr>
            <a:lvl5pPr algn="l">
              <a:defRPr sz="2550" b="1">
                <a:solidFill>
                  <a:srgbClr val="356456"/>
                </a:solidFill>
                <a:latin typeface="Noto Sans"/>
                <a:ea typeface="Noto Sans"/>
                <a:cs typeface="Noto Sans"/>
              </a:defRPr>
            </a:lvl5pPr>
            <a:lvl6pPr algn="l">
              <a:defRPr sz="2550" b="1">
                <a:solidFill>
                  <a:srgbClr val="356456"/>
                </a:solidFill>
                <a:latin typeface="Noto Sans"/>
                <a:ea typeface="Noto Sans"/>
                <a:cs typeface="Noto Sans"/>
              </a:defRPr>
            </a:lvl6pPr>
            <a:lvl7pPr algn="l">
              <a:defRPr sz="2550" b="1">
                <a:solidFill>
                  <a:srgbClr val="356456"/>
                </a:solidFill>
                <a:latin typeface="Noto Sans"/>
                <a:ea typeface="Noto Sans"/>
                <a:cs typeface="Noto Sans"/>
              </a:defRPr>
            </a:lvl7pPr>
            <a:lvl8pPr algn="l">
              <a:defRPr sz="2550" b="1">
                <a:solidFill>
                  <a:srgbClr val="356456"/>
                </a:solidFill>
                <a:latin typeface="Noto Sans"/>
                <a:ea typeface="Noto Sans"/>
                <a:cs typeface="Noto Sans"/>
              </a:defRPr>
            </a:lvl8pPr>
            <a:lvl9pPr algn="l">
              <a:defRPr sz="2550" b="1">
                <a:solidFill>
                  <a:srgbClr val="356456"/>
                </a:solidFill>
                <a:latin typeface="Noto Sans"/>
                <a:ea typeface="Noto Sans"/>
                <a:cs typeface="Noto Sans"/>
              </a:defRPr>
            </a:lvl9pPr>
          </a:lstStyle>
          <a:p xmlns:a="http://schemas.openxmlformats.org/drawingml/2006/main">
            <a:pPr algn="l">
              <a:defRPr sz="2550" b="1">
                <a:solidFill>
                  <a:srgbClr val="356456"/>
                </a:solidFill>
                <a:latin typeface="Noto Sans"/>
                <a:ea typeface="Noto Sans"/>
                <a:cs typeface="Noto Sans"/>
              </a:defRPr>
            </a:pPr>
            <a:r>
              <a:rPr sz="2550" b="1">
                <a:solidFill>
                  <a:srgbClr val="356456"/>
                </a:solidFill>
                <a:latin typeface="Noto Sans"/>
                <a:ea typeface="Noto Sans"/>
                <a:cs typeface="Noto Sans"/>
              </a:rPr>
              <a:t>18</a:t>
            </a:r>
          </a:p>
        </p:txBody>
      </p:sp>
      <p:sp>
        <p:nvSpPr>
          <p:cNvPr id="12" name="">
            <a:extLst xmlns:a="http://schemas.openxmlformats.org/drawingml/2006/main">
              <a:ext uri="{FF2B5EF4-FFF2-40B4-BE49-F238E27FC236}">
                <a16:creationId xmlns:a16="http://schemas.microsoft.com/office/drawing/2014/main" id="{301C52F6-92D2-4133-970D-2EB06972CD17}"/>
              </a:ext>
            </a:extLst>
          </p:cNvPr>
          <p:cNvSpPr>
            <a:spLocks xmlns:a="http://schemas.openxmlformats.org/drawingml/2006/main" noGrp="1"/>
          </p:cNvSpPr>
          <p:nvPr/>
        </p:nvSpPr>
        <p:spPr>
          <a:xfrm xmlns:a="http://schemas.openxmlformats.org/drawingml/2006/main">
            <a:off x="4667250" y="202882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domain routers</a:t>
            </a:r>
          </a:p>
        </p:txBody>
      </p:sp>
      <p:sp>
        <p:nvSpPr>
          <p:cNvPr id="13" name="">
            <a:extLst xmlns:a="http://schemas.openxmlformats.org/drawingml/2006/main">
              <a:ext uri="{FF2B5EF4-FFF2-40B4-BE49-F238E27FC236}">
                <a16:creationId xmlns:a16="http://schemas.microsoft.com/office/drawing/2014/main" id="{80BA79FF-FA6F-40FE-B252-D3555F16FE00}"/>
              </a:ext>
            </a:extLst>
          </p:cNvPr>
          <p:cNvSpPr>
            <a:spLocks xmlns:a="http://schemas.openxmlformats.org/drawingml/2006/main" noGrp="1"/>
          </p:cNvSpPr>
          <p:nvPr/>
        </p:nvSpPr>
        <p:spPr>
          <a:xfrm xmlns:a="http://schemas.openxmlformats.org/drawingml/2006/main">
            <a:off x="3714750" y="2705100"/>
            <a:ext cx="76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A25C38"/>
                </a:solidFill>
                <a:latin typeface="Noto Sans"/>
                <a:ea typeface="Noto Sans"/>
                <a:cs typeface="Noto Sans"/>
              </a:defRPr>
            </a:defPPr>
            <a:lvl1pPr algn="l">
              <a:defRPr sz="2550" b="1">
                <a:solidFill>
                  <a:srgbClr val="A25C38"/>
                </a:solidFill>
                <a:latin typeface="Noto Sans"/>
                <a:ea typeface="Noto Sans"/>
                <a:cs typeface="Noto Sans"/>
              </a:defRPr>
            </a:lvl1pPr>
            <a:lvl2pPr algn="l">
              <a:defRPr sz="2550" b="1">
                <a:solidFill>
                  <a:srgbClr val="A25C38"/>
                </a:solidFill>
                <a:latin typeface="Noto Sans"/>
                <a:ea typeface="Noto Sans"/>
                <a:cs typeface="Noto Sans"/>
              </a:defRPr>
            </a:lvl2pPr>
            <a:lvl3pPr algn="l">
              <a:defRPr sz="2550" b="1">
                <a:solidFill>
                  <a:srgbClr val="A25C38"/>
                </a:solidFill>
                <a:latin typeface="Noto Sans"/>
                <a:ea typeface="Noto Sans"/>
                <a:cs typeface="Noto Sans"/>
              </a:defRPr>
            </a:lvl3pPr>
            <a:lvl4pPr algn="l">
              <a:defRPr sz="2550" b="1">
                <a:solidFill>
                  <a:srgbClr val="A25C38"/>
                </a:solidFill>
                <a:latin typeface="Noto Sans"/>
                <a:ea typeface="Noto Sans"/>
                <a:cs typeface="Noto Sans"/>
              </a:defRPr>
            </a:lvl4pPr>
            <a:lvl5pPr algn="l">
              <a:defRPr sz="2550" b="1">
                <a:solidFill>
                  <a:srgbClr val="A25C38"/>
                </a:solidFill>
                <a:latin typeface="Noto Sans"/>
                <a:ea typeface="Noto Sans"/>
                <a:cs typeface="Noto Sans"/>
              </a:defRPr>
            </a:lvl5pPr>
            <a:lvl6pPr algn="l">
              <a:defRPr sz="2550" b="1">
                <a:solidFill>
                  <a:srgbClr val="A25C38"/>
                </a:solidFill>
                <a:latin typeface="Noto Sans"/>
                <a:ea typeface="Noto Sans"/>
                <a:cs typeface="Noto Sans"/>
              </a:defRPr>
            </a:lvl6pPr>
            <a:lvl7pPr algn="l">
              <a:defRPr sz="2550" b="1">
                <a:solidFill>
                  <a:srgbClr val="A25C38"/>
                </a:solidFill>
                <a:latin typeface="Noto Sans"/>
                <a:ea typeface="Noto Sans"/>
                <a:cs typeface="Noto Sans"/>
              </a:defRPr>
            </a:lvl7pPr>
            <a:lvl8pPr algn="l">
              <a:defRPr sz="2550" b="1">
                <a:solidFill>
                  <a:srgbClr val="A25C38"/>
                </a:solidFill>
                <a:latin typeface="Noto Sans"/>
                <a:ea typeface="Noto Sans"/>
                <a:cs typeface="Noto Sans"/>
              </a:defRPr>
            </a:lvl8pPr>
            <a:lvl9pPr algn="l">
              <a:defRPr sz="2550" b="1">
                <a:solidFill>
                  <a:srgbClr val="A25C38"/>
                </a:solidFill>
                <a:latin typeface="Noto Sans"/>
                <a:ea typeface="Noto Sans"/>
                <a:cs typeface="Noto Sans"/>
              </a:defRPr>
            </a:lvl9pPr>
          </a:lstStyle>
          <a:p xmlns:a="http://schemas.openxmlformats.org/drawingml/2006/main">
            <a:pPr algn="l">
              <a:defRPr sz="2550" b="1">
                <a:solidFill>
                  <a:srgbClr val="A25C38"/>
                </a:solidFill>
                <a:latin typeface="Noto Sans"/>
                <a:ea typeface="Noto Sans"/>
                <a:cs typeface="Noto Sans"/>
              </a:defRPr>
            </a:pPr>
            <a:r>
              <a:rPr sz="2550" b="1">
                <a:solidFill>
                  <a:srgbClr val="A25C38"/>
                </a:solidFill>
                <a:latin typeface="Noto Sans"/>
                <a:ea typeface="Noto Sans"/>
                <a:cs typeface="Noto Sans"/>
              </a:rPr>
              <a:t>29</a:t>
            </a:r>
          </a:p>
        </p:txBody>
      </p:sp>
      <p:sp>
        <p:nvSpPr>
          <p:cNvPr id="14" name="">
            <a:extLst xmlns:a="http://schemas.openxmlformats.org/drawingml/2006/main">
              <a:ext uri="{FF2B5EF4-FFF2-40B4-BE49-F238E27FC236}">
                <a16:creationId xmlns:a16="http://schemas.microsoft.com/office/drawing/2014/main" id="{2E71EC93-7DD7-403F-9D06-ED1FFC1C5227}"/>
              </a:ext>
            </a:extLst>
          </p:cNvPr>
          <p:cNvSpPr>
            <a:spLocks xmlns:a="http://schemas.openxmlformats.org/drawingml/2006/main" noGrp="1"/>
          </p:cNvSpPr>
          <p:nvPr/>
        </p:nvSpPr>
        <p:spPr>
          <a:xfrm xmlns:a="http://schemas.openxmlformats.org/drawingml/2006/main">
            <a:off x="4667250" y="27717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database models</a:t>
            </a:r>
          </a:p>
        </p:txBody>
      </p:sp>
      <p:sp>
        <p:nvSpPr>
          <p:cNvPr id="15" name="">
            <a:extLst xmlns:a="http://schemas.openxmlformats.org/drawingml/2006/main">
              <a:ext uri="{FF2B5EF4-FFF2-40B4-BE49-F238E27FC236}">
                <a16:creationId xmlns:a16="http://schemas.microsoft.com/office/drawing/2014/main" id="{CA429B7F-F4F3-48A6-8E0B-81FA879C63B4}"/>
              </a:ext>
            </a:extLst>
          </p:cNvPr>
          <p:cNvSpPr>
            <a:spLocks xmlns:a="http://schemas.openxmlformats.org/drawingml/2006/main" noGrp="1"/>
          </p:cNvSpPr>
          <p:nvPr/>
        </p:nvSpPr>
        <p:spPr>
          <a:xfrm xmlns:a="http://schemas.openxmlformats.org/drawingml/2006/main">
            <a:off x="3714750" y="3448050"/>
            <a:ext cx="76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356456"/>
                </a:solidFill>
                <a:latin typeface="Noto Sans"/>
                <a:ea typeface="Noto Sans"/>
                <a:cs typeface="Noto Sans"/>
              </a:defRPr>
            </a:defPPr>
            <a:lvl1pPr algn="l">
              <a:defRPr sz="2550" b="1">
                <a:solidFill>
                  <a:srgbClr val="356456"/>
                </a:solidFill>
                <a:latin typeface="Noto Sans"/>
                <a:ea typeface="Noto Sans"/>
                <a:cs typeface="Noto Sans"/>
              </a:defRPr>
            </a:lvl1pPr>
            <a:lvl2pPr algn="l">
              <a:defRPr sz="2550" b="1">
                <a:solidFill>
                  <a:srgbClr val="356456"/>
                </a:solidFill>
                <a:latin typeface="Noto Sans"/>
                <a:ea typeface="Noto Sans"/>
                <a:cs typeface="Noto Sans"/>
              </a:defRPr>
            </a:lvl2pPr>
            <a:lvl3pPr algn="l">
              <a:defRPr sz="2550" b="1">
                <a:solidFill>
                  <a:srgbClr val="356456"/>
                </a:solidFill>
                <a:latin typeface="Noto Sans"/>
                <a:ea typeface="Noto Sans"/>
                <a:cs typeface="Noto Sans"/>
              </a:defRPr>
            </a:lvl3pPr>
            <a:lvl4pPr algn="l">
              <a:defRPr sz="2550" b="1">
                <a:solidFill>
                  <a:srgbClr val="356456"/>
                </a:solidFill>
                <a:latin typeface="Noto Sans"/>
                <a:ea typeface="Noto Sans"/>
                <a:cs typeface="Noto Sans"/>
              </a:defRPr>
            </a:lvl4pPr>
            <a:lvl5pPr algn="l">
              <a:defRPr sz="2550" b="1">
                <a:solidFill>
                  <a:srgbClr val="356456"/>
                </a:solidFill>
                <a:latin typeface="Noto Sans"/>
                <a:ea typeface="Noto Sans"/>
                <a:cs typeface="Noto Sans"/>
              </a:defRPr>
            </a:lvl5pPr>
            <a:lvl6pPr algn="l">
              <a:defRPr sz="2550" b="1">
                <a:solidFill>
                  <a:srgbClr val="356456"/>
                </a:solidFill>
                <a:latin typeface="Noto Sans"/>
                <a:ea typeface="Noto Sans"/>
                <a:cs typeface="Noto Sans"/>
              </a:defRPr>
            </a:lvl6pPr>
            <a:lvl7pPr algn="l">
              <a:defRPr sz="2550" b="1">
                <a:solidFill>
                  <a:srgbClr val="356456"/>
                </a:solidFill>
                <a:latin typeface="Noto Sans"/>
                <a:ea typeface="Noto Sans"/>
                <a:cs typeface="Noto Sans"/>
              </a:defRPr>
            </a:lvl7pPr>
            <a:lvl8pPr algn="l">
              <a:defRPr sz="2550" b="1">
                <a:solidFill>
                  <a:srgbClr val="356456"/>
                </a:solidFill>
                <a:latin typeface="Noto Sans"/>
                <a:ea typeface="Noto Sans"/>
                <a:cs typeface="Noto Sans"/>
              </a:defRPr>
            </a:lvl8pPr>
            <a:lvl9pPr algn="l">
              <a:defRPr sz="2550" b="1">
                <a:solidFill>
                  <a:srgbClr val="356456"/>
                </a:solidFill>
                <a:latin typeface="Noto Sans"/>
                <a:ea typeface="Noto Sans"/>
                <a:cs typeface="Noto Sans"/>
              </a:defRPr>
            </a:lvl9pPr>
          </a:lstStyle>
          <a:p xmlns:a="http://schemas.openxmlformats.org/drawingml/2006/main">
            <a:pPr algn="l">
              <a:defRPr sz="2550" b="1">
                <a:solidFill>
                  <a:srgbClr val="356456"/>
                </a:solidFill>
                <a:latin typeface="Noto Sans"/>
                <a:ea typeface="Noto Sans"/>
                <a:cs typeface="Noto Sans"/>
              </a:defRPr>
            </a:pPr>
            <a:r>
              <a:rPr sz="2550" b="1">
                <a:solidFill>
                  <a:srgbClr val="356456"/>
                </a:solidFill>
                <a:latin typeface="Noto Sans"/>
                <a:ea typeface="Noto Sans"/>
                <a:cs typeface="Noto Sans"/>
              </a:rPr>
              <a:t>46</a:t>
            </a:r>
          </a:p>
        </p:txBody>
      </p:sp>
      <p:sp>
        <p:nvSpPr>
          <p:cNvPr id="16" name="">
            <a:extLst xmlns:a="http://schemas.openxmlformats.org/drawingml/2006/main">
              <a:ext uri="{FF2B5EF4-FFF2-40B4-BE49-F238E27FC236}">
                <a16:creationId xmlns:a16="http://schemas.microsoft.com/office/drawing/2014/main" id="{A56832B5-B246-4120-889E-CBE162FD1E88}"/>
              </a:ext>
            </a:extLst>
          </p:cNvPr>
          <p:cNvSpPr>
            <a:spLocks xmlns:a="http://schemas.openxmlformats.org/drawingml/2006/main" noGrp="1"/>
          </p:cNvSpPr>
          <p:nvPr/>
        </p:nvSpPr>
        <p:spPr>
          <a:xfrm xmlns:a="http://schemas.openxmlformats.org/drawingml/2006/main">
            <a:off x="4667250" y="351472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schema migrations</a:t>
            </a:r>
          </a:p>
        </p:txBody>
      </p:sp>
      <p:sp>
        <p:nvSpPr>
          <p:cNvPr id="17" name="">
            <a:extLst xmlns:a="http://schemas.openxmlformats.org/drawingml/2006/main">
              <a:ext uri="{FF2B5EF4-FFF2-40B4-BE49-F238E27FC236}">
                <a16:creationId xmlns:a16="http://schemas.microsoft.com/office/drawing/2014/main" id="{C8D4E03C-C561-4611-BA8D-252EE59FEC83}"/>
              </a:ext>
            </a:extLst>
          </p:cNvPr>
          <p:cNvSpPr>
            <a:spLocks xmlns:a="http://schemas.openxmlformats.org/drawingml/2006/main" noGrp="1"/>
          </p:cNvSpPr>
          <p:nvPr/>
        </p:nvSpPr>
        <p:spPr>
          <a:xfrm xmlns:a="http://schemas.openxmlformats.org/drawingml/2006/main">
            <a:off x="3714750" y="4191000"/>
            <a:ext cx="76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A25C38"/>
                </a:solidFill>
                <a:latin typeface="Noto Sans"/>
                <a:ea typeface="Noto Sans"/>
                <a:cs typeface="Noto Sans"/>
              </a:defRPr>
            </a:defPPr>
            <a:lvl1pPr algn="l">
              <a:defRPr sz="2550" b="1">
                <a:solidFill>
                  <a:srgbClr val="A25C38"/>
                </a:solidFill>
                <a:latin typeface="Noto Sans"/>
                <a:ea typeface="Noto Sans"/>
                <a:cs typeface="Noto Sans"/>
              </a:defRPr>
            </a:lvl1pPr>
            <a:lvl2pPr algn="l">
              <a:defRPr sz="2550" b="1">
                <a:solidFill>
                  <a:srgbClr val="A25C38"/>
                </a:solidFill>
                <a:latin typeface="Noto Sans"/>
                <a:ea typeface="Noto Sans"/>
                <a:cs typeface="Noto Sans"/>
              </a:defRPr>
            </a:lvl2pPr>
            <a:lvl3pPr algn="l">
              <a:defRPr sz="2550" b="1">
                <a:solidFill>
                  <a:srgbClr val="A25C38"/>
                </a:solidFill>
                <a:latin typeface="Noto Sans"/>
                <a:ea typeface="Noto Sans"/>
                <a:cs typeface="Noto Sans"/>
              </a:defRPr>
            </a:lvl3pPr>
            <a:lvl4pPr algn="l">
              <a:defRPr sz="2550" b="1">
                <a:solidFill>
                  <a:srgbClr val="A25C38"/>
                </a:solidFill>
                <a:latin typeface="Noto Sans"/>
                <a:ea typeface="Noto Sans"/>
                <a:cs typeface="Noto Sans"/>
              </a:defRPr>
            </a:lvl4pPr>
            <a:lvl5pPr algn="l">
              <a:defRPr sz="2550" b="1">
                <a:solidFill>
                  <a:srgbClr val="A25C38"/>
                </a:solidFill>
                <a:latin typeface="Noto Sans"/>
                <a:ea typeface="Noto Sans"/>
                <a:cs typeface="Noto Sans"/>
              </a:defRPr>
            </a:lvl5pPr>
            <a:lvl6pPr algn="l">
              <a:defRPr sz="2550" b="1">
                <a:solidFill>
                  <a:srgbClr val="A25C38"/>
                </a:solidFill>
                <a:latin typeface="Noto Sans"/>
                <a:ea typeface="Noto Sans"/>
                <a:cs typeface="Noto Sans"/>
              </a:defRPr>
            </a:lvl6pPr>
            <a:lvl7pPr algn="l">
              <a:defRPr sz="2550" b="1">
                <a:solidFill>
                  <a:srgbClr val="A25C38"/>
                </a:solidFill>
                <a:latin typeface="Noto Sans"/>
                <a:ea typeface="Noto Sans"/>
                <a:cs typeface="Noto Sans"/>
              </a:defRPr>
            </a:lvl7pPr>
            <a:lvl8pPr algn="l">
              <a:defRPr sz="2550" b="1">
                <a:solidFill>
                  <a:srgbClr val="A25C38"/>
                </a:solidFill>
                <a:latin typeface="Noto Sans"/>
                <a:ea typeface="Noto Sans"/>
                <a:cs typeface="Noto Sans"/>
              </a:defRPr>
            </a:lvl8pPr>
            <a:lvl9pPr algn="l">
              <a:defRPr sz="2550" b="1">
                <a:solidFill>
                  <a:srgbClr val="A25C38"/>
                </a:solidFill>
                <a:latin typeface="Noto Sans"/>
                <a:ea typeface="Noto Sans"/>
                <a:cs typeface="Noto Sans"/>
              </a:defRPr>
            </a:lvl9pPr>
          </a:lstStyle>
          <a:p xmlns:a="http://schemas.openxmlformats.org/drawingml/2006/main">
            <a:pPr algn="l">
              <a:defRPr sz="2550" b="1">
                <a:solidFill>
                  <a:srgbClr val="A25C38"/>
                </a:solidFill>
                <a:latin typeface="Noto Sans"/>
                <a:ea typeface="Noto Sans"/>
                <a:cs typeface="Noto Sans"/>
              </a:defRPr>
            </a:pPr>
            <a:r>
              <a:rPr sz="2550" b="1">
                <a:solidFill>
                  <a:srgbClr val="A25C38"/>
                </a:solidFill>
                <a:latin typeface="Noto Sans"/>
                <a:ea typeface="Noto Sans"/>
                <a:cs typeface="Noto Sans"/>
              </a:rPr>
              <a:t>53</a:t>
            </a:r>
          </a:p>
        </p:txBody>
      </p:sp>
      <p:sp>
        <p:nvSpPr>
          <p:cNvPr id="18" name="">
            <a:extLst xmlns:a="http://schemas.openxmlformats.org/drawingml/2006/main">
              <a:ext uri="{FF2B5EF4-FFF2-40B4-BE49-F238E27FC236}">
                <a16:creationId xmlns:a16="http://schemas.microsoft.com/office/drawing/2014/main" id="{DED965B7-CC1C-4053-A500-7056D6580604}"/>
              </a:ext>
            </a:extLst>
          </p:cNvPr>
          <p:cNvSpPr>
            <a:spLocks xmlns:a="http://schemas.openxmlformats.org/drawingml/2006/main" noGrp="1"/>
          </p:cNvSpPr>
          <p:nvPr/>
        </p:nvSpPr>
        <p:spPr>
          <a:xfrm xmlns:a="http://schemas.openxmlformats.org/drawingml/2006/main">
            <a:off x="4667250" y="42576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test files / 372 test functions</a:t>
            </a:r>
          </a:p>
        </p:txBody>
      </p:sp>
      <p:sp>
        <p:nvSpPr>
          <p:cNvPr id="19" name="">
            <a:extLst xmlns:a="http://schemas.openxmlformats.org/drawingml/2006/main">
              <a:ext uri="{FF2B5EF4-FFF2-40B4-BE49-F238E27FC236}">
                <a16:creationId xmlns:a16="http://schemas.microsoft.com/office/drawing/2014/main" id="{41BE1B91-A107-443B-9D8C-10418C827E00}"/>
              </a:ext>
            </a:extLst>
          </p:cNvPr>
          <p:cNvSpPr>
            <a:spLocks xmlns:a="http://schemas.openxmlformats.org/drawingml/2006/main" noGrp="1"/>
          </p:cNvSpPr>
          <p:nvPr/>
        </p:nvSpPr>
        <p:spPr>
          <a:xfrm xmlns:a="http://schemas.openxmlformats.org/drawingml/2006/main">
            <a:off x="7810500" y="1952625"/>
            <a:ext cx="0" cy="3190875"/>
          </a:xfrm>
          <a:prstGeom xmlns:a="http://schemas.openxmlformats.org/drawingml/2006/main" prst="line">
            <a:avLst/>
          </a:prstGeom>
          <a:ln xmlns:a="http://schemas.openxmlformats.org/drawingml/2006/main" w="9525">
            <a:solidFill>
              <a:srgbClr val="CFDBCF"/>
            </a:solidFill>
            <a:prstDash val="solid"/>
          </a:ln>
        </p:spPr>
      </p:sp>
      <p:sp>
        <p:nvSpPr>
          <p:cNvPr id="20" name="">
            <a:extLst xmlns:a="http://schemas.openxmlformats.org/drawingml/2006/main">
              <a:ext uri="{FF2B5EF4-FFF2-40B4-BE49-F238E27FC236}">
                <a16:creationId xmlns:a16="http://schemas.microsoft.com/office/drawing/2014/main" id="{86984CC5-7D13-4030-9A5F-098D0D4DAACB}"/>
              </a:ext>
            </a:extLst>
          </p:cNvPr>
          <p:cNvSpPr>
            <a:spLocks xmlns:a="http://schemas.openxmlformats.org/drawingml/2006/main" noGrp="1"/>
          </p:cNvSpPr>
          <p:nvPr/>
        </p:nvSpPr>
        <p:spPr>
          <a:xfrm xmlns:a="http://schemas.openxmlformats.org/drawingml/2006/main">
            <a:off x="8248650" y="198120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4D38"/>
                </a:solidFill>
                <a:latin typeface="Noto Sans"/>
                <a:ea typeface="Noto Sans"/>
                <a:cs typeface="Noto Sans"/>
              </a:defRPr>
            </a:defPPr>
            <a:lvl1pPr algn="l">
              <a:defRPr sz="1425" b="1">
                <a:solidFill>
                  <a:srgbClr val="194D38"/>
                </a:solidFill>
                <a:latin typeface="Noto Sans"/>
                <a:ea typeface="Noto Sans"/>
                <a:cs typeface="Noto Sans"/>
              </a:defRPr>
            </a:lvl1pPr>
            <a:lvl2pPr algn="l">
              <a:defRPr sz="1425" b="1">
                <a:solidFill>
                  <a:srgbClr val="194D38"/>
                </a:solidFill>
                <a:latin typeface="Noto Sans"/>
                <a:ea typeface="Noto Sans"/>
                <a:cs typeface="Noto Sans"/>
              </a:defRPr>
            </a:lvl2pPr>
            <a:lvl3pPr algn="l">
              <a:defRPr sz="1425" b="1">
                <a:solidFill>
                  <a:srgbClr val="194D38"/>
                </a:solidFill>
                <a:latin typeface="Noto Sans"/>
                <a:ea typeface="Noto Sans"/>
                <a:cs typeface="Noto Sans"/>
              </a:defRPr>
            </a:lvl3pPr>
            <a:lvl4pPr algn="l">
              <a:defRPr sz="1425" b="1">
                <a:solidFill>
                  <a:srgbClr val="194D38"/>
                </a:solidFill>
                <a:latin typeface="Noto Sans"/>
                <a:ea typeface="Noto Sans"/>
                <a:cs typeface="Noto Sans"/>
              </a:defRPr>
            </a:lvl4pPr>
            <a:lvl5pPr algn="l">
              <a:defRPr sz="1425" b="1">
                <a:solidFill>
                  <a:srgbClr val="194D38"/>
                </a:solidFill>
                <a:latin typeface="Noto Sans"/>
                <a:ea typeface="Noto Sans"/>
                <a:cs typeface="Noto Sans"/>
              </a:defRPr>
            </a:lvl5pPr>
            <a:lvl6pPr algn="l">
              <a:defRPr sz="1425" b="1">
                <a:solidFill>
                  <a:srgbClr val="194D38"/>
                </a:solidFill>
                <a:latin typeface="Noto Sans"/>
                <a:ea typeface="Noto Sans"/>
                <a:cs typeface="Noto Sans"/>
              </a:defRPr>
            </a:lvl6pPr>
            <a:lvl7pPr algn="l">
              <a:defRPr sz="1425" b="1">
                <a:solidFill>
                  <a:srgbClr val="194D38"/>
                </a:solidFill>
                <a:latin typeface="Noto Sans"/>
                <a:ea typeface="Noto Sans"/>
                <a:cs typeface="Noto Sans"/>
              </a:defRPr>
            </a:lvl7pPr>
            <a:lvl8pPr algn="l">
              <a:defRPr sz="1425" b="1">
                <a:solidFill>
                  <a:srgbClr val="194D38"/>
                </a:solidFill>
                <a:latin typeface="Noto Sans"/>
                <a:ea typeface="Noto Sans"/>
                <a:cs typeface="Noto Sans"/>
              </a:defRPr>
            </a:lvl8pPr>
            <a:lvl9pPr algn="l">
              <a:defRPr sz="1425" b="1">
                <a:solidFill>
                  <a:srgbClr val="194D38"/>
                </a:solidFill>
                <a:latin typeface="Noto Sans"/>
                <a:ea typeface="Noto Sans"/>
                <a:cs typeface="Noto Sans"/>
              </a:defRPr>
            </a:lvl9pPr>
          </a:lstStyle>
          <a:p xmlns:a="http://schemas.openxmlformats.org/drawingml/2006/main">
            <a:pPr algn="l">
              <a:defRPr sz="1425" b="1">
                <a:solidFill>
                  <a:srgbClr val="194D38"/>
                </a:solidFill>
                <a:latin typeface="Noto Sans"/>
                <a:ea typeface="Noto Sans"/>
                <a:cs typeface="Noto Sans"/>
              </a:defRPr>
            </a:pPr>
            <a:r>
              <a:rPr sz="1425" b="1">
                <a:solidFill>
                  <a:srgbClr val="194D38"/>
                </a:solidFill>
                <a:latin typeface="Noto Sans"/>
                <a:ea typeface="Noto Sans"/>
                <a:cs typeface="Noto Sans"/>
              </a:rPr>
              <a:t>Candidates</a:t>
            </a:r>
          </a:p>
        </p:txBody>
      </p:sp>
      <p:sp>
        <p:nvSpPr>
          <p:cNvPr id="21" name="">
            <a:extLst xmlns:a="http://schemas.openxmlformats.org/drawingml/2006/main">
              <a:ext uri="{FF2B5EF4-FFF2-40B4-BE49-F238E27FC236}">
                <a16:creationId xmlns:a16="http://schemas.microsoft.com/office/drawing/2014/main" id="{FD74CB3C-5F46-4DFC-89EB-400EDC835AAA}"/>
              </a:ext>
            </a:extLst>
          </p:cNvPr>
          <p:cNvSpPr>
            <a:spLocks xmlns:a="http://schemas.openxmlformats.org/drawingml/2006/main" noGrp="1"/>
          </p:cNvSpPr>
          <p:nvPr/>
        </p:nvSpPr>
        <p:spPr>
          <a:xfrm xmlns:a="http://schemas.openxmlformats.org/drawingml/2006/main">
            <a:off x="8248650" y="2324100"/>
            <a:ext cx="295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Profiles, CVs, applications and recommendations</a:t>
            </a:r>
          </a:p>
        </p:txBody>
      </p:sp>
      <p:sp>
        <p:nvSpPr>
          <p:cNvPr id="22" name="">
            <a:extLst xmlns:a="http://schemas.openxmlformats.org/drawingml/2006/main">
              <a:ext uri="{FF2B5EF4-FFF2-40B4-BE49-F238E27FC236}">
                <a16:creationId xmlns:a16="http://schemas.microsoft.com/office/drawing/2014/main" id="{51A0B5DF-9C14-42DA-8339-9B5778E71C70}"/>
              </a:ext>
            </a:extLst>
          </p:cNvPr>
          <p:cNvSpPr>
            <a:spLocks xmlns:a="http://schemas.openxmlformats.org/drawingml/2006/main" noGrp="1"/>
          </p:cNvSpPr>
          <p:nvPr/>
        </p:nvSpPr>
        <p:spPr>
          <a:xfrm xmlns:a="http://schemas.openxmlformats.org/drawingml/2006/main">
            <a:off x="8248650" y="29527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A25C38"/>
                </a:solidFill>
                <a:latin typeface="Noto Sans"/>
                <a:ea typeface="Noto Sans"/>
                <a:cs typeface="Noto Sans"/>
              </a:defRPr>
            </a:defPPr>
            <a:lvl1pPr algn="l">
              <a:defRPr sz="1425" b="1">
                <a:solidFill>
                  <a:srgbClr val="A25C38"/>
                </a:solidFill>
                <a:latin typeface="Noto Sans"/>
                <a:ea typeface="Noto Sans"/>
                <a:cs typeface="Noto Sans"/>
              </a:defRPr>
            </a:lvl1pPr>
            <a:lvl2pPr algn="l">
              <a:defRPr sz="1425" b="1">
                <a:solidFill>
                  <a:srgbClr val="A25C38"/>
                </a:solidFill>
                <a:latin typeface="Noto Sans"/>
                <a:ea typeface="Noto Sans"/>
                <a:cs typeface="Noto Sans"/>
              </a:defRPr>
            </a:lvl2pPr>
            <a:lvl3pPr algn="l">
              <a:defRPr sz="1425" b="1">
                <a:solidFill>
                  <a:srgbClr val="A25C38"/>
                </a:solidFill>
                <a:latin typeface="Noto Sans"/>
                <a:ea typeface="Noto Sans"/>
                <a:cs typeface="Noto Sans"/>
              </a:defRPr>
            </a:lvl3pPr>
            <a:lvl4pPr algn="l">
              <a:defRPr sz="1425" b="1">
                <a:solidFill>
                  <a:srgbClr val="A25C38"/>
                </a:solidFill>
                <a:latin typeface="Noto Sans"/>
                <a:ea typeface="Noto Sans"/>
                <a:cs typeface="Noto Sans"/>
              </a:defRPr>
            </a:lvl4pPr>
            <a:lvl5pPr algn="l">
              <a:defRPr sz="1425" b="1">
                <a:solidFill>
                  <a:srgbClr val="A25C38"/>
                </a:solidFill>
                <a:latin typeface="Noto Sans"/>
                <a:ea typeface="Noto Sans"/>
                <a:cs typeface="Noto Sans"/>
              </a:defRPr>
            </a:lvl5pPr>
            <a:lvl6pPr algn="l">
              <a:defRPr sz="1425" b="1">
                <a:solidFill>
                  <a:srgbClr val="A25C38"/>
                </a:solidFill>
                <a:latin typeface="Noto Sans"/>
                <a:ea typeface="Noto Sans"/>
                <a:cs typeface="Noto Sans"/>
              </a:defRPr>
            </a:lvl6pPr>
            <a:lvl7pPr algn="l">
              <a:defRPr sz="1425" b="1">
                <a:solidFill>
                  <a:srgbClr val="A25C38"/>
                </a:solidFill>
                <a:latin typeface="Noto Sans"/>
                <a:ea typeface="Noto Sans"/>
                <a:cs typeface="Noto Sans"/>
              </a:defRPr>
            </a:lvl7pPr>
            <a:lvl8pPr algn="l">
              <a:defRPr sz="1425" b="1">
                <a:solidFill>
                  <a:srgbClr val="A25C38"/>
                </a:solidFill>
                <a:latin typeface="Noto Sans"/>
                <a:ea typeface="Noto Sans"/>
                <a:cs typeface="Noto Sans"/>
              </a:defRPr>
            </a:lvl8pPr>
            <a:lvl9pPr algn="l">
              <a:defRPr sz="1425" b="1">
                <a:solidFill>
                  <a:srgbClr val="A25C38"/>
                </a:solidFill>
                <a:latin typeface="Noto Sans"/>
                <a:ea typeface="Noto Sans"/>
                <a:cs typeface="Noto Sans"/>
              </a:defRPr>
            </a:lvl9pPr>
          </a:lstStyle>
          <a:p xmlns:a="http://schemas.openxmlformats.org/drawingml/2006/main">
            <a:pPr algn="l">
              <a:defRPr sz="1425" b="1">
                <a:solidFill>
                  <a:srgbClr val="A25C38"/>
                </a:solidFill>
                <a:latin typeface="Noto Sans"/>
                <a:ea typeface="Noto Sans"/>
                <a:cs typeface="Noto Sans"/>
              </a:defRPr>
            </a:pPr>
            <a:r>
              <a:rPr sz="1425" b="1">
                <a:solidFill>
                  <a:srgbClr val="A25C38"/>
                </a:solidFill>
                <a:latin typeface="Noto Sans"/>
                <a:ea typeface="Noto Sans"/>
                <a:cs typeface="Noto Sans"/>
              </a:rPr>
              <a:t>Company teams</a:t>
            </a:r>
          </a:p>
        </p:txBody>
      </p:sp>
      <p:sp>
        <p:nvSpPr>
          <p:cNvPr id="23" name="">
            <a:extLst xmlns:a="http://schemas.openxmlformats.org/drawingml/2006/main">
              <a:ext uri="{FF2B5EF4-FFF2-40B4-BE49-F238E27FC236}">
                <a16:creationId xmlns:a16="http://schemas.microsoft.com/office/drawing/2014/main" id="{259E422F-C0B3-4108-97BB-5A037BFF21C8}"/>
              </a:ext>
            </a:extLst>
          </p:cNvPr>
          <p:cNvSpPr>
            <a:spLocks xmlns:a="http://schemas.openxmlformats.org/drawingml/2006/main" noGrp="1"/>
          </p:cNvSpPr>
          <p:nvPr/>
        </p:nvSpPr>
        <p:spPr>
          <a:xfrm xmlns:a="http://schemas.openxmlformats.org/drawingml/2006/main">
            <a:off x="8248650" y="3295650"/>
            <a:ext cx="295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Offers, candidate review and hiring stages</a:t>
            </a:r>
          </a:p>
        </p:txBody>
      </p:sp>
      <p:sp>
        <p:nvSpPr>
          <p:cNvPr id="24" name="">
            <a:extLst xmlns:a="http://schemas.openxmlformats.org/drawingml/2006/main">
              <a:ext uri="{FF2B5EF4-FFF2-40B4-BE49-F238E27FC236}">
                <a16:creationId xmlns:a16="http://schemas.microsoft.com/office/drawing/2014/main" id="{85D15664-CB25-4653-BE36-E2B77F8BC43F}"/>
              </a:ext>
            </a:extLst>
          </p:cNvPr>
          <p:cNvSpPr>
            <a:spLocks xmlns:a="http://schemas.openxmlformats.org/drawingml/2006/main" noGrp="1"/>
          </p:cNvSpPr>
          <p:nvPr/>
        </p:nvSpPr>
        <p:spPr>
          <a:xfrm xmlns:a="http://schemas.openxmlformats.org/drawingml/2006/main">
            <a:off x="8248650" y="392430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4D38"/>
                </a:solidFill>
                <a:latin typeface="Noto Sans"/>
                <a:ea typeface="Noto Sans"/>
                <a:cs typeface="Noto Sans"/>
              </a:defRPr>
            </a:defPPr>
            <a:lvl1pPr algn="l">
              <a:defRPr sz="1425" b="1">
                <a:solidFill>
                  <a:srgbClr val="194D38"/>
                </a:solidFill>
                <a:latin typeface="Noto Sans"/>
                <a:ea typeface="Noto Sans"/>
                <a:cs typeface="Noto Sans"/>
              </a:defRPr>
            </a:lvl1pPr>
            <a:lvl2pPr algn="l">
              <a:defRPr sz="1425" b="1">
                <a:solidFill>
                  <a:srgbClr val="194D38"/>
                </a:solidFill>
                <a:latin typeface="Noto Sans"/>
                <a:ea typeface="Noto Sans"/>
                <a:cs typeface="Noto Sans"/>
              </a:defRPr>
            </a:lvl2pPr>
            <a:lvl3pPr algn="l">
              <a:defRPr sz="1425" b="1">
                <a:solidFill>
                  <a:srgbClr val="194D38"/>
                </a:solidFill>
                <a:latin typeface="Noto Sans"/>
                <a:ea typeface="Noto Sans"/>
                <a:cs typeface="Noto Sans"/>
              </a:defRPr>
            </a:lvl3pPr>
            <a:lvl4pPr algn="l">
              <a:defRPr sz="1425" b="1">
                <a:solidFill>
                  <a:srgbClr val="194D38"/>
                </a:solidFill>
                <a:latin typeface="Noto Sans"/>
                <a:ea typeface="Noto Sans"/>
                <a:cs typeface="Noto Sans"/>
              </a:defRPr>
            </a:lvl4pPr>
            <a:lvl5pPr algn="l">
              <a:defRPr sz="1425" b="1">
                <a:solidFill>
                  <a:srgbClr val="194D38"/>
                </a:solidFill>
                <a:latin typeface="Noto Sans"/>
                <a:ea typeface="Noto Sans"/>
                <a:cs typeface="Noto Sans"/>
              </a:defRPr>
            </a:lvl5pPr>
            <a:lvl6pPr algn="l">
              <a:defRPr sz="1425" b="1">
                <a:solidFill>
                  <a:srgbClr val="194D38"/>
                </a:solidFill>
                <a:latin typeface="Noto Sans"/>
                <a:ea typeface="Noto Sans"/>
                <a:cs typeface="Noto Sans"/>
              </a:defRPr>
            </a:lvl6pPr>
            <a:lvl7pPr algn="l">
              <a:defRPr sz="1425" b="1">
                <a:solidFill>
                  <a:srgbClr val="194D38"/>
                </a:solidFill>
                <a:latin typeface="Noto Sans"/>
                <a:ea typeface="Noto Sans"/>
                <a:cs typeface="Noto Sans"/>
              </a:defRPr>
            </a:lvl7pPr>
            <a:lvl8pPr algn="l">
              <a:defRPr sz="1425" b="1">
                <a:solidFill>
                  <a:srgbClr val="194D38"/>
                </a:solidFill>
                <a:latin typeface="Noto Sans"/>
                <a:ea typeface="Noto Sans"/>
                <a:cs typeface="Noto Sans"/>
              </a:defRPr>
            </a:lvl8pPr>
            <a:lvl9pPr algn="l">
              <a:defRPr sz="1425" b="1">
                <a:solidFill>
                  <a:srgbClr val="194D38"/>
                </a:solidFill>
                <a:latin typeface="Noto Sans"/>
                <a:ea typeface="Noto Sans"/>
                <a:cs typeface="Noto Sans"/>
              </a:defRPr>
            </a:lvl9pPr>
          </a:lstStyle>
          <a:p xmlns:a="http://schemas.openxmlformats.org/drawingml/2006/main">
            <a:pPr algn="l">
              <a:defRPr sz="1425" b="1">
                <a:solidFill>
                  <a:srgbClr val="194D38"/>
                </a:solidFill>
                <a:latin typeface="Noto Sans"/>
                <a:ea typeface="Noto Sans"/>
                <a:cs typeface="Noto Sans"/>
              </a:defRPr>
            </a:pPr>
            <a:r>
              <a:rPr sz="1425" b="1">
                <a:solidFill>
                  <a:srgbClr val="194D38"/>
                </a:solidFill>
                <a:latin typeface="Noto Sans"/>
                <a:ea typeface="Noto Sans"/>
                <a:cs typeface="Noto Sans"/>
              </a:rPr>
              <a:t>Admins</a:t>
            </a:r>
          </a:p>
        </p:txBody>
      </p:sp>
      <p:sp>
        <p:nvSpPr>
          <p:cNvPr id="25" name="">
            <a:extLst xmlns:a="http://schemas.openxmlformats.org/drawingml/2006/main">
              <a:ext uri="{FF2B5EF4-FFF2-40B4-BE49-F238E27FC236}">
                <a16:creationId xmlns:a16="http://schemas.microsoft.com/office/drawing/2014/main" id="{C153B735-3FEA-48F4-860E-83D0B0192173}"/>
              </a:ext>
            </a:extLst>
          </p:cNvPr>
          <p:cNvSpPr>
            <a:spLocks xmlns:a="http://schemas.openxmlformats.org/drawingml/2006/main" noGrp="1"/>
          </p:cNvSpPr>
          <p:nvPr/>
        </p:nvSpPr>
        <p:spPr>
          <a:xfrm xmlns:a="http://schemas.openxmlformats.org/drawingml/2006/main">
            <a:off x="8248650" y="4267200"/>
            <a:ext cx="295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Users, companies, support and audit activity</a:t>
            </a:r>
          </a:p>
        </p:txBody>
      </p:sp>
      <p:sp>
        <p:nvSpPr>
          <p:cNvPr id="26" name="">
            <a:extLst xmlns:a="http://schemas.openxmlformats.org/drawingml/2006/main">
              <a:ext uri="{FF2B5EF4-FFF2-40B4-BE49-F238E27FC236}">
                <a16:creationId xmlns:a16="http://schemas.microsoft.com/office/drawing/2014/main" id="{38E7AB21-9B61-4BFD-BBB2-44B7D42B995D}"/>
              </a:ext>
            </a:extLst>
          </p:cNvPr>
          <p:cNvSpPr>
            <a:spLocks xmlns:a="http://schemas.openxmlformats.org/drawingml/2006/main" noGrp="1"/>
          </p:cNvSpPr>
          <p:nvPr/>
        </p:nvSpPr>
        <p:spPr>
          <a:xfrm xmlns:a="http://schemas.openxmlformats.org/drawingml/2006/main">
            <a:off x="609600" y="5505450"/>
            <a:ext cx="10572750" cy="647700"/>
          </a:xfrm>
          <a:prstGeom xmlns:a="http://schemas.openxmlformats.org/drawingml/2006/main" prst="roundRect">
            <a:avLst>
              <a:gd name="adj" fmla="val 17647"/>
            </a:avLst>
          </a:prstGeom>
          <a:solidFill xmlns:a="http://schemas.openxmlformats.org/drawingml/2006/main">
            <a:srgbClr val="EDF1E9"/>
          </a:solidFill>
          <a:ln xmlns:a="http://schemas.openxmlformats.org/drawingml/2006/main" w="9525">
            <a:solidFill>
              <a:srgbClr val="CFDBCF"/>
            </a:solidFill>
            <a:prstDash val="solid"/>
          </a:ln>
        </p:spPr>
      </p:sp>
      <p:sp>
        <p:nvSpPr>
          <p:cNvPr id="27" name="">
            <a:extLst xmlns:a="http://schemas.openxmlformats.org/drawingml/2006/main">
              <a:ext uri="{FF2B5EF4-FFF2-40B4-BE49-F238E27FC236}">
                <a16:creationId xmlns:a16="http://schemas.microsoft.com/office/drawing/2014/main" id="{287B3AB0-AF71-4E6E-A7D7-E2F4B4BEFF5D}"/>
              </a:ext>
            </a:extLst>
          </p:cNvPr>
          <p:cNvSpPr>
            <a:spLocks xmlns:a="http://schemas.openxmlformats.org/drawingml/2006/main" noGrp="1"/>
          </p:cNvSpPr>
          <p:nvPr/>
        </p:nvSpPr>
        <p:spPr>
          <a:xfrm xmlns:a="http://schemas.openxmlformats.org/drawingml/2006/main">
            <a:off x="819150" y="56483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1">
                <a:solidFill>
                  <a:srgbClr val="A25C38"/>
                </a:solidFill>
                <a:latin typeface="Noto Sans"/>
                <a:ea typeface="Noto Sans"/>
                <a:cs typeface="Noto Sans"/>
              </a:defRPr>
            </a:defPPr>
            <a:lvl1pPr algn="l">
              <a:defRPr sz="1050" b="1">
                <a:solidFill>
                  <a:srgbClr val="A25C38"/>
                </a:solidFill>
                <a:latin typeface="Noto Sans"/>
                <a:ea typeface="Noto Sans"/>
                <a:cs typeface="Noto Sans"/>
              </a:defRPr>
            </a:lvl1pPr>
            <a:lvl2pPr algn="l">
              <a:defRPr sz="1050" b="1">
                <a:solidFill>
                  <a:srgbClr val="A25C38"/>
                </a:solidFill>
                <a:latin typeface="Noto Sans"/>
                <a:ea typeface="Noto Sans"/>
                <a:cs typeface="Noto Sans"/>
              </a:defRPr>
            </a:lvl2pPr>
            <a:lvl3pPr algn="l">
              <a:defRPr sz="1050" b="1">
                <a:solidFill>
                  <a:srgbClr val="A25C38"/>
                </a:solidFill>
                <a:latin typeface="Noto Sans"/>
                <a:ea typeface="Noto Sans"/>
                <a:cs typeface="Noto Sans"/>
              </a:defRPr>
            </a:lvl3pPr>
            <a:lvl4pPr algn="l">
              <a:defRPr sz="1050" b="1">
                <a:solidFill>
                  <a:srgbClr val="A25C38"/>
                </a:solidFill>
                <a:latin typeface="Noto Sans"/>
                <a:ea typeface="Noto Sans"/>
                <a:cs typeface="Noto Sans"/>
              </a:defRPr>
            </a:lvl4pPr>
            <a:lvl5pPr algn="l">
              <a:defRPr sz="1050" b="1">
                <a:solidFill>
                  <a:srgbClr val="A25C38"/>
                </a:solidFill>
                <a:latin typeface="Noto Sans"/>
                <a:ea typeface="Noto Sans"/>
                <a:cs typeface="Noto Sans"/>
              </a:defRPr>
            </a:lvl5pPr>
            <a:lvl6pPr algn="l">
              <a:defRPr sz="1050" b="1">
                <a:solidFill>
                  <a:srgbClr val="A25C38"/>
                </a:solidFill>
                <a:latin typeface="Noto Sans"/>
                <a:ea typeface="Noto Sans"/>
                <a:cs typeface="Noto Sans"/>
              </a:defRPr>
            </a:lvl6pPr>
            <a:lvl7pPr algn="l">
              <a:defRPr sz="1050" b="1">
                <a:solidFill>
                  <a:srgbClr val="A25C38"/>
                </a:solidFill>
                <a:latin typeface="Noto Sans"/>
                <a:ea typeface="Noto Sans"/>
                <a:cs typeface="Noto Sans"/>
              </a:defRPr>
            </a:lvl7pPr>
            <a:lvl8pPr algn="l">
              <a:defRPr sz="1050" b="1">
                <a:solidFill>
                  <a:srgbClr val="A25C38"/>
                </a:solidFill>
                <a:latin typeface="Noto Sans"/>
                <a:ea typeface="Noto Sans"/>
                <a:cs typeface="Noto Sans"/>
              </a:defRPr>
            </a:lvl8pPr>
            <a:lvl9pPr algn="l">
              <a:defRPr sz="1050" b="1">
                <a:solidFill>
                  <a:srgbClr val="A25C38"/>
                </a:solidFill>
                <a:latin typeface="Noto Sans"/>
                <a:ea typeface="Noto Sans"/>
                <a:cs typeface="Noto Sans"/>
              </a:defRPr>
            </a:lvl9pPr>
          </a:lstStyle>
          <a:p xmlns:a="http://schemas.openxmlformats.org/drawingml/2006/main">
            <a:pPr algn="l">
              <a:defRPr sz="1050" b="1">
                <a:solidFill>
                  <a:srgbClr val="A25C38"/>
                </a:solidFill>
                <a:latin typeface="Noto Sans"/>
                <a:ea typeface="Noto Sans"/>
                <a:cs typeface="Noto Sans"/>
              </a:defRPr>
            </a:pPr>
            <a:r>
              <a:rPr sz="1050" b="1">
                <a:solidFill>
                  <a:srgbClr val="A25C38"/>
                </a:solidFill>
                <a:latin typeface="Noto Sans"/>
                <a:ea typeface="Noto Sans"/>
                <a:cs typeface="Noto Sans"/>
              </a:rPr>
              <a:t>My responsibility</a:t>
            </a:r>
          </a:p>
        </p:txBody>
      </p:sp>
      <p:sp>
        <p:nvSpPr>
          <p:cNvPr id="28" name="">
            <a:extLst xmlns:a="http://schemas.openxmlformats.org/drawingml/2006/main">
              <a:ext uri="{FF2B5EF4-FFF2-40B4-BE49-F238E27FC236}">
                <a16:creationId xmlns:a16="http://schemas.microsoft.com/office/drawing/2014/main" id="{972CECAC-F735-4E82-9197-1761C61BC176}"/>
              </a:ext>
            </a:extLst>
          </p:cNvPr>
          <p:cNvSpPr>
            <a:spLocks xmlns:a="http://schemas.openxmlformats.org/drawingml/2006/main" noGrp="1"/>
          </p:cNvSpPr>
          <p:nvPr/>
        </p:nvSpPr>
        <p:spPr>
          <a:xfrm xmlns:a="http://schemas.openxmlformats.org/drawingml/2006/main">
            <a:off x="2628900" y="5619750"/>
            <a:ext cx="819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Validate requests, enforce access rules, preserve data and coordinate external services.</a:t>
            </a:r>
          </a:p>
        </p:txBody>
      </p:sp>
    </p:spTree>
    <p:transition spd="med" advClick="1">
      <p:fade/>
    </p:transition>
    <p:extLst>
      <p:ext uri="{BB962C8B-B14F-4D97-AF65-F5344CB8AC3E}">
        <p14:creationId xmlns:p14="http://schemas.microsoft.com/office/powerpoint/2010/main" val="536144000"/>
      </p:ext>
    </p:extLst>
  </p:cSld>
</p:sld>
</file>

<file path=ppt/slides/slide3.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65" name="">
            <a:extLst xmlns:a="http://schemas.openxmlformats.org/drawingml/2006/main">
              <a:ext uri="{FF2B5EF4-FFF2-40B4-BE49-F238E27FC236}">
                <a16:creationId xmlns:a16="http://schemas.microsoft.com/office/drawing/2014/main" id="{EB2082B4-8B03-441B-9978-2A918CC80AA7}"/>
              </a:ext>
            </a:extLst>
          </p:cNvPr>
          <p:cNvSpPr>
            <a:spLocks xmlns:a="http://schemas.openxmlformats.org/drawingml/2006/main" noGrp="1"/>
          </p:cNvSpPr>
          <p:nvPr/>
        </p:nvSpPr>
        <p:spPr>
          <a:xfrm xmlns:a="http://schemas.openxmlformats.org/drawingml/2006/main">
            <a:off x="60960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ARCHITECTURE</a:t>
            </a:r>
          </a:p>
        </p:txBody>
      </p:sp>
      <p:sp>
        <p:nvSpPr>
          <p:cNvPr id="2" name="">
            <a:extLst xmlns:a="http://schemas.openxmlformats.org/drawingml/2006/main">
              <a:ext uri="{FF2B5EF4-FFF2-40B4-BE49-F238E27FC236}">
                <a16:creationId xmlns:a16="http://schemas.microsoft.com/office/drawing/2014/main" id="{48E71D58-5AB6-4CBD-9820-0AED20CCA3EF}"/>
              </a:ext>
            </a:extLst>
          </p:cNvPr>
          <p:cNvSpPr>
            <a:spLocks xmlns:a="http://schemas.openxmlformats.org/drawingml/2006/main" noGrp="1"/>
          </p:cNvSpPr>
          <p:nvPr/>
        </p:nvSpPr>
        <p:spPr>
          <a:xfrm xmlns:a="http://schemas.openxmlformats.org/drawingml/2006/main">
            <a:off x="11163300" y="2667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03</a:t>
            </a:r>
          </a:p>
        </p:txBody>
      </p:sp>
      <p:sp>
        <p:nvSpPr>
          <p:cNvPr id="3" name="">
            <a:extLst xmlns:a="http://schemas.openxmlformats.org/drawingml/2006/main">
              <a:ext uri="{FF2B5EF4-FFF2-40B4-BE49-F238E27FC236}">
                <a16:creationId xmlns:a16="http://schemas.microsoft.com/office/drawing/2014/main" id="{32B83420-1ACA-4E38-BD79-0EB86C32AF79}"/>
              </a:ext>
            </a:extLst>
          </p:cNvPr>
          <p:cNvSpPr>
            <a:spLocks xmlns:a="http://schemas.openxmlformats.org/drawingml/2006/main" noGrp="1"/>
          </p:cNvSpPr>
          <p:nvPr/>
        </p:nvSpPr>
        <p:spPr>
          <a:xfrm xmlns:a="http://schemas.openxmlformats.org/drawingml/2006/main">
            <a:off x="609600" y="533400"/>
            <a:ext cx="1038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Execution paths and code ownership</a:t>
            </a:r>
          </a:p>
        </p:txBody>
      </p:sp>
      <p:sp>
        <p:nvSpPr>
          <p:cNvPr id="4" name="">
            <a:extLst xmlns:a="http://schemas.openxmlformats.org/drawingml/2006/main">
              <a:ext uri="{FF2B5EF4-FFF2-40B4-BE49-F238E27FC236}">
                <a16:creationId xmlns:a16="http://schemas.microsoft.com/office/drawing/2014/main" id="{A891BA84-FEBE-4B75-8494-DAA5462A3AF1}"/>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B0D78851-2A6B-44EF-8BFE-F2358A6D5FC1}"/>
              </a:ext>
            </a:extLst>
          </p:cNvPr>
          <p:cNvSpPr>
            <a:spLocks xmlns:a="http://schemas.openxmlformats.org/drawingml/2006/main" noGrp="1"/>
          </p:cNvSpPr>
          <p:nvPr/>
        </p:nvSpPr>
        <p:spPr>
          <a:xfrm xmlns:a="http://schemas.openxmlformats.org/drawingml/2006/main">
            <a:off x="609600" y="1352550"/>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FastAPI separates immediate requests, durable background work and real-time delivery.</a:t>
            </a:r>
          </a:p>
        </p:txBody>
      </p:sp>
      <p:sp>
        <p:nvSpPr>
          <p:cNvPr id="6" name="">
            <a:extLst xmlns:a="http://schemas.openxmlformats.org/drawingml/2006/main">
              <a:ext uri="{FF2B5EF4-FFF2-40B4-BE49-F238E27FC236}">
                <a16:creationId xmlns:a16="http://schemas.microsoft.com/office/drawing/2014/main" id="{EAEC3408-F1E1-4084-8A06-4A6F4F7E608B}"/>
              </a:ext>
            </a:extLst>
          </p:cNvPr>
          <p:cNvSpPr>
            <a:spLocks xmlns:a="http://schemas.openxmlformats.org/drawingml/2006/main" noGrp="1"/>
          </p:cNvSpPr>
          <p:nvPr/>
        </p:nvSpPr>
        <p:spPr>
          <a:xfrm xmlns:a="http://schemas.openxmlformats.org/drawingml/2006/main">
            <a:off x="609600" y="65532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D0AFAEDA-A45C-49F3-BB5F-7EBDFA16D399}"/>
              </a:ext>
            </a:extLst>
          </p:cNvPr>
          <p:cNvSpPr>
            <a:spLocks xmlns:a="http://schemas.openxmlformats.org/drawingml/2006/main" noGrp="1"/>
          </p:cNvSpPr>
          <p:nvPr/>
        </p:nvSpPr>
        <p:spPr>
          <a:xfrm xmlns:a="http://schemas.openxmlformats.org/drawingml/2006/main">
            <a:off x="609600" y="2162175"/>
            <a:ext cx="114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REQUEST</a:t>
            </a:r>
          </a:p>
        </p:txBody>
      </p:sp>
      <p:sp>
        <p:nvSpPr>
          <p:cNvPr id="8" name="">
            <a:extLst xmlns:a="http://schemas.openxmlformats.org/drawingml/2006/main">
              <a:ext uri="{FF2B5EF4-FFF2-40B4-BE49-F238E27FC236}">
                <a16:creationId xmlns:a16="http://schemas.microsoft.com/office/drawing/2014/main" id="{2164CAA2-A6D6-4CB2-B7C7-1E1256DE8CC9}"/>
              </a:ext>
            </a:extLst>
          </p:cNvPr>
          <p:cNvSpPr>
            <a:spLocks xmlns:a="http://schemas.openxmlformats.org/drawingml/2006/main" noGrp="1"/>
          </p:cNvSpPr>
          <p:nvPr/>
        </p:nvSpPr>
        <p:spPr>
          <a:xfrm xmlns:a="http://schemas.openxmlformats.org/drawingml/2006/main">
            <a:off x="1809750" y="2286000"/>
            <a:ext cx="9144000" cy="0"/>
          </a:xfrm>
          <a:prstGeom xmlns:a="http://schemas.openxmlformats.org/drawingml/2006/main" prst="line">
            <a:avLst/>
          </a:prstGeom>
          <a:ln xmlns:a="http://schemas.openxmlformats.org/drawingml/2006/main" w="19050">
            <a:solidFill>
              <a:srgbClr val="CFDBCF"/>
            </a:solidFill>
            <a:prstDash val="solid"/>
          </a:ln>
        </p:spPr>
      </p:sp>
      <p:sp>
        <p:nvSpPr>
          <p:cNvPr id="9" name="">
            <a:extLst xmlns:a="http://schemas.openxmlformats.org/drawingml/2006/main">
              <a:ext uri="{FF2B5EF4-FFF2-40B4-BE49-F238E27FC236}">
                <a16:creationId xmlns:a16="http://schemas.microsoft.com/office/drawing/2014/main" id="{DBEE2AEE-9BF7-44AB-8741-878416F51E2B}"/>
              </a:ext>
            </a:extLst>
          </p:cNvPr>
          <p:cNvSpPr>
            <a:spLocks xmlns:a="http://schemas.openxmlformats.org/drawingml/2006/main" noGrp="1"/>
          </p:cNvSpPr>
          <p:nvPr/>
        </p:nvSpPr>
        <p:spPr>
          <a:xfrm xmlns:a="http://schemas.openxmlformats.org/drawingml/2006/main">
            <a:off x="2038350" y="2209800"/>
            <a:ext cx="152400" cy="1524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0" name="">
            <a:extLst xmlns:a="http://schemas.openxmlformats.org/drawingml/2006/main">
              <a:ext uri="{FF2B5EF4-FFF2-40B4-BE49-F238E27FC236}">
                <a16:creationId xmlns:a16="http://schemas.microsoft.com/office/drawing/2014/main" id="{982CCC8F-A425-4535-BBDC-D3EF62E0D068}"/>
              </a:ext>
            </a:extLst>
          </p:cNvPr>
          <p:cNvSpPr>
            <a:spLocks xmlns:a="http://schemas.openxmlformats.org/drawingml/2006/main" noGrp="1"/>
          </p:cNvSpPr>
          <p:nvPr/>
        </p:nvSpPr>
        <p:spPr>
          <a:xfrm xmlns:a="http://schemas.openxmlformats.org/drawingml/2006/main">
            <a:off x="2266950" y="197167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Browser</a:t>
            </a:r>
          </a:p>
        </p:txBody>
      </p:sp>
      <p:sp>
        <p:nvSpPr>
          <p:cNvPr id="11" name="">
            <a:extLst xmlns:a="http://schemas.openxmlformats.org/drawingml/2006/main">
              <a:ext uri="{FF2B5EF4-FFF2-40B4-BE49-F238E27FC236}">
                <a16:creationId xmlns:a16="http://schemas.microsoft.com/office/drawing/2014/main" id="{550B13AC-5C62-484A-9B53-60E88BB91114}"/>
              </a:ext>
            </a:extLst>
          </p:cNvPr>
          <p:cNvSpPr>
            <a:spLocks xmlns:a="http://schemas.openxmlformats.org/drawingml/2006/main" noGrp="1"/>
          </p:cNvSpPr>
          <p:nvPr/>
        </p:nvSpPr>
        <p:spPr>
          <a:xfrm xmlns:a="http://schemas.openxmlformats.org/drawingml/2006/main">
            <a:off x="2266950" y="22669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Next.js</a:t>
            </a:r>
          </a:p>
        </p:txBody>
      </p:sp>
      <p:sp>
        <p:nvSpPr>
          <p:cNvPr id="12" name="">
            <a:extLst xmlns:a="http://schemas.openxmlformats.org/drawingml/2006/main">
              <a:ext uri="{FF2B5EF4-FFF2-40B4-BE49-F238E27FC236}">
                <a16:creationId xmlns:a16="http://schemas.microsoft.com/office/drawing/2014/main" id="{9A99A5EB-B56C-4D26-A37C-C16890DD3127}"/>
              </a:ext>
            </a:extLst>
          </p:cNvPr>
          <p:cNvSpPr>
            <a:spLocks xmlns:a="http://schemas.openxmlformats.org/drawingml/2006/main" noGrp="1"/>
          </p:cNvSpPr>
          <p:nvPr/>
        </p:nvSpPr>
        <p:spPr>
          <a:xfrm xmlns:a="http://schemas.openxmlformats.org/drawingml/2006/main">
            <a:off x="4305300" y="2209800"/>
            <a:ext cx="152400" cy="1524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3" name="">
            <a:extLst xmlns:a="http://schemas.openxmlformats.org/drawingml/2006/main">
              <a:ext uri="{FF2B5EF4-FFF2-40B4-BE49-F238E27FC236}">
                <a16:creationId xmlns:a16="http://schemas.microsoft.com/office/drawing/2014/main" id="{A359C643-EF7E-49FF-8536-9D29F9DDA1FB}"/>
              </a:ext>
            </a:extLst>
          </p:cNvPr>
          <p:cNvSpPr>
            <a:spLocks xmlns:a="http://schemas.openxmlformats.org/drawingml/2006/main" noGrp="1"/>
          </p:cNvSpPr>
          <p:nvPr/>
        </p:nvSpPr>
        <p:spPr>
          <a:xfrm xmlns:a="http://schemas.openxmlformats.org/drawingml/2006/main">
            <a:off x="4533900" y="197167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Nginx</a:t>
            </a:r>
          </a:p>
        </p:txBody>
      </p:sp>
      <p:sp>
        <p:nvSpPr>
          <p:cNvPr id="14" name="">
            <a:extLst xmlns:a="http://schemas.openxmlformats.org/drawingml/2006/main">
              <a:ext uri="{FF2B5EF4-FFF2-40B4-BE49-F238E27FC236}">
                <a16:creationId xmlns:a16="http://schemas.microsoft.com/office/drawing/2014/main" id="{FF1AC758-9CB7-47DA-9BFF-03B463E1B76E}"/>
              </a:ext>
            </a:extLst>
          </p:cNvPr>
          <p:cNvSpPr>
            <a:spLocks xmlns:a="http://schemas.openxmlformats.org/drawingml/2006/main" noGrp="1"/>
          </p:cNvSpPr>
          <p:nvPr/>
        </p:nvSpPr>
        <p:spPr>
          <a:xfrm xmlns:a="http://schemas.openxmlformats.org/drawingml/2006/main">
            <a:off x="4533900" y="22669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TLS + proxy</a:t>
            </a:r>
          </a:p>
        </p:txBody>
      </p:sp>
      <p:sp>
        <p:nvSpPr>
          <p:cNvPr id="15" name="">
            <a:extLst xmlns:a="http://schemas.openxmlformats.org/drawingml/2006/main">
              <a:ext uri="{FF2B5EF4-FFF2-40B4-BE49-F238E27FC236}">
                <a16:creationId xmlns:a16="http://schemas.microsoft.com/office/drawing/2014/main" id="{F4066391-488C-45CB-B309-16E693D9DE3B}"/>
              </a:ext>
            </a:extLst>
          </p:cNvPr>
          <p:cNvSpPr>
            <a:spLocks xmlns:a="http://schemas.openxmlformats.org/drawingml/2006/main" noGrp="1"/>
          </p:cNvSpPr>
          <p:nvPr/>
        </p:nvSpPr>
        <p:spPr>
          <a:xfrm xmlns:a="http://schemas.openxmlformats.org/drawingml/2006/main">
            <a:off x="6572250" y="2209800"/>
            <a:ext cx="152400" cy="1524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6" name="">
            <a:extLst xmlns:a="http://schemas.openxmlformats.org/drawingml/2006/main">
              <a:ext uri="{FF2B5EF4-FFF2-40B4-BE49-F238E27FC236}">
                <a16:creationId xmlns:a16="http://schemas.microsoft.com/office/drawing/2014/main" id="{645DDE68-4C93-4D39-8B7F-D173F9DA89AA}"/>
              </a:ext>
            </a:extLst>
          </p:cNvPr>
          <p:cNvSpPr>
            <a:spLocks xmlns:a="http://schemas.openxmlformats.org/drawingml/2006/main" noGrp="1"/>
          </p:cNvSpPr>
          <p:nvPr/>
        </p:nvSpPr>
        <p:spPr>
          <a:xfrm xmlns:a="http://schemas.openxmlformats.org/drawingml/2006/main">
            <a:off x="6800850" y="197167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FastAPI</a:t>
            </a:r>
          </a:p>
        </p:txBody>
      </p:sp>
      <p:sp>
        <p:nvSpPr>
          <p:cNvPr id="17" name="">
            <a:extLst xmlns:a="http://schemas.openxmlformats.org/drawingml/2006/main">
              <a:ext uri="{FF2B5EF4-FFF2-40B4-BE49-F238E27FC236}">
                <a16:creationId xmlns:a16="http://schemas.microsoft.com/office/drawing/2014/main" id="{5983DA46-5374-4283-A99F-A972AB22E705}"/>
              </a:ext>
            </a:extLst>
          </p:cNvPr>
          <p:cNvSpPr>
            <a:spLocks xmlns:a="http://schemas.openxmlformats.org/drawingml/2006/main" noGrp="1"/>
          </p:cNvSpPr>
          <p:nvPr/>
        </p:nvSpPr>
        <p:spPr>
          <a:xfrm xmlns:a="http://schemas.openxmlformats.org/drawingml/2006/main">
            <a:off x="6800850" y="22669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Rules</a:t>
            </a:r>
          </a:p>
        </p:txBody>
      </p:sp>
      <p:sp>
        <p:nvSpPr>
          <p:cNvPr id="18" name="">
            <a:extLst xmlns:a="http://schemas.openxmlformats.org/drawingml/2006/main">
              <a:ext uri="{FF2B5EF4-FFF2-40B4-BE49-F238E27FC236}">
                <a16:creationId xmlns:a16="http://schemas.microsoft.com/office/drawing/2014/main" id="{90C406AB-390D-4F95-B7F4-1E6B0E0EA90B}"/>
              </a:ext>
            </a:extLst>
          </p:cNvPr>
          <p:cNvSpPr>
            <a:spLocks xmlns:a="http://schemas.openxmlformats.org/drawingml/2006/main" noGrp="1"/>
          </p:cNvSpPr>
          <p:nvPr/>
        </p:nvSpPr>
        <p:spPr>
          <a:xfrm xmlns:a="http://schemas.openxmlformats.org/drawingml/2006/main">
            <a:off x="8839200" y="2209800"/>
            <a:ext cx="152400" cy="1524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9" name="">
            <a:extLst xmlns:a="http://schemas.openxmlformats.org/drawingml/2006/main">
              <a:ext uri="{FF2B5EF4-FFF2-40B4-BE49-F238E27FC236}">
                <a16:creationId xmlns:a16="http://schemas.microsoft.com/office/drawing/2014/main" id="{16B8CDB1-3AA1-4A74-8C8D-476CA7FE626A}"/>
              </a:ext>
            </a:extLst>
          </p:cNvPr>
          <p:cNvSpPr>
            <a:spLocks xmlns:a="http://schemas.openxmlformats.org/drawingml/2006/main" noGrp="1"/>
          </p:cNvSpPr>
          <p:nvPr/>
        </p:nvSpPr>
        <p:spPr>
          <a:xfrm xmlns:a="http://schemas.openxmlformats.org/drawingml/2006/main">
            <a:off x="9067800" y="197167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PostgreSQL</a:t>
            </a:r>
          </a:p>
        </p:txBody>
      </p:sp>
      <p:sp>
        <p:nvSpPr>
          <p:cNvPr id="20" name="">
            <a:extLst xmlns:a="http://schemas.openxmlformats.org/drawingml/2006/main">
              <a:ext uri="{FF2B5EF4-FFF2-40B4-BE49-F238E27FC236}">
                <a16:creationId xmlns:a16="http://schemas.microsoft.com/office/drawing/2014/main" id="{7F51B1E2-603A-4111-9279-68DA94557389}"/>
              </a:ext>
            </a:extLst>
          </p:cNvPr>
          <p:cNvSpPr>
            <a:spLocks xmlns:a="http://schemas.openxmlformats.org/drawingml/2006/main" noGrp="1"/>
          </p:cNvSpPr>
          <p:nvPr/>
        </p:nvSpPr>
        <p:spPr>
          <a:xfrm xmlns:a="http://schemas.openxmlformats.org/drawingml/2006/main">
            <a:off x="9067800" y="22669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Records</a:t>
            </a:r>
          </a:p>
        </p:txBody>
      </p:sp>
      <p:sp>
        <p:nvSpPr>
          <p:cNvPr id="21" name="">
            <a:extLst xmlns:a="http://schemas.openxmlformats.org/drawingml/2006/main">
              <a:ext uri="{FF2B5EF4-FFF2-40B4-BE49-F238E27FC236}">
                <a16:creationId xmlns:a16="http://schemas.microsoft.com/office/drawing/2014/main" id="{B2B137DB-E0C0-4425-BD21-50A9F42441AF}"/>
              </a:ext>
            </a:extLst>
          </p:cNvPr>
          <p:cNvSpPr>
            <a:spLocks xmlns:a="http://schemas.openxmlformats.org/drawingml/2006/main" noGrp="1"/>
          </p:cNvSpPr>
          <p:nvPr/>
        </p:nvSpPr>
        <p:spPr>
          <a:xfrm xmlns:a="http://schemas.openxmlformats.org/drawingml/2006/main">
            <a:off x="609600" y="3267075"/>
            <a:ext cx="114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A25C38"/>
                </a:solidFill>
                <a:latin typeface="Noto Sans"/>
                <a:ea typeface="Noto Sans"/>
                <a:cs typeface="Noto Sans"/>
              </a:defRPr>
            </a:defPPr>
            <a:lvl1pPr algn="l">
              <a:defRPr sz="825" b="1">
                <a:solidFill>
                  <a:srgbClr val="A25C38"/>
                </a:solidFill>
                <a:latin typeface="Noto Sans"/>
                <a:ea typeface="Noto Sans"/>
                <a:cs typeface="Noto Sans"/>
              </a:defRPr>
            </a:lvl1pPr>
            <a:lvl2pPr algn="l">
              <a:defRPr sz="825" b="1">
                <a:solidFill>
                  <a:srgbClr val="A25C38"/>
                </a:solidFill>
                <a:latin typeface="Noto Sans"/>
                <a:ea typeface="Noto Sans"/>
                <a:cs typeface="Noto Sans"/>
              </a:defRPr>
            </a:lvl2pPr>
            <a:lvl3pPr algn="l">
              <a:defRPr sz="825" b="1">
                <a:solidFill>
                  <a:srgbClr val="A25C38"/>
                </a:solidFill>
                <a:latin typeface="Noto Sans"/>
                <a:ea typeface="Noto Sans"/>
                <a:cs typeface="Noto Sans"/>
              </a:defRPr>
            </a:lvl3pPr>
            <a:lvl4pPr algn="l">
              <a:defRPr sz="825" b="1">
                <a:solidFill>
                  <a:srgbClr val="A25C38"/>
                </a:solidFill>
                <a:latin typeface="Noto Sans"/>
                <a:ea typeface="Noto Sans"/>
                <a:cs typeface="Noto Sans"/>
              </a:defRPr>
            </a:lvl4pPr>
            <a:lvl5pPr algn="l">
              <a:defRPr sz="825" b="1">
                <a:solidFill>
                  <a:srgbClr val="A25C38"/>
                </a:solidFill>
                <a:latin typeface="Noto Sans"/>
                <a:ea typeface="Noto Sans"/>
                <a:cs typeface="Noto Sans"/>
              </a:defRPr>
            </a:lvl5pPr>
            <a:lvl6pPr algn="l">
              <a:defRPr sz="825" b="1">
                <a:solidFill>
                  <a:srgbClr val="A25C38"/>
                </a:solidFill>
                <a:latin typeface="Noto Sans"/>
                <a:ea typeface="Noto Sans"/>
                <a:cs typeface="Noto Sans"/>
              </a:defRPr>
            </a:lvl6pPr>
            <a:lvl7pPr algn="l">
              <a:defRPr sz="825" b="1">
                <a:solidFill>
                  <a:srgbClr val="A25C38"/>
                </a:solidFill>
                <a:latin typeface="Noto Sans"/>
                <a:ea typeface="Noto Sans"/>
                <a:cs typeface="Noto Sans"/>
              </a:defRPr>
            </a:lvl7pPr>
            <a:lvl8pPr algn="l">
              <a:defRPr sz="825" b="1">
                <a:solidFill>
                  <a:srgbClr val="A25C38"/>
                </a:solidFill>
                <a:latin typeface="Noto Sans"/>
                <a:ea typeface="Noto Sans"/>
                <a:cs typeface="Noto Sans"/>
              </a:defRPr>
            </a:lvl8pPr>
            <a:lvl9pPr algn="l">
              <a:defRPr sz="825" b="1">
                <a:solidFill>
                  <a:srgbClr val="A25C38"/>
                </a:solidFill>
                <a:latin typeface="Noto Sans"/>
                <a:ea typeface="Noto Sans"/>
                <a:cs typeface="Noto Sans"/>
              </a:defRPr>
            </a:lvl9pPr>
          </a:lstStyle>
          <a:p xmlns:a="http://schemas.openxmlformats.org/drawingml/2006/main">
            <a:pPr algn="l">
              <a:defRPr sz="825" b="1">
                <a:solidFill>
                  <a:srgbClr val="A25C38"/>
                </a:solidFill>
                <a:latin typeface="Noto Sans"/>
                <a:ea typeface="Noto Sans"/>
                <a:cs typeface="Noto Sans"/>
              </a:defRPr>
            </a:pPr>
            <a:r>
              <a:rPr sz="825" b="1">
                <a:solidFill>
                  <a:srgbClr val="A25C38"/>
                </a:solidFill>
                <a:latin typeface="Noto Sans"/>
                <a:ea typeface="Noto Sans"/>
                <a:cs typeface="Noto Sans"/>
              </a:rPr>
              <a:t>BACKGROUND</a:t>
            </a:r>
          </a:p>
        </p:txBody>
      </p:sp>
      <p:sp>
        <p:nvSpPr>
          <p:cNvPr id="22" name="">
            <a:extLst xmlns:a="http://schemas.openxmlformats.org/drawingml/2006/main">
              <a:ext uri="{FF2B5EF4-FFF2-40B4-BE49-F238E27FC236}">
                <a16:creationId xmlns:a16="http://schemas.microsoft.com/office/drawing/2014/main" id="{6A423F51-5092-4583-9E96-62539E0D70FF}"/>
              </a:ext>
            </a:extLst>
          </p:cNvPr>
          <p:cNvSpPr>
            <a:spLocks xmlns:a="http://schemas.openxmlformats.org/drawingml/2006/main" noGrp="1"/>
          </p:cNvSpPr>
          <p:nvPr/>
        </p:nvSpPr>
        <p:spPr>
          <a:xfrm xmlns:a="http://schemas.openxmlformats.org/drawingml/2006/main">
            <a:off x="1809750" y="3390900"/>
            <a:ext cx="9144000" cy="0"/>
          </a:xfrm>
          <a:prstGeom xmlns:a="http://schemas.openxmlformats.org/drawingml/2006/main" prst="line">
            <a:avLst/>
          </a:prstGeom>
          <a:ln xmlns:a="http://schemas.openxmlformats.org/drawingml/2006/main" w="19050">
            <a:solidFill>
              <a:srgbClr val="CFDBCF"/>
            </a:solidFill>
            <a:prstDash val="solid"/>
          </a:ln>
        </p:spPr>
      </p:sp>
      <p:sp>
        <p:nvSpPr>
          <p:cNvPr id="23" name="">
            <a:extLst xmlns:a="http://schemas.openxmlformats.org/drawingml/2006/main">
              <a:ext uri="{FF2B5EF4-FFF2-40B4-BE49-F238E27FC236}">
                <a16:creationId xmlns:a16="http://schemas.microsoft.com/office/drawing/2014/main" id="{7F449512-E6EE-4EAD-8030-1001698AB779}"/>
              </a:ext>
            </a:extLst>
          </p:cNvPr>
          <p:cNvSpPr>
            <a:spLocks xmlns:a="http://schemas.openxmlformats.org/drawingml/2006/main" noGrp="1"/>
          </p:cNvSpPr>
          <p:nvPr/>
        </p:nvSpPr>
        <p:spPr>
          <a:xfrm xmlns:a="http://schemas.openxmlformats.org/drawingml/2006/main">
            <a:off x="2038350" y="3314700"/>
            <a:ext cx="152400" cy="1524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24" name="">
            <a:extLst xmlns:a="http://schemas.openxmlformats.org/drawingml/2006/main">
              <a:ext uri="{FF2B5EF4-FFF2-40B4-BE49-F238E27FC236}">
                <a16:creationId xmlns:a16="http://schemas.microsoft.com/office/drawing/2014/main" id="{987EE6C2-0C5A-4FB0-96DD-2788B0992FD5}"/>
              </a:ext>
            </a:extLst>
          </p:cNvPr>
          <p:cNvSpPr>
            <a:spLocks xmlns:a="http://schemas.openxmlformats.org/drawingml/2006/main" noGrp="1"/>
          </p:cNvSpPr>
          <p:nvPr/>
        </p:nvSpPr>
        <p:spPr>
          <a:xfrm xmlns:a="http://schemas.openxmlformats.org/drawingml/2006/main">
            <a:off x="2266950" y="307657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API</a:t>
            </a:r>
          </a:p>
        </p:txBody>
      </p:sp>
      <p:sp>
        <p:nvSpPr>
          <p:cNvPr id="25" name="">
            <a:extLst xmlns:a="http://schemas.openxmlformats.org/drawingml/2006/main">
              <a:ext uri="{FF2B5EF4-FFF2-40B4-BE49-F238E27FC236}">
                <a16:creationId xmlns:a16="http://schemas.microsoft.com/office/drawing/2014/main" id="{FEAD5F84-D96C-42CE-892D-B10A8E25189B}"/>
              </a:ext>
            </a:extLst>
          </p:cNvPr>
          <p:cNvSpPr>
            <a:spLocks xmlns:a="http://schemas.openxmlformats.org/drawingml/2006/main" noGrp="1"/>
          </p:cNvSpPr>
          <p:nvPr/>
        </p:nvSpPr>
        <p:spPr>
          <a:xfrm xmlns:a="http://schemas.openxmlformats.org/drawingml/2006/main">
            <a:off x="2266950" y="33718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Create job</a:t>
            </a:r>
          </a:p>
        </p:txBody>
      </p:sp>
      <p:sp>
        <p:nvSpPr>
          <p:cNvPr id="26" name="">
            <a:extLst xmlns:a="http://schemas.openxmlformats.org/drawingml/2006/main">
              <a:ext uri="{FF2B5EF4-FFF2-40B4-BE49-F238E27FC236}">
                <a16:creationId xmlns:a16="http://schemas.microsoft.com/office/drawing/2014/main" id="{F8D14AD9-442B-4DEC-87EF-F9F5DF0CD54D}"/>
              </a:ext>
            </a:extLst>
          </p:cNvPr>
          <p:cNvSpPr>
            <a:spLocks xmlns:a="http://schemas.openxmlformats.org/drawingml/2006/main" noGrp="1"/>
          </p:cNvSpPr>
          <p:nvPr/>
        </p:nvSpPr>
        <p:spPr>
          <a:xfrm xmlns:a="http://schemas.openxmlformats.org/drawingml/2006/main">
            <a:off x="4305300" y="3314700"/>
            <a:ext cx="152400" cy="1524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27" name="">
            <a:extLst xmlns:a="http://schemas.openxmlformats.org/drawingml/2006/main">
              <a:ext uri="{FF2B5EF4-FFF2-40B4-BE49-F238E27FC236}">
                <a16:creationId xmlns:a16="http://schemas.microsoft.com/office/drawing/2014/main" id="{CFD8BA3D-8B9B-4D09-8AE1-8B8AD4A8EB47}"/>
              </a:ext>
            </a:extLst>
          </p:cNvPr>
          <p:cNvSpPr>
            <a:spLocks xmlns:a="http://schemas.openxmlformats.org/drawingml/2006/main" noGrp="1"/>
          </p:cNvSpPr>
          <p:nvPr/>
        </p:nvSpPr>
        <p:spPr>
          <a:xfrm xmlns:a="http://schemas.openxmlformats.org/drawingml/2006/main">
            <a:off x="4533900" y="307657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Outbox</a:t>
            </a:r>
          </a:p>
        </p:txBody>
      </p:sp>
      <p:sp>
        <p:nvSpPr>
          <p:cNvPr id="28" name="">
            <a:extLst xmlns:a="http://schemas.openxmlformats.org/drawingml/2006/main">
              <a:ext uri="{FF2B5EF4-FFF2-40B4-BE49-F238E27FC236}">
                <a16:creationId xmlns:a16="http://schemas.microsoft.com/office/drawing/2014/main" id="{6BBACD7A-07EB-4046-BE68-931F3E862D0A}"/>
              </a:ext>
            </a:extLst>
          </p:cNvPr>
          <p:cNvSpPr>
            <a:spLocks xmlns:a="http://schemas.openxmlformats.org/drawingml/2006/main" noGrp="1"/>
          </p:cNvSpPr>
          <p:nvPr/>
        </p:nvSpPr>
        <p:spPr>
          <a:xfrm xmlns:a="http://schemas.openxmlformats.org/drawingml/2006/main">
            <a:off x="4533900" y="33718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Persist</a:t>
            </a:r>
          </a:p>
        </p:txBody>
      </p:sp>
      <p:sp>
        <p:nvSpPr>
          <p:cNvPr id="29" name="">
            <a:extLst xmlns:a="http://schemas.openxmlformats.org/drawingml/2006/main">
              <a:ext uri="{FF2B5EF4-FFF2-40B4-BE49-F238E27FC236}">
                <a16:creationId xmlns:a16="http://schemas.microsoft.com/office/drawing/2014/main" id="{208274DC-F98D-4DE5-B3C2-F2F4367E937D}"/>
              </a:ext>
            </a:extLst>
          </p:cNvPr>
          <p:cNvSpPr>
            <a:spLocks xmlns:a="http://schemas.openxmlformats.org/drawingml/2006/main" noGrp="1"/>
          </p:cNvSpPr>
          <p:nvPr/>
        </p:nvSpPr>
        <p:spPr>
          <a:xfrm xmlns:a="http://schemas.openxmlformats.org/drawingml/2006/main">
            <a:off x="6572250" y="3314700"/>
            <a:ext cx="152400" cy="1524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0" name="">
            <a:extLst xmlns:a="http://schemas.openxmlformats.org/drawingml/2006/main">
              <a:ext uri="{FF2B5EF4-FFF2-40B4-BE49-F238E27FC236}">
                <a16:creationId xmlns:a16="http://schemas.microsoft.com/office/drawing/2014/main" id="{F1242BF1-4B16-45E0-A509-7AB69398E00C}"/>
              </a:ext>
            </a:extLst>
          </p:cNvPr>
          <p:cNvSpPr>
            <a:spLocks xmlns:a="http://schemas.openxmlformats.org/drawingml/2006/main" noGrp="1"/>
          </p:cNvSpPr>
          <p:nvPr/>
        </p:nvSpPr>
        <p:spPr>
          <a:xfrm xmlns:a="http://schemas.openxmlformats.org/drawingml/2006/main">
            <a:off x="6800850" y="307657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Redis</a:t>
            </a:r>
          </a:p>
        </p:txBody>
      </p:sp>
      <p:sp>
        <p:nvSpPr>
          <p:cNvPr id="31" name="">
            <a:extLst xmlns:a="http://schemas.openxmlformats.org/drawingml/2006/main">
              <a:ext uri="{FF2B5EF4-FFF2-40B4-BE49-F238E27FC236}">
                <a16:creationId xmlns:a16="http://schemas.microsoft.com/office/drawing/2014/main" id="{CB53A473-7C06-4B67-ACC1-3D1A9BAE9488}"/>
              </a:ext>
            </a:extLst>
          </p:cNvPr>
          <p:cNvSpPr>
            <a:spLocks xmlns:a="http://schemas.openxmlformats.org/drawingml/2006/main" noGrp="1"/>
          </p:cNvSpPr>
          <p:nvPr/>
        </p:nvSpPr>
        <p:spPr>
          <a:xfrm xmlns:a="http://schemas.openxmlformats.org/drawingml/2006/main">
            <a:off x="6800850" y="33718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Queue</a:t>
            </a:r>
          </a:p>
        </p:txBody>
      </p:sp>
      <p:sp>
        <p:nvSpPr>
          <p:cNvPr id="32" name="">
            <a:extLst xmlns:a="http://schemas.openxmlformats.org/drawingml/2006/main">
              <a:ext uri="{FF2B5EF4-FFF2-40B4-BE49-F238E27FC236}">
                <a16:creationId xmlns:a16="http://schemas.microsoft.com/office/drawing/2014/main" id="{1645AD12-05C3-473B-BB56-74CE5EA585E0}"/>
              </a:ext>
            </a:extLst>
          </p:cNvPr>
          <p:cNvSpPr>
            <a:spLocks xmlns:a="http://schemas.openxmlformats.org/drawingml/2006/main" noGrp="1"/>
          </p:cNvSpPr>
          <p:nvPr/>
        </p:nvSpPr>
        <p:spPr>
          <a:xfrm xmlns:a="http://schemas.openxmlformats.org/drawingml/2006/main">
            <a:off x="8839200" y="3314700"/>
            <a:ext cx="152400" cy="1524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3" name="">
            <a:extLst xmlns:a="http://schemas.openxmlformats.org/drawingml/2006/main">
              <a:ext uri="{FF2B5EF4-FFF2-40B4-BE49-F238E27FC236}">
                <a16:creationId xmlns:a16="http://schemas.microsoft.com/office/drawing/2014/main" id="{49C0C62C-37BE-4D1F-8625-C74E0E77A014}"/>
              </a:ext>
            </a:extLst>
          </p:cNvPr>
          <p:cNvSpPr>
            <a:spLocks xmlns:a="http://schemas.openxmlformats.org/drawingml/2006/main" noGrp="1"/>
          </p:cNvSpPr>
          <p:nvPr/>
        </p:nvSpPr>
        <p:spPr>
          <a:xfrm xmlns:a="http://schemas.openxmlformats.org/drawingml/2006/main">
            <a:off x="9067800" y="307657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Celery</a:t>
            </a:r>
          </a:p>
        </p:txBody>
      </p:sp>
      <p:sp>
        <p:nvSpPr>
          <p:cNvPr id="34" name="">
            <a:extLst xmlns:a="http://schemas.openxmlformats.org/drawingml/2006/main">
              <a:ext uri="{FF2B5EF4-FFF2-40B4-BE49-F238E27FC236}">
                <a16:creationId xmlns:a16="http://schemas.microsoft.com/office/drawing/2014/main" id="{A9FECFC7-7E97-4E8E-A57B-EB08AA187417}"/>
              </a:ext>
            </a:extLst>
          </p:cNvPr>
          <p:cNvSpPr>
            <a:spLocks xmlns:a="http://schemas.openxmlformats.org/drawingml/2006/main" noGrp="1"/>
          </p:cNvSpPr>
          <p:nvPr/>
        </p:nvSpPr>
        <p:spPr>
          <a:xfrm xmlns:a="http://schemas.openxmlformats.org/drawingml/2006/main">
            <a:off x="9067800" y="33718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Execute</a:t>
            </a:r>
          </a:p>
        </p:txBody>
      </p:sp>
      <p:sp>
        <p:nvSpPr>
          <p:cNvPr id="35" name="">
            <a:extLst xmlns:a="http://schemas.openxmlformats.org/drawingml/2006/main">
              <a:ext uri="{FF2B5EF4-FFF2-40B4-BE49-F238E27FC236}">
                <a16:creationId xmlns:a16="http://schemas.microsoft.com/office/drawing/2014/main" id="{0F1BDBBB-5D9E-4419-8B44-54602279C0F0}"/>
              </a:ext>
            </a:extLst>
          </p:cNvPr>
          <p:cNvSpPr>
            <a:spLocks xmlns:a="http://schemas.openxmlformats.org/drawingml/2006/main" noGrp="1"/>
          </p:cNvSpPr>
          <p:nvPr/>
        </p:nvSpPr>
        <p:spPr>
          <a:xfrm xmlns:a="http://schemas.openxmlformats.org/drawingml/2006/main">
            <a:off x="609600" y="4371975"/>
            <a:ext cx="114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356456"/>
                </a:solidFill>
                <a:latin typeface="Noto Sans"/>
                <a:ea typeface="Noto Sans"/>
                <a:cs typeface="Noto Sans"/>
              </a:defRPr>
            </a:defPPr>
            <a:lvl1pPr algn="l">
              <a:defRPr sz="825" b="1">
                <a:solidFill>
                  <a:srgbClr val="356456"/>
                </a:solidFill>
                <a:latin typeface="Noto Sans"/>
                <a:ea typeface="Noto Sans"/>
                <a:cs typeface="Noto Sans"/>
              </a:defRPr>
            </a:lvl1pPr>
            <a:lvl2pPr algn="l">
              <a:defRPr sz="825" b="1">
                <a:solidFill>
                  <a:srgbClr val="356456"/>
                </a:solidFill>
                <a:latin typeface="Noto Sans"/>
                <a:ea typeface="Noto Sans"/>
                <a:cs typeface="Noto Sans"/>
              </a:defRPr>
            </a:lvl2pPr>
            <a:lvl3pPr algn="l">
              <a:defRPr sz="825" b="1">
                <a:solidFill>
                  <a:srgbClr val="356456"/>
                </a:solidFill>
                <a:latin typeface="Noto Sans"/>
                <a:ea typeface="Noto Sans"/>
                <a:cs typeface="Noto Sans"/>
              </a:defRPr>
            </a:lvl3pPr>
            <a:lvl4pPr algn="l">
              <a:defRPr sz="825" b="1">
                <a:solidFill>
                  <a:srgbClr val="356456"/>
                </a:solidFill>
                <a:latin typeface="Noto Sans"/>
                <a:ea typeface="Noto Sans"/>
                <a:cs typeface="Noto Sans"/>
              </a:defRPr>
            </a:lvl4pPr>
            <a:lvl5pPr algn="l">
              <a:defRPr sz="825" b="1">
                <a:solidFill>
                  <a:srgbClr val="356456"/>
                </a:solidFill>
                <a:latin typeface="Noto Sans"/>
                <a:ea typeface="Noto Sans"/>
                <a:cs typeface="Noto Sans"/>
              </a:defRPr>
            </a:lvl5pPr>
            <a:lvl6pPr algn="l">
              <a:defRPr sz="825" b="1">
                <a:solidFill>
                  <a:srgbClr val="356456"/>
                </a:solidFill>
                <a:latin typeface="Noto Sans"/>
                <a:ea typeface="Noto Sans"/>
                <a:cs typeface="Noto Sans"/>
              </a:defRPr>
            </a:lvl6pPr>
            <a:lvl7pPr algn="l">
              <a:defRPr sz="825" b="1">
                <a:solidFill>
                  <a:srgbClr val="356456"/>
                </a:solidFill>
                <a:latin typeface="Noto Sans"/>
                <a:ea typeface="Noto Sans"/>
                <a:cs typeface="Noto Sans"/>
              </a:defRPr>
            </a:lvl7pPr>
            <a:lvl8pPr algn="l">
              <a:defRPr sz="825" b="1">
                <a:solidFill>
                  <a:srgbClr val="356456"/>
                </a:solidFill>
                <a:latin typeface="Noto Sans"/>
                <a:ea typeface="Noto Sans"/>
                <a:cs typeface="Noto Sans"/>
              </a:defRPr>
            </a:lvl8pPr>
            <a:lvl9pPr algn="l">
              <a:defRPr sz="825" b="1">
                <a:solidFill>
                  <a:srgbClr val="356456"/>
                </a:solidFill>
                <a:latin typeface="Noto Sans"/>
                <a:ea typeface="Noto Sans"/>
                <a:cs typeface="Noto Sans"/>
              </a:defRPr>
            </a:lvl9pPr>
          </a:lstStyle>
          <a:p xmlns:a="http://schemas.openxmlformats.org/drawingml/2006/main">
            <a:pPr algn="l">
              <a:defRPr sz="825" b="1">
                <a:solidFill>
                  <a:srgbClr val="356456"/>
                </a:solidFill>
                <a:latin typeface="Noto Sans"/>
                <a:ea typeface="Noto Sans"/>
                <a:cs typeface="Noto Sans"/>
              </a:defRPr>
            </a:pPr>
            <a:r>
              <a:rPr sz="825" b="1">
                <a:solidFill>
                  <a:srgbClr val="356456"/>
                </a:solidFill>
                <a:latin typeface="Noto Sans"/>
                <a:ea typeface="Noto Sans"/>
                <a:cs typeface="Noto Sans"/>
              </a:rPr>
              <a:t>REAL TIME</a:t>
            </a:r>
          </a:p>
        </p:txBody>
      </p:sp>
      <p:sp>
        <p:nvSpPr>
          <p:cNvPr id="36" name="">
            <a:extLst xmlns:a="http://schemas.openxmlformats.org/drawingml/2006/main">
              <a:ext uri="{FF2B5EF4-FFF2-40B4-BE49-F238E27FC236}">
                <a16:creationId xmlns:a16="http://schemas.microsoft.com/office/drawing/2014/main" id="{C5222C3D-994D-442E-8498-1DBCE28097C5}"/>
              </a:ext>
            </a:extLst>
          </p:cNvPr>
          <p:cNvSpPr>
            <a:spLocks xmlns:a="http://schemas.openxmlformats.org/drawingml/2006/main" noGrp="1"/>
          </p:cNvSpPr>
          <p:nvPr/>
        </p:nvSpPr>
        <p:spPr>
          <a:xfrm xmlns:a="http://schemas.openxmlformats.org/drawingml/2006/main">
            <a:off x="1809750" y="4495800"/>
            <a:ext cx="9144000" cy="0"/>
          </a:xfrm>
          <a:prstGeom xmlns:a="http://schemas.openxmlformats.org/drawingml/2006/main" prst="line">
            <a:avLst/>
          </a:prstGeom>
          <a:ln xmlns:a="http://schemas.openxmlformats.org/drawingml/2006/main" w="19050">
            <a:solidFill>
              <a:srgbClr val="CFDBCF"/>
            </a:solidFill>
            <a:prstDash val="solid"/>
          </a:ln>
        </p:spPr>
      </p:sp>
      <p:sp>
        <p:nvSpPr>
          <p:cNvPr id="37" name="">
            <a:extLst xmlns:a="http://schemas.openxmlformats.org/drawingml/2006/main">
              <a:ext uri="{FF2B5EF4-FFF2-40B4-BE49-F238E27FC236}">
                <a16:creationId xmlns:a16="http://schemas.microsoft.com/office/drawing/2014/main" id="{4436AA89-9096-4110-B8AE-A6E0C17023A1}"/>
              </a:ext>
            </a:extLst>
          </p:cNvPr>
          <p:cNvSpPr>
            <a:spLocks xmlns:a="http://schemas.openxmlformats.org/drawingml/2006/main" noGrp="1"/>
          </p:cNvSpPr>
          <p:nvPr/>
        </p:nvSpPr>
        <p:spPr>
          <a:xfrm xmlns:a="http://schemas.openxmlformats.org/drawingml/2006/main">
            <a:off x="2038350" y="4419600"/>
            <a:ext cx="152400" cy="1524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38" name="">
            <a:extLst xmlns:a="http://schemas.openxmlformats.org/drawingml/2006/main">
              <a:ext uri="{FF2B5EF4-FFF2-40B4-BE49-F238E27FC236}">
                <a16:creationId xmlns:a16="http://schemas.microsoft.com/office/drawing/2014/main" id="{2E41BCB5-9F8B-4058-8D79-0B27211E4A12}"/>
              </a:ext>
            </a:extLst>
          </p:cNvPr>
          <p:cNvSpPr>
            <a:spLocks xmlns:a="http://schemas.openxmlformats.org/drawingml/2006/main" noGrp="1"/>
          </p:cNvSpPr>
          <p:nvPr/>
        </p:nvSpPr>
        <p:spPr>
          <a:xfrm xmlns:a="http://schemas.openxmlformats.org/drawingml/2006/main">
            <a:off x="2266950" y="418147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Ticket</a:t>
            </a:r>
          </a:p>
        </p:txBody>
      </p:sp>
      <p:sp>
        <p:nvSpPr>
          <p:cNvPr id="39" name="">
            <a:extLst xmlns:a="http://schemas.openxmlformats.org/drawingml/2006/main">
              <a:ext uri="{FF2B5EF4-FFF2-40B4-BE49-F238E27FC236}">
                <a16:creationId xmlns:a16="http://schemas.microsoft.com/office/drawing/2014/main" id="{7998300F-5B82-4985-9605-0919BCCE92BA}"/>
              </a:ext>
            </a:extLst>
          </p:cNvPr>
          <p:cNvSpPr>
            <a:spLocks xmlns:a="http://schemas.openxmlformats.org/drawingml/2006/main" noGrp="1"/>
          </p:cNvSpPr>
          <p:nvPr/>
        </p:nvSpPr>
        <p:spPr>
          <a:xfrm xmlns:a="http://schemas.openxmlformats.org/drawingml/2006/main">
            <a:off x="2266950" y="44767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Single use</a:t>
            </a:r>
          </a:p>
        </p:txBody>
      </p:sp>
      <p:sp>
        <p:nvSpPr>
          <p:cNvPr id="40" name="">
            <a:extLst xmlns:a="http://schemas.openxmlformats.org/drawingml/2006/main">
              <a:ext uri="{FF2B5EF4-FFF2-40B4-BE49-F238E27FC236}">
                <a16:creationId xmlns:a16="http://schemas.microsoft.com/office/drawing/2014/main" id="{09042C42-6FDC-4570-BCC7-99A7BE4781E1}"/>
              </a:ext>
            </a:extLst>
          </p:cNvPr>
          <p:cNvSpPr>
            <a:spLocks xmlns:a="http://schemas.openxmlformats.org/drawingml/2006/main" noGrp="1"/>
          </p:cNvSpPr>
          <p:nvPr/>
        </p:nvSpPr>
        <p:spPr>
          <a:xfrm xmlns:a="http://schemas.openxmlformats.org/drawingml/2006/main">
            <a:off x="4305300" y="4419600"/>
            <a:ext cx="152400" cy="1524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41" name="">
            <a:extLst xmlns:a="http://schemas.openxmlformats.org/drawingml/2006/main">
              <a:ext uri="{FF2B5EF4-FFF2-40B4-BE49-F238E27FC236}">
                <a16:creationId xmlns:a16="http://schemas.microsoft.com/office/drawing/2014/main" id="{DE629710-7B15-4DBC-9754-2CF327F522F2}"/>
              </a:ext>
            </a:extLst>
          </p:cNvPr>
          <p:cNvSpPr>
            <a:spLocks xmlns:a="http://schemas.openxmlformats.org/drawingml/2006/main" noGrp="1"/>
          </p:cNvSpPr>
          <p:nvPr/>
        </p:nvSpPr>
        <p:spPr>
          <a:xfrm xmlns:a="http://schemas.openxmlformats.org/drawingml/2006/main">
            <a:off x="4533900" y="418147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WebSocket</a:t>
            </a:r>
          </a:p>
        </p:txBody>
      </p:sp>
      <p:sp>
        <p:nvSpPr>
          <p:cNvPr id="42" name="">
            <a:extLst xmlns:a="http://schemas.openxmlformats.org/drawingml/2006/main">
              <a:ext uri="{FF2B5EF4-FFF2-40B4-BE49-F238E27FC236}">
                <a16:creationId xmlns:a16="http://schemas.microsoft.com/office/drawing/2014/main" id="{5A66BCC8-5326-4601-A3BC-3A17F0F3A4DA}"/>
              </a:ext>
            </a:extLst>
          </p:cNvPr>
          <p:cNvSpPr>
            <a:spLocks xmlns:a="http://schemas.openxmlformats.org/drawingml/2006/main" noGrp="1"/>
          </p:cNvSpPr>
          <p:nvPr/>
        </p:nvSpPr>
        <p:spPr>
          <a:xfrm xmlns:a="http://schemas.openxmlformats.org/drawingml/2006/main">
            <a:off x="4533900" y="44767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Authorize</a:t>
            </a:r>
          </a:p>
        </p:txBody>
      </p:sp>
      <p:sp>
        <p:nvSpPr>
          <p:cNvPr id="43" name="">
            <a:extLst xmlns:a="http://schemas.openxmlformats.org/drawingml/2006/main">
              <a:ext uri="{FF2B5EF4-FFF2-40B4-BE49-F238E27FC236}">
                <a16:creationId xmlns:a16="http://schemas.microsoft.com/office/drawing/2014/main" id="{35552FC7-83FC-4A23-A36E-299900DDCC30}"/>
              </a:ext>
            </a:extLst>
          </p:cNvPr>
          <p:cNvSpPr>
            <a:spLocks xmlns:a="http://schemas.openxmlformats.org/drawingml/2006/main" noGrp="1"/>
          </p:cNvSpPr>
          <p:nvPr/>
        </p:nvSpPr>
        <p:spPr>
          <a:xfrm xmlns:a="http://schemas.openxmlformats.org/drawingml/2006/main">
            <a:off x="6572250" y="4419600"/>
            <a:ext cx="152400" cy="1524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44" name="">
            <a:extLst xmlns:a="http://schemas.openxmlformats.org/drawingml/2006/main">
              <a:ext uri="{FF2B5EF4-FFF2-40B4-BE49-F238E27FC236}">
                <a16:creationId xmlns:a16="http://schemas.microsoft.com/office/drawing/2014/main" id="{4577E201-9D8D-4331-948A-26AE23CC41C1}"/>
              </a:ext>
            </a:extLst>
          </p:cNvPr>
          <p:cNvSpPr>
            <a:spLocks xmlns:a="http://schemas.openxmlformats.org/drawingml/2006/main" noGrp="1"/>
          </p:cNvSpPr>
          <p:nvPr/>
        </p:nvSpPr>
        <p:spPr>
          <a:xfrm xmlns:a="http://schemas.openxmlformats.org/drawingml/2006/main">
            <a:off x="6800850" y="418147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PostgreSQL</a:t>
            </a:r>
          </a:p>
        </p:txBody>
      </p:sp>
      <p:sp>
        <p:nvSpPr>
          <p:cNvPr id="45" name="">
            <a:extLst xmlns:a="http://schemas.openxmlformats.org/drawingml/2006/main">
              <a:ext uri="{FF2B5EF4-FFF2-40B4-BE49-F238E27FC236}">
                <a16:creationId xmlns:a16="http://schemas.microsoft.com/office/drawing/2014/main" id="{894CA3A4-17D8-4E04-AAC5-8159F26F765B}"/>
              </a:ext>
            </a:extLst>
          </p:cNvPr>
          <p:cNvSpPr>
            <a:spLocks xmlns:a="http://schemas.openxmlformats.org/drawingml/2006/main" noGrp="1"/>
          </p:cNvSpPr>
          <p:nvPr/>
        </p:nvSpPr>
        <p:spPr>
          <a:xfrm xmlns:a="http://schemas.openxmlformats.org/drawingml/2006/main">
            <a:off x="6800850" y="44767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History</a:t>
            </a:r>
          </a:p>
        </p:txBody>
      </p:sp>
      <p:sp>
        <p:nvSpPr>
          <p:cNvPr id="46" name="">
            <a:extLst xmlns:a="http://schemas.openxmlformats.org/drawingml/2006/main">
              <a:ext uri="{FF2B5EF4-FFF2-40B4-BE49-F238E27FC236}">
                <a16:creationId xmlns:a16="http://schemas.microsoft.com/office/drawing/2014/main" id="{DB4B6862-BCFE-4E9D-866E-69AE314A3644}"/>
              </a:ext>
            </a:extLst>
          </p:cNvPr>
          <p:cNvSpPr>
            <a:spLocks xmlns:a="http://schemas.openxmlformats.org/drawingml/2006/main" noGrp="1"/>
          </p:cNvSpPr>
          <p:nvPr/>
        </p:nvSpPr>
        <p:spPr>
          <a:xfrm xmlns:a="http://schemas.openxmlformats.org/drawingml/2006/main">
            <a:off x="8839200" y="4419600"/>
            <a:ext cx="152400" cy="1524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47" name="">
            <a:extLst xmlns:a="http://schemas.openxmlformats.org/drawingml/2006/main">
              <a:ext uri="{FF2B5EF4-FFF2-40B4-BE49-F238E27FC236}">
                <a16:creationId xmlns:a16="http://schemas.microsoft.com/office/drawing/2014/main" id="{12B29FE3-28F4-4D94-B435-1151AC2A265D}"/>
              </a:ext>
            </a:extLst>
          </p:cNvPr>
          <p:cNvSpPr>
            <a:spLocks xmlns:a="http://schemas.openxmlformats.org/drawingml/2006/main" noGrp="1"/>
          </p:cNvSpPr>
          <p:nvPr/>
        </p:nvSpPr>
        <p:spPr>
          <a:xfrm xmlns:a="http://schemas.openxmlformats.org/drawingml/2006/main">
            <a:off x="9067800" y="418147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Redis</a:t>
            </a:r>
          </a:p>
        </p:txBody>
      </p:sp>
      <p:sp>
        <p:nvSpPr>
          <p:cNvPr id="48" name="">
            <a:extLst xmlns:a="http://schemas.openxmlformats.org/drawingml/2006/main">
              <a:ext uri="{FF2B5EF4-FFF2-40B4-BE49-F238E27FC236}">
                <a16:creationId xmlns:a16="http://schemas.microsoft.com/office/drawing/2014/main" id="{71643EAC-CB67-4DD9-8F8F-081933DBB08F}"/>
              </a:ext>
            </a:extLst>
          </p:cNvPr>
          <p:cNvSpPr>
            <a:spLocks xmlns:a="http://schemas.openxmlformats.org/drawingml/2006/main" noGrp="1"/>
          </p:cNvSpPr>
          <p:nvPr/>
        </p:nvSpPr>
        <p:spPr>
          <a:xfrm xmlns:a="http://schemas.openxmlformats.org/drawingml/2006/main">
            <a:off x="9067800" y="44767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Fan-out</a:t>
            </a:r>
          </a:p>
        </p:txBody>
      </p:sp>
      <p:sp>
        <p:nvSpPr>
          <p:cNvPr id="49" name="">
            <a:extLst xmlns:a="http://schemas.openxmlformats.org/drawingml/2006/main">
              <a:ext uri="{FF2B5EF4-FFF2-40B4-BE49-F238E27FC236}">
                <a16:creationId xmlns:a16="http://schemas.microsoft.com/office/drawing/2014/main" id="{AF8C35DD-D95B-4B24-9E6F-DABD6754DDFE}"/>
              </a:ext>
            </a:extLst>
          </p:cNvPr>
          <p:cNvSpPr>
            <a:spLocks xmlns:a="http://schemas.openxmlformats.org/drawingml/2006/main" noGrp="1"/>
          </p:cNvSpPr>
          <p:nvPr/>
        </p:nvSpPr>
        <p:spPr>
          <a:xfrm xmlns:a="http://schemas.openxmlformats.org/drawingml/2006/main">
            <a:off x="609600" y="53340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1">
                <a:solidFill>
                  <a:srgbClr val="A25C38"/>
                </a:solidFill>
                <a:latin typeface="Noto Sans"/>
                <a:ea typeface="Noto Sans"/>
                <a:cs typeface="Noto Sans"/>
              </a:defRPr>
            </a:defPPr>
            <a:lvl1pPr algn="l">
              <a:defRPr sz="1125" b="1">
                <a:solidFill>
                  <a:srgbClr val="A25C38"/>
                </a:solidFill>
                <a:latin typeface="Noto Sans"/>
                <a:ea typeface="Noto Sans"/>
                <a:cs typeface="Noto Sans"/>
              </a:defRPr>
            </a:lvl1pPr>
            <a:lvl2pPr algn="l">
              <a:defRPr sz="1125" b="1">
                <a:solidFill>
                  <a:srgbClr val="A25C38"/>
                </a:solidFill>
                <a:latin typeface="Noto Sans"/>
                <a:ea typeface="Noto Sans"/>
                <a:cs typeface="Noto Sans"/>
              </a:defRPr>
            </a:lvl2pPr>
            <a:lvl3pPr algn="l">
              <a:defRPr sz="1125" b="1">
                <a:solidFill>
                  <a:srgbClr val="A25C38"/>
                </a:solidFill>
                <a:latin typeface="Noto Sans"/>
                <a:ea typeface="Noto Sans"/>
                <a:cs typeface="Noto Sans"/>
              </a:defRPr>
            </a:lvl3pPr>
            <a:lvl4pPr algn="l">
              <a:defRPr sz="1125" b="1">
                <a:solidFill>
                  <a:srgbClr val="A25C38"/>
                </a:solidFill>
                <a:latin typeface="Noto Sans"/>
                <a:ea typeface="Noto Sans"/>
                <a:cs typeface="Noto Sans"/>
              </a:defRPr>
            </a:lvl4pPr>
            <a:lvl5pPr algn="l">
              <a:defRPr sz="1125" b="1">
                <a:solidFill>
                  <a:srgbClr val="A25C38"/>
                </a:solidFill>
                <a:latin typeface="Noto Sans"/>
                <a:ea typeface="Noto Sans"/>
                <a:cs typeface="Noto Sans"/>
              </a:defRPr>
            </a:lvl5pPr>
            <a:lvl6pPr algn="l">
              <a:defRPr sz="1125" b="1">
                <a:solidFill>
                  <a:srgbClr val="A25C38"/>
                </a:solidFill>
                <a:latin typeface="Noto Sans"/>
                <a:ea typeface="Noto Sans"/>
                <a:cs typeface="Noto Sans"/>
              </a:defRPr>
            </a:lvl6pPr>
            <a:lvl7pPr algn="l">
              <a:defRPr sz="1125" b="1">
                <a:solidFill>
                  <a:srgbClr val="A25C38"/>
                </a:solidFill>
                <a:latin typeface="Noto Sans"/>
                <a:ea typeface="Noto Sans"/>
                <a:cs typeface="Noto Sans"/>
              </a:defRPr>
            </a:lvl7pPr>
            <a:lvl8pPr algn="l">
              <a:defRPr sz="1125" b="1">
                <a:solidFill>
                  <a:srgbClr val="A25C38"/>
                </a:solidFill>
                <a:latin typeface="Noto Sans"/>
                <a:ea typeface="Noto Sans"/>
                <a:cs typeface="Noto Sans"/>
              </a:defRPr>
            </a:lvl8pPr>
            <a:lvl9pPr algn="l">
              <a:defRPr sz="1125" b="1">
                <a:solidFill>
                  <a:srgbClr val="A25C38"/>
                </a:solidFill>
                <a:latin typeface="Noto Sans"/>
                <a:ea typeface="Noto Sans"/>
                <a:cs typeface="Noto Sans"/>
              </a:defRPr>
            </a:lvl9pPr>
          </a:lstStyle>
          <a:p xmlns:a="http://schemas.openxmlformats.org/drawingml/2006/main">
            <a:pPr algn="l">
              <a:defRPr sz="1125" b="1">
                <a:solidFill>
                  <a:srgbClr val="A25C38"/>
                </a:solidFill>
                <a:latin typeface="Noto Sans"/>
                <a:ea typeface="Noto Sans"/>
                <a:cs typeface="Noto Sans"/>
              </a:defRPr>
            </a:pPr>
            <a:r>
              <a:rPr sz="1125" b="1">
                <a:solidFill>
                  <a:srgbClr val="A25C38"/>
                </a:solidFill>
                <a:latin typeface="Noto Sans"/>
                <a:ea typeface="Noto Sans"/>
                <a:cs typeface="Noto Sans"/>
              </a:rPr>
              <a:t>Code layers</a:t>
            </a:r>
          </a:p>
        </p:txBody>
      </p:sp>
      <p:sp>
        <p:nvSpPr>
          <p:cNvPr id="50" name="">
            <a:extLst xmlns:a="http://schemas.openxmlformats.org/drawingml/2006/main">
              <a:ext uri="{FF2B5EF4-FFF2-40B4-BE49-F238E27FC236}">
                <a16:creationId xmlns:a16="http://schemas.microsoft.com/office/drawing/2014/main" id="{A8B89306-6537-4C32-A9A6-AD7F97AC4B29}"/>
              </a:ext>
            </a:extLst>
          </p:cNvPr>
          <p:cNvSpPr>
            <a:spLocks xmlns:a="http://schemas.openxmlformats.org/drawingml/2006/main" noGrp="1"/>
          </p:cNvSpPr>
          <p:nvPr/>
        </p:nvSpPr>
        <p:spPr>
          <a:xfrm xmlns:a="http://schemas.openxmlformats.org/drawingml/2006/main">
            <a:off x="2000250" y="52768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750" b="1">
                <a:solidFill>
                  <a:srgbClr val="194D38"/>
                </a:solidFill>
                <a:latin typeface="Noto Sans"/>
                <a:ea typeface="Noto Sans"/>
                <a:cs typeface="Noto Sans"/>
              </a:defRPr>
            </a:defPPr>
            <a:lvl1pPr algn="l">
              <a:defRPr sz="750" b="1">
                <a:solidFill>
                  <a:srgbClr val="194D38"/>
                </a:solidFill>
                <a:latin typeface="Noto Sans"/>
                <a:ea typeface="Noto Sans"/>
                <a:cs typeface="Noto Sans"/>
              </a:defRPr>
            </a:lvl1pPr>
            <a:lvl2pPr algn="l">
              <a:defRPr sz="750" b="1">
                <a:solidFill>
                  <a:srgbClr val="194D38"/>
                </a:solidFill>
                <a:latin typeface="Noto Sans"/>
                <a:ea typeface="Noto Sans"/>
                <a:cs typeface="Noto Sans"/>
              </a:defRPr>
            </a:lvl2pPr>
            <a:lvl3pPr algn="l">
              <a:defRPr sz="750" b="1">
                <a:solidFill>
                  <a:srgbClr val="194D38"/>
                </a:solidFill>
                <a:latin typeface="Noto Sans"/>
                <a:ea typeface="Noto Sans"/>
                <a:cs typeface="Noto Sans"/>
              </a:defRPr>
            </a:lvl3pPr>
            <a:lvl4pPr algn="l">
              <a:defRPr sz="750" b="1">
                <a:solidFill>
                  <a:srgbClr val="194D38"/>
                </a:solidFill>
                <a:latin typeface="Noto Sans"/>
                <a:ea typeface="Noto Sans"/>
                <a:cs typeface="Noto Sans"/>
              </a:defRPr>
            </a:lvl4pPr>
            <a:lvl5pPr algn="l">
              <a:defRPr sz="750" b="1">
                <a:solidFill>
                  <a:srgbClr val="194D38"/>
                </a:solidFill>
                <a:latin typeface="Noto Sans"/>
                <a:ea typeface="Noto Sans"/>
                <a:cs typeface="Noto Sans"/>
              </a:defRPr>
            </a:lvl5pPr>
            <a:lvl6pPr algn="l">
              <a:defRPr sz="750" b="1">
                <a:solidFill>
                  <a:srgbClr val="194D38"/>
                </a:solidFill>
                <a:latin typeface="Noto Sans"/>
                <a:ea typeface="Noto Sans"/>
                <a:cs typeface="Noto Sans"/>
              </a:defRPr>
            </a:lvl6pPr>
            <a:lvl7pPr algn="l">
              <a:defRPr sz="750" b="1">
                <a:solidFill>
                  <a:srgbClr val="194D38"/>
                </a:solidFill>
                <a:latin typeface="Noto Sans"/>
                <a:ea typeface="Noto Sans"/>
                <a:cs typeface="Noto Sans"/>
              </a:defRPr>
            </a:lvl7pPr>
            <a:lvl8pPr algn="l">
              <a:defRPr sz="750" b="1">
                <a:solidFill>
                  <a:srgbClr val="194D38"/>
                </a:solidFill>
                <a:latin typeface="Noto Sans"/>
                <a:ea typeface="Noto Sans"/>
                <a:cs typeface="Noto Sans"/>
              </a:defRPr>
            </a:lvl8pPr>
            <a:lvl9pPr algn="l">
              <a:defRPr sz="750" b="1">
                <a:solidFill>
                  <a:srgbClr val="194D38"/>
                </a:solidFill>
                <a:latin typeface="Noto Sans"/>
                <a:ea typeface="Noto Sans"/>
                <a:cs typeface="Noto Sans"/>
              </a:defRPr>
            </a:lvl9pPr>
          </a:lstStyle>
          <a:p xmlns:a="http://schemas.openxmlformats.org/drawingml/2006/main">
            <a:pPr algn="l">
              <a:defRPr sz="750" b="1">
                <a:solidFill>
                  <a:srgbClr val="194D38"/>
                </a:solidFill>
                <a:latin typeface="Noto Sans"/>
                <a:ea typeface="Noto Sans"/>
                <a:cs typeface="Noto Sans"/>
              </a:defRPr>
            </a:pPr>
            <a:r>
              <a:rPr sz="750" b="1">
                <a:solidFill>
                  <a:srgbClr val="194D38"/>
                </a:solidFill>
                <a:latin typeface="Noto Sans"/>
                <a:ea typeface="Noto Sans"/>
                <a:cs typeface="Noto Sans"/>
              </a:rPr>
              <a:t>01</a:t>
            </a:r>
          </a:p>
        </p:txBody>
      </p:sp>
      <p:sp>
        <p:nvSpPr>
          <p:cNvPr id="51" name="">
            <a:extLst xmlns:a="http://schemas.openxmlformats.org/drawingml/2006/main">
              <a:ext uri="{FF2B5EF4-FFF2-40B4-BE49-F238E27FC236}">
                <a16:creationId xmlns:a16="http://schemas.microsoft.com/office/drawing/2014/main" id="{CDBC7B0B-9544-4684-80B7-5E7A8952AE1A}"/>
              </a:ext>
            </a:extLst>
          </p:cNvPr>
          <p:cNvSpPr>
            <a:spLocks xmlns:a="http://schemas.openxmlformats.org/drawingml/2006/main" noGrp="1"/>
          </p:cNvSpPr>
          <p:nvPr/>
        </p:nvSpPr>
        <p:spPr>
          <a:xfrm xmlns:a="http://schemas.openxmlformats.org/drawingml/2006/main">
            <a:off x="2000250" y="55435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Routers</a:t>
            </a:r>
          </a:p>
        </p:txBody>
      </p:sp>
      <p:sp>
        <p:nvSpPr>
          <p:cNvPr id="52" name="">
            <a:extLst xmlns:a="http://schemas.openxmlformats.org/drawingml/2006/main">
              <a:ext uri="{FF2B5EF4-FFF2-40B4-BE49-F238E27FC236}">
                <a16:creationId xmlns:a16="http://schemas.microsoft.com/office/drawing/2014/main" id="{83AAC258-E8A1-4F90-85A3-E44790ED1530}"/>
              </a:ext>
            </a:extLst>
          </p:cNvPr>
          <p:cNvSpPr>
            <a:spLocks xmlns:a="http://schemas.openxmlformats.org/drawingml/2006/main" noGrp="1"/>
          </p:cNvSpPr>
          <p:nvPr/>
        </p:nvSpPr>
        <p:spPr>
          <a:xfrm xmlns:a="http://schemas.openxmlformats.org/drawingml/2006/main">
            <a:off x="2000250" y="5838825"/>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input</a:t>
            </a:r>
          </a:p>
        </p:txBody>
      </p:sp>
      <p:sp>
        <p:nvSpPr>
          <p:cNvPr id="53" name="">
            <a:extLst xmlns:a="http://schemas.openxmlformats.org/drawingml/2006/main">
              <a:ext uri="{FF2B5EF4-FFF2-40B4-BE49-F238E27FC236}">
                <a16:creationId xmlns:a16="http://schemas.microsoft.com/office/drawing/2014/main" id="{2E79A67C-BCAB-4EF2-8CF4-DA9A67034C2C}"/>
              </a:ext>
            </a:extLst>
          </p:cNvPr>
          <p:cNvSpPr>
            <a:spLocks xmlns:a="http://schemas.openxmlformats.org/drawingml/2006/main" noGrp="1"/>
          </p:cNvSpPr>
          <p:nvPr/>
        </p:nvSpPr>
        <p:spPr>
          <a:xfrm xmlns:a="http://schemas.openxmlformats.org/drawingml/2006/main">
            <a:off x="3810000" y="52768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750" b="1">
                <a:solidFill>
                  <a:srgbClr val="194D38"/>
                </a:solidFill>
                <a:latin typeface="Noto Sans"/>
                <a:ea typeface="Noto Sans"/>
                <a:cs typeface="Noto Sans"/>
              </a:defRPr>
            </a:defPPr>
            <a:lvl1pPr algn="l">
              <a:defRPr sz="750" b="1">
                <a:solidFill>
                  <a:srgbClr val="194D38"/>
                </a:solidFill>
                <a:latin typeface="Noto Sans"/>
                <a:ea typeface="Noto Sans"/>
                <a:cs typeface="Noto Sans"/>
              </a:defRPr>
            </a:lvl1pPr>
            <a:lvl2pPr algn="l">
              <a:defRPr sz="750" b="1">
                <a:solidFill>
                  <a:srgbClr val="194D38"/>
                </a:solidFill>
                <a:latin typeface="Noto Sans"/>
                <a:ea typeface="Noto Sans"/>
                <a:cs typeface="Noto Sans"/>
              </a:defRPr>
            </a:lvl2pPr>
            <a:lvl3pPr algn="l">
              <a:defRPr sz="750" b="1">
                <a:solidFill>
                  <a:srgbClr val="194D38"/>
                </a:solidFill>
                <a:latin typeface="Noto Sans"/>
                <a:ea typeface="Noto Sans"/>
                <a:cs typeface="Noto Sans"/>
              </a:defRPr>
            </a:lvl3pPr>
            <a:lvl4pPr algn="l">
              <a:defRPr sz="750" b="1">
                <a:solidFill>
                  <a:srgbClr val="194D38"/>
                </a:solidFill>
                <a:latin typeface="Noto Sans"/>
                <a:ea typeface="Noto Sans"/>
                <a:cs typeface="Noto Sans"/>
              </a:defRPr>
            </a:lvl4pPr>
            <a:lvl5pPr algn="l">
              <a:defRPr sz="750" b="1">
                <a:solidFill>
                  <a:srgbClr val="194D38"/>
                </a:solidFill>
                <a:latin typeface="Noto Sans"/>
                <a:ea typeface="Noto Sans"/>
                <a:cs typeface="Noto Sans"/>
              </a:defRPr>
            </a:lvl5pPr>
            <a:lvl6pPr algn="l">
              <a:defRPr sz="750" b="1">
                <a:solidFill>
                  <a:srgbClr val="194D38"/>
                </a:solidFill>
                <a:latin typeface="Noto Sans"/>
                <a:ea typeface="Noto Sans"/>
                <a:cs typeface="Noto Sans"/>
              </a:defRPr>
            </a:lvl6pPr>
            <a:lvl7pPr algn="l">
              <a:defRPr sz="750" b="1">
                <a:solidFill>
                  <a:srgbClr val="194D38"/>
                </a:solidFill>
                <a:latin typeface="Noto Sans"/>
                <a:ea typeface="Noto Sans"/>
                <a:cs typeface="Noto Sans"/>
              </a:defRPr>
            </a:lvl7pPr>
            <a:lvl8pPr algn="l">
              <a:defRPr sz="750" b="1">
                <a:solidFill>
                  <a:srgbClr val="194D38"/>
                </a:solidFill>
                <a:latin typeface="Noto Sans"/>
                <a:ea typeface="Noto Sans"/>
                <a:cs typeface="Noto Sans"/>
              </a:defRPr>
            </a:lvl8pPr>
            <a:lvl9pPr algn="l">
              <a:defRPr sz="750" b="1">
                <a:solidFill>
                  <a:srgbClr val="194D38"/>
                </a:solidFill>
                <a:latin typeface="Noto Sans"/>
                <a:ea typeface="Noto Sans"/>
                <a:cs typeface="Noto Sans"/>
              </a:defRPr>
            </a:lvl9pPr>
          </a:lstStyle>
          <a:p xmlns:a="http://schemas.openxmlformats.org/drawingml/2006/main">
            <a:pPr algn="l">
              <a:defRPr sz="750" b="1">
                <a:solidFill>
                  <a:srgbClr val="194D38"/>
                </a:solidFill>
                <a:latin typeface="Noto Sans"/>
                <a:ea typeface="Noto Sans"/>
                <a:cs typeface="Noto Sans"/>
              </a:defRPr>
            </a:pPr>
            <a:r>
              <a:rPr sz="750" b="1">
                <a:solidFill>
                  <a:srgbClr val="194D38"/>
                </a:solidFill>
                <a:latin typeface="Noto Sans"/>
                <a:ea typeface="Noto Sans"/>
                <a:cs typeface="Noto Sans"/>
              </a:rPr>
              <a:t>02</a:t>
            </a:r>
          </a:p>
        </p:txBody>
      </p:sp>
      <p:sp>
        <p:nvSpPr>
          <p:cNvPr id="54" name="">
            <a:extLst xmlns:a="http://schemas.openxmlformats.org/drawingml/2006/main">
              <a:ext uri="{FF2B5EF4-FFF2-40B4-BE49-F238E27FC236}">
                <a16:creationId xmlns:a16="http://schemas.microsoft.com/office/drawing/2014/main" id="{4408A8DF-E5DC-435F-9D0D-6F9290E3D651}"/>
              </a:ext>
            </a:extLst>
          </p:cNvPr>
          <p:cNvSpPr>
            <a:spLocks xmlns:a="http://schemas.openxmlformats.org/drawingml/2006/main" noGrp="1"/>
          </p:cNvSpPr>
          <p:nvPr/>
        </p:nvSpPr>
        <p:spPr>
          <a:xfrm xmlns:a="http://schemas.openxmlformats.org/drawingml/2006/main">
            <a:off x="3810000" y="55435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Dependencies</a:t>
            </a:r>
          </a:p>
        </p:txBody>
      </p:sp>
      <p:sp>
        <p:nvSpPr>
          <p:cNvPr id="55" name="">
            <a:extLst xmlns:a="http://schemas.openxmlformats.org/drawingml/2006/main">
              <a:ext uri="{FF2B5EF4-FFF2-40B4-BE49-F238E27FC236}">
                <a16:creationId xmlns:a16="http://schemas.microsoft.com/office/drawing/2014/main" id="{66558A2F-FB1C-4D55-852E-332728060D30}"/>
              </a:ext>
            </a:extLst>
          </p:cNvPr>
          <p:cNvSpPr>
            <a:spLocks xmlns:a="http://schemas.openxmlformats.org/drawingml/2006/main" noGrp="1"/>
          </p:cNvSpPr>
          <p:nvPr/>
        </p:nvSpPr>
        <p:spPr>
          <a:xfrm xmlns:a="http://schemas.openxmlformats.org/drawingml/2006/main">
            <a:off x="3810000" y="5838825"/>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identity</a:t>
            </a:r>
          </a:p>
        </p:txBody>
      </p:sp>
      <p:sp>
        <p:nvSpPr>
          <p:cNvPr id="56" name="">
            <a:extLst xmlns:a="http://schemas.openxmlformats.org/drawingml/2006/main">
              <a:ext uri="{FF2B5EF4-FFF2-40B4-BE49-F238E27FC236}">
                <a16:creationId xmlns:a16="http://schemas.microsoft.com/office/drawing/2014/main" id="{2CFD7721-DB24-47E3-A215-1ADB230261B7}"/>
              </a:ext>
            </a:extLst>
          </p:cNvPr>
          <p:cNvSpPr>
            <a:spLocks xmlns:a="http://schemas.openxmlformats.org/drawingml/2006/main" noGrp="1"/>
          </p:cNvSpPr>
          <p:nvPr/>
        </p:nvSpPr>
        <p:spPr>
          <a:xfrm xmlns:a="http://schemas.openxmlformats.org/drawingml/2006/main">
            <a:off x="5619750" y="52768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750" b="1">
                <a:solidFill>
                  <a:srgbClr val="A25C38"/>
                </a:solidFill>
                <a:latin typeface="Noto Sans"/>
                <a:ea typeface="Noto Sans"/>
                <a:cs typeface="Noto Sans"/>
              </a:defRPr>
            </a:defPPr>
            <a:lvl1pPr algn="l">
              <a:defRPr sz="750" b="1">
                <a:solidFill>
                  <a:srgbClr val="A25C38"/>
                </a:solidFill>
                <a:latin typeface="Noto Sans"/>
                <a:ea typeface="Noto Sans"/>
                <a:cs typeface="Noto Sans"/>
              </a:defRPr>
            </a:lvl1pPr>
            <a:lvl2pPr algn="l">
              <a:defRPr sz="750" b="1">
                <a:solidFill>
                  <a:srgbClr val="A25C38"/>
                </a:solidFill>
                <a:latin typeface="Noto Sans"/>
                <a:ea typeface="Noto Sans"/>
                <a:cs typeface="Noto Sans"/>
              </a:defRPr>
            </a:lvl2pPr>
            <a:lvl3pPr algn="l">
              <a:defRPr sz="750" b="1">
                <a:solidFill>
                  <a:srgbClr val="A25C38"/>
                </a:solidFill>
                <a:latin typeface="Noto Sans"/>
                <a:ea typeface="Noto Sans"/>
                <a:cs typeface="Noto Sans"/>
              </a:defRPr>
            </a:lvl3pPr>
            <a:lvl4pPr algn="l">
              <a:defRPr sz="750" b="1">
                <a:solidFill>
                  <a:srgbClr val="A25C38"/>
                </a:solidFill>
                <a:latin typeface="Noto Sans"/>
                <a:ea typeface="Noto Sans"/>
                <a:cs typeface="Noto Sans"/>
              </a:defRPr>
            </a:lvl4pPr>
            <a:lvl5pPr algn="l">
              <a:defRPr sz="750" b="1">
                <a:solidFill>
                  <a:srgbClr val="A25C38"/>
                </a:solidFill>
                <a:latin typeface="Noto Sans"/>
                <a:ea typeface="Noto Sans"/>
                <a:cs typeface="Noto Sans"/>
              </a:defRPr>
            </a:lvl5pPr>
            <a:lvl6pPr algn="l">
              <a:defRPr sz="750" b="1">
                <a:solidFill>
                  <a:srgbClr val="A25C38"/>
                </a:solidFill>
                <a:latin typeface="Noto Sans"/>
                <a:ea typeface="Noto Sans"/>
                <a:cs typeface="Noto Sans"/>
              </a:defRPr>
            </a:lvl6pPr>
            <a:lvl7pPr algn="l">
              <a:defRPr sz="750" b="1">
                <a:solidFill>
                  <a:srgbClr val="A25C38"/>
                </a:solidFill>
                <a:latin typeface="Noto Sans"/>
                <a:ea typeface="Noto Sans"/>
                <a:cs typeface="Noto Sans"/>
              </a:defRPr>
            </a:lvl7pPr>
            <a:lvl8pPr algn="l">
              <a:defRPr sz="750" b="1">
                <a:solidFill>
                  <a:srgbClr val="A25C38"/>
                </a:solidFill>
                <a:latin typeface="Noto Sans"/>
                <a:ea typeface="Noto Sans"/>
                <a:cs typeface="Noto Sans"/>
              </a:defRPr>
            </a:lvl8pPr>
            <a:lvl9pPr algn="l">
              <a:defRPr sz="750" b="1">
                <a:solidFill>
                  <a:srgbClr val="A25C38"/>
                </a:solidFill>
                <a:latin typeface="Noto Sans"/>
                <a:ea typeface="Noto Sans"/>
                <a:cs typeface="Noto Sans"/>
              </a:defRPr>
            </a:lvl9pPr>
          </a:lstStyle>
          <a:p xmlns:a="http://schemas.openxmlformats.org/drawingml/2006/main">
            <a:pPr algn="l">
              <a:defRPr sz="750" b="1">
                <a:solidFill>
                  <a:srgbClr val="A25C38"/>
                </a:solidFill>
                <a:latin typeface="Noto Sans"/>
                <a:ea typeface="Noto Sans"/>
                <a:cs typeface="Noto Sans"/>
              </a:defRPr>
            </a:pPr>
            <a:r>
              <a:rPr sz="750" b="1">
                <a:solidFill>
                  <a:srgbClr val="A25C38"/>
                </a:solidFill>
                <a:latin typeface="Noto Sans"/>
                <a:ea typeface="Noto Sans"/>
                <a:cs typeface="Noto Sans"/>
              </a:rPr>
              <a:t>03</a:t>
            </a:r>
          </a:p>
        </p:txBody>
      </p:sp>
      <p:sp>
        <p:nvSpPr>
          <p:cNvPr id="57" name="">
            <a:extLst xmlns:a="http://schemas.openxmlformats.org/drawingml/2006/main">
              <a:ext uri="{FF2B5EF4-FFF2-40B4-BE49-F238E27FC236}">
                <a16:creationId xmlns:a16="http://schemas.microsoft.com/office/drawing/2014/main" id="{5AFB45A3-909D-4FD9-9E4E-C37E29D56897}"/>
              </a:ext>
            </a:extLst>
          </p:cNvPr>
          <p:cNvSpPr>
            <a:spLocks xmlns:a="http://schemas.openxmlformats.org/drawingml/2006/main" noGrp="1"/>
          </p:cNvSpPr>
          <p:nvPr/>
        </p:nvSpPr>
        <p:spPr>
          <a:xfrm xmlns:a="http://schemas.openxmlformats.org/drawingml/2006/main">
            <a:off x="5619750" y="55435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Services</a:t>
            </a:r>
          </a:p>
        </p:txBody>
      </p:sp>
      <p:sp>
        <p:nvSpPr>
          <p:cNvPr id="58" name="">
            <a:extLst xmlns:a="http://schemas.openxmlformats.org/drawingml/2006/main">
              <a:ext uri="{FF2B5EF4-FFF2-40B4-BE49-F238E27FC236}">
                <a16:creationId xmlns:a16="http://schemas.microsoft.com/office/drawing/2014/main" id="{E36E3D97-A395-4D5E-86DF-BF2110FF8BF9}"/>
              </a:ext>
            </a:extLst>
          </p:cNvPr>
          <p:cNvSpPr>
            <a:spLocks xmlns:a="http://schemas.openxmlformats.org/drawingml/2006/main" noGrp="1"/>
          </p:cNvSpPr>
          <p:nvPr/>
        </p:nvSpPr>
        <p:spPr>
          <a:xfrm xmlns:a="http://schemas.openxmlformats.org/drawingml/2006/main">
            <a:off x="5619750" y="5838825"/>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decisions</a:t>
            </a:r>
          </a:p>
        </p:txBody>
      </p:sp>
      <p:sp>
        <p:nvSpPr>
          <p:cNvPr id="59" name="">
            <a:extLst xmlns:a="http://schemas.openxmlformats.org/drawingml/2006/main">
              <a:ext uri="{FF2B5EF4-FFF2-40B4-BE49-F238E27FC236}">
                <a16:creationId xmlns:a16="http://schemas.microsoft.com/office/drawing/2014/main" id="{4A1E0D0A-73D3-4361-96DC-FD0B6C11D9EF}"/>
              </a:ext>
            </a:extLst>
          </p:cNvPr>
          <p:cNvSpPr>
            <a:spLocks xmlns:a="http://schemas.openxmlformats.org/drawingml/2006/main" noGrp="1"/>
          </p:cNvSpPr>
          <p:nvPr/>
        </p:nvSpPr>
        <p:spPr>
          <a:xfrm xmlns:a="http://schemas.openxmlformats.org/drawingml/2006/main">
            <a:off x="7429500" y="52768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750" b="1">
                <a:solidFill>
                  <a:srgbClr val="194D38"/>
                </a:solidFill>
                <a:latin typeface="Noto Sans"/>
                <a:ea typeface="Noto Sans"/>
                <a:cs typeface="Noto Sans"/>
              </a:defRPr>
            </a:defPPr>
            <a:lvl1pPr algn="l">
              <a:defRPr sz="750" b="1">
                <a:solidFill>
                  <a:srgbClr val="194D38"/>
                </a:solidFill>
                <a:latin typeface="Noto Sans"/>
                <a:ea typeface="Noto Sans"/>
                <a:cs typeface="Noto Sans"/>
              </a:defRPr>
            </a:lvl1pPr>
            <a:lvl2pPr algn="l">
              <a:defRPr sz="750" b="1">
                <a:solidFill>
                  <a:srgbClr val="194D38"/>
                </a:solidFill>
                <a:latin typeface="Noto Sans"/>
                <a:ea typeface="Noto Sans"/>
                <a:cs typeface="Noto Sans"/>
              </a:defRPr>
            </a:lvl2pPr>
            <a:lvl3pPr algn="l">
              <a:defRPr sz="750" b="1">
                <a:solidFill>
                  <a:srgbClr val="194D38"/>
                </a:solidFill>
                <a:latin typeface="Noto Sans"/>
                <a:ea typeface="Noto Sans"/>
                <a:cs typeface="Noto Sans"/>
              </a:defRPr>
            </a:lvl3pPr>
            <a:lvl4pPr algn="l">
              <a:defRPr sz="750" b="1">
                <a:solidFill>
                  <a:srgbClr val="194D38"/>
                </a:solidFill>
                <a:latin typeface="Noto Sans"/>
                <a:ea typeface="Noto Sans"/>
                <a:cs typeface="Noto Sans"/>
              </a:defRPr>
            </a:lvl4pPr>
            <a:lvl5pPr algn="l">
              <a:defRPr sz="750" b="1">
                <a:solidFill>
                  <a:srgbClr val="194D38"/>
                </a:solidFill>
                <a:latin typeface="Noto Sans"/>
                <a:ea typeface="Noto Sans"/>
                <a:cs typeface="Noto Sans"/>
              </a:defRPr>
            </a:lvl5pPr>
            <a:lvl6pPr algn="l">
              <a:defRPr sz="750" b="1">
                <a:solidFill>
                  <a:srgbClr val="194D38"/>
                </a:solidFill>
                <a:latin typeface="Noto Sans"/>
                <a:ea typeface="Noto Sans"/>
                <a:cs typeface="Noto Sans"/>
              </a:defRPr>
            </a:lvl6pPr>
            <a:lvl7pPr algn="l">
              <a:defRPr sz="750" b="1">
                <a:solidFill>
                  <a:srgbClr val="194D38"/>
                </a:solidFill>
                <a:latin typeface="Noto Sans"/>
                <a:ea typeface="Noto Sans"/>
                <a:cs typeface="Noto Sans"/>
              </a:defRPr>
            </a:lvl7pPr>
            <a:lvl8pPr algn="l">
              <a:defRPr sz="750" b="1">
                <a:solidFill>
                  <a:srgbClr val="194D38"/>
                </a:solidFill>
                <a:latin typeface="Noto Sans"/>
                <a:ea typeface="Noto Sans"/>
                <a:cs typeface="Noto Sans"/>
              </a:defRPr>
            </a:lvl8pPr>
            <a:lvl9pPr algn="l">
              <a:defRPr sz="750" b="1">
                <a:solidFill>
                  <a:srgbClr val="194D38"/>
                </a:solidFill>
                <a:latin typeface="Noto Sans"/>
                <a:ea typeface="Noto Sans"/>
                <a:cs typeface="Noto Sans"/>
              </a:defRPr>
            </a:lvl9pPr>
          </a:lstStyle>
          <a:p xmlns:a="http://schemas.openxmlformats.org/drawingml/2006/main">
            <a:pPr algn="l">
              <a:defRPr sz="750" b="1">
                <a:solidFill>
                  <a:srgbClr val="194D38"/>
                </a:solidFill>
                <a:latin typeface="Noto Sans"/>
                <a:ea typeface="Noto Sans"/>
                <a:cs typeface="Noto Sans"/>
              </a:defRPr>
            </a:pPr>
            <a:r>
              <a:rPr sz="750" b="1">
                <a:solidFill>
                  <a:srgbClr val="194D38"/>
                </a:solidFill>
                <a:latin typeface="Noto Sans"/>
                <a:ea typeface="Noto Sans"/>
                <a:cs typeface="Noto Sans"/>
              </a:rPr>
              <a:t>04</a:t>
            </a:r>
          </a:p>
        </p:txBody>
      </p:sp>
      <p:sp>
        <p:nvSpPr>
          <p:cNvPr id="60" name="">
            <a:extLst xmlns:a="http://schemas.openxmlformats.org/drawingml/2006/main">
              <a:ext uri="{FF2B5EF4-FFF2-40B4-BE49-F238E27FC236}">
                <a16:creationId xmlns:a16="http://schemas.microsoft.com/office/drawing/2014/main" id="{9B8D53F6-7AD6-4501-B0EF-6A4C569C2FF6}"/>
              </a:ext>
            </a:extLst>
          </p:cNvPr>
          <p:cNvSpPr>
            <a:spLocks xmlns:a="http://schemas.openxmlformats.org/drawingml/2006/main" noGrp="1"/>
          </p:cNvSpPr>
          <p:nvPr/>
        </p:nvSpPr>
        <p:spPr>
          <a:xfrm xmlns:a="http://schemas.openxmlformats.org/drawingml/2006/main">
            <a:off x="7429500" y="55435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Models</a:t>
            </a:r>
          </a:p>
        </p:txBody>
      </p:sp>
      <p:sp>
        <p:nvSpPr>
          <p:cNvPr id="61" name="">
            <a:extLst xmlns:a="http://schemas.openxmlformats.org/drawingml/2006/main">
              <a:ext uri="{FF2B5EF4-FFF2-40B4-BE49-F238E27FC236}">
                <a16:creationId xmlns:a16="http://schemas.microsoft.com/office/drawing/2014/main" id="{70E4FA89-036B-47BB-B51F-D3216D98882C}"/>
              </a:ext>
            </a:extLst>
          </p:cNvPr>
          <p:cNvSpPr>
            <a:spLocks xmlns:a="http://schemas.openxmlformats.org/drawingml/2006/main" noGrp="1"/>
          </p:cNvSpPr>
          <p:nvPr/>
        </p:nvSpPr>
        <p:spPr>
          <a:xfrm xmlns:a="http://schemas.openxmlformats.org/drawingml/2006/main">
            <a:off x="7429500" y="5838825"/>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state</a:t>
            </a:r>
          </a:p>
        </p:txBody>
      </p:sp>
      <p:sp>
        <p:nvSpPr>
          <p:cNvPr id="62" name="">
            <a:extLst xmlns:a="http://schemas.openxmlformats.org/drawingml/2006/main">
              <a:ext uri="{FF2B5EF4-FFF2-40B4-BE49-F238E27FC236}">
                <a16:creationId xmlns:a16="http://schemas.microsoft.com/office/drawing/2014/main" id="{10DD053E-50C5-4F5D-A81D-70F94E0400FF}"/>
              </a:ext>
            </a:extLst>
          </p:cNvPr>
          <p:cNvSpPr>
            <a:spLocks xmlns:a="http://schemas.openxmlformats.org/drawingml/2006/main" noGrp="1"/>
          </p:cNvSpPr>
          <p:nvPr/>
        </p:nvSpPr>
        <p:spPr>
          <a:xfrm xmlns:a="http://schemas.openxmlformats.org/drawingml/2006/main">
            <a:off x="9239250" y="52768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750" b="1">
                <a:solidFill>
                  <a:srgbClr val="194D38"/>
                </a:solidFill>
                <a:latin typeface="Noto Sans"/>
                <a:ea typeface="Noto Sans"/>
                <a:cs typeface="Noto Sans"/>
              </a:defRPr>
            </a:defPPr>
            <a:lvl1pPr algn="l">
              <a:defRPr sz="750" b="1">
                <a:solidFill>
                  <a:srgbClr val="194D38"/>
                </a:solidFill>
                <a:latin typeface="Noto Sans"/>
                <a:ea typeface="Noto Sans"/>
                <a:cs typeface="Noto Sans"/>
              </a:defRPr>
            </a:lvl1pPr>
            <a:lvl2pPr algn="l">
              <a:defRPr sz="750" b="1">
                <a:solidFill>
                  <a:srgbClr val="194D38"/>
                </a:solidFill>
                <a:latin typeface="Noto Sans"/>
                <a:ea typeface="Noto Sans"/>
                <a:cs typeface="Noto Sans"/>
              </a:defRPr>
            </a:lvl2pPr>
            <a:lvl3pPr algn="l">
              <a:defRPr sz="750" b="1">
                <a:solidFill>
                  <a:srgbClr val="194D38"/>
                </a:solidFill>
                <a:latin typeface="Noto Sans"/>
                <a:ea typeface="Noto Sans"/>
                <a:cs typeface="Noto Sans"/>
              </a:defRPr>
            </a:lvl3pPr>
            <a:lvl4pPr algn="l">
              <a:defRPr sz="750" b="1">
                <a:solidFill>
                  <a:srgbClr val="194D38"/>
                </a:solidFill>
                <a:latin typeface="Noto Sans"/>
                <a:ea typeface="Noto Sans"/>
                <a:cs typeface="Noto Sans"/>
              </a:defRPr>
            </a:lvl4pPr>
            <a:lvl5pPr algn="l">
              <a:defRPr sz="750" b="1">
                <a:solidFill>
                  <a:srgbClr val="194D38"/>
                </a:solidFill>
                <a:latin typeface="Noto Sans"/>
                <a:ea typeface="Noto Sans"/>
                <a:cs typeface="Noto Sans"/>
              </a:defRPr>
            </a:lvl5pPr>
            <a:lvl6pPr algn="l">
              <a:defRPr sz="750" b="1">
                <a:solidFill>
                  <a:srgbClr val="194D38"/>
                </a:solidFill>
                <a:latin typeface="Noto Sans"/>
                <a:ea typeface="Noto Sans"/>
                <a:cs typeface="Noto Sans"/>
              </a:defRPr>
            </a:lvl6pPr>
            <a:lvl7pPr algn="l">
              <a:defRPr sz="750" b="1">
                <a:solidFill>
                  <a:srgbClr val="194D38"/>
                </a:solidFill>
                <a:latin typeface="Noto Sans"/>
                <a:ea typeface="Noto Sans"/>
                <a:cs typeface="Noto Sans"/>
              </a:defRPr>
            </a:lvl7pPr>
            <a:lvl8pPr algn="l">
              <a:defRPr sz="750" b="1">
                <a:solidFill>
                  <a:srgbClr val="194D38"/>
                </a:solidFill>
                <a:latin typeface="Noto Sans"/>
                <a:ea typeface="Noto Sans"/>
                <a:cs typeface="Noto Sans"/>
              </a:defRPr>
            </a:lvl8pPr>
            <a:lvl9pPr algn="l">
              <a:defRPr sz="750" b="1">
                <a:solidFill>
                  <a:srgbClr val="194D38"/>
                </a:solidFill>
                <a:latin typeface="Noto Sans"/>
                <a:ea typeface="Noto Sans"/>
                <a:cs typeface="Noto Sans"/>
              </a:defRPr>
            </a:lvl9pPr>
          </a:lstStyle>
          <a:p xmlns:a="http://schemas.openxmlformats.org/drawingml/2006/main">
            <a:pPr algn="l">
              <a:defRPr sz="750" b="1">
                <a:solidFill>
                  <a:srgbClr val="194D38"/>
                </a:solidFill>
                <a:latin typeface="Noto Sans"/>
                <a:ea typeface="Noto Sans"/>
                <a:cs typeface="Noto Sans"/>
              </a:defRPr>
            </a:pPr>
            <a:r>
              <a:rPr sz="750" b="1">
                <a:solidFill>
                  <a:srgbClr val="194D38"/>
                </a:solidFill>
                <a:latin typeface="Noto Sans"/>
                <a:ea typeface="Noto Sans"/>
                <a:cs typeface="Noto Sans"/>
              </a:rPr>
              <a:t>05</a:t>
            </a:r>
          </a:p>
        </p:txBody>
      </p:sp>
      <p:sp>
        <p:nvSpPr>
          <p:cNvPr id="63" name="">
            <a:extLst xmlns:a="http://schemas.openxmlformats.org/drawingml/2006/main">
              <a:ext uri="{FF2B5EF4-FFF2-40B4-BE49-F238E27FC236}">
                <a16:creationId xmlns:a16="http://schemas.microsoft.com/office/drawing/2014/main" id="{F8F7C571-217C-473A-AAC0-EFDA18918CE1}"/>
              </a:ext>
            </a:extLst>
          </p:cNvPr>
          <p:cNvSpPr>
            <a:spLocks xmlns:a="http://schemas.openxmlformats.org/drawingml/2006/main" noGrp="1"/>
          </p:cNvSpPr>
          <p:nvPr/>
        </p:nvSpPr>
        <p:spPr>
          <a:xfrm xmlns:a="http://schemas.openxmlformats.org/drawingml/2006/main">
            <a:off x="9239250" y="55435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Workers</a:t>
            </a:r>
          </a:p>
        </p:txBody>
      </p:sp>
      <p:sp>
        <p:nvSpPr>
          <p:cNvPr id="64" name="">
            <a:extLst xmlns:a="http://schemas.openxmlformats.org/drawingml/2006/main">
              <a:ext uri="{FF2B5EF4-FFF2-40B4-BE49-F238E27FC236}">
                <a16:creationId xmlns:a16="http://schemas.microsoft.com/office/drawing/2014/main" id="{F966B8EA-B705-42DD-B543-79AD1724AEBB}"/>
              </a:ext>
            </a:extLst>
          </p:cNvPr>
          <p:cNvSpPr>
            <a:spLocks xmlns:a="http://schemas.openxmlformats.org/drawingml/2006/main" noGrp="1"/>
          </p:cNvSpPr>
          <p:nvPr/>
        </p:nvSpPr>
        <p:spPr>
          <a:xfrm xmlns:a="http://schemas.openxmlformats.org/drawingml/2006/main">
            <a:off x="9239250" y="5838825"/>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slow work</a:t>
            </a:r>
          </a:p>
        </p:txBody>
      </p:sp>
    </p:spTree>
    <p:transition spd="med" advClick="1">
      <p:fade/>
    </p:transition>
    <p:extLst>
      <p:ext uri="{BB962C8B-B14F-4D97-AF65-F5344CB8AC3E}">
        <p14:creationId xmlns:p14="http://schemas.microsoft.com/office/powerpoint/2010/main" val="509087059"/>
      </p:ext>
    </p:extLst>
  </p:cSld>
</p:sld>
</file>

<file path=ppt/slides/slide4.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B3230496-497E-4CAF-B555-FA188F75628D}"/>
              </a:ext>
            </a:extLst>
          </p:cNvPr>
          <p:cNvSpPr>
            <a:spLocks xmlns:a="http://schemas.openxmlformats.org/drawingml/2006/main" noGrp="1"/>
          </p:cNvSpPr>
          <p:nvPr/>
        </p:nvSpPr>
        <p:spPr>
          <a:xfrm xmlns:a="http://schemas.openxmlformats.org/drawingml/2006/main">
            <a:off x="60960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API SECURITY</a:t>
            </a:r>
          </a:p>
        </p:txBody>
      </p:sp>
      <p:sp>
        <p:nvSpPr>
          <p:cNvPr id="2" name="">
            <a:extLst xmlns:a="http://schemas.openxmlformats.org/drawingml/2006/main">
              <a:ext uri="{FF2B5EF4-FFF2-40B4-BE49-F238E27FC236}">
                <a16:creationId xmlns:a16="http://schemas.microsoft.com/office/drawing/2014/main" id="{ACBB2C2F-849F-4CB9-B53E-02DA27C0A659}"/>
              </a:ext>
            </a:extLst>
          </p:cNvPr>
          <p:cNvSpPr>
            <a:spLocks xmlns:a="http://schemas.openxmlformats.org/drawingml/2006/main" noGrp="1"/>
          </p:cNvSpPr>
          <p:nvPr/>
        </p:nvSpPr>
        <p:spPr>
          <a:xfrm xmlns:a="http://schemas.openxmlformats.org/drawingml/2006/main">
            <a:off x="11163300" y="2667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04</a:t>
            </a:r>
          </a:p>
        </p:txBody>
      </p:sp>
      <p:sp>
        <p:nvSpPr>
          <p:cNvPr id="3" name="">
            <a:extLst xmlns:a="http://schemas.openxmlformats.org/drawingml/2006/main">
              <a:ext uri="{FF2B5EF4-FFF2-40B4-BE49-F238E27FC236}">
                <a16:creationId xmlns:a16="http://schemas.microsoft.com/office/drawing/2014/main" id="{699842B8-8EA7-484E-B65B-C00028CAC1C5}"/>
              </a:ext>
            </a:extLst>
          </p:cNvPr>
          <p:cNvSpPr>
            <a:spLocks xmlns:a="http://schemas.openxmlformats.org/drawingml/2006/main" noGrp="1"/>
          </p:cNvSpPr>
          <p:nvPr/>
        </p:nvSpPr>
        <p:spPr>
          <a:xfrm xmlns:a="http://schemas.openxmlformats.org/drawingml/2006/main">
            <a:off x="609600" y="533400"/>
            <a:ext cx="1038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A protected request</a:t>
            </a:r>
          </a:p>
        </p:txBody>
      </p:sp>
      <p:sp>
        <p:nvSpPr>
          <p:cNvPr id="4" name="">
            <a:extLst xmlns:a="http://schemas.openxmlformats.org/drawingml/2006/main">
              <a:ext uri="{FF2B5EF4-FFF2-40B4-BE49-F238E27FC236}">
                <a16:creationId xmlns:a16="http://schemas.microsoft.com/office/drawing/2014/main" id="{45E5E375-EE4A-4585-9049-417F03DB9AE4}"/>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1617201A-59C4-4DB1-B9A9-BAE34ACB17B1}"/>
              </a:ext>
            </a:extLst>
          </p:cNvPr>
          <p:cNvSpPr>
            <a:spLocks xmlns:a="http://schemas.openxmlformats.org/drawingml/2006/main" noGrp="1"/>
          </p:cNvSpPr>
          <p:nvPr/>
        </p:nvSpPr>
        <p:spPr>
          <a:xfrm xmlns:a="http://schemas.openxmlformats.org/drawingml/2006/main">
            <a:off x="609600" y="1352550"/>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Validation, authentication and authorization happen before business logic.</a:t>
            </a:r>
          </a:p>
        </p:txBody>
      </p:sp>
      <p:sp>
        <p:nvSpPr>
          <p:cNvPr id="6" name="">
            <a:extLst xmlns:a="http://schemas.openxmlformats.org/drawingml/2006/main">
              <a:ext uri="{FF2B5EF4-FFF2-40B4-BE49-F238E27FC236}">
                <a16:creationId xmlns:a16="http://schemas.microsoft.com/office/drawing/2014/main" id="{DF87BB54-4337-4D51-BD6C-4C4F30E98151}"/>
              </a:ext>
            </a:extLst>
          </p:cNvPr>
          <p:cNvSpPr>
            <a:spLocks xmlns:a="http://schemas.openxmlformats.org/drawingml/2006/main" noGrp="1"/>
          </p:cNvSpPr>
          <p:nvPr/>
        </p:nvSpPr>
        <p:spPr>
          <a:xfrm xmlns:a="http://schemas.openxmlformats.org/drawingml/2006/main">
            <a:off x="609600" y="65532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A02C014C-EFB0-4C7B-8416-60C6500CFAF3}"/>
              </a:ext>
            </a:extLst>
          </p:cNvPr>
          <p:cNvSpPr>
            <a:spLocks xmlns:a="http://schemas.openxmlformats.org/drawingml/2006/main" noGrp="1"/>
          </p:cNvSpPr>
          <p:nvPr/>
        </p:nvSpPr>
        <p:spPr>
          <a:xfrm xmlns:a="http://schemas.openxmlformats.org/drawingml/2006/main">
            <a:off x="1009650" y="2457450"/>
            <a:ext cx="9763125" cy="0"/>
          </a:xfrm>
          <a:prstGeom xmlns:a="http://schemas.openxmlformats.org/drawingml/2006/main" prst="line">
            <a:avLst/>
          </a:prstGeom>
          <a:ln xmlns:a="http://schemas.openxmlformats.org/drawingml/2006/main" w="28575">
            <a:solidFill>
              <a:srgbClr val="CFDBCF"/>
            </a:solidFill>
            <a:prstDash val="solid"/>
          </a:ln>
        </p:spPr>
      </p:sp>
      <p:sp>
        <p:nvSpPr>
          <p:cNvPr id="8" name="">
            <a:extLst xmlns:a="http://schemas.openxmlformats.org/drawingml/2006/main">
              <a:ext uri="{FF2B5EF4-FFF2-40B4-BE49-F238E27FC236}">
                <a16:creationId xmlns:a16="http://schemas.microsoft.com/office/drawing/2014/main" id="{57C8992B-88CA-46C8-B288-DFF15C4F20B0}"/>
              </a:ext>
            </a:extLst>
          </p:cNvPr>
          <p:cNvSpPr>
            <a:spLocks xmlns:a="http://schemas.openxmlformats.org/drawingml/2006/main" noGrp="1"/>
          </p:cNvSpPr>
          <p:nvPr/>
        </p:nvSpPr>
        <p:spPr>
          <a:xfrm xmlns:a="http://schemas.openxmlformats.org/drawingml/2006/main">
            <a:off x="857250" y="230505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9" name="">
            <a:extLst xmlns:a="http://schemas.openxmlformats.org/drawingml/2006/main">
              <a:ext uri="{FF2B5EF4-FFF2-40B4-BE49-F238E27FC236}">
                <a16:creationId xmlns:a16="http://schemas.microsoft.com/office/drawing/2014/main" id="{BD4A6B5B-AA65-4F13-AEEF-A001FF31CC65}"/>
              </a:ext>
            </a:extLst>
          </p:cNvPr>
          <p:cNvSpPr>
            <a:spLocks xmlns:a="http://schemas.openxmlformats.org/drawingml/2006/main" noGrp="1"/>
          </p:cNvSpPr>
          <p:nvPr/>
        </p:nvSpPr>
        <p:spPr>
          <a:xfrm xmlns:a="http://schemas.openxmlformats.org/drawingml/2006/main">
            <a:off x="857250" y="23431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1</a:t>
            </a:r>
          </a:p>
        </p:txBody>
      </p:sp>
      <p:sp>
        <p:nvSpPr>
          <p:cNvPr id="10" name="">
            <a:extLst xmlns:a="http://schemas.openxmlformats.org/drawingml/2006/main">
              <a:ext uri="{FF2B5EF4-FFF2-40B4-BE49-F238E27FC236}">
                <a16:creationId xmlns:a16="http://schemas.microsoft.com/office/drawing/2014/main" id="{E0D63330-3AFF-4F5B-B91F-0694FCA3C87D}"/>
              </a:ext>
            </a:extLst>
          </p:cNvPr>
          <p:cNvSpPr>
            <a:spLocks xmlns:a="http://schemas.openxmlformats.org/drawingml/2006/main" noGrp="1"/>
          </p:cNvSpPr>
          <p:nvPr/>
        </p:nvSpPr>
        <p:spPr>
          <a:xfrm xmlns:a="http://schemas.openxmlformats.org/drawingml/2006/main">
            <a:off x="485775" y="27813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Route</a:t>
            </a:r>
          </a:p>
        </p:txBody>
      </p:sp>
      <p:sp>
        <p:nvSpPr>
          <p:cNvPr id="11" name="">
            <a:extLst xmlns:a="http://schemas.openxmlformats.org/drawingml/2006/main">
              <a:ext uri="{FF2B5EF4-FFF2-40B4-BE49-F238E27FC236}">
                <a16:creationId xmlns:a16="http://schemas.microsoft.com/office/drawing/2014/main" id="{4AB3161B-17F9-4583-9333-26A6A7E0156B}"/>
              </a:ext>
            </a:extLst>
          </p:cNvPr>
          <p:cNvSpPr>
            <a:spLocks xmlns:a="http://schemas.openxmlformats.org/drawingml/2006/main" noGrp="1"/>
          </p:cNvSpPr>
          <p:nvPr/>
        </p:nvSpPr>
        <p:spPr>
          <a:xfrm xmlns:a="http://schemas.openxmlformats.org/drawingml/2006/main">
            <a:off x="266700" y="310515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Method + path</a:t>
            </a:r>
          </a:p>
        </p:txBody>
      </p:sp>
      <p:sp>
        <p:nvSpPr>
          <p:cNvPr id="12" name="">
            <a:extLst xmlns:a="http://schemas.openxmlformats.org/drawingml/2006/main">
              <a:ext uri="{FF2B5EF4-FFF2-40B4-BE49-F238E27FC236}">
                <a16:creationId xmlns:a16="http://schemas.microsoft.com/office/drawing/2014/main" id="{CFD5AFEA-DADC-4A62-902B-CCBCBB8DAE5B}"/>
              </a:ext>
            </a:extLst>
          </p:cNvPr>
          <p:cNvSpPr>
            <a:spLocks xmlns:a="http://schemas.openxmlformats.org/drawingml/2006/main" noGrp="1"/>
          </p:cNvSpPr>
          <p:nvPr/>
        </p:nvSpPr>
        <p:spPr>
          <a:xfrm xmlns:a="http://schemas.openxmlformats.org/drawingml/2006/main">
            <a:off x="2809875" y="230505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3" name="">
            <a:extLst xmlns:a="http://schemas.openxmlformats.org/drawingml/2006/main">
              <a:ext uri="{FF2B5EF4-FFF2-40B4-BE49-F238E27FC236}">
                <a16:creationId xmlns:a16="http://schemas.microsoft.com/office/drawing/2014/main" id="{F7B47F46-532B-4E4C-AD0E-F631D410FDA9}"/>
              </a:ext>
            </a:extLst>
          </p:cNvPr>
          <p:cNvSpPr>
            <a:spLocks xmlns:a="http://schemas.openxmlformats.org/drawingml/2006/main" noGrp="1"/>
          </p:cNvSpPr>
          <p:nvPr/>
        </p:nvSpPr>
        <p:spPr>
          <a:xfrm xmlns:a="http://schemas.openxmlformats.org/drawingml/2006/main">
            <a:off x="2809875" y="23431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2</a:t>
            </a:r>
          </a:p>
        </p:txBody>
      </p:sp>
      <p:sp>
        <p:nvSpPr>
          <p:cNvPr id="14" name="">
            <a:extLst xmlns:a="http://schemas.openxmlformats.org/drawingml/2006/main">
              <a:ext uri="{FF2B5EF4-FFF2-40B4-BE49-F238E27FC236}">
                <a16:creationId xmlns:a16="http://schemas.microsoft.com/office/drawing/2014/main" id="{000F919A-3207-4BF4-B127-35443E51C419}"/>
              </a:ext>
            </a:extLst>
          </p:cNvPr>
          <p:cNvSpPr>
            <a:spLocks xmlns:a="http://schemas.openxmlformats.org/drawingml/2006/main" noGrp="1"/>
          </p:cNvSpPr>
          <p:nvPr/>
        </p:nvSpPr>
        <p:spPr>
          <a:xfrm xmlns:a="http://schemas.openxmlformats.org/drawingml/2006/main">
            <a:off x="2438400" y="27813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Validate</a:t>
            </a:r>
          </a:p>
        </p:txBody>
      </p:sp>
      <p:sp>
        <p:nvSpPr>
          <p:cNvPr id="15" name="">
            <a:extLst xmlns:a="http://schemas.openxmlformats.org/drawingml/2006/main">
              <a:ext uri="{FF2B5EF4-FFF2-40B4-BE49-F238E27FC236}">
                <a16:creationId xmlns:a16="http://schemas.microsoft.com/office/drawing/2014/main" id="{60A38D08-1593-4CD6-AD5F-641B7B0180D6}"/>
              </a:ext>
            </a:extLst>
          </p:cNvPr>
          <p:cNvSpPr>
            <a:spLocks xmlns:a="http://schemas.openxmlformats.org/drawingml/2006/main" noGrp="1"/>
          </p:cNvSpPr>
          <p:nvPr/>
        </p:nvSpPr>
        <p:spPr>
          <a:xfrm xmlns:a="http://schemas.openxmlformats.org/drawingml/2006/main">
            <a:off x="2219325" y="310515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Pydantic input</a:t>
            </a:r>
          </a:p>
        </p:txBody>
      </p:sp>
      <p:sp>
        <p:nvSpPr>
          <p:cNvPr id="16" name="">
            <a:extLst xmlns:a="http://schemas.openxmlformats.org/drawingml/2006/main">
              <a:ext uri="{FF2B5EF4-FFF2-40B4-BE49-F238E27FC236}">
                <a16:creationId xmlns:a16="http://schemas.microsoft.com/office/drawing/2014/main" id="{BACC51C9-FD95-48DB-901E-BD5CEB0A401D}"/>
              </a:ext>
            </a:extLst>
          </p:cNvPr>
          <p:cNvSpPr>
            <a:spLocks xmlns:a="http://schemas.openxmlformats.org/drawingml/2006/main" noGrp="1"/>
          </p:cNvSpPr>
          <p:nvPr/>
        </p:nvSpPr>
        <p:spPr>
          <a:xfrm xmlns:a="http://schemas.openxmlformats.org/drawingml/2006/main">
            <a:off x="4762500" y="230505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7" name="">
            <a:extLst xmlns:a="http://schemas.openxmlformats.org/drawingml/2006/main">
              <a:ext uri="{FF2B5EF4-FFF2-40B4-BE49-F238E27FC236}">
                <a16:creationId xmlns:a16="http://schemas.microsoft.com/office/drawing/2014/main" id="{9DEFD2B0-7EC5-408F-8275-3179B132FB8C}"/>
              </a:ext>
            </a:extLst>
          </p:cNvPr>
          <p:cNvSpPr>
            <a:spLocks xmlns:a="http://schemas.openxmlformats.org/drawingml/2006/main" noGrp="1"/>
          </p:cNvSpPr>
          <p:nvPr/>
        </p:nvSpPr>
        <p:spPr>
          <a:xfrm xmlns:a="http://schemas.openxmlformats.org/drawingml/2006/main">
            <a:off x="4762500" y="23431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3</a:t>
            </a:r>
          </a:p>
        </p:txBody>
      </p:sp>
      <p:sp>
        <p:nvSpPr>
          <p:cNvPr id="18" name="">
            <a:extLst xmlns:a="http://schemas.openxmlformats.org/drawingml/2006/main">
              <a:ext uri="{FF2B5EF4-FFF2-40B4-BE49-F238E27FC236}">
                <a16:creationId xmlns:a16="http://schemas.microsoft.com/office/drawing/2014/main" id="{F59642FD-90A9-45B9-8D59-8D28B7B1A699}"/>
              </a:ext>
            </a:extLst>
          </p:cNvPr>
          <p:cNvSpPr>
            <a:spLocks xmlns:a="http://schemas.openxmlformats.org/drawingml/2006/main" noGrp="1"/>
          </p:cNvSpPr>
          <p:nvPr/>
        </p:nvSpPr>
        <p:spPr>
          <a:xfrm xmlns:a="http://schemas.openxmlformats.org/drawingml/2006/main">
            <a:off x="4391025" y="27813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Session</a:t>
            </a:r>
          </a:p>
        </p:txBody>
      </p:sp>
      <p:sp>
        <p:nvSpPr>
          <p:cNvPr id="19" name="">
            <a:extLst xmlns:a="http://schemas.openxmlformats.org/drawingml/2006/main">
              <a:ext uri="{FF2B5EF4-FFF2-40B4-BE49-F238E27FC236}">
                <a16:creationId xmlns:a16="http://schemas.microsoft.com/office/drawing/2014/main" id="{58B006CE-3541-4A96-B9D0-0336B6E6D4E3}"/>
              </a:ext>
            </a:extLst>
          </p:cNvPr>
          <p:cNvSpPr>
            <a:spLocks xmlns:a="http://schemas.openxmlformats.org/drawingml/2006/main" noGrp="1"/>
          </p:cNvSpPr>
          <p:nvPr/>
        </p:nvSpPr>
        <p:spPr>
          <a:xfrm xmlns:a="http://schemas.openxmlformats.org/drawingml/2006/main">
            <a:off x="4171950" y="310515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Current user</a:t>
            </a:r>
          </a:p>
        </p:txBody>
      </p:sp>
      <p:sp>
        <p:nvSpPr>
          <p:cNvPr id="20" name="">
            <a:extLst xmlns:a="http://schemas.openxmlformats.org/drawingml/2006/main">
              <a:ext uri="{FF2B5EF4-FFF2-40B4-BE49-F238E27FC236}">
                <a16:creationId xmlns:a16="http://schemas.microsoft.com/office/drawing/2014/main" id="{2292400D-ABA0-499A-AAFD-1B489E43F809}"/>
              </a:ext>
            </a:extLst>
          </p:cNvPr>
          <p:cNvSpPr>
            <a:spLocks xmlns:a="http://schemas.openxmlformats.org/drawingml/2006/main" noGrp="1"/>
          </p:cNvSpPr>
          <p:nvPr/>
        </p:nvSpPr>
        <p:spPr>
          <a:xfrm xmlns:a="http://schemas.openxmlformats.org/drawingml/2006/main">
            <a:off x="6715125" y="230505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1" name="">
            <a:extLst xmlns:a="http://schemas.openxmlformats.org/drawingml/2006/main">
              <a:ext uri="{FF2B5EF4-FFF2-40B4-BE49-F238E27FC236}">
                <a16:creationId xmlns:a16="http://schemas.microsoft.com/office/drawing/2014/main" id="{ECFA4BBD-D424-4AD8-9803-6250310006F1}"/>
              </a:ext>
            </a:extLst>
          </p:cNvPr>
          <p:cNvSpPr>
            <a:spLocks xmlns:a="http://schemas.openxmlformats.org/drawingml/2006/main" noGrp="1"/>
          </p:cNvSpPr>
          <p:nvPr/>
        </p:nvSpPr>
        <p:spPr>
          <a:xfrm xmlns:a="http://schemas.openxmlformats.org/drawingml/2006/main">
            <a:off x="6715125" y="23431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4</a:t>
            </a:r>
          </a:p>
        </p:txBody>
      </p:sp>
      <p:sp>
        <p:nvSpPr>
          <p:cNvPr id="22" name="">
            <a:extLst xmlns:a="http://schemas.openxmlformats.org/drawingml/2006/main">
              <a:ext uri="{FF2B5EF4-FFF2-40B4-BE49-F238E27FC236}">
                <a16:creationId xmlns:a16="http://schemas.microsoft.com/office/drawing/2014/main" id="{DDE0494C-AFCA-4B18-BDC6-9D107E5D6051}"/>
              </a:ext>
            </a:extLst>
          </p:cNvPr>
          <p:cNvSpPr>
            <a:spLocks xmlns:a="http://schemas.openxmlformats.org/drawingml/2006/main" noGrp="1"/>
          </p:cNvSpPr>
          <p:nvPr/>
        </p:nvSpPr>
        <p:spPr>
          <a:xfrm xmlns:a="http://schemas.openxmlformats.org/drawingml/2006/main">
            <a:off x="6343650" y="27813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Access</a:t>
            </a:r>
          </a:p>
        </p:txBody>
      </p:sp>
      <p:sp>
        <p:nvSpPr>
          <p:cNvPr id="23" name="">
            <a:extLst xmlns:a="http://schemas.openxmlformats.org/drawingml/2006/main">
              <a:ext uri="{FF2B5EF4-FFF2-40B4-BE49-F238E27FC236}">
                <a16:creationId xmlns:a16="http://schemas.microsoft.com/office/drawing/2014/main" id="{FADD6229-18A2-441D-9E6F-FD06B3CE7B15}"/>
              </a:ext>
            </a:extLst>
          </p:cNvPr>
          <p:cNvSpPr>
            <a:spLocks xmlns:a="http://schemas.openxmlformats.org/drawingml/2006/main" noGrp="1"/>
          </p:cNvSpPr>
          <p:nvPr/>
        </p:nvSpPr>
        <p:spPr>
          <a:xfrm xmlns:a="http://schemas.openxmlformats.org/drawingml/2006/main">
            <a:off x="6124575" y="310515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Role + scope</a:t>
            </a:r>
          </a:p>
        </p:txBody>
      </p:sp>
      <p:sp>
        <p:nvSpPr>
          <p:cNvPr id="24" name="">
            <a:extLst xmlns:a="http://schemas.openxmlformats.org/drawingml/2006/main">
              <a:ext uri="{FF2B5EF4-FFF2-40B4-BE49-F238E27FC236}">
                <a16:creationId xmlns:a16="http://schemas.microsoft.com/office/drawing/2014/main" id="{BF40C34B-0898-46E5-8971-213787823F45}"/>
              </a:ext>
            </a:extLst>
          </p:cNvPr>
          <p:cNvSpPr>
            <a:spLocks xmlns:a="http://schemas.openxmlformats.org/drawingml/2006/main" noGrp="1"/>
          </p:cNvSpPr>
          <p:nvPr/>
        </p:nvSpPr>
        <p:spPr>
          <a:xfrm xmlns:a="http://schemas.openxmlformats.org/drawingml/2006/main">
            <a:off x="8667750" y="230505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5" name="">
            <a:extLst xmlns:a="http://schemas.openxmlformats.org/drawingml/2006/main">
              <a:ext uri="{FF2B5EF4-FFF2-40B4-BE49-F238E27FC236}">
                <a16:creationId xmlns:a16="http://schemas.microsoft.com/office/drawing/2014/main" id="{5FE53A79-8E5B-4FD4-89FB-196431CB5B64}"/>
              </a:ext>
            </a:extLst>
          </p:cNvPr>
          <p:cNvSpPr>
            <a:spLocks xmlns:a="http://schemas.openxmlformats.org/drawingml/2006/main" noGrp="1"/>
          </p:cNvSpPr>
          <p:nvPr/>
        </p:nvSpPr>
        <p:spPr>
          <a:xfrm xmlns:a="http://schemas.openxmlformats.org/drawingml/2006/main">
            <a:off x="8667750" y="23431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5</a:t>
            </a:r>
          </a:p>
        </p:txBody>
      </p:sp>
      <p:sp>
        <p:nvSpPr>
          <p:cNvPr id="26" name="">
            <a:extLst xmlns:a="http://schemas.openxmlformats.org/drawingml/2006/main">
              <a:ext uri="{FF2B5EF4-FFF2-40B4-BE49-F238E27FC236}">
                <a16:creationId xmlns:a16="http://schemas.microsoft.com/office/drawing/2014/main" id="{FE564DAD-900D-42EE-B4E9-FDE643589FEA}"/>
              </a:ext>
            </a:extLst>
          </p:cNvPr>
          <p:cNvSpPr>
            <a:spLocks xmlns:a="http://schemas.openxmlformats.org/drawingml/2006/main" noGrp="1"/>
          </p:cNvSpPr>
          <p:nvPr/>
        </p:nvSpPr>
        <p:spPr>
          <a:xfrm xmlns:a="http://schemas.openxmlformats.org/drawingml/2006/main">
            <a:off x="8296275" y="27813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Execute</a:t>
            </a:r>
          </a:p>
        </p:txBody>
      </p:sp>
      <p:sp>
        <p:nvSpPr>
          <p:cNvPr id="27" name="">
            <a:extLst xmlns:a="http://schemas.openxmlformats.org/drawingml/2006/main">
              <a:ext uri="{FF2B5EF4-FFF2-40B4-BE49-F238E27FC236}">
                <a16:creationId xmlns:a16="http://schemas.microsoft.com/office/drawing/2014/main" id="{68B669E4-F8E0-485D-8E88-98ACDEE6F05E}"/>
              </a:ext>
            </a:extLst>
          </p:cNvPr>
          <p:cNvSpPr>
            <a:spLocks xmlns:a="http://schemas.openxmlformats.org/drawingml/2006/main" noGrp="1"/>
          </p:cNvSpPr>
          <p:nvPr/>
        </p:nvSpPr>
        <p:spPr>
          <a:xfrm xmlns:a="http://schemas.openxmlformats.org/drawingml/2006/main">
            <a:off x="8077200" y="310515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Transaction</a:t>
            </a:r>
          </a:p>
        </p:txBody>
      </p:sp>
      <p:sp>
        <p:nvSpPr>
          <p:cNvPr id="28" name="">
            <a:extLst xmlns:a="http://schemas.openxmlformats.org/drawingml/2006/main">
              <a:ext uri="{FF2B5EF4-FFF2-40B4-BE49-F238E27FC236}">
                <a16:creationId xmlns:a16="http://schemas.microsoft.com/office/drawing/2014/main" id="{E847C47B-C42F-480C-A087-DEB082D51BD1}"/>
              </a:ext>
            </a:extLst>
          </p:cNvPr>
          <p:cNvSpPr>
            <a:spLocks xmlns:a="http://schemas.openxmlformats.org/drawingml/2006/main" noGrp="1"/>
          </p:cNvSpPr>
          <p:nvPr/>
        </p:nvSpPr>
        <p:spPr>
          <a:xfrm xmlns:a="http://schemas.openxmlformats.org/drawingml/2006/main">
            <a:off x="10620375" y="2305050"/>
            <a:ext cx="304800" cy="3048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29" name="">
            <a:extLst xmlns:a="http://schemas.openxmlformats.org/drawingml/2006/main">
              <a:ext uri="{FF2B5EF4-FFF2-40B4-BE49-F238E27FC236}">
                <a16:creationId xmlns:a16="http://schemas.microsoft.com/office/drawing/2014/main" id="{7FF48358-DDDC-4B46-8628-0660356B8B41}"/>
              </a:ext>
            </a:extLst>
          </p:cNvPr>
          <p:cNvSpPr>
            <a:spLocks xmlns:a="http://schemas.openxmlformats.org/drawingml/2006/main" noGrp="1"/>
          </p:cNvSpPr>
          <p:nvPr/>
        </p:nvSpPr>
        <p:spPr>
          <a:xfrm xmlns:a="http://schemas.openxmlformats.org/drawingml/2006/main">
            <a:off x="10620375" y="23431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6</a:t>
            </a:r>
          </a:p>
        </p:txBody>
      </p:sp>
      <p:sp>
        <p:nvSpPr>
          <p:cNvPr id="30" name="">
            <a:extLst xmlns:a="http://schemas.openxmlformats.org/drawingml/2006/main">
              <a:ext uri="{FF2B5EF4-FFF2-40B4-BE49-F238E27FC236}">
                <a16:creationId xmlns:a16="http://schemas.microsoft.com/office/drawing/2014/main" id="{FD4E329A-0981-4291-9FBC-CF019E959144}"/>
              </a:ext>
            </a:extLst>
          </p:cNvPr>
          <p:cNvSpPr>
            <a:spLocks xmlns:a="http://schemas.openxmlformats.org/drawingml/2006/main" noGrp="1"/>
          </p:cNvSpPr>
          <p:nvPr/>
        </p:nvSpPr>
        <p:spPr>
          <a:xfrm xmlns:a="http://schemas.openxmlformats.org/drawingml/2006/main">
            <a:off x="10248900" y="27813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Respond</a:t>
            </a:r>
          </a:p>
        </p:txBody>
      </p:sp>
      <p:sp>
        <p:nvSpPr>
          <p:cNvPr id="31" name="">
            <a:extLst xmlns:a="http://schemas.openxmlformats.org/drawingml/2006/main">
              <a:ext uri="{FF2B5EF4-FFF2-40B4-BE49-F238E27FC236}">
                <a16:creationId xmlns:a16="http://schemas.microsoft.com/office/drawing/2014/main" id="{F736DAFD-6058-4D33-8C82-182226475A05}"/>
              </a:ext>
            </a:extLst>
          </p:cNvPr>
          <p:cNvSpPr>
            <a:spLocks xmlns:a="http://schemas.openxmlformats.org/drawingml/2006/main" noGrp="1"/>
          </p:cNvSpPr>
          <p:nvPr/>
        </p:nvSpPr>
        <p:spPr>
          <a:xfrm xmlns:a="http://schemas.openxmlformats.org/drawingml/2006/main">
            <a:off x="10029825" y="310515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Typed output</a:t>
            </a:r>
          </a:p>
        </p:txBody>
      </p:sp>
      <p:sp>
        <p:nvSpPr>
          <p:cNvPr id="32" name="">
            <a:extLst xmlns:a="http://schemas.openxmlformats.org/drawingml/2006/main">
              <a:ext uri="{FF2B5EF4-FFF2-40B4-BE49-F238E27FC236}">
                <a16:creationId xmlns:a16="http://schemas.microsoft.com/office/drawing/2014/main" id="{9949CE91-B67A-429F-84D8-2DADB3EC7239}"/>
              </a:ext>
            </a:extLst>
          </p:cNvPr>
          <p:cNvSpPr>
            <a:spLocks xmlns:a="http://schemas.openxmlformats.org/drawingml/2006/main" noGrp="1"/>
          </p:cNvSpPr>
          <p:nvPr/>
        </p:nvSpPr>
        <p:spPr>
          <a:xfrm xmlns:a="http://schemas.openxmlformats.org/drawingml/2006/main">
            <a:off x="609600" y="4495800"/>
            <a:ext cx="5010150" cy="1295400"/>
          </a:xfrm>
          <a:prstGeom xmlns:a="http://schemas.openxmlformats.org/drawingml/2006/main" prst="roundRect">
            <a:avLst>
              <a:gd name="adj" fmla="val 8824"/>
            </a:avLst>
          </a:prstGeom>
          <a:solidFill xmlns:a="http://schemas.openxmlformats.org/drawingml/2006/main">
            <a:srgbClr val="FFFEFA"/>
          </a:solidFill>
          <a:ln xmlns:a="http://schemas.openxmlformats.org/drawingml/2006/main" w="9525">
            <a:solidFill>
              <a:srgbClr val="CFDBCF"/>
            </a:solidFill>
            <a:prstDash val="solid"/>
          </a:ln>
        </p:spPr>
      </p:sp>
      <p:sp>
        <p:nvSpPr>
          <p:cNvPr id="33" name="">
            <a:extLst xmlns:a="http://schemas.openxmlformats.org/drawingml/2006/main">
              <a:ext uri="{FF2B5EF4-FFF2-40B4-BE49-F238E27FC236}">
                <a16:creationId xmlns:a16="http://schemas.microsoft.com/office/drawing/2014/main" id="{FBF94A5F-0DE9-4126-A208-9C41F36AFCFE}"/>
              </a:ext>
            </a:extLst>
          </p:cNvPr>
          <p:cNvSpPr>
            <a:spLocks xmlns:a="http://schemas.openxmlformats.org/drawingml/2006/main" noGrp="1"/>
          </p:cNvSpPr>
          <p:nvPr/>
        </p:nvSpPr>
        <p:spPr>
          <a:xfrm xmlns:a="http://schemas.openxmlformats.org/drawingml/2006/main">
            <a:off x="838200" y="468630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4D38"/>
                </a:solidFill>
                <a:latin typeface="Noto Sans"/>
                <a:ea typeface="Noto Sans"/>
                <a:cs typeface="Noto Sans"/>
              </a:defRPr>
            </a:defPPr>
            <a:lvl1pPr algn="l">
              <a:defRPr sz="1425" b="1">
                <a:solidFill>
                  <a:srgbClr val="194D38"/>
                </a:solidFill>
                <a:latin typeface="Noto Sans"/>
                <a:ea typeface="Noto Sans"/>
                <a:cs typeface="Noto Sans"/>
              </a:defRPr>
            </a:lvl1pPr>
            <a:lvl2pPr algn="l">
              <a:defRPr sz="1425" b="1">
                <a:solidFill>
                  <a:srgbClr val="194D38"/>
                </a:solidFill>
                <a:latin typeface="Noto Sans"/>
                <a:ea typeface="Noto Sans"/>
                <a:cs typeface="Noto Sans"/>
              </a:defRPr>
            </a:lvl2pPr>
            <a:lvl3pPr algn="l">
              <a:defRPr sz="1425" b="1">
                <a:solidFill>
                  <a:srgbClr val="194D38"/>
                </a:solidFill>
                <a:latin typeface="Noto Sans"/>
                <a:ea typeface="Noto Sans"/>
                <a:cs typeface="Noto Sans"/>
              </a:defRPr>
            </a:lvl3pPr>
            <a:lvl4pPr algn="l">
              <a:defRPr sz="1425" b="1">
                <a:solidFill>
                  <a:srgbClr val="194D38"/>
                </a:solidFill>
                <a:latin typeface="Noto Sans"/>
                <a:ea typeface="Noto Sans"/>
                <a:cs typeface="Noto Sans"/>
              </a:defRPr>
            </a:lvl4pPr>
            <a:lvl5pPr algn="l">
              <a:defRPr sz="1425" b="1">
                <a:solidFill>
                  <a:srgbClr val="194D38"/>
                </a:solidFill>
                <a:latin typeface="Noto Sans"/>
                <a:ea typeface="Noto Sans"/>
                <a:cs typeface="Noto Sans"/>
              </a:defRPr>
            </a:lvl5pPr>
            <a:lvl6pPr algn="l">
              <a:defRPr sz="1425" b="1">
                <a:solidFill>
                  <a:srgbClr val="194D38"/>
                </a:solidFill>
                <a:latin typeface="Noto Sans"/>
                <a:ea typeface="Noto Sans"/>
                <a:cs typeface="Noto Sans"/>
              </a:defRPr>
            </a:lvl6pPr>
            <a:lvl7pPr algn="l">
              <a:defRPr sz="1425" b="1">
                <a:solidFill>
                  <a:srgbClr val="194D38"/>
                </a:solidFill>
                <a:latin typeface="Noto Sans"/>
                <a:ea typeface="Noto Sans"/>
                <a:cs typeface="Noto Sans"/>
              </a:defRPr>
            </a:lvl7pPr>
            <a:lvl8pPr algn="l">
              <a:defRPr sz="1425" b="1">
                <a:solidFill>
                  <a:srgbClr val="194D38"/>
                </a:solidFill>
                <a:latin typeface="Noto Sans"/>
                <a:ea typeface="Noto Sans"/>
                <a:cs typeface="Noto Sans"/>
              </a:defRPr>
            </a:lvl8pPr>
            <a:lvl9pPr algn="l">
              <a:defRPr sz="1425" b="1">
                <a:solidFill>
                  <a:srgbClr val="194D38"/>
                </a:solidFill>
                <a:latin typeface="Noto Sans"/>
                <a:ea typeface="Noto Sans"/>
                <a:cs typeface="Noto Sans"/>
              </a:defRPr>
            </a:lvl9pPr>
          </a:lstStyle>
          <a:p xmlns:a="http://schemas.openxmlformats.org/drawingml/2006/main">
            <a:pPr algn="l">
              <a:defRPr sz="1425" b="1">
                <a:solidFill>
                  <a:srgbClr val="194D38"/>
                </a:solidFill>
                <a:latin typeface="Noto Sans"/>
                <a:ea typeface="Noto Sans"/>
                <a:cs typeface="Noto Sans"/>
              </a:defRPr>
            </a:pPr>
            <a:r>
              <a:rPr sz="1425" b="1">
                <a:solidFill>
                  <a:srgbClr val="194D38"/>
                </a:solidFill>
                <a:latin typeface="Noto Sans"/>
                <a:ea typeface="Noto Sans"/>
                <a:cs typeface="Noto Sans"/>
              </a:rPr>
              <a:t>Cookie mutations</a:t>
            </a:r>
          </a:p>
        </p:txBody>
      </p:sp>
      <p:sp>
        <p:nvSpPr>
          <p:cNvPr id="34" name="">
            <a:extLst xmlns:a="http://schemas.openxmlformats.org/drawingml/2006/main">
              <a:ext uri="{FF2B5EF4-FFF2-40B4-BE49-F238E27FC236}">
                <a16:creationId xmlns:a16="http://schemas.microsoft.com/office/drawing/2014/main" id="{05801189-62D0-4860-B8D2-3D2A510F6BB9}"/>
              </a:ext>
            </a:extLst>
          </p:cNvPr>
          <p:cNvSpPr>
            <a:spLocks xmlns:a="http://schemas.openxmlformats.org/drawingml/2006/main" noGrp="1"/>
          </p:cNvSpPr>
          <p:nvPr/>
        </p:nvSpPr>
        <p:spPr>
          <a:xfrm xmlns:a="http://schemas.openxmlformats.org/drawingml/2006/main">
            <a:off x="838200" y="5086350"/>
            <a:ext cx="4476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Approved Origin plus matching CSRF cookie and X-CSRF-Token header.</a:t>
            </a:r>
          </a:p>
        </p:txBody>
      </p:sp>
      <p:sp>
        <p:nvSpPr>
          <p:cNvPr id="35" name="">
            <a:extLst xmlns:a="http://schemas.openxmlformats.org/drawingml/2006/main">
              <a:ext uri="{FF2B5EF4-FFF2-40B4-BE49-F238E27FC236}">
                <a16:creationId xmlns:a16="http://schemas.microsoft.com/office/drawing/2014/main" id="{EDEAA05C-BFC8-48E1-A365-7BF09D1F9D0D}"/>
              </a:ext>
            </a:extLst>
          </p:cNvPr>
          <p:cNvSpPr>
            <a:spLocks xmlns:a="http://schemas.openxmlformats.org/drawingml/2006/main" noGrp="1"/>
          </p:cNvSpPr>
          <p:nvPr/>
        </p:nvSpPr>
        <p:spPr>
          <a:xfrm xmlns:a="http://schemas.openxmlformats.org/drawingml/2006/main">
            <a:off x="5981700" y="4495800"/>
            <a:ext cx="5200650" cy="1295400"/>
          </a:xfrm>
          <a:prstGeom xmlns:a="http://schemas.openxmlformats.org/drawingml/2006/main" prst="roundRect">
            <a:avLst>
              <a:gd name="adj" fmla="val 8824"/>
            </a:avLst>
          </a:prstGeom>
          <a:solidFill xmlns:a="http://schemas.openxmlformats.org/drawingml/2006/main">
            <a:srgbClr val="FFFEFA"/>
          </a:solidFill>
          <a:ln xmlns:a="http://schemas.openxmlformats.org/drawingml/2006/main" w="9525">
            <a:solidFill>
              <a:srgbClr val="CFDBCF"/>
            </a:solidFill>
            <a:prstDash val="solid"/>
          </a:ln>
        </p:spPr>
      </p:sp>
      <p:sp>
        <p:nvSpPr>
          <p:cNvPr id="36" name="">
            <a:extLst xmlns:a="http://schemas.openxmlformats.org/drawingml/2006/main">
              <a:ext uri="{FF2B5EF4-FFF2-40B4-BE49-F238E27FC236}">
                <a16:creationId xmlns:a16="http://schemas.microsoft.com/office/drawing/2014/main" id="{828A67D0-223B-4CD3-BD74-89947A541A97}"/>
              </a:ext>
            </a:extLst>
          </p:cNvPr>
          <p:cNvSpPr>
            <a:spLocks xmlns:a="http://schemas.openxmlformats.org/drawingml/2006/main" noGrp="1"/>
          </p:cNvSpPr>
          <p:nvPr/>
        </p:nvSpPr>
        <p:spPr>
          <a:xfrm xmlns:a="http://schemas.openxmlformats.org/drawingml/2006/main">
            <a:off x="6210300" y="468630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A25C38"/>
                </a:solidFill>
                <a:latin typeface="Noto Sans"/>
                <a:ea typeface="Noto Sans"/>
                <a:cs typeface="Noto Sans"/>
              </a:defRPr>
            </a:defPPr>
            <a:lvl1pPr algn="l">
              <a:defRPr sz="1425" b="1">
                <a:solidFill>
                  <a:srgbClr val="A25C38"/>
                </a:solidFill>
                <a:latin typeface="Noto Sans"/>
                <a:ea typeface="Noto Sans"/>
                <a:cs typeface="Noto Sans"/>
              </a:defRPr>
            </a:lvl1pPr>
            <a:lvl2pPr algn="l">
              <a:defRPr sz="1425" b="1">
                <a:solidFill>
                  <a:srgbClr val="A25C38"/>
                </a:solidFill>
                <a:latin typeface="Noto Sans"/>
                <a:ea typeface="Noto Sans"/>
                <a:cs typeface="Noto Sans"/>
              </a:defRPr>
            </a:lvl2pPr>
            <a:lvl3pPr algn="l">
              <a:defRPr sz="1425" b="1">
                <a:solidFill>
                  <a:srgbClr val="A25C38"/>
                </a:solidFill>
                <a:latin typeface="Noto Sans"/>
                <a:ea typeface="Noto Sans"/>
                <a:cs typeface="Noto Sans"/>
              </a:defRPr>
            </a:lvl3pPr>
            <a:lvl4pPr algn="l">
              <a:defRPr sz="1425" b="1">
                <a:solidFill>
                  <a:srgbClr val="A25C38"/>
                </a:solidFill>
                <a:latin typeface="Noto Sans"/>
                <a:ea typeface="Noto Sans"/>
                <a:cs typeface="Noto Sans"/>
              </a:defRPr>
            </a:lvl4pPr>
            <a:lvl5pPr algn="l">
              <a:defRPr sz="1425" b="1">
                <a:solidFill>
                  <a:srgbClr val="A25C38"/>
                </a:solidFill>
                <a:latin typeface="Noto Sans"/>
                <a:ea typeface="Noto Sans"/>
                <a:cs typeface="Noto Sans"/>
              </a:defRPr>
            </a:lvl5pPr>
            <a:lvl6pPr algn="l">
              <a:defRPr sz="1425" b="1">
                <a:solidFill>
                  <a:srgbClr val="A25C38"/>
                </a:solidFill>
                <a:latin typeface="Noto Sans"/>
                <a:ea typeface="Noto Sans"/>
                <a:cs typeface="Noto Sans"/>
              </a:defRPr>
            </a:lvl6pPr>
            <a:lvl7pPr algn="l">
              <a:defRPr sz="1425" b="1">
                <a:solidFill>
                  <a:srgbClr val="A25C38"/>
                </a:solidFill>
                <a:latin typeface="Noto Sans"/>
                <a:ea typeface="Noto Sans"/>
                <a:cs typeface="Noto Sans"/>
              </a:defRPr>
            </a:lvl7pPr>
            <a:lvl8pPr algn="l">
              <a:defRPr sz="1425" b="1">
                <a:solidFill>
                  <a:srgbClr val="A25C38"/>
                </a:solidFill>
                <a:latin typeface="Noto Sans"/>
                <a:ea typeface="Noto Sans"/>
                <a:cs typeface="Noto Sans"/>
              </a:defRPr>
            </a:lvl8pPr>
            <a:lvl9pPr algn="l">
              <a:defRPr sz="1425" b="1">
                <a:solidFill>
                  <a:srgbClr val="A25C38"/>
                </a:solidFill>
                <a:latin typeface="Noto Sans"/>
                <a:ea typeface="Noto Sans"/>
                <a:cs typeface="Noto Sans"/>
              </a:defRPr>
            </a:lvl9pPr>
          </a:lstStyle>
          <a:p xmlns:a="http://schemas.openxmlformats.org/drawingml/2006/main">
            <a:pPr algn="l">
              <a:defRPr sz="1425" b="1">
                <a:solidFill>
                  <a:srgbClr val="A25C38"/>
                </a:solidFill>
                <a:latin typeface="Noto Sans"/>
                <a:ea typeface="Noto Sans"/>
                <a:cs typeface="Noto Sans"/>
              </a:defRPr>
            </a:pPr>
            <a:r>
              <a:rPr sz="1425" b="1">
                <a:solidFill>
                  <a:srgbClr val="A25C38"/>
                </a:solidFill>
                <a:latin typeface="Noto Sans"/>
                <a:ea typeface="Noto Sans"/>
                <a:cs typeface="Noto Sans"/>
              </a:rPr>
              <a:t>Safe failures</a:t>
            </a:r>
          </a:p>
        </p:txBody>
      </p:sp>
      <p:sp>
        <p:nvSpPr>
          <p:cNvPr id="37" name="">
            <a:extLst xmlns:a="http://schemas.openxmlformats.org/drawingml/2006/main">
              <a:ext uri="{FF2B5EF4-FFF2-40B4-BE49-F238E27FC236}">
                <a16:creationId xmlns:a16="http://schemas.microsoft.com/office/drawing/2014/main" id="{95206092-8118-4DE8-A506-605744CD4E03}"/>
              </a:ext>
            </a:extLst>
          </p:cNvPr>
          <p:cNvSpPr>
            <a:spLocks xmlns:a="http://schemas.openxmlformats.org/drawingml/2006/main" noGrp="1"/>
          </p:cNvSpPr>
          <p:nvPr/>
        </p:nvSpPr>
        <p:spPr>
          <a:xfrm xmlns:a="http://schemas.openxmlformats.org/drawingml/2006/main">
            <a:off x="6210300" y="5086350"/>
            <a:ext cx="4667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Expected errors remain explicit. Unexpected failures return a safe message and traceable error ID.</a:t>
            </a:r>
          </a:p>
        </p:txBody>
      </p:sp>
    </p:spTree>
    <p:transition spd="med" advClick="1">
      <p:fade/>
    </p:transition>
    <p:extLst>
      <p:ext uri="{BB962C8B-B14F-4D97-AF65-F5344CB8AC3E}">
        <p14:creationId xmlns:p14="http://schemas.microsoft.com/office/powerpoint/2010/main" val="1628740544"/>
      </p:ext>
    </p:extLst>
  </p:cSld>
</p:sld>
</file>

<file path=ppt/slides/slide5.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BCB51699-2E87-4531-9718-4C03958B1FED}"/>
              </a:ext>
            </a:extLst>
          </p:cNvPr>
          <p:cNvSpPr>
            <a:spLocks xmlns:a="http://schemas.openxmlformats.org/drawingml/2006/main" noGrp="1"/>
          </p:cNvSpPr>
          <p:nvPr/>
        </p:nvSpPr>
        <p:spPr>
          <a:xfrm xmlns:a="http://schemas.openxmlformats.org/drawingml/2006/main">
            <a:off x="60960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DATABASE</a:t>
            </a:r>
          </a:p>
        </p:txBody>
      </p:sp>
      <p:sp>
        <p:nvSpPr>
          <p:cNvPr id="2" name="">
            <a:extLst xmlns:a="http://schemas.openxmlformats.org/drawingml/2006/main">
              <a:ext uri="{FF2B5EF4-FFF2-40B4-BE49-F238E27FC236}">
                <a16:creationId xmlns:a16="http://schemas.microsoft.com/office/drawing/2014/main" id="{849FEC5A-E45B-4D2F-8825-EB30C3647C89}"/>
              </a:ext>
            </a:extLst>
          </p:cNvPr>
          <p:cNvSpPr>
            <a:spLocks xmlns:a="http://schemas.openxmlformats.org/drawingml/2006/main" noGrp="1"/>
          </p:cNvSpPr>
          <p:nvPr/>
        </p:nvSpPr>
        <p:spPr>
          <a:xfrm xmlns:a="http://schemas.openxmlformats.org/drawingml/2006/main">
            <a:off x="11163300" y="2667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05</a:t>
            </a:r>
          </a:p>
        </p:txBody>
      </p:sp>
      <p:sp>
        <p:nvSpPr>
          <p:cNvPr id="3" name="">
            <a:extLst xmlns:a="http://schemas.openxmlformats.org/drawingml/2006/main">
              <a:ext uri="{FF2B5EF4-FFF2-40B4-BE49-F238E27FC236}">
                <a16:creationId xmlns:a16="http://schemas.microsoft.com/office/drawing/2014/main" id="{19146424-29B0-4C38-BA75-9C93C51EBA42}"/>
              </a:ext>
            </a:extLst>
          </p:cNvPr>
          <p:cNvSpPr>
            <a:spLocks xmlns:a="http://schemas.openxmlformats.org/drawingml/2006/main" noGrp="1"/>
          </p:cNvSpPr>
          <p:nvPr/>
        </p:nvSpPr>
        <p:spPr>
          <a:xfrm xmlns:a="http://schemas.openxmlformats.org/drawingml/2006/main">
            <a:off x="609600" y="533400"/>
            <a:ext cx="1038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Recruitment data and concurrency</a:t>
            </a:r>
          </a:p>
        </p:txBody>
      </p:sp>
      <p:sp>
        <p:nvSpPr>
          <p:cNvPr id="4" name="">
            <a:extLst xmlns:a="http://schemas.openxmlformats.org/drawingml/2006/main">
              <a:ext uri="{FF2B5EF4-FFF2-40B4-BE49-F238E27FC236}">
                <a16:creationId xmlns:a16="http://schemas.microsoft.com/office/drawing/2014/main" id="{FCDE14D8-9711-42CB-BFB6-B4CE60D90F16}"/>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9E66067A-8A22-4B67-ACFA-73B1CF6D9F86}"/>
              </a:ext>
            </a:extLst>
          </p:cNvPr>
          <p:cNvSpPr>
            <a:spLocks xmlns:a="http://schemas.openxmlformats.org/drawingml/2006/main" noGrp="1"/>
          </p:cNvSpPr>
          <p:nvPr/>
        </p:nvSpPr>
        <p:spPr>
          <a:xfrm xmlns:a="http://schemas.openxmlformats.org/drawingml/2006/main">
            <a:off x="609600" y="1352550"/>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Application is the central record linking the candidate, offer, CV, screening and interviews.</a:t>
            </a:r>
          </a:p>
        </p:txBody>
      </p:sp>
      <p:sp>
        <p:nvSpPr>
          <p:cNvPr id="6" name="">
            <a:extLst xmlns:a="http://schemas.openxmlformats.org/drawingml/2006/main">
              <a:ext uri="{FF2B5EF4-FFF2-40B4-BE49-F238E27FC236}">
                <a16:creationId xmlns:a16="http://schemas.microsoft.com/office/drawing/2014/main" id="{BD930421-03DC-4858-8AEC-B425D99694A2}"/>
              </a:ext>
            </a:extLst>
          </p:cNvPr>
          <p:cNvSpPr>
            <a:spLocks xmlns:a="http://schemas.openxmlformats.org/drawingml/2006/main" noGrp="1"/>
          </p:cNvSpPr>
          <p:nvPr/>
        </p:nvSpPr>
        <p:spPr>
          <a:xfrm xmlns:a="http://schemas.openxmlformats.org/drawingml/2006/main">
            <a:off x="609600" y="65532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4F09F09A-29E3-4268-8116-D502E38DB946}"/>
              </a:ext>
            </a:extLst>
          </p:cNvPr>
          <p:cNvSpPr>
            <a:spLocks xmlns:a="http://schemas.openxmlformats.org/drawingml/2006/main" noGrp="1"/>
          </p:cNvSpPr>
          <p:nvPr/>
        </p:nvSpPr>
        <p:spPr>
          <a:xfrm xmlns:a="http://schemas.openxmlformats.org/drawingml/2006/main">
            <a:off x="4000500" y="1952625"/>
            <a:ext cx="3429000" cy="2190750"/>
          </a:xfrm>
          <a:prstGeom xmlns:a="http://schemas.openxmlformats.org/drawingml/2006/main" prst="roundRect">
            <a:avLst>
              <a:gd name="adj" fmla="val 5217"/>
            </a:avLst>
          </a:prstGeom>
          <a:solidFill xmlns:a="http://schemas.openxmlformats.org/drawingml/2006/main">
            <a:srgbClr val="EDF1E9"/>
          </a:solidFill>
          <a:ln xmlns:a="http://schemas.openxmlformats.org/drawingml/2006/main" w="19050">
            <a:solidFill>
              <a:srgbClr val="194D38"/>
            </a:solidFill>
            <a:prstDash val="solid"/>
          </a:ln>
        </p:spPr>
      </p:sp>
      <p:sp>
        <p:nvSpPr>
          <p:cNvPr id="8" name="">
            <a:extLst xmlns:a="http://schemas.openxmlformats.org/drawingml/2006/main">
              <a:ext uri="{FF2B5EF4-FFF2-40B4-BE49-F238E27FC236}">
                <a16:creationId xmlns:a16="http://schemas.microsoft.com/office/drawing/2014/main" id="{B1BB6E1F-5961-4E94-B738-C44FE0457043}"/>
              </a:ext>
            </a:extLst>
          </p:cNvPr>
          <p:cNvSpPr>
            <a:spLocks xmlns:a="http://schemas.openxmlformats.org/drawingml/2006/main" noGrp="1"/>
          </p:cNvSpPr>
          <p:nvPr/>
        </p:nvSpPr>
        <p:spPr>
          <a:xfrm xmlns:a="http://schemas.openxmlformats.org/drawingml/2006/main">
            <a:off x="4229100" y="21336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APPLICATION</a:t>
            </a:r>
          </a:p>
        </p:txBody>
      </p:sp>
      <p:sp>
        <p:nvSpPr>
          <p:cNvPr id="9" name="">
            <a:extLst xmlns:a="http://schemas.openxmlformats.org/drawingml/2006/main">
              <a:ext uri="{FF2B5EF4-FFF2-40B4-BE49-F238E27FC236}">
                <a16:creationId xmlns:a16="http://schemas.microsoft.com/office/drawing/2014/main" id="{62F6F2BA-12F8-475B-A8B3-793FC1942245}"/>
              </a:ext>
            </a:extLst>
          </p:cNvPr>
          <p:cNvSpPr>
            <a:spLocks xmlns:a="http://schemas.openxmlformats.org/drawingml/2006/main" noGrp="1"/>
          </p:cNvSpPr>
          <p:nvPr/>
        </p:nvSpPr>
        <p:spPr>
          <a:xfrm xmlns:a="http://schemas.openxmlformats.org/drawingml/2006/main">
            <a:off x="4229100" y="255270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candidate_id + opportunity_id</a:t>
            </a:r>
          </a:p>
        </p:txBody>
      </p:sp>
      <p:sp>
        <p:nvSpPr>
          <p:cNvPr id="10" name="">
            <a:extLst xmlns:a="http://schemas.openxmlformats.org/drawingml/2006/main">
              <a:ext uri="{FF2B5EF4-FFF2-40B4-BE49-F238E27FC236}">
                <a16:creationId xmlns:a16="http://schemas.microsoft.com/office/drawing/2014/main" id="{D44E3B5E-D986-4C9F-989E-E5EA9AE36FC8}"/>
              </a:ext>
            </a:extLst>
          </p:cNvPr>
          <p:cNvSpPr>
            <a:spLocks xmlns:a="http://schemas.openxmlformats.org/drawingml/2006/main" noGrp="1"/>
          </p:cNvSpPr>
          <p:nvPr/>
        </p:nvSpPr>
        <p:spPr>
          <a:xfrm xmlns:a="http://schemas.openxmlformats.org/drawingml/2006/main">
            <a:off x="4229100" y="28956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company_id / cv_asset_id</a:t>
            </a:r>
          </a:p>
        </p:txBody>
      </p:sp>
      <p:sp>
        <p:nvSpPr>
          <p:cNvPr id="11" name="">
            <a:extLst xmlns:a="http://schemas.openxmlformats.org/drawingml/2006/main">
              <a:ext uri="{FF2B5EF4-FFF2-40B4-BE49-F238E27FC236}">
                <a16:creationId xmlns:a16="http://schemas.microsoft.com/office/drawing/2014/main" id="{057EFAC7-739C-4C4E-86C3-0D39284D4E08}"/>
              </a:ext>
            </a:extLst>
          </p:cNvPr>
          <p:cNvSpPr>
            <a:spLocks xmlns:a="http://schemas.openxmlformats.org/drawingml/2006/main" noGrp="1"/>
          </p:cNvSpPr>
          <p:nvPr/>
        </p:nvSpPr>
        <p:spPr>
          <a:xfrm xmlns:a="http://schemas.openxmlformats.org/drawingml/2006/main">
            <a:off x="4229100" y="3276600"/>
            <a:ext cx="2933700" cy="0"/>
          </a:xfrm>
          <a:prstGeom xmlns:a="http://schemas.openxmlformats.org/drawingml/2006/main" prst="line">
            <a:avLst/>
          </a:prstGeom>
          <a:ln xmlns:a="http://schemas.openxmlformats.org/drawingml/2006/main" w="9525">
            <a:solidFill>
              <a:srgbClr val="CFDBCF"/>
            </a:solidFill>
            <a:prstDash val="solid"/>
          </a:ln>
        </p:spPr>
      </p:sp>
      <p:sp>
        <p:nvSpPr>
          <p:cNvPr id="12" name="">
            <a:extLst xmlns:a="http://schemas.openxmlformats.org/drawingml/2006/main">
              <a:ext uri="{FF2B5EF4-FFF2-40B4-BE49-F238E27FC236}">
                <a16:creationId xmlns:a16="http://schemas.microsoft.com/office/drawing/2014/main" id="{8924A2D5-FC9F-40A9-B777-14747E2B6829}"/>
              </a:ext>
            </a:extLst>
          </p:cNvPr>
          <p:cNvSpPr>
            <a:spLocks xmlns:a="http://schemas.openxmlformats.org/drawingml/2006/main" noGrp="1"/>
          </p:cNvSpPr>
          <p:nvPr/>
        </p:nvSpPr>
        <p:spPr>
          <a:xfrm xmlns:a="http://schemas.openxmlformats.org/drawingml/2006/main">
            <a:off x="4229100" y="3467100"/>
            <a:ext cx="2857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192B23"/>
                </a:solidFill>
                <a:latin typeface="Noto Sans"/>
                <a:ea typeface="Noto Sans"/>
                <a:cs typeface="Noto Sans"/>
              </a:defRPr>
            </a:defPPr>
            <a:lvl1pPr algn="l">
              <a:defRPr sz="1050" b="0">
                <a:solidFill>
                  <a:srgbClr val="192B23"/>
                </a:solidFill>
                <a:latin typeface="Noto Sans"/>
                <a:ea typeface="Noto Sans"/>
                <a:cs typeface="Noto Sans"/>
              </a:defRPr>
            </a:lvl1pPr>
            <a:lvl2pPr algn="l">
              <a:defRPr sz="1050" b="0">
                <a:solidFill>
                  <a:srgbClr val="192B23"/>
                </a:solidFill>
                <a:latin typeface="Noto Sans"/>
                <a:ea typeface="Noto Sans"/>
                <a:cs typeface="Noto Sans"/>
              </a:defRPr>
            </a:lvl2pPr>
            <a:lvl3pPr algn="l">
              <a:defRPr sz="1050" b="0">
                <a:solidFill>
                  <a:srgbClr val="192B23"/>
                </a:solidFill>
                <a:latin typeface="Noto Sans"/>
                <a:ea typeface="Noto Sans"/>
                <a:cs typeface="Noto Sans"/>
              </a:defRPr>
            </a:lvl3pPr>
            <a:lvl4pPr algn="l">
              <a:defRPr sz="1050" b="0">
                <a:solidFill>
                  <a:srgbClr val="192B23"/>
                </a:solidFill>
                <a:latin typeface="Noto Sans"/>
                <a:ea typeface="Noto Sans"/>
                <a:cs typeface="Noto Sans"/>
              </a:defRPr>
            </a:lvl4pPr>
            <a:lvl5pPr algn="l">
              <a:defRPr sz="1050" b="0">
                <a:solidFill>
                  <a:srgbClr val="192B23"/>
                </a:solidFill>
                <a:latin typeface="Noto Sans"/>
                <a:ea typeface="Noto Sans"/>
                <a:cs typeface="Noto Sans"/>
              </a:defRPr>
            </a:lvl5pPr>
            <a:lvl6pPr algn="l">
              <a:defRPr sz="1050" b="0">
                <a:solidFill>
                  <a:srgbClr val="192B23"/>
                </a:solidFill>
                <a:latin typeface="Noto Sans"/>
                <a:ea typeface="Noto Sans"/>
                <a:cs typeface="Noto Sans"/>
              </a:defRPr>
            </a:lvl6pPr>
            <a:lvl7pPr algn="l">
              <a:defRPr sz="1050" b="0">
                <a:solidFill>
                  <a:srgbClr val="192B23"/>
                </a:solidFill>
                <a:latin typeface="Noto Sans"/>
                <a:ea typeface="Noto Sans"/>
                <a:cs typeface="Noto Sans"/>
              </a:defRPr>
            </a:lvl7pPr>
            <a:lvl8pPr algn="l">
              <a:defRPr sz="1050" b="0">
                <a:solidFill>
                  <a:srgbClr val="192B23"/>
                </a:solidFill>
                <a:latin typeface="Noto Sans"/>
                <a:ea typeface="Noto Sans"/>
                <a:cs typeface="Noto Sans"/>
              </a:defRPr>
            </a:lvl8pPr>
            <a:lvl9pPr algn="l">
              <a:defRPr sz="1050" b="0">
                <a:solidFill>
                  <a:srgbClr val="192B23"/>
                </a:solidFill>
                <a:latin typeface="Noto Sans"/>
                <a:ea typeface="Noto Sans"/>
                <a:cs typeface="Noto Sans"/>
              </a:defRPr>
            </a:lvl9pPr>
          </a:lstStyle>
          <a:p xmlns:a="http://schemas.openxmlformats.org/drawingml/2006/main">
            <a:pPr algn="l">
              <a:defRPr sz="1050" b="0">
                <a:solidFill>
                  <a:srgbClr val="192B23"/>
                </a:solidFill>
                <a:latin typeface="Noto Sans"/>
                <a:ea typeface="Noto Sans"/>
                <a:cs typeface="Noto Sans"/>
              </a:defRPr>
            </a:pPr>
            <a:r>
              <a:rPr sz="1050" b="0">
                <a:solidFill>
                  <a:srgbClr val="192B23"/>
                </a:solidFill>
                <a:latin typeface="Noto Sans"/>
                <a:ea typeface="Noto Sans"/>
                <a:cs typeface="Noto Sans"/>
              </a:rPr>
              <a:t>status and stage_version</a:t>
            </a:r>
          </a:p>
          <a:p xmlns:a="http://schemas.openxmlformats.org/drawingml/2006/main">
            <a:pPr algn="l">
              <a:defRPr sz="1050" b="0">
                <a:solidFill>
                  <a:srgbClr val="192B23"/>
                </a:solidFill>
                <a:latin typeface="Noto Sans"/>
                <a:ea typeface="Noto Sans"/>
                <a:cs typeface="Noto Sans"/>
              </a:defRPr>
            </a:pPr>
            <a:r>
              <a:rPr sz="1050" b="0">
                <a:solidFill>
                  <a:srgbClr val="192B23"/>
                </a:solidFill>
                <a:latin typeface="Noto Sans"/>
                <a:ea typeface="Noto Sans"/>
                <a:cs typeface="Noto Sans"/>
              </a:rPr>
              <a:t>AI screening result</a:t>
            </a:r>
          </a:p>
          <a:p xmlns:a="http://schemas.openxmlformats.org/drawingml/2006/main">
            <a:pPr algn="l">
              <a:defRPr sz="1050" b="0">
                <a:solidFill>
                  <a:srgbClr val="192B23"/>
                </a:solidFill>
                <a:latin typeface="Noto Sans"/>
                <a:ea typeface="Noto Sans"/>
                <a:cs typeface="Noto Sans"/>
              </a:defRPr>
            </a:pPr>
            <a:r>
              <a:rPr sz="1050" b="0">
                <a:solidFill>
                  <a:srgbClr val="192B23"/>
                </a:solidFill>
                <a:latin typeface="Noto Sans"/>
                <a:ea typeface="Noto Sans"/>
                <a:cs typeface="Noto Sans"/>
              </a:rPr>
              <a:t>interview schedule and notes</a:t>
            </a:r>
          </a:p>
        </p:txBody>
      </p:sp>
      <p:sp>
        <p:nvSpPr>
          <p:cNvPr id="13" name="">
            <a:extLst xmlns:a="http://schemas.openxmlformats.org/drawingml/2006/main">
              <a:ext uri="{FF2B5EF4-FFF2-40B4-BE49-F238E27FC236}">
                <a16:creationId xmlns:a16="http://schemas.microsoft.com/office/drawing/2014/main" id="{F3CDFE54-400A-4EAF-9A19-3B98D4241059}"/>
              </a:ext>
            </a:extLst>
          </p:cNvPr>
          <p:cNvSpPr>
            <a:spLocks xmlns:a="http://schemas.openxmlformats.org/drawingml/2006/main" noGrp="1"/>
          </p:cNvSpPr>
          <p:nvPr/>
        </p:nvSpPr>
        <p:spPr>
          <a:xfrm xmlns:a="http://schemas.openxmlformats.org/drawingml/2006/main">
            <a:off x="609600" y="2019300"/>
            <a:ext cx="2667000" cy="914400"/>
          </a:xfrm>
          <a:prstGeom xmlns:a="http://schemas.openxmlformats.org/drawingml/2006/main" prst="roundRect">
            <a:avLst>
              <a:gd name="adj" fmla="val 12500"/>
            </a:avLst>
          </a:prstGeom>
          <a:solidFill xmlns:a="http://schemas.openxmlformats.org/drawingml/2006/main">
            <a:srgbClr val="FFFEFA"/>
          </a:solidFill>
          <a:ln xmlns:a="http://schemas.openxmlformats.org/drawingml/2006/main" w="19050">
            <a:solidFill>
              <a:srgbClr val="194D38"/>
            </a:solidFill>
            <a:prstDash val="solid"/>
          </a:ln>
        </p:spPr>
      </p:sp>
      <p:sp>
        <p:nvSpPr>
          <p:cNvPr id="14" name="">
            <a:extLst xmlns:a="http://schemas.openxmlformats.org/drawingml/2006/main">
              <a:ext uri="{FF2B5EF4-FFF2-40B4-BE49-F238E27FC236}">
                <a16:creationId xmlns:a16="http://schemas.microsoft.com/office/drawing/2014/main" id="{A41142BF-FBC6-417B-98C5-A4BF595B67B7}"/>
              </a:ext>
            </a:extLst>
          </p:cNvPr>
          <p:cNvSpPr>
            <a:spLocks xmlns:a="http://schemas.openxmlformats.org/drawingml/2006/main" noGrp="1"/>
          </p:cNvSpPr>
          <p:nvPr/>
        </p:nvSpPr>
        <p:spPr>
          <a:xfrm xmlns:a="http://schemas.openxmlformats.org/drawingml/2006/main">
            <a:off x="800100" y="2171700"/>
            <a:ext cx="228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4D38"/>
                </a:solidFill>
                <a:latin typeface="Noto Sans"/>
                <a:ea typeface="Noto Sans"/>
                <a:cs typeface="Noto Sans"/>
              </a:defRPr>
            </a:defPPr>
            <a:lvl1pPr algn="l">
              <a:defRPr sz="1350" b="1">
                <a:solidFill>
                  <a:srgbClr val="194D38"/>
                </a:solidFill>
                <a:latin typeface="Noto Sans"/>
                <a:ea typeface="Noto Sans"/>
                <a:cs typeface="Noto Sans"/>
              </a:defRPr>
            </a:lvl1pPr>
            <a:lvl2pPr algn="l">
              <a:defRPr sz="1350" b="1">
                <a:solidFill>
                  <a:srgbClr val="194D38"/>
                </a:solidFill>
                <a:latin typeface="Noto Sans"/>
                <a:ea typeface="Noto Sans"/>
                <a:cs typeface="Noto Sans"/>
              </a:defRPr>
            </a:lvl2pPr>
            <a:lvl3pPr algn="l">
              <a:defRPr sz="1350" b="1">
                <a:solidFill>
                  <a:srgbClr val="194D38"/>
                </a:solidFill>
                <a:latin typeface="Noto Sans"/>
                <a:ea typeface="Noto Sans"/>
                <a:cs typeface="Noto Sans"/>
              </a:defRPr>
            </a:lvl3pPr>
            <a:lvl4pPr algn="l">
              <a:defRPr sz="1350" b="1">
                <a:solidFill>
                  <a:srgbClr val="194D38"/>
                </a:solidFill>
                <a:latin typeface="Noto Sans"/>
                <a:ea typeface="Noto Sans"/>
                <a:cs typeface="Noto Sans"/>
              </a:defRPr>
            </a:lvl4pPr>
            <a:lvl5pPr algn="l">
              <a:defRPr sz="1350" b="1">
                <a:solidFill>
                  <a:srgbClr val="194D38"/>
                </a:solidFill>
                <a:latin typeface="Noto Sans"/>
                <a:ea typeface="Noto Sans"/>
                <a:cs typeface="Noto Sans"/>
              </a:defRPr>
            </a:lvl5pPr>
            <a:lvl6pPr algn="l">
              <a:defRPr sz="1350" b="1">
                <a:solidFill>
                  <a:srgbClr val="194D38"/>
                </a:solidFill>
                <a:latin typeface="Noto Sans"/>
                <a:ea typeface="Noto Sans"/>
                <a:cs typeface="Noto Sans"/>
              </a:defRPr>
            </a:lvl6pPr>
            <a:lvl7pPr algn="l">
              <a:defRPr sz="1350" b="1">
                <a:solidFill>
                  <a:srgbClr val="194D38"/>
                </a:solidFill>
                <a:latin typeface="Noto Sans"/>
                <a:ea typeface="Noto Sans"/>
                <a:cs typeface="Noto Sans"/>
              </a:defRPr>
            </a:lvl7pPr>
            <a:lvl8pPr algn="l">
              <a:defRPr sz="1350" b="1">
                <a:solidFill>
                  <a:srgbClr val="194D38"/>
                </a:solidFill>
                <a:latin typeface="Noto Sans"/>
                <a:ea typeface="Noto Sans"/>
                <a:cs typeface="Noto Sans"/>
              </a:defRPr>
            </a:lvl8pPr>
            <a:lvl9pPr algn="l">
              <a:defRPr sz="1350" b="1">
                <a:solidFill>
                  <a:srgbClr val="194D38"/>
                </a:solidFill>
                <a:latin typeface="Noto Sans"/>
                <a:ea typeface="Noto Sans"/>
                <a:cs typeface="Noto Sans"/>
              </a:defRPr>
            </a:lvl9pPr>
          </a:lstStyle>
          <a:p xmlns:a="http://schemas.openxmlformats.org/drawingml/2006/main">
            <a:pPr algn="l">
              <a:defRPr sz="1350" b="1">
                <a:solidFill>
                  <a:srgbClr val="194D38"/>
                </a:solidFill>
                <a:latin typeface="Noto Sans"/>
                <a:ea typeface="Noto Sans"/>
                <a:cs typeface="Noto Sans"/>
              </a:defRPr>
            </a:pPr>
            <a:r>
              <a:rPr sz="1350" b="1">
                <a:solidFill>
                  <a:srgbClr val="194D38"/>
                </a:solidFill>
                <a:latin typeface="Noto Sans"/>
                <a:ea typeface="Noto Sans"/>
                <a:cs typeface="Noto Sans"/>
              </a:rPr>
              <a:t>Candidate</a:t>
            </a:r>
          </a:p>
        </p:txBody>
      </p:sp>
      <p:sp>
        <p:nvSpPr>
          <p:cNvPr id="15" name="">
            <a:extLst xmlns:a="http://schemas.openxmlformats.org/drawingml/2006/main">
              <a:ext uri="{FF2B5EF4-FFF2-40B4-BE49-F238E27FC236}">
                <a16:creationId xmlns:a16="http://schemas.microsoft.com/office/drawing/2014/main" id="{D7AACD8D-7509-484B-A0F7-06B12D106320}"/>
              </a:ext>
            </a:extLst>
          </p:cNvPr>
          <p:cNvSpPr>
            <a:spLocks xmlns:a="http://schemas.openxmlformats.org/drawingml/2006/main" noGrp="1"/>
          </p:cNvSpPr>
          <p:nvPr/>
        </p:nvSpPr>
        <p:spPr>
          <a:xfrm xmlns:a="http://schemas.openxmlformats.org/drawingml/2006/main">
            <a:off x="800100" y="25146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owns profile + CV</a:t>
            </a:r>
          </a:p>
        </p:txBody>
      </p:sp>
      <p:sp>
        <p:nvSpPr>
          <p:cNvPr id="16" name="">
            <a:extLst xmlns:a="http://schemas.openxmlformats.org/drawingml/2006/main">
              <a:ext uri="{FF2B5EF4-FFF2-40B4-BE49-F238E27FC236}">
                <a16:creationId xmlns:a16="http://schemas.microsoft.com/office/drawing/2014/main" id="{E85E19DB-2D21-478B-8AD1-83CB3F7DF957}"/>
              </a:ext>
            </a:extLst>
          </p:cNvPr>
          <p:cNvSpPr>
            <a:spLocks xmlns:a="http://schemas.openxmlformats.org/drawingml/2006/main" noGrp="1"/>
          </p:cNvSpPr>
          <p:nvPr/>
        </p:nvSpPr>
        <p:spPr>
          <a:xfrm xmlns:a="http://schemas.openxmlformats.org/drawingml/2006/main">
            <a:off x="3276600" y="2476500"/>
            <a:ext cx="723900" cy="0"/>
          </a:xfrm>
          <a:prstGeom xmlns:a="http://schemas.openxmlformats.org/drawingml/2006/main" prst="line">
            <a:avLst/>
          </a:prstGeom>
          <a:ln xmlns:a="http://schemas.openxmlformats.org/drawingml/2006/main" w="19050">
            <a:solidFill>
              <a:srgbClr val="CFDBCF"/>
            </a:solidFill>
            <a:prstDash val="solid"/>
          </a:ln>
        </p:spPr>
      </p:sp>
      <p:sp>
        <p:nvSpPr>
          <p:cNvPr id="17" name="">
            <a:extLst xmlns:a="http://schemas.openxmlformats.org/drawingml/2006/main">
              <a:ext uri="{FF2B5EF4-FFF2-40B4-BE49-F238E27FC236}">
                <a16:creationId xmlns:a16="http://schemas.microsoft.com/office/drawing/2014/main" id="{EC5DEE67-2DF2-4B02-B36C-2853B8A83EB8}"/>
              </a:ext>
            </a:extLst>
          </p:cNvPr>
          <p:cNvSpPr>
            <a:spLocks xmlns:a="http://schemas.openxmlformats.org/drawingml/2006/main" noGrp="1"/>
          </p:cNvSpPr>
          <p:nvPr/>
        </p:nvSpPr>
        <p:spPr>
          <a:xfrm xmlns:a="http://schemas.openxmlformats.org/drawingml/2006/main">
            <a:off x="609600" y="3352800"/>
            <a:ext cx="2667000" cy="914400"/>
          </a:xfrm>
          <a:prstGeom xmlns:a="http://schemas.openxmlformats.org/drawingml/2006/main" prst="roundRect">
            <a:avLst>
              <a:gd name="adj" fmla="val 12500"/>
            </a:avLst>
          </a:prstGeom>
          <a:solidFill xmlns:a="http://schemas.openxmlformats.org/drawingml/2006/main">
            <a:srgbClr val="FFFEFA"/>
          </a:solidFill>
          <a:ln xmlns:a="http://schemas.openxmlformats.org/drawingml/2006/main" w="19050">
            <a:solidFill>
              <a:srgbClr val="A25C38"/>
            </a:solidFill>
            <a:prstDash val="solid"/>
          </a:ln>
        </p:spPr>
      </p:sp>
      <p:sp>
        <p:nvSpPr>
          <p:cNvPr id="18" name="">
            <a:extLst xmlns:a="http://schemas.openxmlformats.org/drawingml/2006/main">
              <a:ext uri="{FF2B5EF4-FFF2-40B4-BE49-F238E27FC236}">
                <a16:creationId xmlns:a16="http://schemas.microsoft.com/office/drawing/2014/main" id="{51FDC7DC-5395-4C25-9405-B5A8FEF106D5}"/>
              </a:ext>
            </a:extLst>
          </p:cNvPr>
          <p:cNvSpPr>
            <a:spLocks xmlns:a="http://schemas.openxmlformats.org/drawingml/2006/main" noGrp="1"/>
          </p:cNvSpPr>
          <p:nvPr/>
        </p:nvSpPr>
        <p:spPr>
          <a:xfrm xmlns:a="http://schemas.openxmlformats.org/drawingml/2006/main">
            <a:off x="800100" y="3505200"/>
            <a:ext cx="228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A25C38"/>
                </a:solidFill>
                <a:latin typeface="Noto Sans"/>
                <a:ea typeface="Noto Sans"/>
                <a:cs typeface="Noto Sans"/>
              </a:defRPr>
            </a:defPPr>
            <a:lvl1pPr algn="l">
              <a:defRPr sz="1350" b="1">
                <a:solidFill>
                  <a:srgbClr val="A25C38"/>
                </a:solidFill>
                <a:latin typeface="Noto Sans"/>
                <a:ea typeface="Noto Sans"/>
                <a:cs typeface="Noto Sans"/>
              </a:defRPr>
            </a:lvl1pPr>
            <a:lvl2pPr algn="l">
              <a:defRPr sz="1350" b="1">
                <a:solidFill>
                  <a:srgbClr val="A25C38"/>
                </a:solidFill>
                <a:latin typeface="Noto Sans"/>
                <a:ea typeface="Noto Sans"/>
                <a:cs typeface="Noto Sans"/>
              </a:defRPr>
            </a:lvl2pPr>
            <a:lvl3pPr algn="l">
              <a:defRPr sz="1350" b="1">
                <a:solidFill>
                  <a:srgbClr val="A25C38"/>
                </a:solidFill>
                <a:latin typeface="Noto Sans"/>
                <a:ea typeface="Noto Sans"/>
                <a:cs typeface="Noto Sans"/>
              </a:defRPr>
            </a:lvl3pPr>
            <a:lvl4pPr algn="l">
              <a:defRPr sz="1350" b="1">
                <a:solidFill>
                  <a:srgbClr val="A25C38"/>
                </a:solidFill>
                <a:latin typeface="Noto Sans"/>
                <a:ea typeface="Noto Sans"/>
                <a:cs typeface="Noto Sans"/>
              </a:defRPr>
            </a:lvl4pPr>
            <a:lvl5pPr algn="l">
              <a:defRPr sz="1350" b="1">
                <a:solidFill>
                  <a:srgbClr val="A25C38"/>
                </a:solidFill>
                <a:latin typeface="Noto Sans"/>
                <a:ea typeface="Noto Sans"/>
                <a:cs typeface="Noto Sans"/>
              </a:defRPr>
            </a:lvl5pPr>
            <a:lvl6pPr algn="l">
              <a:defRPr sz="1350" b="1">
                <a:solidFill>
                  <a:srgbClr val="A25C38"/>
                </a:solidFill>
                <a:latin typeface="Noto Sans"/>
                <a:ea typeface="Noto Sans"/>
                <a:cs typeface="Noto Sans"/>
              </a:defRPr>
            </a:lvl6pPr>
            <a:lvl7pPr algn="l">
              <a:defRPr sz="1350" b="1">
                <a:solidFill>
                  <a:srgbClr val="A25C38"/>
                </a:solidFill>
                <a:latin typeface="Noto Sans"/>
                <a:ea typeface="Noto Sans"/>
                <a:cs typeface="Noto Sans"/>
              </a:defRPr>
            </a:lvl7pPr>
            <a:lvl8pPr algn="l">
              <a:defRPr sz="1350" b="1">
                <a:solidFill>
                  <a:srgbClr val="A25C38"/>
                </a:solidFill>
                <a:latin typeface="Noto Sans"/>
                <a:ea typeface="Noto Sans"/>
                <a:cs typeface="Noto Sans"/>
              </a:defRPr>
            </a:lvl8pPr>
            <a:lvl9pPr algn="l">
              <a:defRPr sz="1350" b="1">
                <a:solidFill>
                  <a:srgbClr val="A25C38"/>
                </a:solidFill>
                <a:latin typeface="Noto Sans"/>
                <a:ea typeface="Noto Sans"/>
                <a:cs typeface="Noto Sans"/>
              </a:defRPr>
            </a:lvl9pPr>
          </a:lstStyle>
          <a:p xmlns:a="http://schemas.openxmlformats.org/drawingml/2006/main">
            <a:pPr algn="l">
              <a:defRPr sz="1350" b="1">
                <a:solidFill>
                  <a:srgbClr val="A25C38"/>
                </a:solidFill>
                <a:latin typeface="Noto Sans"/>
                <a:ea typeface="Noto Sans"/>
                <a:cs typeface="Noto Sans"/>
              </a:defRPr>
            </a:pPr>
            <a:r>
              <a:rPr sz="1350" b="1">
                <a:solidFill>
                  <a:srgbClr val="A25C38"/>
                </a:solidFill>
                <a:latin typeface="Noto Sans"/>
                <a:ea typeface="Noto Sans"/>
                <a:cs typeface="Noto Sans"/>
              </a:rPr>
              <a:t>Offer</a:t>
            </a:r>
          </a:p>
        </p:txBody>
      </p:sp>
      <p:sp>
        <p:nvSpPr>
          <p:cNvPr id="19" name="">
            <a:extLst xmlns:a="http://schemas.openxmlformats.org/drawingml/2006/main">
              <a:ext uri="{FF2B5EF4-FFF2-40B4-BE49-F238E27FC236}">
                <a16:creationId xmlns:a16="http://schemas.microsoft.com/office/drawing/2014/main" id="{B75009BB-6A20-4517-8F51-F814C8B14904}"/>
              </a:ext>
            </a:extLst>
          </p:cNvPr>
          <p:cNvSpPr>
            <a:spLocks xmlns:a="http://schemas.openxmlformats.org/drawingml/2006/main" noGrp="1"/>
          </p:cNvSpPr>
          <p:nvPr/>
        </p:nvSpPr>
        <p:spPr>
          <a:xfrm xmlns:a="http://schemas.openxmlformats.org/drawingml/2006/main">
            <a:off x="800100" y="38481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defines company + role</a:t>
            </a:r>
          </a:p>
        </p:txBody>
      </p:sp>
      <p:sp>
        <p:nvSpPr>
          <p:cNvPr id="20" name="">
            <a:extLst xmlns:a="http://schemas.openxmlformats.org/drawingml/2006/main">
              <a:ext uri="{FF2B5EF4-FFF2-40B4-BE49-F238E27FC236}">
                <a16:creationId xmlns:a16="http://schemas.microsoft.com/office/drawing/2014/main" id="{9B93F9CB-F40A-44BE-A73E-E64597F6F9A0}"/>
              </a:ext>
            </a:extLst>
          </p:cNvPr>
          <p:cNvSpPr>
            <a:spLocks xmlns:a="http://schemas.openxmlformats.org/drawingml/2006/main" noGrp="1"/>
          </p:cNvSpPr>
          <p:nvPr/>
        </p:nvSpPr>
        <p:spPr>
          <a:xfrm xmlns:a="http://schemas.openxmlformats.org/drawingml/2006/main">
            <a:off x="3276600" y="3810000"/>
            <a:ext cx="723900" cy="0"/>
          </a:xfrm>
          <a:prstGeom xmlns:a="http://schemas.openxmlformats.org/drawingml/2006/main" prst="line">
            <a:avLst/>
          </a:prstGeom>
          <a:ln xmlns:a="http://schemas.openxmlformats.org/drawingml/2006/main" w="19050">
            <a:solidFill>
              <a:srgbClr val="CFDBCF"/>
            </a:solidFill>
            <a:prstDash val="solid"/>
          </a:ln>
        </p:spPr>
      </p:sp>
      <p:sp>
        <p:nvSpPr>
          <p:cNvPr id="21" name="">
            <a:extLst xmlns:a="http://schemas.openxmlformats.org/drawingml/2006/main">
              <a:ext uri="{FF2B5EF4-FFF2-40B4-BE49-F238E27FC236}">
                <a16:creationId xmlns:a16="http://schemas.microsoft.com/office/drawing/2014/main" id="{43F5ADF7-CE1F-4EAB-8DF3-AF40D1740CDB}"/>
              </a:ext>
            </a:extLst>
          </p:cNvPr>
          <p:cNvSpPr>
            <a:spLocks xmlns:a="http://schemas.openxmlformats.org/drawingml/2006/main" noGrp="1"/>
          </p:cNvSpPr>
          <p:nvPr/>
        </p:nvSpPr>
        <p:spPr>
          <a:xfrm xmlns:a="http://schemas.openxmlformats.org/drawingml/2006/main">
            <a:off x="8096250" y="2019300"/>
            <a:ext cx="2667000" cy="914400"/>
          </a:xfrm>
          <a:prstGeom xmlns:a="http://schemas.openxmlformats.org/drawingml/2006/main" prst="roundRect">
            <a:avLst>
              <a:gd name="adj" fmla="val 12500"/>
            </a:avLst>
          </a:prstGeom>
          <a:solidFill xmlns:a="http://schemas.openxmlformats.org/drawingml/2006/main">
            <a:srgbClr val="FFFEFA"/>
          </a:solidFill>
          <a:ln xmlns:a="http://schemas.openxmlformats.org/drawingml/2006/main" w="19050">
            <a:solidFill>
              <a:srgbClr val="356456"/>
            </a:solidFill>
            <a:prstDash val="solid"/>
          </a:ln>
        </p:spPr>
      </p:sp>
      <p:sp>
        <p:nvSpPr>
          <p:cNvPr id="22" name="">
            <a:extLst xmlns:a="http://schemas.openxmlformats.org/drawingml/2006/main">
              <a:ext uri="{FF2B5EF4-FFF2-40B4-BE49-F238E27FC236}">
                <a16:creationId xmlns:a16="http://schemas.microsoft.com/office/drawing/2014/main" id="{4074547F-76B9-40C1-A365-0D2099DE49F1}"/>
              </a:ext>
            </a:extLst>
          </p:cNvPr>
          <p:cNvSpPr>
            <a:spLocks xmlns:a="http://schemas.openxmlformats.org/drawingml/2006/main" noGrp="1"/>
          </p:cNvSpPr>
          <p:nvPr/>
        </p:nvSpPr>
        <p:spPr>
          <a:xfrm xmlns:a="http://schemas.openxmlformats.org/drawingml/2006/main">
            <a:off x="8286750" y="2171700"/>
            <a:ext cx="228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356456"/>
                </a:solidFill>
                <a:latin typeface="Noto Sans"/>
                <a:ea typeface="Noto Sans"/>
                <a:cs typeface="Noto Sans"/>
              </a:defRPr>
            </a:defPPr>
            <a:lvl1pPr algn="l">
              <a:defRPr sz="1350" b="1">
                <a:solidFill>
                  <a:srgbClr val="356456"/>
                </a:solidFill>
                <a:latin typeface="Noto Sans"/>
                <a:ea typeface="Noto Sans"/>
                <a:cs typeface="Noto Sans"/>
              </a:defRPr>
            </a:lvl1pPr>
            <a:lvl2pPr algn="l">
              <a:defRPr sz="1350" b="1">
                <a:solidFill>
                  <a:srgbClr val="356456"/>
                </a:solidFill>
                <a:latin typeface="Noto Sans"/>
                <a:ea typeface="Noto Sans"/>
                <a:cs typeface="Noto Sans"/>
              </a:defRPr>
            </a:lvl2pPr>
            <a:lvl3pPr algn="l">
              <a:defRPr sz="1350" b="1">
                <a:solidFill>
                  <a:srgbClr val="356456"/>
                </a:solidFill>
                <a:latin typeface="Noto Sans"/>
                <a:ea typeface="Noto Sans"/>
                <a:cs typeface="Noto Sans"/>
              </a:defRPr>
            </a:lvl3pPr>
            <a:lvl4pPr algn="l">
              <a:defRPr sz="1350" b="1">
                <a:solidFill>
                  <a:srgbClr val="356456"/>
                </a:solidFill>
                <a:latin typeface="Noto Sans"/>
                <a:ea typeface="Noto Sans"/>
                <a:cs typeface="Noto Sans"/>
              </a:defRPr>
            </a:lvl4pPr>
            <a:lvl5pPr algn="l">
              <a:defRPr sz="1350" b="1">
                <a:solidFill>
                  <a:srgbClr val="356456"/>
                </a:solidFill>
                <a:latin typeface="Noto Sans"/>
                <a:ea typeface="Noto Sans"/>
                <a:cs typeface="Noto Sans"/>
              </a:defRPr>
            </a:lvl5pPr>
            <a:lvl6pPr algn="l">
              <a:defRPr sz="1350" b="1">
                <a:solidFill>
                  <a:srgbClr val="356456"/>
                </a:solidFill>
                <a:latin typeface="Noto Sans"/>
                <a:ea typeface="Noto Sans"/>
                <a:cs typeface="Noto Sans"/>
              </a:defRPr>
            </a:lvl6pPr>
            <a:lvl7pPr algn="l">
              <a:defRPr sz="1350" b="1">
                <a:solidFill>
                  <a:srgbClr val="356456"/>
                </a:solidFill>
                <a:latin typeface="Noto Sans"/>
                <a:ea typeface="Noto Sans"/>
                <a:cs typeface="Noto Sans"/>
              </a:defRPr>
            </a:lvl7pPr>
            <a:lvl8pPr algn="l">
              <a:defRPr sz="1350" b="1">
                <a:solidFill>
                  <a:srgbClr val="356456"/>
                </a:solidFill>
                <a:latin typeface="Noto Sans"/>
                <a:ea typeface="Noto Sans"/>
                <a:cs typeface="Noto Sans"/>
              </a:defRPr>
            </a:lvl8pPr>
            <a:lvl9pPr algn="l">
              <a:defRPr sz="1350" b="1">
                <a:solidFill>
                  <a:srgbClr val="356456"/>
                </a:solidFill>
                <a:latin typeface="Noto Sans"/>
                <a:ea typeface="Noto Sans"/>
                <a:cs typeface="Noto Sans"/>
              </a:defRPr>
            </a:lvl9pPr>
          </a:lstStyle>
          <a:p xmlns:a="http://schemas.openxmlformats.org/drawingml/2006/main">
            <a:pPr algn="l">
              <a:defRPr sz="1350" b="1">
                <a:solidFill>
                  <a:srgbClr val="356456"/>
                </a:solidFill>
                <a:latin typeface="Noto Sans"/>
                <a:ea typeface="Noto Sans"/>
                <a:cs typeface="Noto Sans"/>
              </a:defRPr>
            </a:pPr>
            <a:r>
              <a:rPr sz="1350" b="1">
                <a:solidFill>
                  <a:srgbClr val="356456"/>
                </a:solidFill>
                <a:latin typeface="Noto Sans"/>
                <a:ea typeface="Noto Sans"/>
                <a:cs typeface="Noto Sans"/>
              </a:rPr>
              <a:t>Feedback</a:t>
            </a:r>
          </a:p>
        </p:txBody>
      </p:sp>
      <p:sp>
        <p:nvSpPr>
          <p:cNvPr id="23" name="">
            <a:extLst xmlns:a="http://schemas.openxmlformats.org/drawingml/2006/main">
              <a:ext uri="{FF2B5EF4-FFF2-40B4-BE49-F238E27FC236}">
                <a16:creationId xmlns:a16="http://schemas.microsoft.com/office/drawing/2014/main" id="{8BA25A8B-A050-47E5-831F-CE4E02EC849E}"/>
              </a:ext>
            </a:extLst>
          </p:cNvPr>
          <p:cNvSpPr>
            <a:spLocks xmlns:a="http://schemas.openxmlformats.org/drawingml/2006/main" noGrp="1"/>
          </p:cNvSpPr>
          <p:nvPr/>
        </p:nvSpPr>
        <p:spPr>
          <a:xfrm xmlns:a="http://schemas.openxmlformats.org/drawingml/2006/main">
            <a:off x="8286750" y="25146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review per interviewer</a:t>
            </a:r>
          </a:p>
        </p:txBody>
      </p:sp>
      <p:sp>
        <p:nvSpPr>
          <p:cNvPr id="24" name="">
            <a:extLst xmlns:a="http://schemas.openxmlformats.org/drawingml/2006/main">
              <a:ext uri="{FF2B5EF4-FFF2-40B4-BE49-F238E27FC236}">
                <a16:creationId xmlns:a16="http://schemas.microsoft.com/office/drawing/2014/main" id="{D5FAD5AD-9D0F-442E-8382-62C45B209BD8}"/>
              </a:ext>
            </a:extLst>
          </p:cNvPr>
          <p:cNvSpPr>
            <a:spLocks xmlns:a="http://schemas.openxmlformats.org/drawingml/2006/main" noGrp="1"/>
          </p:cNvSpPr>
          <p:nvPr/>
        </p:nvSpPr>
        <p:spPr>
          <a:xfrm xmlns:a="http://schemas.openxmlformats.org/drawingml/2006/main">
            <a:off x="7429500" y="2476500"/>
            <a:ext cx="666750" cy="0"/>
          </a:xfrm>
          <a:prstGeom xmlns:a="http://schemas.openxmlformats.org/drawingml/2006/main" prst="line">
            <a:avLst/>
          </a:prstGeom>
          <a:ln xmlns:a="http://schemas.openxmlformats.org/drawingml/2006/main" w="19050">
            <a:solidFill>
              <a:srgbClr val="CFDBCF"/>
            </a:solidFill>
            <a:prstDash val="solid"/>
          </a:ln>
        </p:spPr>
      </p:sp>
      <p:sp>
        <p:nvSpPr>
          <p:cNvPr id="25" name="">
            <a:extLst xmlns:a="http://schemas.openxmlformats.org/drawingml/2006/main">
              <a:ext uri="{FF2B5EF4-FFF2-40B4-BE49-F238E27FC236}">
                <a16:creationId xmlns:a16="http://schemas.microsoft.com/office/drawing/2014/main" id="{C110B8D3-ABEE-4097-AB67-E1D1FDB086AB}"/>
              </a:ext>
            </a:extLst>
          </p:cNvPr>
          <p:cNvSpPr>
            <a:spLocks xmlns:a="http://schemas.openxmlformats.org/drawingml/2006/main" noGrp="1"/>
          </p:cNvSpPr>
          <p:nvPr/>
        </p:nvSpPr>
        <p:spPr>
          <a:xfrm xmlns:a="http://schemas.openxmlformats.org/drawingml/2006/main">
            <a:off x="8096250" y="3352800"/>
            <a:ext cx="2667000" cy="914400"/>
          </a:xfrm>
          <a:prstGeom xmlns:a="http://schemas.openxmlformats.org/drawingml/2006/main" prst="roundRect">
            <a:avLst>
              <a:gd name="adj" fmla="val 12500"/>
            </a:avLst>
          </a:prstGeom>
          <a:solidFill xmlns:a="http://schemas.openxmlformats.org/drawingml/2006/main">
            <a:srgbClr val="FFFEFA"/>
          </a:solidFill>
          <a:ln xmlns:a="http://schemas.openxmlformats.org/drawingml/2006/main" w="19050">
            <a:solidFill>
              <a:srgbClr val="9B651B"/>
            </a:solidFill>
            <a:prstDash val="solid"/>
          </a:ln>
        </p:spPr>
      </p:sp>
      <p:sp>
        <p:nvSpPr>
          <p:cNvPr id="26" name="">
            <a:extLst xmlns:a="http://schemas.openxmlformats.org/drawingml/2006/main">
              <a:ext uri="{FF2B5EF4-FFF2-40B4-BE49-F238E27FC236}">
                <a16:creationId xmlns:a16="http://schemas.microsoft.com/office/drawing/2014/main" id="{DFAA7CCE-3ED5-431D-9327-409BD35C7D27}"/>
              </a:ext>
            </a:extLst>
          </p:cNvPr>
          <p:cNvSpPr>
            <a:spLocks xmlns:a="http://schemas.openxmlformats.org/drawingml/2006/main" noGrp="1"/>
          </p:cNvSpPr>
          <p:nvPr/>
        </p:nvSpPr>
        <p:spPr>
          <a:xfrm xmlns:a="http://schemas.openxmlformats.org/drawingml/2006/main">
            <a:off x="8286750" y="3505200"/>
            <a:ext cx="228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9B651B"/>
                </a:solidFill>
                <a:latin typeface="Noto Sans"/>
                <a:ea typeface="Noto Sans"/>
                <a:cs typeface="Noto Sans"/>
              </a:defRPr>
            </a:defPPr>
            <a:lvl1pPr algn="l">
              <a:defRPr sz="1350" b="1">
                <a:solidFill>
                  <a:srgbClr val="9B651B"/>
                </a:solidFill>
                <a:latin typeface="Noto Sans"/>
                <a:ea typeface="Noto Sans"/>
                <a:cs typeface="Noto Sans"/>
              </a:defRPr>
            </a:lvl1pPr>
            <a:lvl2pPr algn="l">
              <a:defRPr sz="1350" b="1">
                <a:solidFill>
                  <a:srgbClr val="9B651B"/>
                </a:solidFill>
                <a:latin typeface="Noto Sans"/>
                <a:ea typeface="Noto Sans"/>
                <a:cs typeface="Noto Sans"/>
              </a:defRPr>
            </a:lvl2pPr>
            <a:lvl3pPr algn="l">
              <a:defRPr sz="1350" b="1">
                <a:solidFill>
                  <a:srgbClr val="9B651B"/>
                </a:solidFill>
                <a:latin typeface="Noto Sans"/>
                <a:ea typeface="Noto Sans"/>
                <a:cs typeface="Noto Sans"/>
              </a:defRPr>
            </a:lvl3pPr>
            <a:lvl4pPr algn="l">
              <a:defRPr sz="1350" b="1">
                <a:solidFill>
                  <a:srgbClr val="9B651B"/>
                </a:solidFill>
                <a:latin typeface="Noto Sans"/>
                <a:ea typeface="Noto Sans"/>
                <a:cs typeface="Noto Sans"/>
              </a:defRPr>
            </a:lvl4pPr>
            <a:lvl5pPr algn="l">
              <a:defRPr sz="1350" b="1">
                <a:solidFill>
                  <a:srgbClr val="9B651B"/>
                </a:solidFill>
                <a:latin typeface="Noto Sans"/>
                <a:ea typeface="Noto Sans"/>
                <a:cs typeface="Noto Sans"/>
              </a:defRPr>
            </a:lvl5pPr>
            <a:lvl6pPr algn="l">
              <a:defRPr sz="1350" b="1">
                <a:solidFill>
                  <a:srgbClr val="9B651B"/>
                </a:solidFill>
                <a:latin typeface="Noto Sans"/>
                <a:ea typeface="Noto Sans"/>
                <a:cs typeface="Noto Sans"/>
              </a:defRPr>
            </a:lvl6pPr>
            <a:lvl7pPr algn="l">
              <a:defRPr sz="1350" b="1">
                <a:solidFill>
                  <a:srgbClr val="9B651B"/>
                </a:solidFill>
                <a:latin typeface="Noto Sans"/>
                <a:ea typeface="Noto Sans"/>
                <a:cs typeface="Noto Sans"/>
              </a:defRPr>
            </a:lvl7pPr>
            <a:lvl8pPr algn="l">
              <a:defRPr sz="1350" b="1">
                <a:solidFill>
                  <a:srgbClr val="9B651B"/>
                </a:solidFill>
                <a:latin typeface="Noto Sans"/>
                <a:ea typeface="Noto Sans"/>
                <a:cs typeface="Noto Sans"/>
              </a:defRPr>
            </a:lvl8pPr>
            <a:lvl9pPr algn="l">
              <a:defRPr sz="1350" b="1">
                <a:solidFill>
                  <a:srgbClr val="9B651B"/>
                </a:solidFill>
                <a:latin typeface="Noto Sans"/>
                <a:ea typeface="Noto Sans"/>
                <a:cs typeface="Noto Sans"/>
              </a:defRPr>
            </a:lvl9pPr>
          </a:lstStyle>
          <a:p xmlns:a="http://schemas.openxmlformats.org/drawingml/2006/main">
            <a:pPr algn="l">
              <a:defRPr sz="1350" b="1">
                <a:solidFill>
                  <a:srgbClr val="9B651B"/>
                </a:solidFill>
                <a:latin typeface="Noto Sans"/>
                <a:ea typeface="Noto Sans"/>
                <a:cs typeface="Noto Sans"/>
              </a:defRPr>
            </a:pPr>
            <a:r>
              <a:rPr sz="1350" b="1">
                <a:solidFill>
                  <a:srgbClr val="9B651B"/>
                </a:solidFill>
                <a:latin typeface="Noto Sans"/>
                <a:ea typeface="Noto Sans"/>
                <a:cs typeface="Noto Sans"/>
              </a:rPr>
              <a:t>ChatMessage</a:t>
            </a:r>
          </a:p>
        </p:txBody>
      </p:sp>
      <p:sp>
        <p:nvSpPr>
          <p:cNvPr id="27" name="">
            <a:extLst xmlns:a="http://schemas.openxmlformats.org/drawingml/2006/main">
              <a:ext uri="{FF2B5EF4-FFF2-40B4-BE49-F238E27FC236}">
                <a16:creationId xmlns:a16="http://schemas.microsoft.com/office/drawing/2014/main" id="{8E0301B0-8624-4AA9-9916-DCD2406C774F}"/>
              </a:ext>
            </a:extLst>
          </p:cNvPr>
          <p:cNvSpPr>
            <a:spLocks xmlns:a="http://schemas.openxmlformats.org/drawingml/2006/main" noGrp="1"/>
          </p:cNvSpPr>
          <p:nvPr/>
        </p:nvSpPr>
        <p:spPr>
          <a:xfrm xmlns:a="http://schemas.openxmlformats.org/drawingml/2006/main">
            <a:off x="8286750" y="38481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ordered history</a:t>
            </a:r>
          </a:p>
        </p:txBody>
      </p:sp>
      <p:sp>
        <p:nvSpPr>
          <p:cNvPr id="28" name="">
            <a:extLst xmlns:a="http://schemas.openxmlformats.org/drawingml/2006/main">
              <a:ext uri="{FF2B5EF4-FFF2-40B4-BE49-F238E27FC236}">
                <a16:creationId xmlns:a16="http://schemas.microsoft.com/office/drawing/2014/main" id="{499D9B4D-8F9D-4582-9515-31202D946992}"/>
              </a:ext>
            </a:extLst>
          </p:cNvPr>
          <p:cNvSpPr>
            <a:spLocks xmlns:a="http://schemas.openxmlformats.org/drawingml/2006/main" noGrp="1"/>
          </p:cNvSpPr>
          <p:nvPr/>
        </p:nvSpPr>
        <p:spPr>
          <a:xfrm xmlns:a="http://schemas.openxmlformats.org/drawingml/2006/main">
            <a:off x="7429500" y="3810000"/>
            <a:ext cx="666750" cy="0"/>
          </a:xfrm>
          <a:prstGeom xmlns:a="http://schemas.openxmlformats.org/drawingml/2006/main" prst="line">
            <a:avLst/>
          </a:prstGeom>
          <a:ln xmlns:a="http://schemas.openxmlformats.org/drawingml/2006/main" w="19050">
            <a:solidFill>
              <a:srgbClr val="CFDBCF"/>
            </a:solidFill>
            <a:prstDash val="solid"/>
          </a:ln>
        </p:spPr>
      </p:sp>
      <p:sp>
        <p:nvSpPr>
          <p:cNvPr id="29" name="">
            <a:extLst xmlns:a="http://schemas.openxmlformats.org/drawingml/2006/main">
              <a:ext uri="{FF2B5EF4-FFF2-40B4-BE49-F238E27FC236}">
                <a16:creationId xmlns:a16="http://schemas.microsoft.com/office/drawing/2014/main" id="{B624063D-229F-4FF6-9718-3949F940E685}"/>
              </a:ext>
            </a:extLst>
          </p:cNvPr>
          <p:cNvSpPr>
            <a:spLocks xmlns:a="http://schemas.openxmlformats.org/drawingml/2006/main" noGrp="1"/>
          </p:cNvSpPr>
          <p:nvPr/>
        </p:nvSpPr>
        <p:spPr>
          <a:xfrm xmlns:a="http://schemas.openxmlformats.org/drawingml/2006/main">
            <a:off x="609600" y="47625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A25C38"/>
                </a:solidFill>
                <a:latin typeface="Noto Sans"/>
                <a:ea typeface="Noto Sans"/>
                <a:cs typeface="Noto Sans"/>
              </a:defRPr>
            </a:defPPr>
            <a:lvl1pPr algn="l">
              <a:defRPr sz="1425" b="1">
                <a:solidFill>
                  <a:srgbClr val="A25C38"/>
                </a:solidFill>
                <a:latin typeface="Noto Sans"/>
                <a:ea typeface="Noto Sans"/>
                <a:cs typeface="Noto Sans"/>
              </a:defRPr>
            </a:lvl1pPr>
            <a:lvl2pPr algn="l">
              <a:defRPr sz="1425" b="1">
                <a:solidFill>
                  <a:srgbClr val="A25C38"/>
                </a:solidFill>
                <a:latin typeface="Noto Sans"/>
                <a:ea typeface="Noto Sans"/>
                <a:cs typeface="Noto Sans"/>
              </a:defRPr>
            </a:lvl2pPr>
            <a:lvl3pPr algn="l">
              <a:defRPr sz="1425" b="1">
                <a:solidFill>
                  <a:srgbClr val="A25C38"/>
                </a:solidFill>
                <a:latin typeface="Noto Sans"/>
                <a:ea typeface="Noto Sans"/>
                <a:cs typeface="Noto Sans"/>
              </a:defRPr>
            </a:lvl3pPr>
            <a:lvl4pPr algn="l">
              <a:defRPr sz="1425" b="1">
                <a:solidFill>
                  <a:srgbClr val="A25C38"/>
                </a:solidFill>
                <a:latin typeface="Noto Sans"/>
                <a:ea typeface="Noto Sans"/>
                <a:cs typeface="Noto Sans"/>
              </a:defRPr>
            </a:lvl4pPr>
            <a:lvl5pPr algn="l">
              <a:defRPr sz="1425" b="1">
                <a:solidFill>
                  <a:srgbClr val="A25C38"/>
                </a:solidFill>
                <a:latin typeface="Noto Sans"/>
                <a:ea typeface="Noto Sans"/>
                <a:cs typeface="Noto Sans"/>
              </a:defRPr>
            </a:lvl5pPr>
            <a:lvl6pPr algn="l">
              <a:defRPr sz="1425" b="1">
                <a:solidFill>
                  <a:srgbClr val="A25C38"/>
                </a:solidFill>
                <a:latin typeface="Noto Sans"/>
                <a:ea typeface="Noto Sans"/>
                <a:cs typeface="Noto Sans"/>
              </a:defRPr>
            </a:lvl6pPr>
            <a:lvl7pPr algn="l">
              <a:defRPr sz="1425" b="1">
                <a:solidFill>
                  <a:srgbClr val="A25C38"/>
                </a:solidFill>
                <a:latin typeface="Noto Sans"/>
                <a:ea typeface="Noto Sans"/>
                <a:cs typeface="Noto Sans"/>
              </a:defRPr>
            </a:lvl7pPr>
            <a:lvl8pPr algn="l">
              <a:defRPr sz="1425" b="1">
                <a:solidFill>
                  <a:srgbClr val="A25C38"/>
                </a:solidFill>
                <a:latin typeface="Noto Sans"/>
                <a:ea typeface="Noto Sans"/>
                <a:cs typeface="Noto Sans"/>
              </a:defRPr>
            </a:lvl8pPr>
            <a:lvl9pPr algn="l">
              <a:defRPr sz="1425" b="1">
                <a:solidFill>
                  <a:srgbClr val="A25C38"/>
                </a:solidFill>
                <a:latin typeface="Noto Sans"/>
                <a:ea typeface="Noto Sans"/>
                <a:cs typeface="Noto Sans"/>
              </a:defRPr>
            </a:lvl9pPr>
          </a:lstStyle>
          <a:p xmlns:a="http://schemas.openxmlformats.org/drawingml/2006/main">
            <a:pPr algn="l">
              <a:defRPr sz="1425" b="1">
                <a:solidFill>
                  <a:srgbClr val="A25C38"/>
                </a:solidFill>
                <a:latin typeface="Noto Sans"/>
                <a:ea typeface="Noto Sans"/>
                <a:cs typeface="Noto Sans"/>
              </a:defRPr>
            </a:pPr>
            <a:r>
              <a:rPr sz="1425" b="1">
                <a:solidFill>
                  <a:srgbClr val="A25C38"/>
                </a:solidFill>
                <a:latin typeface="Noto Sans"/>
                <a:ea typeface="Noto Sans"/>
                <a:cs typeface="Noto Sans"/>
              </a:rPr>
              <a:t>Concurrency protection</a:t>
            </a:r>
          </a:p>
        </p:txBody>
      </p:sp>
      <p:sp>
        <p:nvSpPr>
          <p:cNvPr id="30" name="">
            <a:extLst xmlns:a="http://schemas.openxmlformats.org/drawingml/2006/main">
              <a:ext uri="{FF2B5EF4-FFF2-40B4-BE49-F238E27FC236}">
                <a16:creationId xmlns:a16="http://schemas.microsoft.com/office/drawing/2014/main" id="{2A46DE8E-1EE7-49D3-93B2-39399A88427D}"/>
              </a:ext>
            </a:extLst>
          </p:cNvPr>
          <p:cNvSpPr>
            <a:spLocks xmlns:a="http://schemas.openxmlformats.org/drawingml/2006/main" noGrp="1"/>
          </p:cNvSpPr>
          <p:nvPr/>
        </p:nvSpPr>
        <p:spPr>
          <a:xfrm xmlns:a="http://schemas.openxmlformats.org/drawingml/2006/main">
            <a:off x="609600" y="524827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31" name="">
            <a:extLst xmlns:a="http://schemas.openxmlformats.org/drawingml/2006/main">
              <a:ext uri="{FF2B5EF4-FFF2-40B4-BE49-F238E27FC236}">
                <a16:creationId xmlns:a16="http://schemas.microsoft.com/office/drawing/2014/main" id="{3F42F01E-36DD-4FD6-A07C-2763C8119513}"/>
              </a:ext>
            </a:extLst>
          </p:cNvPr>
          <p:cNvSpPr>
            <a:spLocks xmlns:a="http://schemas.openxmlformats.org/drawingml/2006/main" noGrp="1"/>
          </p:cNvSpPr>
          <p:nvPr/>
        </p:nvSpPr>
        <p:spPr>
          <a:xfrm xmlns:a="http://schemas.openxmlformats.org/drawingml/2006/main">
            <a:off x="800100" y="518160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Row locks protect stage transitions</a:t>
            </a:r>
          </a:p>
        </p:txBody>
      </p:sp>
      <p:sp>
        <p:nvSpPr>
          <p:cNvPr id="32" name="">
            <a:extLst xmlns:a="http://schemas.openxmlformats.org/drawingml/2006/main">
              <a:ext uri="{FF2B5EF4-FFF2-40B4-BE49-F238E27FC236}">
                <a16:creationId xmlns:a16="http://schemas.microsoft.com/office/drawing/2014/main" id="{1F93B897-5B19-4FDC-95E7-4A2F8ABA1FFB}"/>
              </a:ext>
            </a:extLst>
          </p:cNvPr>
          <p:cNvSpPr>
            <a:spLocks xmlns:a="http://schemas.openxmlformats.org/drawingml/2006/main" noGrp="1"/>
          </p:cNvSpPr>
          <p:nvPr/>
        </p:nvSpPr>
        <p:spPr>
          <a:xfrm xmlns:a="http://schemas.openxmlformats.org/drawingml/2006/main">
            <a:off x="5943600" y="5248275"/>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3" name="">
            <a:extLst xmlns:a="http://schemas.openxmlformats.org/drawingml/2006/main">
              <a:ext uri="{FF2B5EF4-FFF2-40B4-BE49-F238E27FC236}">
                <a16:creationId xmlns:a16="http://schemas.microsoft.com/office/drawing/2014/main" id="{135DA4B9-F4C1-48EA-B12D-B73BDF4AE892}"/>
              </a:ext>
            </a:extLst>
          </p:cNvPr>
          <p:cNvSpPr>
            <a:spLocks xmlns:a="http://schemas.openxmlformats.org/drawingml/2006/main" noGrp="1"/>
          </p:cNvSpPr>
          <p:nvPr/>
        </p:nvSpPr>
        <p:spPr>
          <a:xfrm xmlns:a="http://schemas.openxmlformats.org/drawingml/2006/main">
            <a:off x="6134100" y="518160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Version checks reject stale updates</a:t>
            </a:r>
          </a:p>
        </p:txBody>
      </p:sp>
      <p:sp>
        <p:nvSpPr>
          <p:cNvPr id="34" name="">
            <a:extLst xmlns:a="http://schemas.openxmlformats.org/drawingml/2006/main">
              <a:ext uri="{FF2B5EF4-FFF2-40B4-BE49-F238E27FC236}">
                <a16:creationId xmlns:a16="http://schemas.microsoft.com/office/drawing/2014/main" id="{70D8CE36-1497-45AA-9D06-C91CB630721F}"/>
              </a:ext>
            </a:extLst>
          </p:cNvPr>
          <p:cNvSpPr>
            <a:spLocks xmlns:a="http://schemas.openxmlformats.org/drawingml/2006/main" noGrp="1"/>
          </p:cNvSpPr>
          <p:nvPr/>
        </p:nvSpPr>
        <p:spPr>
          <a:xfrm xmlns:a="http://schemas.openxmlformats.org/drawingml/2006/main">
            <a:off x="609600" y="570547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35" name="">
            <a:extLst xmlns:a="http://schemas.openxmlformats.org/drawingml/2006/main">
              <a:ext uri="{FF2B5EF4-FFF2-40B4-BE49-F238E27FC236}">
                <a16:creationId xmlns:a16="http://schemas.microsoft.com/office/drawing/2014/main" id="{E8ECBADB-ED0A-4C9B-AEA9-C7768915F246}"/>
              </a:ext>
            </a:extLst>
          </p:cNvPr>
          <p:cNvSpPr>
            <a:spLocks xmlns:a="http://schemas.openxmlformats.org/drawingml/2006/main" noGrp="1"/>
          </p:cNvSpPr>
          <p:nvPr/>
        </p:nvSpPr>
        <p:spPr>
          <a:xfrm xmlns:a="http://schemas.openxmlformats.org/drawingml/2006/main">
            <a:off x="800100" y="563880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Unique constraints stop duplicates</a:t>
            </a:r>
          </a:p>
        </p:txBody>
      </p:sp>
      <p:sp>
        <p:nvSpPr>
          <p:cNvPr id="36" name="">
            <a:extLst xmlns:a="http://schemas.openxmlformats.org/drawingml/2006/main">
              <a:ext uri="{FF2B5EF4-FFF2-40B4-BE49-F238E27FC236}">
                <a16:creationId xmlns:a16="http://schemas.microsoft.com/office/drawing/2014/main" id="{38B3431C-5498-4796-8905-C9536E07736A}"/>
              </a:ext>
            </a:extLst>
          </p:cNvPr>
          <p:cNvSpPr>
            <a:spLocks xmlns:a="http://schemas.openxmlformats.org/drawingml/2006/main" noGrp="1"/>
          </p:cNvSpPr>
          <p:nvPr/>
        </p:nvSpPr>
        <p:spPr>
          <a:xfrm xmlns:a="http://schemas.openxmlformats.org/drawingml/2006/main">
            <a:off x="5943600" y="5705475"/>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7" name="">
            <a:extLst xmlns:a="http://schemas.openxmlformats.org/drawingml/2006/main">
              <a:ext uri="{FF2B5EF4-FFF2-40B4-BE49-F238E27FC236}">
                <a16:creationId xmlns:a16="http://schemas.microsoft.com/office/drawing/2014/main" id="{C9B0A0DD-4339-47C7-A734-3E2E350197AC}"/>
              </a:ext>
            </a:extLst>
          </p:cNvPr>
          <p:cNvSpPr>
            <a:spLocks xmlns:a="http://schemas.openxmlformats.org/drawingml/2006/main" noGrp="1"/>
          </p:cNvSpPr>
          <p:nvPr/>
        </p:nvSpPr>
        <p:spPr>
          <a:xfrm xmlns:a="http://schemas.openxmlformats.org/drawingml/2006/main">
            <a:off x="6134100" y="563880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Idempotency makes retries safe</a:t>
            </a:r>
          </a:p>
        </p:txBody>
      </p:sp>
    </p:spTree>
    <p:transition spd="med" advClick="1">
      <p:fade/>
    </p:transition>
    <p:extLst>
      <p:ext uri="{BB962C8B-B14F-4D97-AF65-F5344CB8AC3E}">
        <p14:creationId xmlns:p14="http://schemas.microsoft.com/office/powerpoint/2010/main" val="1038679428"/>
      </p:ext>
    </p:extLst>
  </p:cSld>
</p:sld>
</file>

<file path=ppt/slides/slide6.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6C199A1F-820B-4CCD-A2DB-FE1CC5C68E85}"/>
              </a:ext>
            </a:extLst>
          </p:cNvPr>
          <p:cNvSpPr>
            <a:spLocks xmlns:a="http://schemas.openxmlformats.org/drawingml/2006/main" noGrp="1"/>
          </p:cNvSpPr>
          <p:nvPr/>
        </p:nvSpPr>
        <p:spPr>
          <a:xfrm xmlns:a="http://schemas.openxmlformats.org/drawingml/2006/main">
            <a:off x="60960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IDENTITY AND ACCESS</a:t>
            </a:r>
          </a:p>
        </p:txBody>
      </p:sp>
      <p:sp>
        <p:nvSpPr>
          <p:cNvPr id="2" name="">
            <a:extLst xmlns:a="http://schemas.openxmlformats.org/drawingml/2006/main">
              <a:ext uri="{FF2B5EF4-FFF2-40B4-BE49-F238E27FC236}">
                <a16:creationId xmlns:a16="http://schemas.microsoft.com/office/drawing/2014/main" id="{13E629CC-C158-4BF8-AD88-570338234998}"/>
              </a:ext>
            </a:extLst>
          </p:cNvPr>
          <p:cNvSpPr>
            <a:spLocks xmlns:a="http://schemas.openxmlformats.org/drawingml/2006/main" noGrp="1"/>
          </p:cNvSpPr>
          <p:nvPr/>
        </p:nvSpPr>
        <p:spPr>
          <a:xfrm xmlns:a="http://schemas.openxmlformats.org/drawingml/2006/main">
            <a:off x="11163300" y="2667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06</a:t>
            </a:r>
          </a:p>
        </p:txBody>
      </p:sp>
      <p:sp>
        <p:nvSpPr>
          <p:cNvPr id="3" name="">
            <a:extLst xmlns:a="http://schemas.openxmlformats.org/drawingml/2006/main">
              <a:ext uri="{FF2B5EF4-FFF2-40B4-BE49-F238E27FC236}">
                <a16:creationId xmlns:a16="http://schemas.microsoft.com/office/drawing/2014/main" id="{9B2A0A9D-02BB-4D6F-9550-23FB9729178D}"/>
              </a:ext>
            </a:extLst>
          </p:cNvPr>
          <p:cNvSpPr>
            <a:spLocks xmlns:a="http://schemas.openxmlformats.org/drawingml/2006/main" noGrp="1"/>
          </p:cNvSpPr>
          <p:nvPr/>
        </p:nvSpPr>
        <p:spPr>
          <a:xfrm xmlns:a="http://schemas.openxmlformats.org/drawingml/2006/main">
            <a:off x="609600" y="533400"/>
            <a:ext cx="1038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Authentication and resource scope</a:t>
            </a:r>
          </a:p>
        </p:txBody>
      </p:sp>
      <p:sp>
        <p:nvSpPr>
          <p:cNvPr id="4" name="">
            <a:extLst xmlns:a="http://schemas.openxmlformats.org/drawingml/2006/main">
              <a:ext uri="{FF2B5EF4-FFF2-40B4-BE49-F238E27FC236}">
                <a16:creationId xmlns:a16="http://schemas.microsoft.com/office/drawing/2014/main" id="{7123CDC6-B0A8-4489-91BC-A918BE741C79}"/>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8E45AF43-6C04-4C4D-86AD-78694ADF7F17}"/>
              </a:ext>
            </a:extLst>
          </p:cNvPr>
          <p:cNvSpPr>
            <a:spLocks xmlns:a="http://schemas.openxmlformats.org/drawingml/2006/main" noGrp="1"/>
          </p:cNvSpPr>
          <p:nvPr/>
        </p:nvSpPr>
        <p:spPr>
          <a:xfrm xmlns:a="http://schemas.openxmlformats.org/drawingml/2006/main">
            <a:off x="609600" y="1352550"/>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A token identifies a session. Current user state and resource ownership decide authority.</a:t>
            </a:r>
          </a:p>
        </p:txBody>
      </p:sp>
      <p:sp>
        <p:nvSpPr>
          <p:cNvPr id="6" name="">
            <a:extLst xmlns:a="http://schemas.openxmlformats.org/drawingml/2006/main">
              <a:ext uri="{FF2B5EF4-FFF2-40B4-BE49-F238E27FC236}">
                <a16:creationId xmlns:a16="http://schemas.microsoft.com/office/drawing/2014/main" id="{514F8FC3-0F18-4CDA-9742-C9714EB32686}"/>
              </a:ext>
            </a:extLst>
          </p:cNvPr>
          <p:cNvSpPr>
            <a:spLocks xmlns:a="http://schemas.openxmlformats.org/drawingml/2006/main" noGrp="1"/>
          </p:cNvSpPr>
          <p:nvPr/>
        </p:nvSpPr>
        <p:spPr>
          <a:xfrm xmlns:a="http://schemas.openxmlformats.org/drawingml/2006/main">
            <a:off x="609600" y="65532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78A1169A-3784-44D1-B18D-6C0B6D57B3B0}"/>
              </a:ext>
            </a:extLst>
          </p:cNvPr>
          <p:cNvSpPr>
            <a:spLocks xmlns:a="http://schemas.openxmlformats.org/drawingml/2006/main" noGrp="1"/>
          </p:cNvSpPr>
          <p:nvPr/>
        </p:nvSpPr>
        <p:spPr>
          <a:xfrm xmlns:a="http://schemas.openxmlformats.org/drawingml/2006/main">
            <a:off x="1009650" y="2266950"/>
            <a:ext cx="9763125" cy="0"/>
          </a:xfrm>
          <a:prstGeom xmlns:a="http://schemas.openxmlformats.org/drawingml/2006/main" prst="line">
            <a:avLst/>
          </a:prstGeom>
          <a:ln xmlns:a="http://schemas.openxmlformats.org/drawingml/2006/main" w="28575">
            <a:solidFill>
              <a:srgbClr val="CFDBCF"/>
            </a:solidFill>
            <a:prstDash val="solid"/>
          </a:ln>
        </p:spPr>
      </p:sp>
      <p:sp>
        <p:nvSpPr>
          <p:cNvPr id="8" name="">
            <a:extLst xmlns:a="http://schemas.openxmlformats.org/drawingml/2006/main">
              <a:ext uri="{FF2B5EF4-FFF2-40B4-BE49-F238E27FC236}">
                <a16:creationId xmlns:a16="http://schemas.microsoft.com/office/drawing/2014/main" id="{DB6B5F34-E468-4AD9-9EFF-83C560A6F1AC}"/>
              </a:ext>
            </a:extLst>
          </p:cNvPr>
          <p:cNvSpPr>
            <a:spLocks xmlns:a="http://schemas.openxmlformats.org/drawingml/2006/main" noGrp="1"/>
          </p:cNvSpPr>
          <p:nvPr/>
        </p:nvSpPr>
        <p:spPr>
          <a:xfrm xmlns:a="http://schemas.openxmlformats.org/drawingml/2006/main">
            <a:off x="857250" y="211455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9" name="">
            <a:extLst xmlns:a="http://schemas.openxmlformats.org/drawingml/2006/main">
              <a:ext uri="{FF2B5EF4-FFF2-40B4-BE49-F238E27FC236}">
                <a16:creationId xmlns:a16="http://schemas.microsoft.com/office/drawing/2014/main" id="{094FBABE-9234-4D1A-8C31-6895A6D7C2B3}"/>
              </a:ext>
            </a:extLst>
          </p:cNvPr>
          <p:cNvSpPr>
            <a:spLocks xmlns:a="http://schemas.openxmlformats.org/drawingml/2006/main" noGrp="1"/>
          </p:cNvSpPr>
          <p:nvPr/>
        </p:nvSpPr>
        <p:spPr>
          <a:xfrm xmlns:a="http://schemas.openxmlformats.org/drawingml/2006/main">
            <a:off x="857250" y="21526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1</a:t>
            </a:r>
          </a:p>
        </p:txBody>
      </p:sp>
      <p:sp>
        <p:nvSpPr>
          <p:cNvPr id="10" name="">
            <a:extLst xmlns:a="http://schemas.openxmlformats.org/drawingml/2006/main">
              <a:ext uri="{FF2B5EF4-FFF2-40B4-BE49-F238E27FC236}">
                <a16:creationId xmlns:a16="http://schemas.microsoft.com/office/drawing/2014/main" id="{41648C3C-BDF5-4F45-80E0-7AD1DD96FE70}"/>
              </a:ext>
            </a:extLst>
          </p:cNvPr>
          <p:cNvSpPr>
            <a:spLocks xmlns:a="http://schemas.openxmlformats.org/drawingml/2006/main" noGrp="1"/>
          </p:cNvSpPr>
          <p:nvPr/>
        </p:nvSpPr>
        <p:spPr>
          <a:xfrm xmlns:a="http://schemas.openxmlformats.org/drawingml/2006/main">
            <a:off x="485775" y="25908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Register</a:t>
            </a:r>
          </a:p>
        </p:txBody>
      </p:sp>
      <p:sp>
        <p:nvSpPr>
          <p:cNvPr id="11" name="">
            <a:extLst xmlns:a="http://schemas.openxmlformats.org/drawingml/2006/main">
              <a:ext uri="{FF2B5EF4-FFF2-40B4-BE49-F238E27FC236}">
                <a16:creationId xmlns:a16="http://schemas.microsoft.com/office/drawing/2014/main" id="{48FB9271-C5F8-435A-96C0-BDB5B448EDBF}"/>
              </a:ext>
            </a:extLst>
          </p:cNvPr>
          <p:cNvSpPr>
            <a:spLocks xmlns:a="http://schemas.openxmlformats.org/drawingml/2006/main" noGrp="1"/>
          </p:cNvSpPr>
          <p:nvPr/>
        </p:nvSpPr>
        <p:spPr>
          <a:xfrm xmlns:a="http://schemas.openxmlformats.org/drawingml/2006/main">
            <a:off x="266700" y="291465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Account data</a:t>
            </a:r>
          </a:p>
        </p:txBody>
      </p:sp>
      <p:sp>
        <p:nvSpPr>
          <p:cNvPr id="12" name="">
            <a:extLst xmlns:a="http://schemas.openxmlformats.org/drawingml/2006/main">
              <a:ext uri="{FF2B5EF4-FFF2-40B4-BE49-F238E27FC236}">
                <a16:creationId xmlns:a16="http://schemas.microsoft.com/office/drawing/2014/main" id="{884FAE0E-9107-4DC7-B0BD-E338F73874F5}"/>
              </a:ext>
            </a:extLst>
          </p:cNvPr>
          <p:cNvSpPr>
            <a:spLocks xmlns:a="http://schemas.openxmlformats.org/drawingml/2006/main" noGrp="1"/>
          </p:cNvSpPr>
          <p:nvPr/>
        </p:nvSpPr>
        <p:spPr>
          <a:xfrm xmlns:a="http://schemas.openxmlformats.org/drawingml/2006/main">
            <a:off x="2809875" y="211455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3" name="">
            <a:extLst xmlns:a="http://schemas.openxmlformats.org/drawingml/2006/main">
              <a:ext uri="{FF2B5EF4-FFF2-40B4-BE49-F238E27FC236}">
                <a16:creationId xmlns:a16="http://schemas.microsoft.com/office/drawing/2014/main" id="{83CC77CC-B226-46DB-8C25-D616233D2F3B}"/>
              </a:ext>
            </a:extLst>
          </p:cNvPr>
          <p:cNvSpPr>
            <a:spLocks xmlns:a="http://schemas.openxmlformats.org/drawingml/2006/main" noGrp="1"/>
          </p:cNvSpPr>
          <p:nvPr/>
        </p:nvSpPr>
        <p:spPr>
          <a:xfrm xmlns:a="http://schemas.openxmlformats.org/drawingml/2006/main">
            <a:off x="2809875" y="21526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2</a:t>
            </a:r>
          </a:p>
        </p:txBody>
      </p:sp>
      <p:sp>
        <p:nvSpPr>
          <p:cNvPr id="14" name="">
            <a:extLst xmlns:a="http://schemas.openxmlformats.org/drawingml/2006/main">
              <a:ext uri="{FF2B5EF4-FFF2-40B4-BE49-F238E27FC236}">
                <a16:creationId xmlns:a16="http://schemas.microsoft.com/office/drawing/2014/main" id="{839BDE6E-106D-4E70-BE66-A3BDF01A0CFB}"/>
              </a:ext>
            </a:extLst>
          </p:cNvPr>
          <p:cNvSpPr>
            <a:spLocks xmlns:a="http://schemas.openxmlformats.org/drawingml/2006/main" noGrp="1"/>
          </p:cNvSpPr>
          <p:nvPr/>
        </p:nvSpPr>
        <p:spPr>
          <a:xfrm xmlns:a="http://schemas.openxmlformats.org/drawingml/2006/main">
            <a:off x="2438400" y="25908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Verify</a:t>
            </a:r>
          </a:p>
        </p:txBody>
      </p:sp>
      <p:sp>
        <p:nvSpPr>
          <p:cNvPr id="15" name="">
            <a:extLst xmlns:a="http://schemas.openxmlformats.org/drawingml/2006/main">
              <a:ext uri="{FF2B5EF4-FFF2-40B4-BE49-F238E27FC236}">
                <a16:creationId xmlns:a16="http://schemas.microsoft.com/office/drawing/2014/main" id="{15D6C84A-B35F-4964-A537-DB18993933AC}"/>
              </a:ext>
            </a:extLst>
          </p:cNvPr>
          <p:cNvSpPr>
            <a:spLocks xmlns:a="http://schemas.openxmlformats.org/drawingml/2006/main" noGrp="1"/>
          </p:cNvSpPr>
          <p:nvPr/>
        </p:nvSpPr>
        <p:spPr>
          <a:xfrm xmlns:a="http://schemas.openxmlformats.org/drawingml/2006/main">
            <a:off x="2219325" y="291465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Email OTP</a:t>
            </a:r>
          </a:p>
        </p:txBody>
      </p:sp>
      <p:sp>
        <p:nvSpPr>
          <p:cNvPr id="16" name="">
            <a:extLst xmlns:a="http://schemas.openxmlformats.org/drawingml/2006/main">
              <a:ext uri="{FF2B5EF4-FFF2-40B4-BE49-F238E27FC236}">
                <a16:creationId xmlns:a16="http://schemas.microsoft.com/office/drawing/2014/main" id="{591AEBEE-5A6C-4A42-A323-3B12DEC4D82E}"/>
              </a:ext>
            </a:extLst>
          </p:cNvPr>
          <p:cNvSpPr>
            <a:spLocks xmlns:a="http://schemas.openxmlformats.org/drawingml/2006/main" noGrp="1"/>
          </p:cNvSpPr>
          <p:nvPr/>
        </p:nvSpPr>
        <p:spPr>
          <a:xfrm xmlns:a="http://schemas.openxmlformats.org/drawingml/2006/main">
            <a:off x="4762500" y="211455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7" name="">
            <a:extLst xmlns:a="http://schemas.openxmlformats.org/drawingml/2006/main">
              <a:ext uri="{FF2B5EF4-FFF2-40B4-BE49-F238E27FC236}">
                <a16:creationId xmlns:a16="http://schemas.microsoft.com/office/drawing/2014/main" id="{7656A1EC-E75F-4B65-9BF6-E6A2C61A3FD3}"/>
              </a:ext>
            </a:extLst>
          </p:cNvPr>
          <p:cNvSpPr>
            <a:spLocks xmlns:a="http://schemas.openxmlformats.org/drawingml/2006/main" noGrp="1"/>
          </p:cNvSpPr>
          <p:nvPr/>
        </p:nvSpPr>
        <p:spPr>
          <a:xfrm xmlns:a="http://schemas.openxmlformats.org/drawingml/2006/main">
            <a:off x="4762500" y="21526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3</a:t>
            </a:r>
          </a:p>
        </p:txBody>
      </p:sp>
      <p:sp>
        <p:nvSpPr>
          <p:cNvPr id="18" name="">
            <a:extLst xmlns:a="http://schemas.openxmlformats.org/drawingml/2006/main">
              <a:ext uri="{FF2B5EF4-FFF2-40B4-BE49-F238E27FC236}">
                <a16:creationId xmlns:a16="http://schemas.microsoft.com/office/drawing/2014/main" id="{6A75E3C1-F8DE-43F8-812E-0B4EDC9AC663}"/>
              </a:ext>
            </a:extLst>
          </p:cNvPr>
          <p:cNvSpPr>
            <a:spLocks xmlns:a="http://schemas.openxmlformats.org/drawingml/2006/main" noGrp="1"/>
          </p:cNvSpPr>
          <p:nvPr/>
        </p:nvSpPr>
        <p:spPr>
          <a:xfrm xmlns:a="http://schemas.openxmlformats.org/drawingml/2006/main">
            <a:off x="4391025" y="25908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Sign in</a:t>
            </a:r>
          </a:p>
        </p:txBody>
      </p:sp>
      <p:sp>
        <p:nvSpPr>
          <p:cNvPr id="19" name="">
            <a:extLst xmlns:a="http://schemas.openxmlformats.org/drawingml/2006/main">
              <a:ext uri="{FF2B5EF4-FFF2-40B4-BE49-F238E27FC236}">
                <a16:creationId xmlns:a16="http://schemas.microsoft.com/office/drawing/2014/main" id="{635F99F8-8A08-4091-B3BD-7B6DF7DF8A77}"/>
              </a:ext>
            </a:extLst>
          </p:cNvPr>
          <p:cNvSpPr>
            <a:spLocks xmlns:a="http://schemas.openxmlformats.org/drawingml/2006/main" noGrp="1"/>
          </p:cNvSpPr>
          <p:nvPr/>
        </p:nvSpPr>
        <p:spPr>
          <a:xfrm xmlns:a="http://schemas.openxmlformats.org/drawingml/2006/main">
            <a:off x="4171950" y="291465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bcrypt</a:t>
            </a:r>
          </a:p>
        </p:txBody>
      </p:sp>
      <p:sp>
        <p:nvSpPr>
          <p:cNvPr id="20" name="">
            <a:extLst xmlns:a="http://schemas.openxmlformats.org/drawingml/2006/main">
              <a:ext uri="{FF2B5EF4-FFF2-40B4-BE49-F238E27FC236}">
                <a16:creationId xmlns:a16="http://schemas.microsoft.com/office/drawing/2014/main" id="{83D1B12D-D0BE-4FC1-A4DA-BA973C6E9DB9}"/>
              </a:ext>
            </a:extLst>
          </p:cNvPr>
          <p:cNvSpPr>
            <a:spLocks xmlns:a="http://schemas.openxmlformats.org/drawingml/2006/main" noGrp="1"/>
          </p:cNvSpPr>
          <p:nvPr/>
        </p:nvSpPr>
        <p:spPr>
          <a:xfrm xmlns:a="http://schemas.openxmlformats.org/drawingml/2006/main">
            <a:off x="6715125" y="211455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1" name="">
            <a:extLst xmlns:a="http://schemas.openxmlformats.org/drawingml/2006/main">
              <a:ext uri="{FF2B5EF4-FFF2-40B4-BE49-F238E27FC236}">
                <a16:creationId xmlns:a16="http://schemas.microsoft.com/office/drawing/2014/main" id="{23842AF9-4007-4236-885D-AC4743DB1568}"/>
              </a:ext>
            </a:extLst>
          </p:cNvPr>
          <p:cNvSpPr>
            <a:spLocks xmlns:a="http://schemas.openxmlformats.org/drawingml/2006/main" noGrp="1"/>
          </p:cNvSpPr>
          <p:nvPr/>
        </p:nvSpPr>
        <p:spPr>
          <a:xfrm xmlns:a="http://schemas.openxmlformats.org/drawingml/2006/main">
            <a:off x="6715125" y="21526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4</a:t>
            </a:r>
          </a:p>
        </p:txBody>
      </p:sp>
      <p:sp>
        <p:nvSpPr>
          <p:cNvPr id="22" name="">
            <a:extLst xmlns:a="http://schemas.openxmlformats.org/drawingml/2006/main">
              <a:ext uri="{FF2B5EF4-FFF2-40B4-BE49-F238E27FC236}">
                <a16:creationId xmlns:a16="http://schemas.microsoft.com/office/drawing/2014/main" id="{C4A52C35-8683-43D4-8894-B05350F4FD41}"/>
              </a:ext>
            </a:extLst>
          </p:cNvPr>
          <p:cNvSpPr>
            <a:spLocks xmlns:a="http://schemas.openxmlformats.org/drawingml/2006/main" noGrp="1"/>
          </p:cNvSpPr>
          <p:nvPr/>
        </p:nvSpPr>
        <p:spPr>
          <a:xfrm xmlns:a="http://schemas.openxmlformats.org/drawingml/2006/main">
            <a:off x="6343650" y="25908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Session</a:t>
            </a:r>
          </a:p>
        </p:txBody>
      </p:sp>
      <p:sp>
        <p:nvSpPr>
          <p:cNvPr id="23" name="">
            <a:extLst xmlns:a="http://schemas.openxmlformats.org/drawingml/2006/main">
              <a:ext uri="{FF2B5EF4-FFF2-40B4-BE49-F238E27FC236}">
                <a16:creationId xmlns:a16="http://schemas.microsoft.com/office/drawing/2014/main" id="{7C0FE182-4DB8-4F1E-8FAA-B7B12A4B585C}"/>
              </a:ext>
            </a:extLst>
          </p:cNvPr>
          <p:cNvSpPr>
            <a:spLocks xmlns:a="http://schemas.openxmlformats.org/drawingml/2006/main" noGrp="1"/>
          </p:cNvSpPr>
          <p:nvPr/>
        </p:nvSpPr>
        <p:spPr>
          <a:xfrm xmlns:a="http://schemas.openxmlformats.org/drawingml/2006/main">
            <a:off x="6124575" y="291465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JWT + cookie</a:t>
            </a:r>
          </a:p>
        </p:txBody>
      </p:sp>
      <p:sp>
        <p:nvSpPr>
          <p:cNvPr id="24" name="">
            <a:extLst xmlns:a="http://schemas.openxmlformats.org/drawingml/2006/main">
              <a:ext uri="{FF2B5EF4-FFF2-40B4-BE49-F238E27FC236}">
                <a16:creationId xmlns:a16="http://schemas.microsoft.com/office/drawing/2014/main" id="{3DF0B154-5ACB-4289-AA44-F92C0D80E564}"/>
              </a:ext>
            </a:extLst>
          </p:cNvPr>
          <p:cNvSpPr>
            <a:spLocks xmlns:a="http://schemas.openxmlformats.org/drawingml/2006/main" noGrp="1"/>
          </p:cNvSpPr>
          <p:nvPr/>
        </p:nvSpPr>
        <p:spPr>
          <a:xfrm xmlns:a="http://schemas.openxmlformats.org/drawingml/2006/main">
            <a:off x="8667750" y="211455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5" name="">
            <a:extLst xmlns:a="http://schemas.openxmlformats.org/drawingml/2006/main">
              <a:ext uri="{FF2B5EF4-FFF2-40B4-BE49-F238E27FC236}">
                <a16:creationId xmlns:a16="http://schemas.microsoft.com/office/drawing/2014/main" id="{44AF7EF0-2AB8-4AA5-9A82-39DFA8D7121C}"/>
              </a:ext>
            </a:extLst>
          </p:cNvPr>
          <p:cNvSpPr>
            <a:spLocks xmlns:a="http://schemas.openxmlformats.org/drawingml/2006/main" noGrp="1"/>
          </p:cNvSpPr>
          <p:nvPr/>
        </p:nvSpPr>
        <p:spPr>
          <a:xfrm xmlns:a="http://schemas.openxmlformats.org/drawingml/2006/main">
            <a:off x="8667750" y="21526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5</a:t>
            </a:r>
          </a:p>
        </p:txBody>
      </p:sp>
      <p:sp>
        <p:nvSpPr>
          <p:cNvPr id="26" name="">
            <a:extLst xmlns:a="http://schemas.openxmlformats.org/drawingml/2006/main">
              <a:ext uri="{FF2B5EF4-FFF2-40B4-BE49-F238E27FC236}">
                <a16:creationId xmlns:a16="http://schemas.microsoft.com/office/drawing/2014/main" id="{02391539-E82E-4D3A-8AE6-8D34912A2C0B}"/>
              </a:ext>
            </a:extLst>
          </p:cNvPr>
          <p:cNvSpPr>
            <a:spLocks xmlns:a="http://schemas.openxmlformats.org/drawingml/2006/main" noGrp="1"/>
          </p:cNvSpPr>
          <p:nvPr/>
        </p:nvSpPr>
        <p:spPr>
          <a:xfrm xmlns:a="http://schemas.openxmlformats.org/drawingml/2006/main">
            <a:off x="8296275" y="25908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Load user</a:t>
            </a:r>
          </a:p>
        </p:txBody>
      </p:sp>
      <p:sp>
        <p:nvSpPr>
          <p:cNvPr id="27" name="">
            <a:extLst xmlns:a="http://schemas.openxmlformats.org/drawingml/2006/main">
              <a:ext uri="{FF2B5EF4-FFF2-40B4-BE49-F238E27FC236}">
                <a16:creationId xmlns:a16="http://schemas.microsoft.com/office/drawing/2014/main" id="{1CFACA1E-7BC3-4A3E-BA0D-3311D4BFFCFA}"/>
              </a:ext>
            </a:extLst>
          </p:cNvPr>
          <p:cNvSpPr>
            <a:spLocks xmlns:a="http://schemas.openxmlformats.org/drawingml/2006/main" noGrp="1"/>
          </p:cNvSpPr>
          <p:nvPr/>
        </p:nvSpPr>
        <p:spPr>
          <a:xfrm xmlns:a="http://schemas.openxmlformats.org/drawingml/2006/main">
            <a:off x="8077200" y="291465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Current state</a:t>
            </a:r>
          </a:p>
        </p:txBody>
      </p:sp>
      <p:sp>
        <p:nvSpPr>
          <p:cNvPr id="28" name="">
            <a:extLst xmlns:a="http://schemas.openxmlformats.org/drawingml/2006/main">
              <a:ext uri="{FF2B5EF4-FFF2-40B4-BE49-F238E27FC236}">
                <a16:creationId xmlns:a16="http://schemas.microsoft.com/office/drawing/2014/main" id="{3B0BD81D-14EB-4991-B698-7C5A32F67D59}"/>
              </a:ext>
            </a:extLst>
          </p:cNvPr>
          <p:cNvSpPr>
            <a:spLocks xmlns:a="http://schemas.openxmlformats.org/drawingml/2006/main" noGrp="1"/>
          </p:cNvSpPr>
          <p:nvPr/>
        </p:nvSpPr>
        <p:spPr>
          <a:xfrm xmlns:a="http://schemas.openxmlformats.org/drawingml/2006/main">
            <a:off x="10620375" y="2114550"/>
            <a:ext cx="304800" cy="3048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29" name="">
            <a:extLst xmlns:a="http://schemas.openxmlformats.org/drawingml/2006/main">
              <a:ext uri="{FF2B5EF4-FFF2-40B4-BE49-F238E27FC236}">
                <a16:creationId xmlns:a16="http://schemas.microsoft.com/office/drawing/2014/main" id="{1D8C2410-0BD5-4173-B121-AFE51ABAE9AC}"/>
              </a:ext>
            </a:extLst>
          </p:cNvPr>
          <p:cNvSpPr>
            <a:spLocks xmlns:a="http://schemas.openxmlformats.org/drawingml/2006/main" noGrp="1"/>
          </p:cNvSpPr>
          <p:nvPr/>
        </p:nvSpPr>
        <p:spPr>
          <a:xfrm xmlns:a="http://schemas.openxmlformats.org/drawingml/2006/main">
            <a:off x="10620375" y="21526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6</a:t>
            </a:r>
          </a:p>
        </p:txBody>
      </p:sp>
      <p:sp>
        <p:nvSpPr>
          <p:cNvPr id="30" name="">
            <a:extLst xmlns:a="http://schemas.openxmlformats.org/drawingml/2006/main">
              <a:ext uri="{FF2B5EF4-FFF2-40B4-BE49-F238E27FC236}">
                <a16:creationId xmlns:a16="http://schemas.microsoft.com/office/drawing/2014/main" id="{4D4EAA05-F55B-4174-83BE-0D85E2A2A4ED}"/>
              </a:ext>
            </a:extLst>
          </p:cNvPr>
          <p:cNvSpPr>
            <a:spLocks xmlns:a="http://schemas.openxmlformats.org/drawingml/2006/main" noGrp="1"/>
          </p:cNvSpPr>
          <p:nvPr/>
        </p:nvSpPr>
        <p:spPr>
          <a:xfrm xmlns:a="http://schemas.openxmlformats.org/drawingml/2006/main">
            <a:off x="10248900" y="25908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Revoke</a:t>
            </a:r>
          </a:p>
        </p:txBody>
      </p:sp>
      <p:sp>
        <p:nvSpPr>
          <p:cNvPr id="31" name="">
            <a:extLst xmlns:a="http://schemas.openxmlformats.org/drawingml/2006/main">
              <a:ext uri="{FF2B5EF4-FFF2-40B4-BE49-F238E27FC236}">
                <a16:creationId xmlns:a16="http://schemas.microsoft.com/office/drawing/2014/main" id="{5168A356-3DEB-48FD-AD94-F4609FA10A8B}"/>
              </a:ext>
            </a:extLst>
          </p:cNvPr>
          <p:cNvSpPr>
            <a:spLocks xmlns:a="http://schemas.openxmlformats.org/drawingml/2006/main" noGrp="1"/>
          </p:cNvSpPr>
          <p:nvPr/>
        </p:nvSpPr>
        <p:spPr>
          <a:xfrm xmlns:a="http://schemas.openxmlformats.org/drawingml/2006/main">
            <a:off x="10029825" y="291465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auth_version</a:t>
            </a:r>
          </a:p>
        </p:txBody>
      </p:sp>
      <p:sp>
        <p:nvSpPr>
          <p:cNvPr id="32" name="">
            <a:extLst xmlns:a="http://schemas.openxmlformats.org/drawingml/2006/main">
              <a:ext uri="{FF2B5EF4-FFF2-40B4-BE49-F238E27FC236}">
                <a16:creationId xmlns:a16="http://schemas.microsoft.com/office/drawing/2014/main" id="{24E5782C-BE54-460E-87EF-C9A58413639E}"/>
              </a:ext>
            </a:extLst>
          </p:cNvPr>
          <p:cNvSpPr>
            <a:spLocks xmlns:a="http://schemas.openxmlformats.org/drawingml/2006/main" noGrp="1"/>
          </p:cNvSpPr>
          <p:nvPr/>
        </p:nvSpPr>
        <p:spPr>
          <a:xfrm xmlns:a="http://schemas.openxmlformats.org/drawingml/2006/main">
            <a:off x="609600" y="40005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A25C38"/>
                </a:solidFill>
                <a:latin typeface="Noto Sans"/>
                <a:ea typeface="Noto Sans"/>
                <a:cs typeface="Noto Sans"/>
              </a:defRPr>
            </a:defPPr>
            <a:lvl1pPr algn="l">
              <a:defRPr sz="1425" b="1">
                <a:solidFill>
                  <a:srgbClr val="A25C38"/>
                </a:solidFill>
                <a:latin typeface="Noto Sans"/>
                <a:ea typeface="Noto Sans"/>
                <a:cs typeface="Noto Sans"/>
              </a:defRPr>
            </a:lvl1pPr>
            <a:lvl2pPr algn="l">
              <a:defRPr sz="1425" b="1">
                <a:solidFill>
                  <a:srgbClr val="A25C38"/>
                </a:solidFill>
                <a:latin typeface="Noto Sans"/>
                <a:ea typeface="Noto Sans"/>
                <a:cs typeface="Noto Sans"/>
              </a:defRPr>
            </a:lvl2pPr>
            <a:lvl3pPr algn="l">
              <a:defRPr sz="1425" b="1">
                <a:solidFill>
                  <a:srgbClr val="A25C38"/>
                </a:solidFill>
                <a:latin typeface="Noto Sans"/>
                <a:ea typeface="Noto Sans"/>
                <a:cs typeface="Noto Sans"/>
              </a:defRPr>
            </a:lvl3pPr>
            <a:lvl4pPr algn="l">
              <a:defRPr sz="1425" b="1">
                <a:solidFill>
                  <a:srgbClr val="A25C38"/>
                </a:solidFill>
                <a:latin typeface="Noto Sans"/>
                <a:ea typeface="Noto Sans"/>
                <a:cs typeface="Noto Sans"/>
              </a:defRPr>
            </a:lvl4pPr>
            <a:lvl5pPr algn="l">
              <a:defRPr sz="1425" b="1">
                <a:solidFill>
                  <a:srgbClr val="A25C38"/>
                </a:solidFill>
                <a:latin typeface="Noto Sans"/>
                <a:ea typeface="Noto Sans"/>
                <a:cs typeface="Noto Sans"/>
              </a:defRPr>
            </a:lvl5pPr>
            <a:lvl6pPr algn="l">
              <a:defRPr sz="1425" b="1">
                <a:solidFill>
                  <a:srgbClr val="A25C38"/>
                </a:solidFill>
                <a:latin typeface="Noto Sans"/>
                <a:ea typeface="Noto Sans"/>
                <a:cs typeface="Noto Sans"/>
              </a:defRPr>
            </a:lvl6pPr>
            <a:lvl7pPr algn="l">
              <a:defRPr sz="1425" b="1">
                <a:solidFill>
                  <a:srgbClr val="A25C38"/>
                </a:solidFill>
                <a:latin typeface="Noto Sans"/>
                <a:ea typeface="Noto Sans"/>
                <a:cs typeface="Noto Sans"/>
              </a:defRPr>
            </a:lvl7pPr>
            <a:lvl8pPr algn="l">
              <a:defRPr sz="1425" b="1">
                <a:solidFill>
                  <a:srgbClr val="A25C38"/>
                </a:solidFill>
                <a:latin typeface="Noto Sans"/>
                <a:ea typeface="Noto Sans"/>
                <a:cs typeface="Noto Sans"/>
              </a:defRPr>
            </a:lvl8pPr>
            <a:lvl9pPr algn="l">
              <a:defRPr sz="1425" b="1">
                <a:solidFill>
                  <a:srgbClr val="A25C38"/>
                </a:solidFill>
                <a:latin typeface="Noto Sans"/>
                <a:ea typeface="Noto Sans"/>
                <a:cs typeface="Noto Sans"/>
              </a:defRPr>
            </a:lvl9pPr>
          </a:lstStyle>
          <a:p xmlns:a="http://schemas.openxmlformats.org/drawingml/2006/main">
            <a:pPr algn="l">
              <a:defRPr sz="1425" b="1">
                <a:solidFill>
                  <a:srgbClr val="A25C38"/>
                </a:solidFill>
                <a:latin typeface="Noto Sans"/>
                <a:ea typeface="Noto Sans"/>
                <a:cs typeface="Noto Sans"/>
              </a:defRPr>
            </a:pPr>
            <a:r>
              <a:rPr sz="1425" b="1">
                <a:solidFill>
                  <a:srgbClr val="A25C38"/>
                </a:solidFill>
                <a:latin typeface="Noto Sans"/>
                <a:ea typeface="Noto Sans"/>
                <a:cs typeface="Noto Sans"/>
              </a:rPr>
              <a:t>Authorization rule</a:t>
            </a:r>
          </a:p>
        </p:txBody>
      </p:sp>
      <p:sp>
        <p:nvSpPr>
          <p:cNvPr id="33" name="">
            <a:extLst xmlns:a="http://schemas.openxmlformats.org/drawingml/2006/main">
              <a:ext uri="{FF2B5EF4-FFF2-40B4-BE49-F238E27FC236}">
                <a16:creationId xmlns:a16="http://schemas.microsoft.com/office/drawing/2014/main" id="{F50EFCB5-78BF-4279-8E9C-3177FF0FEBF0}"/>
              </a:ext>
            </a:extLst>
          </p:cNvPr>
          <p:cNvSpPr>
            <a:spLocks xmlns:a="http://schemas.openxmlformats.org/drawingml/2006/main" noGrp="1"/>
          </p:cNvSpPr>
          <p:nvPr/>
        </p:nvSpPr>
        <p:spPr>
          <a:xfrm xmlns:a="http://schemas.openxmlformats.org/drawingml/2006/main">
            <a:off x="609600" y="4438650"/>
            <a:ext cx="2857500" cy="1104900"/>
          </a:xfrm>
          <a:prstGeom xmlns:a="http://schemas.openxmlformats.org/drawingml/2006/main" prst="roundRect">
            <a:avLst>
              <a:gd name="adj" fmla="val 10345"/>
            </a:avLst>
          </a:prstGeom>
          <a:solidFill xmlns:a="http://schemas.openxmlformats.org/drawingml/2006/main">
            <a:srgbClr val="FFFEFA"/>
          </a:solidFill>
          <a:ln xmlns:a="http://schemas.openxmlformats.org/drawingml/2006/main" w="19050">
            <a:solidFill>
              <a:srgbClr val="194D38"/>
            </a:solidFill>
            <a:prstDash val="solid"/>
          </a:ln>
        </p:spPr>
      </p:sp>
      <p:sp>
        <p:nvSpPr>
          <p:cNvPr id="34" name="">
            <a:extLst xmlns:a="http://schemas.openxmlformats.org/drawingml/2006/main">
              <a:ext uri="{FF2B5EF4-FFF2-40B4-BE49-F238E27FC236}">
                <a16:creationId xmlns:a16="http://schemas.microsoft.com/office/drawing/2014/main" id="{1B4B3307-E2DD-4589-946C-5ED00E70450E}"/>
              </a:ext>
            </a:extLst>
          </p:cNvPr>
          <p:cNvSpPr>
            <a:spLocks xmlns:a="http://schemas.openxmlformats.org/drawingml/2006/main" noGrp="1"/>
          </p:cNvSpPr>
          <p:nvPr/>
        </p:nvSpPr>
        <p:spPr>
          <a:xfrm xmlns:a="http://schemas.openxmlformats.org/drawingml/2006/main">
            <a:off x="838200" y="46482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2B23"/>
                </a:solidFill>
                <a:latin typeface="Noto Sans"/>
                <a:ea typeface="Noto Sans"/>
                <a:cs typeface="Noto Sans"/>
              </a:defRPr>
            </a:defPPr>
            <a:lvl1pPr algn="l">
              <a:defRPr sz="1425" b="1">
                <a:solidFill>
                  <a:srgbClr val="192B23"/>
                </a:solidFill>
                <a:latin typeface="Noto Sans"/>
                <a:ea typeface="Noto Sans"/>
                <a:cs typeface="Noto Sans"/>
              </a:defRPr>
            </a:lvl1pPr>
            <a:lvl2pPr algn="l">
              <a:defRPr sz="1425" b="1">
                <a:solidFill>
                  <a:srgbClr val="192B23"/>
                </a:solidFill>
                <a:latin typeface="Noto Sans"/>
                <a:ea typeface="Noto Sans"/>
                <a:cs typeface="Noto Sans"/>
              </a:defRPr>
            </a:lvl2pPr>
            <a:lvl3pPr algn="l">
              <a:defRPr sz="1425" b="1">
                <a:solidFill>
                  <a:srgbClr val="192B23"/>
                </a:solidFill>
                <a:latin typeface="Noto Sans"/>
                <a:ea typeface="Noto Sans"/>
                <a:cs typeface="Noto Sans"/>
              </a:defRPr>
            </a:lvl3pPr>
            <a:lvl4pPr algn="l">
              <a:defRPr sz="1425" b="1">
                <a:solidFill>
                  <a:srgbClr val="192B23"/>
                </a:solidFill>
                <a:latin typeface="Noto Sans"/>
                <a:ea typeface="Noto Sans"/>
                <a:cs typeface="Noto Sans"/>
              </a:defRPr>
            </a:lvl4pPr>
            <a:lvl5pPr algn="l">
              <a:defRPr sz="1425" b="1">
                <a:solidFill>
                  <a:srgbClr val="192B23"/>
                </a:solidFill>
                <a:latin typeface="Noto Sans"/>
                <a:ea typeface="Noto Sans"/>
                <a:cs typeface="Noto Sans"/>
              </a:defRPr>
            </a:lvl5pPr>
            <a:lvl6pPr algn="l">
              <a:defRPr sz="1425" b="1">
                <a:solidFill>
                  <a:srgbClr val="192B23"/>
                </a:solidFill>
                <a:latin typeface="Noto Sans"/>
                <a:ea typeface="Noto Sans"/>
                <a:cs typeface="Noto Sans"/>
              </a:defRPr>
            </a:lvl6pPr>
            <a:lvl7pPr algn="l">
              <a:defRPr sz="1425" b="1">
                <a:solidFill>
                  <a:srgbClr val="192B23"/>
                </a:solidFill>
                <a:latin typeface="Noto Sans"/>
                <a:ea typeface="Noto Sans"/>
                <a:cs typeface="Noto Sans"/>
              </a:defRPr>
            </a:lvl7pPr>
            <a:lvl8pPr algn="l">
              <a:defRPr sz="1425" b="1">
                <a:solidFill>
                  <a:srgbClr val="192B23"/>
                </a:solidFill>
                <a:latin typeface="Noto Sans"/>
                <a:ea typeface="Noto Sans"/>
                <a:cs typeface="Noto Sans"/>
              </a:defRPr>
            </a:lvl8pPr>
            <a:lvl9pPr algn="l">
              <a:defRPr sz="1425" b="1">
                <a:solidFill>
                  <a:srgbClr val="192B23"/>
                </a:solidFill>
                <a:latin typeface="Noto Sans"/>
                <a:ea typeface="Noto Sans"/>
                <a:cs typeface="Noto Sans"/>
              </a:defRPr>
            </a:lvl9pPr>
          </a:lstStyle>
          <a:p xmlns:a="http://schemas.openxmlformats.org/drawingml/2006/main">
            <a:pPr algn="l">
              <a:defRPr sz="1425" b="1">
                <a:solidFill>
                  <a:srgbClr val="192B23"/>
                </a:solidFill>
                <a:latin typeface="Noto Sans"/>
                <a:ea typeface="Noto Sans"/>
                <a:cs typeface="Noto Sans"/>
              </a:defRPr>
            </a:pPr>
            <a:r>
              <a:rPr sz="1425" b="1">
                <a:solidFill>
                  <a:srgbClr val="192B23"/>
                </a:solidFill>
                <a:latin typeface="Noto Sans"/>
                <a:ea typeface="Noto Sans"/>
                <a:cs typeface="Noto Sans"/>
              </a:rPr>
              <a:t>Role permission</a:t>
            </a:r>
          </a:p>
        </p:txBody>
      </p:sp>
      <p:sp>
        <p:nvSpPr>
          <p:cNvPr id="35" name="">
            <a:extLst xmlns:a="http://schemas.openxmlformats.org/drawingml/2006/main">
              <a:ext uri="{FF2B5EF4-FFF2-40B4-BE49-F238E27FC236}">
                <a16:creationId xmlns:a16="http://schemas.microsoft.com/office/drawing/2014/main" id="{968456E4-CFF6-4F8F-BC41-6180CBDE812B}"/>
              </a:ext>
            </a:extLst>
          </p:cNvPr>
          <p:cNvSpPr>
            <a:spLocks xmlns:a="http://schemas.openxmlformats.org/drawingml/2006/main" noGrp="1"/>
          </p:cNvSpPr>
          <p:nvPr/>
        </p:nvSpPr>
        <p:spPr>
          <a:xfrm xmlns:a="http://schemas.openxmlformats.org/drawingml/2006/main">
            <a:off x="838200" y="5029200"/>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Can this type of user perform the action?</a:t>
            </a:r>
          </a:p>
        </p:txBody>
      </p:sp>
      <p:sp>
        <p:nvSpPr>
          <p:cNvPr id="36" name="">
            <a:extLst xmlns:a="http://schemas.openxmlformats.org/drawingml/2006/main">
              <a:ext uri="{FF2B5EF4-FFF2-40B4-BE49-F238E27FC236}">
                <a16:creationId xmlns:a16="http://schemas.microsoft.com/office/drawing/2014/main" id="{2445E946-AC11-449A-BCFC-50D4833E0AD3}"/>
              </a:ext>
            </a:extLst>
          </p:cNvPr>
          <p:cNvSpPr>
            <a:spLocks xmlns:a="http://schemas.openxmlformats.org/drawingml/2006/main" noGrp="1"/>
          </p:cNvSpPr>
          <p:nvPr/>
        </p:nvSpPr>
        <p:spPr>
          <a:xfrm xmlns:a="http://schemas.openxmlformats.org/drawingml/2006/main">
            <a:off x="3667125" y="4695825"/>
            <a:ext cx="47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2850" b="1">
                <a:solidFill>
                  <a:srgbClr val="A25C38"/>
                </a:solidFill>
                <a:latin typeface="Noto Sans"/>
                <a:ea typeface="Noto Sans"/>
                <a:cs typeface="Noto Sans"/>
              </a:defRPr>
            </a:defPPr>
            <a:lvl1pPr algn="ctr">
              <a:defRPr sz="2850" b="1">
                <a:solidFill>
                  <a:srgbClr val="A25C38"/>
                </a:solidFill>
                <a:latin typeface="Noto Sans"/>
                <a:ea typeface="Noto Sans"/>
                <a:cs typeface="Noto Sans"/>
              </a:defRPr>
            </a:lvl1pPr>
            <a:lvl2pPr algn="ctr">
              <a:defRPr sz="2850" b="1">
                <a:solidFill>
                  <a:srgbClr val="A25C38"/>
                </a:solidFill>
                <a:latin typeface="Noto Sans"/>
                <a:ea typeface="Noto Sans"/>
                <a:cs typeface="Noto Sans"/>
              </a:defRPr>
            </a:lvl2pPr>
            <a:lvl3pPr algn="ctr">
              <a:defRPr sz="2850" b="1">
                <a:solidFill>
                  <a:srgbClr val="A25C38"/>
                </a:solidFill>
                <a:latin typeface="Noto Sans"/>
                <a:ea typeface="Noto Sans"/>
                <a:cs typeface="Noto Sans"/>
              </a:defRPr>
            </a:lvl3pPr>
            <a:lvl4pPr algn="ctr">
              <a:defRPr sz="2850" b="1">
                <a:solidFill>
                  <a:srgbClr val="A25C38"/>
                </a:solidFill>
                <a:latin typeface="Noto Sans"/>
                <a:ea typeface="Noto Sans"/>
                <a:cs typeface="Noto Sans"/>
              </a:defRPr>
            </a:lvl4pPr>
            <a:lvl5pPr algn="ctr">
              <a:defRPr sz="2850" b="1">
                <a:solidFill>
                  <a:srgbClr val="A25C38"/>
                </a:solidFill>
                <a:latin typeface="Noto Sans"/>
                <a:ea typeface="Noto Sans"/>
                <a:cs typeface="Noto Sans"/>
              </a:defRPr>
            </a:lvl5pPr>
            <a:lvl6pPr algn="ctr">
              <a:defRPr sz="2850" b="1">
                <a:solidFill>
                  <a:srgbClr val="A25C38"/>
                </a:solidFill>
                <a:latin typeface="Noto Sans"/>
                <a:ea typeface="Noto Sans"/>
                <a:cs typeface="Noto Sans"/>
              </a:defRPr>
            </a:lvl6pPr>
            <a:lvl7pPr algn="ctr">
              <a:defRPr sz="2850" b="1">
                <a:solidFill>
                  <a:srgbClr val="A25C38"/>
                </a:solidFill>
                <a:latin typeface="Noto Sans"/>
                <a:ea typeface="Noto Sans"/>
                <a:cs typeface="Noto Sans"/>
              </a:defRPr>
            </a:lvl7pPr>
            <a:lvl8pPr algn="ctr">
              <a:defRPr sz="2850" b="1">
                <a:solidFill>
                  <a:srgbClr val="A25C38"/>
                </a:solidFill>
                <a:latin typeface="Noto Sans"/>
                <a:ea typeface="Noto Sans"/>
                <a:cs typeface="Noto Sans"/>
              </a:defRPr>
            </a:lvl8pPr>
            <a:lvl9pPr algn="ctr">
              <a:defRPr sz="2850" b="1">
                <a:solidFill>
                  <a:srgbClr val="A25C38"/>
                </a:solidFill>
                <a:latin typeface="Noto Sans"/>
                <a:ea typeface="Noto Sans"/>
                <a:cs typeface="Noto Sans"/>
              </a:defRPr>
            </a:lvl9pPr>
          </a:lstStyle>
          <a:p xmlns:a="http://schemas.openxmlformats.org/drawingml/2006/main">
            <a:pPr algn="ctr">
              <a:defRPr sz="2850" b="1">
                <a:solidFill>
                  <a:srgbClr val="A25C38"/>
                </a:solidFill>
                <a:latin typeface="Noto Sans"/>
                <a:ea typeface="Noto Sans"/>
                <a:cs typeface="Noto Sans"/>
              </a:defRPr>
            </a:pPr>
            <a:r>
              <a:rPr sz="2850" b="1">
                <a:solidFill>
                  <a:srgbClr val="A25C38"/>
                </a:solidFill>
                <a:latin typeface="Noto Sans"/>
                <a:ea typeface="Noto Sans"/>
                <a:cs typeface="Noto Sans"/>
              </a:rPr>
              <a:t>+</a:t>
            </a:r>
          </a:p>
        </p:txBody>
      </p:sp>
      <p:sp>
        <p:nvSpPr>
          <p:cNvPr id="37" name="">
            <a:extLst xmlns:a="http://schemas.openxmlformats.org/drawingml/2006/main">
              <a:ext uri="{FF2B5EF4-FFF2-40B4-BE49-F238E27FC236}">
                <a16:creationId xmlns:a16="http://schemas.microsoft.com/office/drawing/2014/main" id="{9E16078C-AD59-4CC8-A920-540D7C04AA7A}"/>
              </a:ext>
            </a:extLst>
          </p:cNvPr>
          <p:cNvSpPr>
            <a:spLocks xmlns:a="http://schemas.openxmlformats.org/drawingml/2006/main" noGrp="1"/>
          </p:cNvSpPr>
          <p:nvPr/>
        </p:nvSpPr>
        <p:spPr>
          <a:xfrm xmlns:a="http://schemas.openxmlformats.org/drawingml/2006/main">
            <a:off x="4305300" y="4438650"/>
            <a:ext cx="2857500" cy="1104900"/>
          </a:xfrm>
          <a:prstGeom xmlns:a="http://schemas.openxmlformats.org/drawingml/2006/main" prst="roundRect">
            <a:avLst>
              <a:gd name="adj" fmla="val 10345"/>
            </a:avLst>
          </a:prstGeom>
          <a:solidFill xmlns:a="http://schemas.openxmlformats.org/drawingml/2006/main">
            <a:srgbClr val="FFFEFA"/>
          </a:solidFill>
          <a:ln xmlns:a="http://schemas.openxmlformats.org/drawingml/2006/main" w="19050">
            <a:solidFill>
              <a:srgbClr val="356456"/>
            </a:solidFill>
            <a:prstDash val="solid"/>
          </a:ln>
        </p:spPr>
      </p:sp>
      <p:sp>
        <p:nvSpPr>
          <p:cNvPr id="38" name="">
            <a:extLst xmlns:a="http://schemas.openxmlformats.org/drawingml/2006/main">
              <a:ext uri="{FF2B5EF4-FFF2-40B4-BE49-F238E27FC236}">
                <a16:creationId xmlns:a16="http://schemas.microsoft.com/office/drawing/2014/main" id="{692D3BAE-C359-4E89-B4F9-008B7D7E5DD6}"/>
              </a:ext>
            </a:extLst>
          </p:cNvPr>
          <p:cNvSpPr>
            <a:spLocks xmlns:a="http://schemas.openxmlformats.org/drawingml/2006/main" noGrp="1"/>
          </p:cNvSpPr>
          <p:nvPr/>
        </p:nvSpPr>
        <p:spPr>
          <a:xfrm xmlns:a="http://schemas.openxmlformats.org/drawingml/2006/main">
            <a:off x="4533900" y="46482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2B23"/>
                </a:solidFill>
                <a:latin typeface="Noto Sans"/>
                <a:ea typeface="Noto Sans"/>
                <a:cs typeface="Noto Sans"/>
              </a:defRPr>
            </a:defPPr>
            <a:lvl1pPr algn="l">
              <a:defRPr sz="1425" b="1">
                <a:solidFill>
                  <a:srgbClr val="192B23"/>
                </a:solidFill>
                <a:latin typeface="Noto Sans"/>
                <a:ea typeface="Noto Sans"/>
                <a:cs typeface="Noto Sans"/>
              </a:defRPr>
            </a:lvl1pPr>
            <a:lvl2pPr algn="l">
              <a:defRPr sz="1425" b="1">
                <a:solidFill>
                  <a:srgbClr val="192B23"/>
                </a:solidFill>
                <a:latin typeface="Noto Sans"/>
                <a:ea typeface="Noto Sans"/>
                <a:cs typeface="Noto Sans"/>
              </a:defRPr>
            </a:lvl2pPr>
            <a:lvl3pPr algn="l">
              <a:defRPr sz="1425" b="1">
                <a:solidFill>
                  <a:srgbClr val="192B23"/>
                </a:solidFill>
                <a:latin typeface="Noto Sans"/>
                <a:ea typeface="Noto Sans"/>
                <a:cs typeface="Noto Sans"/>
              </a:defRPr>
            </a:lvl3pPr>
            <a:lvl4pPr algn="l">
              <a:defRPr sz="1425" b="1">
                <a:solidFill>
                  <a:srgbClr val="192B23"/>
                </a:solidFill>
                <a:latin typeface="Noto Sans"/>
                <a:ea typeface="Noto Sans"/>
                <a:cs typeface="Noto Sans"/>
              </a:defRPr>
            </a:lvl4pPr>
            <a:lvl5pPr algn="l">
              <a:defRPr sz="1425" b="1">
                <a:solidFill>
                  <a:srgbClr val="192B23"/>
                </a:solidFill>
                <a:latin typeface="Noto Sans"/>
                <a:ea typeface="Noto Sans"/>
                <a:cs typeface="Noto Sans"/>
              </a:defRPr>
            </a:lvl5pPr>
            <a:lvl6pPr algn="l">
              <a:defRPr sz="1425" b="1">
                <a:solidFill>
                  <a:srgbClr val="192B23"/>
                </a:solidFill>
                <a:latin typeface="Noto Sans"/>
                <a:ea typeface="Noto Sans"/>
                <a:cs typeface="Noto Sans"/>
              </a:defRPr>
            </a:lvl6pPr>
            <a:lvl7pPr algn="l">
              <a:defRPr sz="1425" b="1">
                <a:solidFill>
                  <a:srgbClr val="192B23"/>
                </a:solidFill>
                <a:latin typeface="Noto Sans"/>
                <a:ea typeface="Noto Sans"/>
                <a:cs typeface="Noto Sans"/>
              </a:defRPr>
            </a:lvl7pPr>
            <a:lvl8pPr algn="l">
              <a:defRPr sz="1425" b="1">
                <a:solidFill>
                  <a:srgbClr val="192B23"/>
                </a:solidFill>
                <a:latin typeface="Noto Sans"/>
                <a:ea typeface="Noto Sans"/>
                <a:cs typeface="Noto Sans"/>
              </a:defRPr>
            </a:lvl8pPr>
            <a:lvl9pPr algn="l">
              <a:defRPr sz="1425" b="1">
                <a:solidFill>
                  <a:srgbClr val="192B23"/>
                </a:solidFill>
                <a:latin typeface="Noto Sans"/>
                <a:ea typeface="Noto Sans"/>
                <a:cs typeface="Noto Sans"/>
              </a:defRPr>
            </a:lvl9pPr>
          </a:lstStyle>
          <a:p xmlns:a="http://schemas.openxmlformats.org/drawingml/2006/main">
            <a:pPr algn="l">
              <a:defRPr sz="1425" b="1">
                <a:solidFill>
                  <a:srgbClr val="192B23"/>
                </a:solidFill>
                <a:latin typeface="Noto Sans"/>
                <a:ea typeface="Noto Sans"/>
                <a:cs typeface="Noto Sans"/>
              </a:defRPr>
            </a:pPr>
            <a:r>
              <a:rPr sz="1425" b="1">
                <a:solidFill>
                  <a:srgbClr val="192B23"/>
                </a:solidFill>
                <a:latin typeface="Noto Sans"/>
                <a:ea typeface="Noto Sans"/>
                <a:cs typeface="Noto Sans"/>
              </a:rPr>
              <a:t>Resource scope</a:t>
            </a:r>
          </a:p>
        </p:txBody>
      </p:sp>
      <p:sp>
        <p:nvSpPr>
          <p:cNvPr id="39" name="">
            <a:extLst xmlns:a="http://schemas.openxmlformats.org/drawingml/2006/main">
              <a:ext uri="{FF2B5EF4-FFF2-40B4-BE49-F238E27FC236}">
                <a16:creationId xmlns:a16="http://schemas.microsoft.com/office/drawing/2014/main" id="{755FFA3F-5E80-4653-B470-2C9BF0C750ED}"/>
              </a:ext>
            </a:extLst>
          </p:cNvPr>
          <p:cNvSpPr>
            <a:spLocks xmlns:a="http://schemas.openxmlformats.org/drawingml/2006/main" noGrp="1"/>
          </p:cNvSpPr>
          <p:nvPr/>
        </p:nvSpPr>
        <p:spPr>
          <a:xfrm xmlns:a="http://schemas.openxmlformats.org/drawingml/2006/main">
            <a:off x="4533900" y="5029200"/>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Does the record belong to this user or company?</a:t>
            </a:r>
          </a:p>
        </p:txBody>
      </p:sp>
      <p:sp>
        <p:nvSpPr>
          <p:cNvPr id="40" name="">
            <a:extLst xmlns:a="http://schemas.openxmlformats.org/drawingml/2006/main">
              <a:ext uri="{FF2B5EF4-FFF2-40B4-BE49-F238E27FC236}">
                <a16:creationId xmlns:a16="http://schemas.microsoft.com/office/drawing/2014/main" id="{D5E98010-F2AF-43F3-AD3F-AD5F1F7546CF}"/>
              </a:ext>
            </a:extLst>
          </p:cNvPr>
          <p:cNvSpPr>
            <a:spLocks xmlns:a="http://schemas.openxmlformats.org/drawingml/2006/main" noGrp="1"/>
          </p:cNvSpPr>
          <p:nvPr/>
        </p:nvSpPr>
        <p:spPr>
          <a:xfrm xmlns:a="http://schemas.openxmlformats.org/drawingml/2006/main">
            <a:off x="7372350" y="4695825"/>
            <a:ext cx="47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2850" b="1">
                <a:solidFill>
                  <a:srgbClr val="A25C38"/>
                </a:solidFill>
                <a:latin typeface="Noto Sans"/>
                <a:ea typeface="Noto Sans"/>
                <a:cs typeface="Noto Sans"/>
              </a:defRPr>
            </a:defPPr>
            <a:lvl1pPr algn="ctr">
              <a:defRPr sz="2850" b="1">
                <a:solidFill>
                  <a:srgbClr val="A25C38"/>
                </a:solidFill>
                <a:latin typeface="Noto Sans"/>
                <a:ea typeface="Noto Sans"/>
                <a:cs typeface="Noto Sans"/>
              </a:defRPr>
            </a:lvl1pPr>
            <a:lvl2pPr algn="ctr">
              <a:defRPr sz="2850" b="1">
                <a:solidFill>
                  <a:srgbClr val="A25C38"/>
                </a:solidFill>
                <a:latin typeface="Noto Sans"/>
                <a:ea typeface="Noto Sans"/>
                <a:cs typeface="Noto Sans"/>
              </a:defRPr>
            </a:lvl2pPr>
            <a:lvl3pPr algn="ctr">
              <a:defRPr sz="2850" b="1">
                <a:solidFill>
                  <a:srgbClr val="A25C38"/>
                </a:solidFill>
                <a:latin typeface="Noto Sans"/>
                <a:ea typeface="Noto Sans"/>
                <a:cs typeface="Noto Sans"/>
              </a:defRPr>
            </a:lvl3pPr>
            <a:lvl4pPr algn="ctr">
              <a:defRPr sz="2850" b="1">
                <a:solidFill>
                  <a:srgbClr val="A25C38"/>
                </a:solidFill>
                <a:latin typeface="Noto Sans"/>
                <a:ea typeface="Noto Sans"/>
                <a:cs typeface="Noto Sans"/>
              </a:defRPr>
            </a:lvl4pPr>
            <a:lvl5pPr algn="ctr">
              <a:defRPr sz="2850" b="1">
                <a:solidFill>
                  <a:srgbClr val="A25C38"/>
                </a:solidFill>
                <a:latin typeface="Noto Sans"/>
                <a:ea typeface="Noto Sans"/>
                <a:cs typeface="Noto Sans"/>
              </a:defRPr>
            </a:lvl5pPr>
            <a:lvl6pPr algn="ctr">
              <a:defRPr sz="2850" b="1">
                <a:solidFill>
                  <a:srgbClr val="A25C38"/>
                </a:solidFill>
                <a:latin typeface="Noto Sans"/>
                <a:ea typeface="Noto Sans"/>
                <a:cs typeface="Noto Sans"/>
              </a:defRPr>
            </a:lvl6pPr>
            <a:lvl7pPr algn="ctr">
              <a:defRPr sz="2850" b="1">
                <a:solidFill>
                  <a:srgbClr val="A25C38"/>
                </a:solidFill>
                <a:latin typeface="Noto Sans"/>
                <a:ea typeface="Noto Sans"/>
                <a:cs typeface="Noto Sans"/>
              </a:defRPr>
            </a:lvl7pPr>
            <a:lvl8pPr algn="ctr">
              <a:defRPr sz="2850" b="1">
                <a:solidFill>
                  <a:srgbClr val="A25C38"/>
                </a:solidFill>
                <a:latin typeface="Noto Sans"/>
                <a:ea typeface="Noto Sans"/>
                <a:cs typeface="Noto Sans"/>
              </a:defRPr>
            </a:lvl8pPr>
            <a:lvl9pPr algn="ctr">
              <a:defRPr sz="2850" b="1">
                <a:solidFill>
                  <a:srgbClr val="A25C38"/>
                </a:solidFill>
                <a:latin typeface="Noto Sans"/>
                <a:ea typeface="Noto Sans"/>
                <a:cs typeface="Noto Sans"/>
              </a:defRPr>
            </a:lvl9pPr>
          </a:lstStyle>
          <a:p xmlns:a="http://schemas.openxmlformats.org/drawingml/2006/main">
            <a:pPr algn="ctr">
              <a:defRPr sz="2850" b="1">
                <a:solidFill>
                  <a:srgbClr val="A25C38"/>
                </a:solidFill>
                <a:latin typeface="Noto Sans"/>
                <a:ea typeface="Noto Sans"/>
                <a:cs typeface="Noto Sans"/>
              </a:defRPr>
            </a:pPr>
            <a:r>
              <a:rPr sz="2850" b="1">
                <a:solidFill>
                  <a:srgbClr val="A25C38"/>
                </a:solidFill>
                <a:latin typeface="Noto Sans"/>
                <a:ea typeface="Noto Sans"/>
                <a:cs typeface="Noto Sans"/>
              </a:rPr>
              <a:t>=</a:t>
            </a:r>
          </a:p>
        </p:txBody>
      </p:sp>
      <p:sp>
        <p:nvSpPr>
          <p:cNvPr id="41" name="">
            <a:extLst xmlns:a="http://schemas.openxmlformats.org/drawingml/2006/main">
              <a:ext uri="{FF2B5EF4-FFF2-40B4-BE49-F238E27FC236}">
                <a16:creationId xmlns:a16="http://schemas.microsoft.com/office/drawing/2014/main" id="{43690A55-F3AE-4DE9-A9AF-8240CB69FDA0}"/>
              </a:ext>
            </a:extLst>
          </p:cNvPr>
          <p:cNvSpPr>
            <a:spLocks xmlns:a="http://schemas.openxmlformats.org/drawingml/2006/main" noGrp="1"/>
          </p:cNvSpPr>
          <p:nvPr/>
        </p:nvSpPr>
        <p:spPr>
          <a:xfrm xmlns:a="http://schemas.openxmlformats.org/drawingml/2006/main">
            <a:off x="8001000" y="4438650"/>
            <a:ext cx="3238500" cy="1104900"/>
          </a:xfrm>
          <a:prstGeom xmlns:a="http://schemas.openxmlformats.org/drawingml/2006/main" prst="roundRect">
            <a:avLst>
              <a:gd name="adj" fmla="val 10345"/>
            </a:avLst>
          </a:prstGeom>
          <a:solidFill xmlns:a="http://schemas.openxmlformats.org/drawingml/2006/main">
            <a:srgbClr val="EDF1E9"/>
          </a:solidFill>
          <a:ln xmlns:a="http://schemas.openxmlformats.org/drawingml/2006/main" w="19050">
            <a:solidFill>
              <a:srgbClr val="A25C38"/>
            </a:solidFill>
            <a:prstDash val="solid"/>
          </a:ln>
        </p:spPr>
      </p:sp>
      <p:sp>
        <p:nvSpPr>
          <p:cNvPr id="42" name="">
            <a:extLst xmlns:a="http://schemas.openxmlformats.org/drawingml/2006/main">
              <a:ext uri="{FF2B5EF4-FFF2-40B4-BE49-F238E27FC236}">
                <a16:creationId xmlns:a16="http://schemas.microsoft.com/office/drawing/2014/main" id="{43998303-D5C5-440E-8B1C-1739B9640039}"/>
              </a:ext>
            </a:extLst>
          </p:cNvPr>
          <p:cNvSpPr>
            <a:spLocks xmlns:a="http://schemas.openxmlformats.org/drawingml/2006/main" noGrp="1"/>
          </p:cNvSpPr>
          <p:nvPr/>
        </p:nvSpPr>
        <p:spPr>
          <a:xfrm xmlns:a="http://schemas.openxmlformats.org/drawingml/2006/main">
            <a:off x="8229600" y="4648200"/>
            <a:ext cx="276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A25C38"/>
                </a:solidFill>
                <a:latin typeface="Noto Sans"/>
                <a:ea typeface="Noto Sans"/>
                <a:cs typeface="Noto Sans"/>
              </a:defRPr>
            </a:defPPr>
            <a:lvl1pPr algn="l">
              <a:defRPr sz="1425" b="1">
                <a:solidFill>
                  <a:srgbClr val="A25C38"/>
                </a:solidFill>
                <a:latin typeface="Noto Sans"/>
                <a:ea typeface="Noto Sans"/>
                <a:cs typeface="Noto Sans"/>
              </a:defRPr>
            </a:lvl1pPr>
            <a:lvl2pPr algn="l">
              <a:defRPr sz="1425" b="1">
                <a:solidFill>
                  <a:srgbClr val="A25C38"/>
                </a:solidFill>
                <a:latin typeface="Noto Sans"/>
                <a:ea typeface="Noto Sans"/>
                <a:cs typeface="Noto Sans"/>
              </a:defRPr>
            </a:lvl2pPr>
            <a:lvl3pPr algn="l">
              <a:defRPr sz="1425" b="1">
                <a:solidFill>
                  <a:srgbClr val="A25C38"/>
                </a:solidFill>
                <a:latin typeface="Noto Sans"/>
                <a:ea typeface="Noto Sans"/>
                <a:cs typeface="Noto Sans"/>
              </a:defRPr>
            </a:lvl3pPr>
            <a:lvl4pPr algn="l">
              <a:defRPr sz="1425" b="1">
                <a:solidFill>
                  <a:srgbClr val="A25C38"/>
                </a:solidFill>
                <a:latin typeface="Noto Sans"/>
                <a:ea typeface="Noto Sans"/>
                <a:cs typeface="Noto Sans"/>
              </a:defRPr>
            </a:lvl4pPr>
            <a:lvl5pPr algn="l">
              <a:defRPr sz="1425" b="1">
                <a:solidFill>
                  <a:srgbClr val="A25C38"/>
                </a:solidFill>
                <a:latin typeface="Noto Sans"/>
                <a:ea typeface="Noto Sans"/>
                <a:cs typeface="Noto Sans"/>
              </a:defRPr>
            </a:lvl5pPr>
            <a:lvl6pPr algn="l">
              <a:defRPr sz="1425" b="1">
                <a:solidFill>
                  <a:srgbClr val="A25C38"/>
                </a:solidFill>
                <a:latin typeface="Noto Sans"/>
                <a:ea typeface="Noto Sans"/>
                <a:cs typeface="Noto Sans"/>
              </a:defRPr>
            </a:lvl6pPr>
            <a:lvl7pPr algn="l">
              <a:defRPr sz="1425" b="1">
                <a:solidFill>
                  <a:srgbClr val="A25C38"/>
                </a:solidFill>
                <a:latin typeface="Noto Sans"/>
                <a:ea typeface="Noto Sans"/>
                <a:cs typeface="Noto Sans"/>
              </a:defRPr>
            </a:lvl7pPr>
            <a:lvl8pPr algn="l">
              <a:defRPr sz="1425" b="1">
                <a:solidFill>
                  <a:srgbClr val="A25C38"/>
                </a:solidFill>
                <a:latin typeface="Noto Sans"/>
                <a:ea typeface="Noto Sans"/>
                <a:cs typeface="Noto Sans"/>
              </a:defRPr>
            </a:lvl8pPr>
            <a:lvl9pPr algn="l">
              <a:defRPr sz="1425" b="1">
                <a:solidFill>
                  <a:srgbClr val="A25C38"/>
                </a:solidFill>
                <a:latin typeface="Noto Sans"/>
                <a:ea typeface="Noto Sans"/>
                <a:cs typeface="Noto Sans"/>
              </a:defRPr>
            </a:lvl9pPr>
          </a:lstStyle>
          <a:p xmlns:a="http://schemas.openxmlformats.org/drawingml/2006/main">
            <a:pPr algn="l">
              <a:defRPr sz="1425" b="1">
                <a:solidFill>
                  <a:srgbClr val="A25C38"/>
                </a:solidFill>
                <a:latin typeface="Noto Sans"/>
                <a:ea typeface="Noto Sans"/>
                <a:cs typeface="Noto Sans"/>
              </a:defRPr>
            </a:pPr>
            <a:r>
              <a:rPr sz="1425" b="1">
                <a:solidFill>
                  <a:srgbClr val="A25C38"/>
                </a:solidFill>
                <a:latin typeface="Noto Sans"/>
                <a:ea typeface="Noto Sans"/>
                <a:cs typeface="Noto Sans"/>
              </a:rPr>
              <a:t>Authorized action</a:t>
            </a:r>
          </a:p>
        </p:txBody>
      </p:sp>
      <p:sp>
        <p:nvSpPr>
          <p:cNvPr id="43" name="">
            <a:extLst xmlns:a="http://schemas.openxmlformats.org/drawingml/2006/main">
              <a:ext uri="{FF2B5EF4-FFF2-40B4-BE49-F238E27FC236}">
                <a16:creationId xmlns:a16="http://schemas.microsoft.com/office/drawing/2014/main" id="{A3C56C4A-3A80-4DE4-8D65-CB738CAA13C3}"/>
              </a:ext>
            </a:extLst>
          </p:cNvPr>
          <p:cNvSpPr>
            <a:spLocks xmlns:a="http://schemas.openxmlformats.org/drawingml/2006/main" noGrp="1"/>
          </p:cNvSpPr>
          <p:nvPr/>
        </p:nvSpPr>
        <p:spPr>
          <a:xfrm xmlns:a="http://schemas.openxmlformats.org/drawingml/2006/main">
            <a:off x="8229600" y="5029200"/>
            <a:ext cx="276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Otherwise return a safe 403 or 404 response.</a:t>
            </a:r>
          </a:p>
        </p:txBody>
      </p:sp>
      <p:sp>
        <p:nvSpPr>
          <p:cNvPr id="44" name="">
            <a:extLst xmlns:a="http://schemas.openxmlformats.org/drawingml/2006/main">
              <a:ext uri="{FF2B5EF4-FFF2-40B4-BE49-F238E27FC236}">
                <a16:creationId xmlns:a16="http://schemas.microsoft.com/office/drawing/2014/main" id="{908F9124-853D-4EBF-8540-4E0759670C26}"/>
              </a:ext>
            </a:extLst>
          </p:cNvPr>
          <p:cNvSpPr>
            <a:spLocks xmlns:a="http://schemas.openxmlformats.org/drawingml/2006/main" noGrp="1"/>
          </p:cNvSpPr>
          <p:nvPr/>
        </p:nvSpPr>
        <p:spPr>
          <a:xfrm xmlns:a="http://schemas.openxmlformats.org/drawingml/2006/main">
            <a:off x="609600" y="5791200"/>
            <a:ext cx="10629900" cy="419100"/>
          </a:xfrm>
          <a:prstGeom xmlns:a="http://schemas.openxmlformats.org/drawingml/2006/main" prst="roundRect">
            <a:avLst>
              <a:gd name="adj" fmla="val 27273"/>
            </a:avLst>
          </a:prstGeom>
          <a:solidFill xmlns:a="http://schemas.openxmlformats.org/drawingml/2006/main">
            <a:srgbClr val="EDF1E9"/>
          </a:solidFill>
          <a:ln xmlns:a="http://schemas.openxmlformats.org/drawingml/2006/main" w="9525">
            <a:solidFill>
              <a:srgbClr val="CFDBCF"/>
            </a:solidFill>
            <a:prstDash val="solid"/>
          </a:ln>
        </p:spPr>
      </p:sp>
      <p:sp>
        <p:nvSpPr>
          <p:cNvPr id="45" name="">
            <a:extLst xmlns:a="http://schemas.openxmlformats.org/drawingml/2006/main">
              <a:ext uri="{FF2B5EF4-FFF2-40B4-BE49-F238E27FC236}">
                <a16:creationId xmlns:a16="http://schemas.microsoft.com/office/drawing/2014/main" id="{BFA48644-7963-40EA-83E8-82E27AFFDAE1}"/>
              </a:ext>
            </a:extLst>
          </p:cNvPr>
          <p:cNvSpPr>
            <a:spLocks xmlns:a="http://schemas.openxmlformats.org/drawingml/2006/main" noGrp="1"/>
          </p:cNvSpPr>
          <p:nvPr/>
        </p:nvSpPr>
        <p:spPr>
          <a:xfrm xmlns:a="http://schemas.openxmlformats.org/drawingml/2006/main">
            <a:off x="800100" y="5876925"/>
            <a:ext cx="10229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2FA challenges are short-lived and single use. Redis rejects revoked sessions quickly; PostgreSQL remains the durable source of truth.</a:t>
            </a:r>
          </a:p>
        </p:txBody>
      </p:sp>
    </p:spTree>
    <p:transition spd="med" advClick="1">
      <p:fade/>
    </p:transition>
    <p:extLst>
      <p:ext uri="{BB962C8B-B14F-4D97-AF65-F5344CB8AC3E}">
        <p14:creationId xmlns:p14="http://schemas.microsoft.com/office/powerpoint/2010/main" val="118501559"/>
      </p:ext>
    </p:extLst>
  </p:cSld>
</p:sld>
</file>

<file path=ppt/slides/slide7.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F942B6CD-421F-4FF4-B3A5-49481CC2EA3D}"/>
              </a:ext>
            </a:extLst>
          </p:cNvPr>
          <p:cNvSpPr>
            <a:spLocks xmlns:a="http://schemas.openxmlformats.org/drawingml/2006/main" noGrp="1"/>
          </p:cNvSpPr>
          <p:nvPr/>
        </p:nvSpPr>
        <p:spPr>
          <a:xfrm xmlns:a="http://schemas.openxmlformats.org/drawingml/2006/main">
            <a:off x="60960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BUSINESS RULES</a:t>
            </a:r>
          </a:p>
        </p:txBody>
      </p:sp>
      <p:sp>
        <p:nvSpPr>
          <p:cNvPr id="2" name="">
            <a:extLst xmlns:a="http://schemas.openxmlformats.org/drawingml/2006/main">
              <a:ext uri="{FF2B5EF4-FFF2-40B4-BE49-F238E27FC236}">
                <a16:creationId xmlns:a16="http://schemas.microsoft.com/office/drawing/2014/main" id="{0D78F702-50BD-4003-8B3C-69AC5BC0DBFA}"/>
              </a:ext>
            </a:extLst>
          </p:cNvPr>
          <p:cNvSpPr>
            <a:spLocks xmlns:a="http://schemas.openxmlformats.org/drawingml/2006/main" noGrp="1"/>
          </p:cNvSpPr>
          <p:nvPr/>
        </p:nvSpPr>
        <p:spPr>
          <a:xfrm xmlns:a="http://schemas.openxmlformats.org/drawingml/2006/main">
            <a:off x="11163300" y="2667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07</a:t>
            </a:r>
          </a:p>
        </p:txBody>
      </p:sp>
      <p:sp>
        <p:nvSpPr>
          <p:cNvPr id="3" name="">
            <a:extLst xmlns:a="http://schemas.openxmlformats.org/drawingml/2006/main">
              <a:ext uri="{FF2B5EF4-FFF2-40B4-BE49-F238E27FC236}">
                <a16:creationId xmlns:a16="http://schemas.microsoft.com/office/drawing/2014/main" id="{BEA3FF4B-6BCE-4775-9EF2-367B7063108D}"/>
              </a:ext>
            </a:extLst>
          </p:cNvPr>
          <p:cNvSpPr>
            <a:spLocks xmlns:a="http://schemas.openxmlformats.org/drawingml/2006/main" noGrp="1"/>
          </p:cNvSpPr>
          <p:nvPr/>
        </p:nvSpPr>
        <p:spPr>
          <a:xfrm xmlns:a="http://schemas.openxmlformats.org/drawingml/2006/main">
            <a:off x="609600" y="533400"/>
            <a:ext cx="1038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Application workflow</a:t>
            </a:r>
          </a:p>
        </p:txBody>
      </p:sp>
      <p:sp>
        <p:nvSpPr>
          <p:cNvPr id="4" name="">
            <a:extLst xmlns:a="http://schemas.openxmlformats.org/drawingml/2006/main">
              <a:ext uri="{FF2B5EF4-FFF2-40B4-BE49-F238E27FC236}">
                <a16:creationId xmlns:a16="http://schemas.microsoft.com/office/drawing/2014/main" id="{917FD1E9-8932-4530-9AE8-8C00884A5C32}"/>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5FC5FB6D-A063-4D35-B1D2-21C643043FE9}"/>
              </a:ext>
            </a:extLst>
          </p:cNvPr>
          <p:cNvSpPr>
            <a:spLocks xmlns:a="http://schemas.openxmlformats.org/drawingml/2006/main" noGrp="1"/>
          </p:cNvSpPr>
          <p:nvPr/>
        </p:nvSpPr>
        <p:spPr>
          <a:xfrm xmlns:a="http://schemas.openxmlformats.org/drawingml/2006/main">
            <a:off x="609600" y="1352550"/>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The backend guards every recruitment stage and records the history.</a:t>
            </a:r>
          </a:p>
        </p:txBody>
      </p:sp>
      <p:sp>
        <p:nvSpPr>
          <p:cNvPr id="6" name="">
            <a:extLst xmlns:a="http://schemas.openxmlformats.org/drawingml/2006/main">
              <a:ext uri="{FF2B5EF4-FFF2-40B4-BE49-F238E27FC236}">
                <a16:creationId xmlns:a16="http://schemas.microsoft.com/office/drawing/2014/main" id="{85C1078B-D51C-4E73-B5CA-814BFA4407FC}"/>
              </a:ext>
            </a:extLst>
          </p:cNvPr>
          <p:cNvSpPr>
            <a:spLocks xmlns:a="http://schemas.openxmlformats.org/drawingml/2006/main" noGrp="1"/>
          </p:cNvSpPr>
          <p:nvPr/>
        </p:nvSpPr>
        <p:spPr>
          <a:xfrm xmlns:a="http://schemas.openxmlformats.org/drawingml/2006/main">
            <a:off x="609600" y="65532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pic>
        <p:nvPicPr>
          <p:cNvPr id="7" name="">
            <a:extLst xmlns:a="http://schemas.openxmlformats.org/drawingml/2006/main">
              <a:ext uri="{FF2B5EF4-FFF2-40B4-BE49-F238E27FC236}">
                <a16:creationId xmlns:a16="http://schemas.microsoft.com/office/drawing/2014/main" id="{2087F3E1-CEF4-4525-B824-D0951F5D31AD}"/>
              </a:ext>
            </a:extLst>
          </p:cNvPr>
          <p:cNvPicPr>
            <a:picLocks xmlns:a="http://schemas.openxmlformats.org/drawingml/2006/main" noChangeAspect="1"/>
          </p:cNvPicPr>
          <p:nvPr/>
        </p:nvPicPr>
        <p:blipFill>
          <a:blip xmlns:r="http://schemas.openxmlformats.org/officeDocument/2006/relationships" xmlns:a="http://schemas.openxmlformats.org/drawingml/2006/main" r:embed="Rb6284c787e9e4989"/>
          <a:srcRect xmlns:a="http://schemas.openxmlformats.org/drawingml/2006/main" l="0" t="33025" r="0" b="33025"/>
          <a:stretch xmlns:a="http://schemas.openxmlformats.org/drawingml/2006/main">
            <a:fillRect l="0" t="0" r="0" b="0"/>
          </a:stretch>
        </p:blipFill>
        <p:spPr>
          <a:xfrm xmlns:a="http://schemas.openxmlformats.org/drawingml/2006/main">
            <a:off x="609600" y="1847850"/>
            <a:ext cx="10972800" cy="2095500"/>
          </a:xfrm>
          <a:prstGeom xmlns:a="http://schemas.openxmlformats.org/drawingml/2006/main" prst="roundRect">
            <a:avLst>
              <a:gd name="adj" fmla="val 5455"/>
            </a:avLst>
          </a:prstGeom>
        </p:spPr>
      </p:pic>
      <p:sp>
        <p:nvSpPr>
          <p:cNvPr id="8" name="">
            <a:extLst xmlns:a="http://schemas.openxmlformats.org/drawingml/2006/main">
              <a:ext uri="{FF2B5EF4-FFF2-40B4-BE49-F238E27FC236}">
                <a16:creationId xmlns:a16="http://schemas.microsoft.com/office/drawing/2014/main" id="{6504C0B3-DC74-46FD-81E9-3D1A1ADE09EB}"/>
              </a:ext>
            </a:extLst>
          </p:cNvPr>
          <p:cNvSpPr>
            <a:spLocks xmlns:a="http://schemas.openxmlformats.org/drawingml/2006/main" noGrp="1"/>
          </p:cNvSpPr>
          <p:nvPr/>
        </p:nvSpPr>
        <p:spPr>
          <a:xfrm xmlns:a="http://schemas.openxmlformats.org/drawingml/2006/main">
            <a:off x="990600" y="4495800"/>
            <a:ext cx="9715500" cy="0"/>
          </a:xfrm>
          <a:prstGeom xmlns:a="http://schemas.openxmlformats.org/drawingml/2006/main" prst="line">
            <a:avLst/>
          </a:prstGeom>
          <a:ln xmlns:a="http://schemas.openxmlformats.org/drawingml/2006/main" w="28575">
            <a:solidFill>
              <a:srgbClr val="CFDBCF"/>
            </a:solidFill>
            <a:prstDash val="solid"/>
          </a:ln>
        </p:spPr>
      </p:sp>
      <p:sp>
        <p:nvSpPr>
          <p:cNvPr id="9" name="">
            <a:extLst xmlns:a="http://schemas.openxmlformats.org/drawingml/2006/main">
              <a:ext uri="{FF2B5EF4-FFF2-40B4-BE49-F238E27FC236}">
                <a16:creationId xmlns:a16="http://schemas.microsoft.com/office/drawing/2014/main" id="{632A330A-376D-4BDB-B894-9E32D43E27E7}"/>
              </a:ext>
            </a:extLst>
          </p:cNvPr>
          <p:cNvSpPr>
            <a:spLocks xmlns:a="http://schemas.openxmlformats.org/drawingml/2006/main" noGrp="1"/>
          </p:cNvSpPr>
          <p:nvPr/>
        </p:nvSpPr>
        <p:spPr>
          <a:xfrm xmlns:a="http://schemas.openxmlformats.org/drawingml/2006/main">
            <a:off x="838200" y="43434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0" name="">
            <a:extLst xmlns:a="http://schemas.openxmlformats.org/drawingml/2006/main">
              <a:ext uri="{FF2B5EF4-FFF2-40B4-BE49-F238E27FC236}">
                <a16:creationId xmlns:a16="http://schemas.microsoft.com/office/drawing/2014/main" id="{67222EE1-C4EE-4CE2-9B76-B4387C0628D2}"/>
              </a:ext>
            </a:extLst>
          </p:cNvPr>
          <p:cNvSpPr>
            <a:spLocks xmlns:a="http://schemas.openxmlformats.org/drawingml/2006/main" noGrp="1"/>
          </p:cNvSpPr>
          <p:nvPr/>
        </p:nvSpPr>
        <p:spPr>
          <a:xfrm xmlns:a="http://schemas.openxmlformats.org/drawingml/2006/main">
            <a:off x="838200" y="438150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1</a:t>
            </a:r>
          </a:p>
        </p:txBody>
      </p:sp>
      <p:sp>
        <p:nvSpPr>
          <p:cNvPr id="11" name="">
            <a:extLst xmlns:a="http://schemas.openxmlformats.org/drawingml/2006/main">
              <a:ext uri="{FF2B5EF4-FFF2-40B4-BE49-F238E27FC236}">
                <a16:creationId xmlns:a16="http://schemas.microsoft.com/office/drawing/2014/main" id="{E7FEE8E0-153F-4AB3-8B3C-395CCDDEE292}"/>
              </a:ext>
            </a:extLst>
          </p:cNvPr>
          <p:cNvSpPr>
            <a:spLocks xmlns:a="http://schemas.openxmlformats.org/drawingml/2006/main" noGrp="1"/>
          </p:cNvSpPr>
          <p:nvPr/>
        </p:nvSpPr>
        <p:spPr>
          <a:xfrm xmlns:a="http://schemas.openxmlformats.org/drawingml/2006/main">
            <a:off x="466725" y="481965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Discover</a:t>
            </a:r>
          </a:p>
        </p:txBody>
      </p:sp>
      <p:sp>
        <p:nvSpPr>
          <p:cNvPr id="12" name="">
            <a:extLst xmlns:a="http://schemas.openxmlformats.org/drawingml/2006/main">
              <a:ext uri="{FF2B5EF4-FFF2-40B4-BE49-F238E27FC236}">
                <a16:creationId xmlns:a16="http://schemas.microsoft.com/office/drawing/2014/main" id="{47FAE840-85A7-41A7-BD06-4916AC4EA720}"/>
              </a:ext>
            </a:extLst>
          </p:cNvPr>
          <p:cNvSpPr>
            <a:spLocks xmlns:a="http://schemas.openxmlformats.org/drawingml/2006/main" noGrp="1"/>
          </p:cNvSpPr>
          <p:nvPr/>
        </p:nvSpPr>
        <p:spPr>
          <a:xfrm xmlns:a="http://schemas.openxmlformats.org/drawingml/2006/main">
            <a:off x="247650" y="514350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Offer search</a:t>
            </a:r>
          </a:p>
        </p:txBody>
      </p:sp>
      <p:sp>
        <p:nvSpPr>
          <p:cNvPr id="13" name="">
            <a:extLst xmlns:a="http://schemas.openxmlformats.org/drawingml/2006/main">
              <a:ext uri="{FF2B5EF4-FFF2-40B4-BE49-F238E27FC236}">
                <a16:creationId xmlns:a16="http://schemas.microsoft.com/office/drawing/2014/main" id="{10623843-EAA4-4333-8E8A-1D2FCC7F15D6}"/>
              </a:ext>
            </a:extLst>
          </p:cNvPr>
          <p:cNvSpPr>
            <a:spLocks xmlns:a="http://schemas.openxmlformats.org/drawingml/2006/main" noGrp="1"/>
          </p:cNvSpPr>
          <p:nvPr/>
        </p:nvSpPr>
        <p:spPr>
          <a:xfrm xmlns:a="http://schemas.openxmlformats.org/drawingml/2006/main">
            <a:off x="2781300" y="43434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4" name="">
            <a:extLst xmlns:a="http://schemas.openxmlformats.org/drawingml/2006/main">
              <a:ext uri="{FF2B5EF4-FFF2-40B4-BE49-F238E27FC236}">
                <a16:creationId xmlns:a16="http://schemas.microsoft.com/office/drawing/2014/main" id="{F0704903-813C-4FAE-842F-0DB63A11B06D}"/>
              </a:ext>
            </a:extLst>
          </p:cNvPr>
          <p:cNvSpPr>
            <a:spLocks xmlns:a="http://schemas.openxmlformats.org/drawingml/2006/main" noGrp="1"/>
          </p:cNvSpPr>
          <p:nvPr/>
        </p:nvSpPr>
        <p:spPr>
          <a:xfrm xmlns:a="http://schemas.openxmlformats.org/drawingml/2006/main">
            <a:off x="2781300" y="438150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2</a:t>
            </a:r>
          </a:p>
        </p:txBody>
      </p:sp>
      <p:sp>
        <p:nvSpPr>
          <p:cNvPr id="15" name="">
            <a:extLst xmlns:a="http://schemas.openxmlformats.org/drawingml/2006/main">
              <a:ext uri="{FF2B5EF4-FFF2-40B4-BE49-F238E27FC236}">
                <a16:creationId xmlns:a16="http://schemas.microsoft.com/office/drawing/2014/main" id="{6055423F-7CF6-40CD-8844-86DE90C2FE4B}"/>
              </a:ext>
            </a:extLst>
          </p:cNvPr>
          <p:cNvSpPr>
            <a:spLocks xmlns:a="http://schemas.openxmlformats.org/drawingml/2006/main" noGrp="1"/>
          </p:cNvSpPr>
          <p:nvPr/>
        </p:nvSpPr>
        <p:spPr>
          <a:xfrm xmlns:a="http://schemas.openxmlformats.org/drawingml/2006/main">
            <a:off x="2409825" y="481965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Apply</a:t>
            </a:r>
          </a:p>
        </p:txBody>
      </p:sp>
      <p:sp>
        <p:nvSpPr>
          <p:cNvPr id="16" name="">
            <a:extLst xmlns:a="http://schemas.openxmlformats.org/drawingml/2006/main">
              <a:ext uri="{FF2B5EF4-FFF2-40B4-BE49-F238E27FC236}">
                <a16:creationId xmlns:a16="http://schemas.microsoft.com/office/drawing/2014/main" id="{3E4CCA96-63F6-464B-9A62-8588D183E247}"/>
              </a:ext>
            </a:extLst>
          </p:cNvPr>
          <p:cNvSpPr>
            <a:spLocks xmlns:a="http://schemas.openxmlformats.org/drawingml/2006/main" noGrp="1"/>
          </p:cNvSpPr>
          <p:nvPr/>
        </p:nvSpPr>
        <p:spPr>
          <a:xfrm xmlns:a="http://schemas.openxmlformats.org/drawingml/2006/main">
            <a:off x="2190750" y="514350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Profile + CV</a:t>
            </a:r>
          </a:p>
        </p:txBody>
      </p:sp>
      <p:sp>
        <p:nvSpPr>
          <p:cNvPr id="17" name="">
            <a:extLst xmlns:a="http://schemas.openxmlformats.org/drawingml/2006/main">
              <a:ext uri="{FF2B5EF4-FFF2-40B4-BE49-F238E27FC236}">
                <a16:creationId xmlns:a16="http://schemas.microsoft.com/office/drawing/2014/main" id="{893CC561-4474-4F87-AA54-BD5182613F14}"/>
              </a:ext>
            </a:extLst>
          </p:cNvPr>
          <p:cNvSpPr>
            <a:spLocks xmlns:a="http://schemas.openxmlformats.org/drawingml/2006/main" noGrp="1"/>
          </p:cNvSpPr>
          <p:nvPr/>
        </p:nvSpPr>
        <p:spPr>
          <a:xfrm xmlns:a="http://schemas.openxmlformats.org/drawingml/2006/main">
            <a:off x="4724400" y="43434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8" name="">
            <a:extLst xmlns:a="http://schemas.openxmlformats.org/drawingml/2006/main">
              <a:ext uri="{FF2B5EF4-FFF2-40B4-BE49-F238E27FC236}">
                <a16:creationId xmlns:a16="http://schemas.microsoft.com/office/drawing/2014/main" id="{B31E37F6-C1CD-4486-B185-C32FF8D9FCFF}"/>
              </a:ext>
            </a:extLst>
          </p:cNvPr>
          <p:cNvSpPr>
            <a:spLocks xmlns:a="http://schemas.openxmlformats.org/drawingml/2006/main" noGrp="1"/>
          </p:cNvSpPr>
          <p:nvPr/>
        </p:nvSpPr>
        <p:spPr>
          <a:xfrm xmlns:a="http://schemas.openxmlformats.org/drawingml/2006/main">
            <a:off x="4724400" y="438150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3</a:t>
            </a:r>
          </a:p>
        </p:txBody>
      </p:sp>
      <p:sp>
        <p:nvSpPr>
          <p:cNvPr id="19" name="">
            <a:extLst xmlns:a="http://schemas.openxmlformats.org/drawingml/2006/main">
              <a:ext uri="{FF2B5EF4-FFF2-40B4-BE49-F238E27FC236}">
                <a16:creationId xmlns:a16="http://schemas.microsoft.com/office/drawing/2014/main" id="{F09D7CA0-4A15-43D5-98E0-9A434ADAE751}"/>
              </a:ext>
            </a:extLst>
          </p:cNvPr>
          <p:cNvSpPr>
            <a:spLocks xmlns:a="http://schemas.openxmlformats.org/drawingml/2006/main" noGrp="1"/>
          </p:cNvSpPr>
          <p:nvPr/>
        </p:nvSpPr>
        <p:spPr>
          <a:xfrm xmlns:a="http://schemas.openxmlformats.org/drawingml/2006/main">
            <a:off x="4352925" y="481965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Screen</a:t>
            </a:r>
          </a:p>
        </p:txBody>
      </p:sp>
      <p:sp>
        <p:nvSpPr>
          <p:cNvPr id="20" name="">
            <a:extLst xmlns:a="http://schemas.openxmlformats.org/drawingml/2006/main">
              <a:ext uri="{FF2B5EF4-FFF2-40B4-BE49-F238E27FC236}">
                <a16:creationId xmlns:a16="http://schemas.microsoft.com/office/drawing/2014/main" id="{3D91180E-2434-46E9-9889-93AD1327869B}"/>
              </a:ext>
            </a:extLst>
          </p:cNvPr>
          <p:cNvSpPr>
            <a:spLocks xmlns:a="http://schemas.openxmlformats.org/drawingml/2006/main" noGrp="1"/>
          </p:cNvSpPr>
          <p:nvPr/>
        </p:nvSpPr>
        <p:spPr>
          <a:xfrm xmlns:a="http://schemas.openxmlformats.org/drawingml/2006/main">
            <a:off x="4133850" y="514350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AI job</a:t>
            </a:r>
          </a:p>
        </p:txBody>
      </p:sp>
      <p:sp>
        <p:nvSpPr>
          <p:cNvPr id="21" name="">
            <a:extLst xmlns:a="http://schemas.openxmlformats.org/drawingml/2006/main">
              <a:ext uri="{FF2B5EF4-FFF2-40B4-BE49-F238E27FC236}">
                <a16:creationId xmlns:a16="http://schemas.microsoft.com/office/drawing/2014/main" id="{6306FBD1-923E-4559-A193-9D2D9CEB16C3}"/>
              </a:ext>
            </a:extLst>
          </p:cNvPr>
          <p:cNvSpPr>
            <a:spLocks xmlns:a="http://schemas.openxmlformats.org/drawingml/2006/main" noGrp="1"/>
          </p:cNvSpPr>
          <p:nvPr/>
        </p:nvSpPr>
        <p:spPr>
          <a:xfrm xmlns:a="http://schemas.openxmlformats.org/drawingml/2006/main">
            <a:off x="6667500" y="43434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2" name="">
            <a:extLst xmlns:a="http://schemas.openxmlformats.org/drawingml/2006/main">
              <a:ext uri="{FF2B5EF4-FFF2-40B4-BE49-F238E27FC236}">
                <a16:creationId xmlns:a16="http://schemas.microsoft.com/office/drawing/2014/main" id="{CDC11BBA-BAD6-43B9-B6CE-2E82544FCA9A}"/>
              </a:ext>
            </a:extLst>
          </p:cNvPr>
          <p:cNvSpPr>
            <a:spLocks xmlns:a="http://schemas.openxmlformats.org/drawingml/2006/main" noGrp="1"/>
          </p:cNvSpPr>
          <p:nvPr/>
        </p:nvSpPr>
        <p:spPr>
          <a:xfrm xmlns:a="http://schemas.openxmlformats.org/drawingml/2006/main">
            <a:off x="6667500" y="438150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4</a:t>
            </a:r>
          </a:p>
        </p:txBody>
      </p:sp>
      <p:sp>
        <p:nvSpPr>
          <p:cNvPr id="23" name="">
            <a:extLst xmlns:a="http://schemas.openxmlformats.org/drawingml/2006/main">
              <a:ext uri="{FF2B5EF4-FFF2-40B4-BE49-F238E27FC236}">
                <a16:creationId xmlns:a16="http://schemas.microsoft.com/office/drawing/2014/main" id="{89DCB936-EDCD-4D11-B8F4-8090B546B8FB}"/>
              </a:ext>
            </a:extLst>
          </p:cNvPr>
          <p:cNvSpPr>
            <a:spLocks xmlns:a="http://schemas.openxmlformats.org/drawingml/2006/main" noGrp="1"/>
          </p:cNvSpPr>
          <p:nvPr/>
        </p:nvSpPr>
        <p:spPr>
          <a:xfrm xmlns:a="http://schemas.openxmlformats.org/drawingml/2006/main">
            <a:off x="6296025" y="481965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Review</a:t>
            </a:r>
          </a:p>
        </p:txBody>
      </p:sp>
      <p:sp>
        <p:nvSpPr>
          <p:cNvPr id="24" name="">
            <a:extLst xmlns:a="http://schemas.openxmlformats.org/drawingml/2006/main">
              <a:ext uri="{FF2B5EF4-FFF2-40B4-BE49-F238E27FC236}">
                <a16:creationId xmlns:a16="http://schemas.microsoft.com/office/drawing/2014/main" id="{5D08E2D1-ABAC-48F1-8AF6-6B956CC7B09F}"/>
              </a:ext>
            </a:extLst>
          </p:cNvPr>
          <p:cNvSpPr>
            <a:spLocks xmlns:a="http://schemas.openxmlformats.org/drawingml/2006/main" noGrp="1"/>
          </p:cNvSpPr>
          <p:nvPr/>
        </p:nvSpPr>
        <p:spPr>
          <a:xfrm xmlns:a="http://schemas.openxmlformats.org/drawingml/2006/main">
            <a:off x="6076950" y="514350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Company member</a:t>
            </a:r>
          </a:p>
        </p:txBody>
      </p:sp>
      <p:sp>
        <p:nvSpPr>
          <p:cNvPr id="25" name="">
            <a:extLst xmlns:a="http://schemas.openxmlformats.org/drawingml/2006/main">
              <a:ext uri="{FF2B5EF4-FFF2-40B4-BE49-F238E27FC236}">
                <a16:creationId xmlns:a16="http://schemas.microsoft.com/office/drawing/2014/main" id="{02CF7B04-DC28-413A-B7B6-33333433FF13}"/>
              </a:ext>
            </a:extLst>
          </p:cNvPr>
          <p:cNvSpPr>
            <a:spLocks xmlns:a="http://schemas.openxmlformats.org/drawingml/2006/main" noGrp="1"/>
          </p:cNvSpPr>
          <p:nvPr/>
        </p:nvSpPr>
        <p:spPr>
          <a:xfrm xmlns:a="http://schemas.openxmlformats.org/drawingml/2006/main">
            <a:off x="8610600" y="43434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6" name="">
            <a:extLst xmlns:a="http://schemas.openxmlformats.org/drawingml/2006/main">
              <a:ext uri="{FF2B5EF4-FFF2-40B4-BE49-F238E27FC236}">
                <a16:creationId xmlns:a16="http://schemas.microsoft.com/office/drawing/2014/main" id="{D9459909-A168-45AC-8A8D-FE8CEC9786CB}"/>
              </a:ext>
            </a:extLst>
          </p:cNvPr>
          <p:cNvSpPr>
            <a:spLocks xmlns:a="http://schemas.openxmlformats.org/drawingml/2006/main" noGrp="1"/>
          </p:cNvSpPr>
          <p:nvPr/>
        </p:nvSpPr>
        <p:spPr>
          <a:xfrm xmlns:a="http://schemas.openxmlformats.org/drawingml/2006/main">
            <a:off x="8610600" y="438150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5</a:t>
            </a:r>
          </a:p>
        </p:txBody>
      </p:sp>
      <p:sp>
        <p:nvSpPr>
          <p:cNvPr id="27" name="">
            <a:extLst xmlns:a="http://schemas.openxmlformats.org/drawingml/2006/main">
              <a:ext uri="{FF2B5EF4-FFF2-40B4-BE49-F238E27FC236}">
                <a16:creationId xmlns:a16="http://schemas.microsoft.com/office/drawing/2014/main" id="{C20741A9-4C2E-4F06-9534-3068E63B28FD}"/>
              </a:ext>
            </a:extLst>
          </p:cNvPr>
          <p:cNvSpPr>
            <a:spLocks xmlns:a="http://schemas.openxmlformats.org/drawingml/2006/main" noGrp="1"/>
          </p:cNvSpPr>
          <p:nvPr/>
        </p:nvSpPr>
        <p:spPr>
          <a:xfrm xmlns:a="http://schemas.openxmlformats.org/drawingml/2006/main">
            <a:off x="8239125" y="481965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Interview</a:t>
            </a:r>
          </a:p>
        </p:txBody>
      </p:sp>
      <p:sp>
        <p:nvSpPr>
          <p:cNvPr id="28" name="">
            <a:extLst xmlns:a="http://schemas.openxmlformats.org/drawingml/2006/main">
              <a:ext uri="{FF2B5EF4-FFF2-40B4-BE49-F238E27FC236}">
                <a16:creationId xmlns:a16="http://schemas.microsoft.com/office/drawing/2014/main" id="{F485BE0E-BD96-4C88-8200-2C0080689D0E}"/>
              </a:ext>
            </a:extLst>
          </p:cNvPr>
          <p:cNvSpPr>
            <a:spLocks xmlns:a="http://schemas.openxmlformats.org/drawingml/2006/main" noGrp="1"/>
          </p:cNvSpPr>
          <p:nvPr/>
        </p:nvSpPr>
        <p:spPr>
          <a:xfrm xmlns:a="http://schemas.openxmlformats.org/drawingml/2006/main">
            <a:off x="8020050" y="514350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Feedback</a:t>
            </a:r>
          </a:p>
        </p:txBody>
      </p:sp>
      <p:sp>
        <p:nvSpPr>
          <p:cNvPr id="29" name="">
            <a:extLst xmlns:a="http://schemas.openxmlformats.org/drawingml/2006/main">
              <a:ext uri="{FF2B5EF4-FFF2-40B4-BE49-F238E27FC236}">
                <a16:creationId xmlns:a16="http://schemas.microsoft.com/office/drawing/2014/main" id="{E47DB7E6-6C20-4297-BD97-35FE6AB8977F}"/>
              </a:ext>
            </a:extLst>
          </p:cNvPr>
          <p:cNvSpPr>
            <a:spLocks xmlns:a="http://schemas.openxmlformats.org/drawingml/2006/main" noGrp="1"/>
          </p:cNvSpPr>
          <p:nvPr/>
        </p:nvSpPr>
        <p:spPr>
          <a:xfrm xmlns:a="http://schemas.openxmlformats.org/drawingml/2006/main">
            <a:off x="10553700" y="4343400"/>
            <a:ext cx="304800" cy="3048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0" name="">
            <a:extLst xmlns:a="http://schemas.openxmlformats.org/drawingml/2006/main">
              <a:ext uri="{FF2B5EF4-FFF2-40B4-BE49-F238E27FC236}">
                <a16:creationId xmlns:a16="http://schemas.microsoft.com/office/drawing/2014/main" id="{4A82AEF9-A7A7-4233-BCFA-A88713F8121E}"/>
              </a:ext>
            </a:extLst>
          </p:cNvPr>
          <p:cNvSpPr>
            <a:spLocks xmlns:a="http://schemas.openxmlformats.org/drawingml/2006/main" noGrp="1"/>
          </p:cNvSpPr>
          <p:nvPr/>
        </p:nvSpPr>
        <p:spPr>
          <a:xfrm xmlns:a="http://schemas.openxmlformats.org/drawingml/2006/main">
            <a:off x="10553700" y="438150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6</a:t>
            </a:r>
          </a:p>
        </p:txBody>
      </p:sp>
      <p:sp>
        <p:nvSpPr>
          <p:cNvPr id="31" name="">
            <a:extLst xmlns:a="http://schemas.openxmlformats.org/drawingml/2006/main">
              <a:ext uri="{FF2B5EF4-FFF2-40B4-BE49-F238E27FC236}">
                <a16:creationId xmlns:a16="http://schemas.microsoft.com/office/drawing/2014/main" id="{B104B7A4-BD43-4394-984E-1EF8E22842F3}"/>
              </a:ext>
            </a:extLst>
          </p:cNvPr>
          <p:cNvSpPr>
            <a:spLocks xmlns:a="http://schemas.openxmlformats.org/drawingml/2006/main" noGrp="1"/>
          </p:cNvSpPr>
          <p:nvPr/>
        </p:nvSpPr>
        <p:spPr>
          <a:xfrm xmlns:a="http://schemas.openxmlformats.org/drawingml/2006/main">
            <a:off x="10182225" y="481965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Decision</a:t>
            </a:r>
          </a:p>
        </p:txBody>
      </p:sp>
      <p:sp>
        <p:nvSpPr>
          <p:cNvPr id="32" name="">
            <a:extLst xmlns:a="http://schemas.openxmlformats.org/drawingml/2006/main">
              <a:ext uri="{FF2B5EF4-FFF2-40B4-BE49-F238E27FC236}">
                <a16:creationId xmlns:a16="http://schemas.microsoft.com/office/drawing/2014/main" id="{869EAFCD-402E-4FA3-8793-B490421D191F}"/>
              </a:ext>
            </a:extLst>
          </p:cNvPr>
          <p:cNvSpPr>
            <a:spLocks xmlns:a="http://schemas.openxmlformats.org/drawingml/2006/main" noGrp="1"/>
          </p:cNvSpPr>
          <p:nvPr/>
        </p:nvSpPr>
        <p:spPr>
          <a:xfrm xmlns:a="http://schemas.openxmlformats.org/drawingml/2006/main">
            <a:off x="9963150" y="514350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Final state</a:t>
            </a:r>
          </a:p>
        </p:txBody>
      </p:sp>
      <p:sp>
        <p:nvSpPr>
          <p:cNvPr id="33" name="">
            <a:extLst xmlns:a="http://schemas.openxmlformats.org/drawingml/2006/main">
              <a:ext uri="{FF2B5EF4-FFF2-40B4-BE49-F238E27FC236}">
                <a16:creationId xmlns:a16="http://schemas.microsoft.com/office/drawing/2014/main" id="{C051E613-DFEF-407D-8E17-8B56D4B0A482}"/>
              </a:ext>
            </a:extLst>
          </p:cNvPr>
          <p:cNvSpPr>
            <a:spLocks xmlns:a="http://schemas.openxmlformats.org/drawingml/2006/main" noGrp="1"/>
          </p:cNvSpPr>
          <p:nvPr/>
        </p:nvSpPr>
        <p:spPr>
          <a:xfrm xmlns:a="http://schemas.openxmlformats.org/drawingml/2006/main">
            <a:off x="1524000" y="5943600"/>
            <a:ext cx="914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350" b="1">
                <a:solidFill>
                  <a:srgbClr val="A25C38"/>
                </a:solidFill>
                <a:latin typeface="Noto Sans"/>
                <a:ea typeface="Noto Sans"/>
                <a:cs typeface="Noto Sans"/>
              </a:defRPr>
            </a:defPPr>
            <a:lvl1pPr algn="ctr">
              <a:defRPr sz="1350" b="1">
                <a:solidFill>
                  <a:srgbClr val="A25C38"/>
                </a:solidFill>
                <a:latin typeface="Noto Sans"/>
                <a:ea typeface="Noto Sans"/>
                <a:cs typeface="Noto Sans"/>
              </a:defRPr>
            </a:lvl1pPr>
            <a:lvl2pPr algn="ctr">
              <a:defRPr sz="1350" b="1">
                <a:solidFill>
                  <a:srgbClr val="A25C38"/>
                </a:solidFill>
                <a:latin typeface="Noto Sans"/>
                <a:ea typeface="Noto Sans"/>
                <a:cs typeface="Noto Sans"/>
              </a:defRPr>
            </a:lvl2pPr>
            <a:lvl3pPr algn="ctr">
              <a:defRPr sz="1350" b="1">
                <a:solidFill>
                  <a:srgbClr val="A25C38"/>
                </a:solidFill>
                <a:latin typeface="Noto Sans"/>
                <a:ea typeface="Noto Sans"/>
                <a:cs typeface="Noto Sans"/>
              </a:defRPr>
            </a:lvl3pPr>
            <a:lvl4pPr algn="ctr">
              <a:defRPr sz="1350" b="1">
                <a:solidFill>
                  <a:srgbClr val="A25C38"/>
                </a:solidFill>
                <a:latin typeface="Noto Sans"/>
                <a:ea typeface="Noto Sans"/>
                <a:cs typeface="Noto Sans"/>
              </a:defRPr>
            </a:lvl4pPr>
            <a:lvl5pPr algn="ctr">
              <a:defRPr sz="1350" b="1">
                <a:solidFill>
                  <a:srgbClr val="A25C38"/>
                </a:solidFill>
                <a:latin typeface="Noto Sans"/>
                <a:ea typeface="Noto Sans"/>
                <a:cs typeface="Noto Sans"/>
              </a:defRPr>
            </a:lvl5pPr>
            <a:lvl6pPr algn="ctr">
              <a:defRPr sz="1350" b="1">
                <a:solidFill>
                  <a:srgbClr val="A25C38"/>
                </a:solidFill>
                <a:latin typeface="Noto Sans"/>
                <a:ea typeface="Noto Sans"/>
                <a:cs typeface="Noto Sans"/>
              </a:defRPr>
            </a:lvl6pPr>
            <a:lvl7pPr algn="ctr">
              <a:defRPr sz="1350" b="1">
                <a:solidFill>
                  <a:srgbClr val="A25C38"/>
                </a:solidFill>
                <a:latin typeface="Noto Sans"/>
                <a:ea typeface="Noto Sans"/>
                <a:cs typeface="Noto Sans"/>
              </a:defRPr>
            </a:lvl7pPr>
            <a:lvl8pPr algn="ctr">
              <a:defRPr sz="1350" b="1">
                <a:solidFill>
                  <a:srgbClr val="A25C38"/>
                </a:solidFill>
                <a:latin typeface="Noto Sans"/>
                <a:ea typeface="Noto Sans"/>
                <a:cs typeface="Noto Sans"/>
              </a:defRPr>
            </a:lvl8pPr>
            <a:lvl9pPr algn="ctr">
              <a:defRPr sz="1350" b="1">
                <a:solidFill>
                  <a:srgbClr val="A25C38"/>
                </a:solidFill>
                <a:latin typeface="Noto Sans"/>
                <a:ea typeface="Noto Sans"/>
                <a:cs typeface="Noto Sans"/>
              </a:defRPr>
            </a:lvl9pPr>
          </a:lstStyle>
          <a:p xmlns:a="http://schemas.openxmlformats.org/drawingml/2006/main">
            <a:pPr algn="ctr">
              <a:defRPr sz="1350" b="1">
                <a:solidFill>
                  <a:srgbClr val="A25C38"/>
                </a:solidFill>
                <a:latin typeface="Noto Sans"/>
                <a:ea typeface="Noto Sans"/>
                <a:cs typeface="Noto Sans"/>
              </a:defRPr>
            </a:pPr>
            <a:r>
              <a:rPr sz="1350" b="1">
                <a:solidFill>
                  <a:srgbClr val="A25C38"/>
                </a:solidFill>
                <a:latin typeface="Noto Sans"/>
                <a:ea typeface="Noto Sans"/>
                <a:cs typeface="Noto Sans"/>
              </a:rPr>
              <a:t>Before commit: current stage + requested stage + caller permission + application scope</a:t>
            </a:r>
          </a:p>
        </p:txBody>
      </p:sp>
    </p:spTree>
    <p:transition spd="med" advClick="1">
      <p:fade/>
    </p:transition>
    <p:extLst>
      <p:ext uri="{BB962C8B-B14F-4D97-AF65-F5344CB8AC3E}">
        <p14:creationId xmlns:p14="http://schemas.microsoft.com/office/powerpoint/2010/main" val="1680443836"/>
      </p:ext>
    </p:extLst>
  </p:cSld>
</p:sld>
</file>

<file path=ppt/slides/slide8.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BDBA3CB4-8753-46E8-B723-B9048608CA64}"/>
              </a:ext>
            </a:extLst>
          </p:cNvPr>
          <p:cNvSpPr>
            <a:spLocks xmlns:a="http://schemas.openxmlformats.org/drawingml/2006/main" noGrp="1"/>
          </p:cNvSpPr>
          <p:nvPr/>
        </p:nvSpPr>
        <p:spPr>
          <a:xfrm xmlns:a="http://schemas.openxmlformats.org/drawingml/2006/main">
            <a:off x="60960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BACKGROUND PROCESSING</a:t>
            </a:r>
          </a:p>
        </p:txBody>
      </p:sp>
      <p:sp>
        <p:nvSpPr>
          <p:cNvPr id="2" name="">
            <a:extLst xmlns:a="http://schemas.openxmlformats.org/drawingml/2006/main">
              <a:ext uri="{FF2B5EF4-FFF2-40B4-BE49-F238E27FC236}">
                <a16:creationId xmlns:a16="http://schemas.microsoft.com/office/drawing/2014/main" id="{A2D80EE8-BBE5-4034-9401-C385F38A1D86}"/>
              </a:ext>
            </a:extLst>
          </p:cNvPr>
          <p:cNvSpPr>
            <a:spLocks xmlns:a="http://schemas.openxmlformats.org/drawingml/2006/main" noGrp="1"/>
          </p:cNvSpPr>
          <p:nvPr/>
        </p:nvSpPr>
        <p:spPr>
          <a:xfrm xmlns:a="http://schemas.openxmlformats.org/drawingml/2006/main">
            <a:off x="11163300" y="2667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08</a:t>
            </a:r>
          </a:p>
        </p:txBody>
      </p:sp>
      <p:sp>
        <p:nvSpPr>
          <p:cNvPr id="3" name="">
            <a:extLst xmlns:a="http://schemas.openxmlformats.org/drawingml/2006/main">
              <a:ext uri="{FF2B5EF4-FFF2-40B4-BE49-F238E27FC236}">
                <a16:creationId xmlns:a16="http://schemas.microsoft.com/office/drawing/2014/main" id="{BE0079B6-743B-4374-B2C7-75B96BC208EF}"/>
              </a:ext>
            </a:extLst>
          </p:cNvPr>
          <p:cNvSpPr>
            <a:spLocks xmlns:a="http://schemas.openxmlformats.org/drawingml/2006/main" noGrp="1"/>
          </p:cNvSpPr>
          <p:nvPr/>
        </p:nvSpPr>
        <p:spPr>
          <a:xfrm xmlns:a="http://schemas.openxmlformats.org/drawingml/2006/main">
            <a:off x="609600" y="533400"/>
            <a:ext cx="1038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Durable AI jobs and email delivery</a:t>
            </a:r>
          </a:p>
        </p:txBody>
      </p:sp>
      <p:sp>
        <p:nvSpPr>
          <p:cNvPr id="4" name="">
            <a:extLst xmlns:a="http://schemas.openxmlformats.org/drawingml/2006/main">
              <a:ext uri="{FF2B5EF4-FFF2-40B4-BE49-F238E27FC236}">
                <a16:creationId xmlns:a16="http://schemas.microsoft.com/office/drawing/2014/main" id="{0598B220-2C18-4798-8F4C-E44142F5E09F}"/>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AF6B8305-7F2A-403A-8D5B-23550DF74DD6}"/>
              </a:ext>
            </a:extLst>
          </p:cNvPr>
          <p:cNvSpPr>
            <a:spLocks xmlns:a="http://schemas.openxmlformats.org/drawingml/2006/main" noGrp="1"/>
          </p:cNvSpPr>
          <p:nvPr/>
        </p:nvSpPr>
        <p:spPr>
          <a:xfrm xmlns:a="http://schemas.openxmlformats.org/drawingml/2006/main">
            <a:off x="609600" y="1352550"/>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Slow external services run outside the HTTP request and remain safe to retry.</a:t>
            </a:r>
          </a:p>
        </p:txBody>
      </p:sp>
      <p:sp>
        <p:nvSpPr>
          <p:cNvPr id="6" name="">
            <a:extLst xmlns:a="http://schemas.openxmlformats.org/drawingml/2006/main">
              <a:ext uri="{FF2B5EF4-FFF2-40B4-BE49-F238E27FC236}">
                <a16:creationId xmlns:a16="http://schemas.microsoft.com/office/drawing/2014/main" id="{16A23825-AFCC-42D4-9A55-CC673A721BBB}"/>
              </a:ext>
            </a:extLst>
          </p:cNvPr>
          <p:cNvSpPr>
            <a:spLocks xmlns:a="http://schemas.openxmlformats.org/drawingml/2006/main" noGrp="1"/>
          </p:cNvSpPr>
          <p:nvPr/>
        </p:nvSpPr>
        <p:spPr>
          <a:xfrm xmlns:a="http://schemas.openxmlformats.org/drawingml/2006/main">
            <a:off x="609600" y="65532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635BC02D-DC90-42D2-8D1C-88BABE38978D}"/>
              </a:ext>
            </a:extLst>
          </p:cNvPr>
          <p:cNvSpPr>
            <a:spLocks xmlns:a="http://schemas.openxmlformats.org/drawingml/2006/main" noGrp="1"/>
          </p:cNvSpPr>
          <p:nvPr/>
        </p:nvSpPr>
        <p:spPr>
          <a:xfrm xmlns:a="http://schemas.openxmlformats.org/drawingml/2006/main">
            <a:off x="609600" y="19240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AI PROCESSING</a:t>
            </a:r>
          </a:p>
        </p:txBody>
      </p:sp>
      <p:sp>
        <p:nvSpPr>
          <p:cNvPr id="8" name="">
            <a:extLst xmlns:a="http://schemas.openxmlformats.org/drawingml/2006/main">
              <a:ext uri="{FF2B5EF4-FFF2-40B4-BE49-F238E27FC236}">
                <a16:creationId xmlns:a16="http://schemas.microsoft.com/office/drawing/2014/main" id="{346C54DB-A616-4FBB-8C06-85B8FE21D4C1}"/>
              </a:ext>
            </a:extLst>
          </p:cNvPr>
          <p:cNvSpPr>
            <a:spLocks xmlns:a="http://schemas.openxmlformats.org/drawingml/2006/main" noGrp="1"/>
          </p:cNvSpPr>
          <p:nvPr/>
        </p:nvSpPr>
        <p:spPr>
          <a:xfrm xmlns:a="http://schemas.openxmlformats.org/drawingml/2006/main">
            <a:off x="990600" y="2476500"/>
            <a:ext cx="9715500" cy="0"/>
          </a:xfrm>
          <a:prstGeom xmlns:a="http://schemas.openxmlformats.org/drawingml/2006/main" prst="line">
            <a:avLst/>
          </a:prstGeom>
          <a:ln xmlns:a="http://schemas.openxmlformats.org/drawingml/2006/main" w="28575">
            <a:solidFill>
              <a:srgbClr val="CFDBCF"/>
            </a:solidFill>
            <a:prstDash val="solid"/>
          </a:ln>
        </p:spPr>
      </p:sp>
      <p:sp>
        <p:nvSpPr>
          <p:cNvPr id="9" name="">
            <a:extLst xmlns:a="http://schemas.openxmlformats.org/drawingml/2006/main">
              <a:ext uri="{FF2B5EF4-FFF2-40B4-BE49-F238E27FC236}">
                <a16:creationId xmlns:a16="http://schemas.microsoft.com/office/drawing/2014/main" id="{F86632E7-3771-4DC5-BB35-62A05FFD80E0}"/>
              </a:ext>
            </a:extLst>
          </p:cNvPr>
          <p:cNvSpPr>
            <a:spLocks xmlns:a="http://schemas.openxmlformats.org/drawingml/2006/main" noGrp="1"/>
          </p:cNvSpPr>
          <p:nvPr/>
        </p:nvSpPr>
        <p:spPr>
          <a:xfrm xmlns:a="http://schemas.openxmlformats.org/drawingml/2006/main">
            <a:off x="838200" y="23241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0" name="">
            <a:extLst xmlns:a="http://schemas.openxmlformats.org/drawingml/2006/main">
              <a:ext uri="{FF2B5EF4-FFF2-40B4-BE49-F238E27FC236}">
                <a16:creationId xmlns:a16="http://schemas.microsoft.com/office/drawing/2014/main" id="{015EA3D8-B098-4FAC-AF92-2955F04FE46D}"/>
              </a:ext>
            </a:extLst>
          </p:cNvPr>
          <p:cNvSpPr>
            <a:spLocks xmlns:a="http://schemas.openxmlformats.org/drawingml/2006/main" noGrp="1"/>
          </p:cNvSpPr>
          <p:nvPr/>
        </p:nvSpPr>
        <p:spPr>
          <a:xfrm xmlns:a="http://schemas.openxmlformats.org/drawingml/2006/main">
            <a:off x="838200" y="236220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1</a:t>
            </a:r>
          </a:p>
        </p:txBody>
      </p:sp>
      <p:sp>
        <p:nvSpPr>
          <p:cNvPr id="11" name="">
            <a:extLst xmlns:a="http://schemas.openxmlformats.org/drawingml/2006/main">
              <a:ext uri="{FF2B5EF4-FFF2-40B4-BE49-F238E27FC236}">
                <a16:creationId xmlns:a16="http://schemas.microsoft.com/office/drawing/2014/main" id="{43EAA8D6-5693-49E1-A575-18C8EF44309E}"/>
              </a:ext>
            </a:extLst>
          </p:cNvPr>
          <p:cNvSpPr>
            <a:spLocks xmlns:a="http://schemas.openxmlformats.org/drawingml/2006/main" noGrp="1"/>
          </p:cNvSpPr>
          <p:nvPr/>
        </p:nvSpPr>
        <p:spPr>
          <a:xfrm xmlns:a="http://schemas.openxmlformats.org/drawingml/2006/main">
            <a:off x="466725" y="280035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API</a:t>
            </a:r>
          </a:p>
        </p:txBody>
      </p:sp>
      <p:sp>
        <p:nvSpPr>
          <p:cNvPr id="12" name="">
            <a:extLst xmlns:a="http://schemas.openxmlformats.org/drawingml/2006/main">
              <a:ext uri="{FF2B5EF4-FFF2-40B4-BE49-F238E27FC236}">
                <a16:creationId xmlns:a16="http://schemas.microsoft.com/office/drawing/2014/main" id="{7BF00489-27F4-4980-B244-6E2CB423DA2A}"/>
              </a:ext>
            </a:extLst>
          </p:cNvPr>
          <p:cNvSpPr>
            <a:spLocks xmlns:a="http://schemas.openxmlformats.org/drawingml/2006/main" noGrp="1"/>
          </p:cNvSpPr>
          <p:nvPr/>
        </p:nvSpPr>
        <p:spPr>
          <a:xfrm xmlns:a="http://schemas.openxmlformats.org/drawingml/2006/main">
            <a:off x="247650" y="312420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Create job</a:t>
            </a:r>
          </a:p>
        </p:txBody>
      </p:sp>
      <p:sp>
        <p:nvSpPr>
          <p:cNvPr id="13" name="">
            <a:extLst xmlns:a="http://schemas.openxmlformats.org/drawingml/2006/main">
              <a:ext uri="{FF2B5EF4-FFF2-40B4-BE49-F238E27FC236}">
                <a16:creationId xmlns:a16="http://schemas.microsoft.com/office/drawing/2014/main" id="{0A0C08AA-84CB-4A9E-A369-0C2938D10C39}"/>
              </a:ext>
            </a:extLst>
          </p:cNvPr>
          <p:cNvSpPr>
            <a:spLocks xmlns:a="http://schemas.openxmlformats.org/drawingml/2006/main" noGrp="1"/>
          </p:cNvSpPr>
          <p:nvPr/>
        </p:nvSpPr>
        <p:spPr>
          <a:xfrm xmlns:a="http://schemas.openxmlformats.org/drawingml/2006/main">
            <a:off x="2781300" y="23241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4" name="">
            <a:extLst xmlns:a="http://schemas.openxmlformats.org/drawingml/2006/main">
              <a:ext uri="{FF2B5EF4-FFF2-40B4-BE49-F238E27FC236}">
                <a16:creationId xmlns:a16="http://schemas.microsoft.com/office/drawing/2014/main" id="{91B5065B-9206-43F9-A4FB-071758DCB694}"/>
              </a:ext>
            </a:extLst>
          </p:cNvPr>
          <p:cNvSpPr>
            <a:spLocks xmlns:a="http://schemas.openxmlformats.org/drawingml/2006/main" noGrp="1"/>
          </p:cNvSpPr>
          <p:nvPr/>
        </p:nvSpPr>
        <p:spPr>
          <a:xfrm xmlns:a="http://schemas.openxmlformats.org/drawingml/2006/main">
            <a:off x="2781300" y="236220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2</a:t>
            </a:r>
          </a:p>
        </p:txBody>
      </p:sp>
      <p:sp>
        <p:nvSpPr>
          <p:cNvPr id="15" name="">
            <a:extLst xmlns:a="http://schemas.openxmlformats.org/drawingml/2006/main">
              <a:ext uri="{FF2B5EF4-FFF2-40B4-BE49-F238E27FC236}">
                <a16:creationId xmlns:a16="http://schemas.microsoft.com/office/drawing/2014/main" id="{E81FE387-6D8C-4EAB-8064-FF7C2E27DD83}"/>
              </a:ext>
            </a:extLst>
          </p:cNvPr>
          <p:cNvSpPr>
            <a:spLocks xmlns:a="http://schemas.openxmlformats.org/drawingml/2006/main" noGrp="1"/>
          </p:cNvSpPr>
          <p:nvPr/>
        </p:nvSpPr>
        <p:spPr>
          <a:xfrm xmlns:a="http://schemas.openxmlformats.org/drawingml/2006/main">
            <a:off x="2409825" y="280035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Outbox</a:t>
            </a:r>
          </a:p>
        </p:txBody>
      </p:sp>
      <p:sp>
        <p:nvSpPr>
          <p:cNvPr id="16" name="">
            <a:extLst xmlns:a="http://schemas.openxmlformats.org/drawingml/2006/main">
              <a:ext uri="{FF2B5EF4-FFF2-40B4-BE49-F238E27FC236}">
                <a16:creationId xmlns:a16="http://schemas.microsoft.com/office/drawing/2014/main" id="{9C0A1AA3-893F-47B5-B194-7B8A1574C161}"/>
              </a:ext>
            </a:extLst>
          </p:cNvPr>
          <p:cNvSpPr>
            <a:spLocks xmlns:a="http://schemas.openxmlformats.org/drawingml/2006/main" noGrp="1"/>
          </p:cNvSpPr>
          <p:nvPr/>
        </p:nvSpPr>
        <p:spPr>
          <a:xfrm xmlns:a="http://schemas.openxmlformats.org/drawingml/2006/main">
            <a:off x="2190750" y="312420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Persist</a:t>
            </a:r>
          </a:p>
        </p:txBody>
      </p:sp>
      <p:sp>
        <p:nvSpPr>
          <p:cNvPr id="17" name="">
            <a:extLst xmlns:a="http://schemas.openxmlformats.org/drawingml/2006/main">
              <a:ext uri="{FF2B5EF4-FFF2-40B4-BE49-F238E27FC236}">
                <a16:creationId xmlns:a16="http://schemas.microsoft.com/office/drawing/2014/main" id="{AB6EE641-640E-48E7-966C-183DBF94E62F}"/>
              </a:ext>
            </a:extLst>
          </p:cNvPr>
          <p:cNvSpPr>
            <a:spLocks xmlns:a="http://schemas.openxmlformats.org/drawingml/2006/main" noGrp="1"/>
          </p:cNvSpPr>
          <p:nvPr/>
        </p:nvSpPr>
        <p:spPr>
          <a:xfrm xmlns:a="http://schemas.openxmlformats.org/drawingml/2006/main">
            <a:off x="4724400" y="23241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8" name="">
            <a:extLst xmlns:a="http://schemas.openxmlformats.org/drawingml/2006/main">
              <a:ext uri="{FF2B5EF4-FFF2-40B4-BE49-F238E27FC236}">
                <a16:creationId xmlns:a16="http://schemas.microsoft.com/office/drawing/2014/main" id="{345EFCA1-72BB-4340-8F02-B2D993899EAC}"/>
              </a:ext>
            </a:extLst>
          </p:cNvPr>
          <p:cNvSpPr>
            <a:spLocks xmlns:a="http://schemas.openxmlformats.org/drawingml/2006/main" noGrp="1"/>
          </p:cNvSpPr>
          <p:nvPr/>
        </p:nvSpPr>
        <p:spPr>
          <a:xfrm xmlns:a="http://schemas.openxmlformats.org/drawingml/2006/main">
            <a:off x="4724400" y="236220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3</a:t>
            </a:r>
          </a:p>
        </p:txBody>
      </p:sp>
      <p:sp>
        <p:nvSpPr>
          <p:cNvPr id="19" name="">
            <a:extLst xmlns:a="http://schemas.openxmlformats.org/drawingml/2006/main">
              <a:ext uri="{FF2B5EF4-FFF2-40B4-BE49-F238E27FC236}">
                <a16:creationId xmlns:a16="http://schemas.microsoft.com/office/drawing/2014/main" id="{CC824D4C-C876-4220-843B-83791637C64D}"/>
              </a:ext>
            </a:extLst>
          </p:cNvPr>
          <p:cNvSpPr>
            <a:spLocks xmlns:a="http://schemas.openxmlformats.org/drawingml/2006/main" noGrp="1"/>
          </p:cNvSpPr>
          <p:nvPr/>
        </p:nvSpPr>
        <p:spPr>
          <a:xfrm xmlns:a="http://schemas.openxmlformats.org/drawingml/2006/main">
            <a:off x="4352925" y="280035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Dispatch</a:t>
            </a:r>
          </a:p>
        </p:txBody>
      </p:sp>
      <p:sp>
        <p:nvSpPr>
          <p:cNvPr id="20" name="">
            <a:extLst xmlns:a="http://schemas.openxmlformats.org/drawingml/2006/main">
              <a:ext uri="{FF2B5EF4-FFF2-40B4-BE49-F238E27FC236}">
                <a16:creationId xmlns:a16="http://schemas.microsoft.com/office/drawing/2014/main" id="{DC05D9DE-9256-4881-B3F4-D4D6149B616E}"/>
              </a:ext>
            </a:extLst>
          </p:cNvPr>
          <p:cNvSpPr>
            <a:spLocks xmlns:a="http://schemas.openxmlformats.org/drawingml/2006/main" noGrp="1"/>
          </p:cNvSpPr>
          <p:nvPr/>
        </p:nvSpPr>
        <p:spPr>
          <a:xfrm xmlns:a="http://schemas.openxmlformats.org/drawingml/2006/main">
            <a:off x="4133850" y="312420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Claim</a:t>
            </a:r>
          </a:p>
        </p:txBody>
      </p:sp>
      <p:sp>
        <p:nvSpPr>
          <p:cNvPr id="21" name="">
            <a:extLst xmlns:a="http://schemas.openxmlformats.org/drawingml/2006/main">
              <a:ext uri="{FF2B5EF4-FFF2-40B4-BE49-F238E27FC236}">
                <a16:creationId xmlns:a16="http://schemas.microsoft.com/office/drawing/2014/main" id="{1A6C140F-2880-4CA9-B185-6AFB33C1C752}"/>
              </a:ext>
            </a:extLst>
          </p:cNvPr>
          <p:cNvSpPr>
            <a:spLocks xmlns:a="http://schemas.openxmlformats.org/drawingml/2006/main" noGrp="1"/>
          </p:cNvSpPr>
          <p:nvPr/>
        </p:nvSpPr>
        <p:spPr>
          <a:xfrm xmlns:a="http://schemas.openxmlformats.org/drawingml/2006/main">
            <a:off x="6667500" y="23241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2" name="">
            <a:extLst xmlns:a="http://schemas.openxmlformats.org/drawingml/2006/main">
              <a:ext uri="{FF2B5EF4-FFF2-40B4-BE49-F238E27FC236}">
                <a16:creationId xmlns:a16="http://schemas.microsoft.com/office/drawing/2014/main" id="{26EF5F50-8506-4165-8AB5-3E1CC29C43B6}"/>
              </a:ext>
            </a:extLst>
          </p:cNvPr>
          <p:cNvSpPr>
            <a:spLocks xmlns:a="http://schemas.openxmlformats.org/drawingml/2006/main" noGrp="1"/>
          </p:cNvSpPr>
          <p:nvPr/>
        </p:nvSpPr>
        <p:spPr>
          <a:xfrm xmlns:a="http://schemas.openxmlformats.org/drawingml/2006/main">
            <a:off x="6667500" y="236220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4</a:t>
            </a:r>
          </a:p>
        </p:txBody>
      </p:sp>
      <p:sp>
        <p:nvSpPr>
          <p:cNvPr id="23" name="">
            <a:extLst xmlns:a="http://schemas.openxmlformats.org/drawingml/2006/main">
              <a:ext uri="{FF2B5EF4-FFF2-40B4-BE49-F238E27FC236}">
                <a16:creationId xmlns:a16="http://schemas.microsoft.com/office/drawing/2014/main" id="{93A2DF2E-8378-461A-8EEE-DAA999E622A0}"/>
              </a:ext>
            </a:extLst>
          </p:cNvPr>
          <p:cNvSpPr>
            <a:spLocks xmlns:a="http://schemas.openxmlformats.org/drawingml/2006/main" noGrp="1"/>
          </p:cNvSpPr>
          <p:nvPr/>
        </p:nvSpPr>
        <p:spPr>
          <a:xfrm xmlns:a="http://schemas.openxmlformats.org/drawingml/2006/main">
            <a:off x="6296025" y="280035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Redis</a:t>
            </a:r>
          </a:p>
        </p:txBody>
      </p:sp>
      <p:sp>
        <p:nvSpPr>
          <p:cNvPr id="24" name="">
            <a:extLst xmlns:a="http://schemas.openxmlformats.org/drawingml/2006/main">
              <a:ext uri="{FF2B5EF4-FFF2-40B4-BE49-F238E27FC236}">
                <a16:creationId xmlns:a16="http://schemas.microsoft.com/office/drawing/2014/main" id="{BF63A685-96DC-4DFA-B10D-D594F5D424FF}"/>
              </a:ext>
            </a:extLst>
          </p:cNvPr>
          <p:cNvSpPr>
            <a:spLocks xmlns:a="http://schemas.openxmlformats.org/drawingml/2006/main" noGrp="1"/>
          </p:cNvSpPr>
          <p:nvPr/>
        </p:nvSpPr>
        <p:spPr>
          <a:xfrm xmlns:a="http://schemas.openxmlformats.org/drawingml/2006/main">
            <a:off x="6076950" y="312420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Queue</a:t>
            </a:r>
          </a:p>
        </p:txBody>
      </p:sp>
      <p:sp>
        <p:nvSpPr>
          <p:cNvPr id="25" name="">
            <a:extLst xmlns:a="http://schemas.openxmlformats.org/drawingml/2006/main">
              <a:ext uri="{FF2B5EF4-FFF2-40B4-BE49-F238E27FC236}">
                <a16:creationId xmlns:a16="http://schemas.microsoft.com/office/drawing/2014/main" id="{2745DB62-46FE-48ED-8632-5F3DDB16474C}"/>
              </a:ext>
            </a:extLst>
          </p:cNvPr>
          <p:cNvSpPr>
            <a:spLocks xmlns:a="http://schemas.openxmlformats.org/drawingml/2006/main" noGrp="1"/>
          </p:cNvSpPr>
          <p:nvPr/>
        </p:nvSpPr>
        <p:spPr>
          <a:xfrm xmlns:a="http://schemas.openxmlformats.org/drawingml/2006/main">
            <a:off x="8610600" y="23241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6" name="">
            <a:extLst xmlns:a="http://schemas.openxmlformats.org/drawingml/2006/main">
              <a:ext uri="{FF2B5EF4-FFF2-40B4-BE49-F238E27FC236}">
                <a16:creationId xmlns:a16="http://schemas.microsoft.com/office/drawing/2014/main" id="{03B9EB9C-EAF0-4C09-9B7D-AFC55811E687}"/>
              </a:ext>
            </a:extLst>
          </p:cNvPr>
          <p:cNvSpPr>
            <a:spLocks xmlns:a="http://schemas.openxmlformats.org/drawingml/2006/main" noGrp="1"/>
          </p:cNvSpPr>
          <p:nvPr/>
        </p:nvSpPr>
        <p:spPr>
          <a:xfrm xmlns:a="http://schemas.openxmlformats.org/drawingml/2006/main">
            <a:off x="8610600" y="236220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5</a:t>
            </a:r>
          </a:p>
        </p:txBody>
      </p:sp>
      <p:sp>
        <p:nvSpPr>
          <p:cNvPr id="27" name="">
            <a:extLst xmlns:a="http://schemas.openxmlformats.org/drawingml/2006/main">
              <a:ext uri="{FF2B5EF4-FFF2-40B4-BE49-F238E27FC236}">
                <a16:creationId xmlns:a16="http://schemas.microsoft.com/office/drawing/2014/main" id="{7A47FC8B-85E6-4DC7-9E1A-9A4E8CB56672}"/>
              </a:ext>
            </a:extLst>
          </p:cNvPr>
          <p:cNvSpPr>
            <a:spLocks xmlns:a="http://schemas.openxmlformats.org/drawingml/2006/main" noGrp="1"/>
          </p:cNvSpPr>
          <p:nvPr/>
        </p:nvSpPr>
        <p:spPr>
          <a:xfrm xmlns:a="http://schemas.openxmlformats.org/drawingml/2006/main">
            <a:off x="8239125" y="280035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Celery</a:t>
            </a:r>
          </a:p>
        </p:txBody>
      </p:sp>
      <p:sp>
        <p:nvSpPr>
          <p:cNvPr id="28" name="">
            <a:extLst xmlns:a="http://schemas.openxmlformats.org/drawingml/2006/main">
              <a:ext uri="{FF2B5EF4-FFF2-40B4-BE49-F238E27FC236}">
                <a16:creationId xmlns:a16="http://schemas.microsoft.com/office/drawing/2014/main" id="{32BF3648-8EE1-4522-BFD5-5E8A6EA63FCC}"/>
              </a:ext>
            </a:extLst>
          </p:cNvPr>
          <p:cNvSpPr>
            <a:spLocks xmlns:a="http://schemas.openxmlformats.org/drawingml/2006/main" noGrp="1"/>
          </p:cNvSpPr>
          <p:nvPr/>
        </p:nvSpPr>
        <p:spPr>
          <a:xfrm xmlns:a="http://schemas.openxmlformats.org/drawingml/2006/main">
            <a:off x="8020050" y="312420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Gemini</a:t>
            </a:r>
          </a:p>
        </p:txBody>
      </p:sp>
      <p:sp>
        <p:nvSpPr>
          <p:cNvPr id="29" name="">
            <a:extLst xmlns:a="http://schemas.openxmlformats.org/drawingml/2006/main">
              <a:ext uri="{FF2B5EF4-FFF2-40B4-BE49-F238E27FC236}">
                <a16:creationId xmlns:a16="http://schemas.microsoft.com/office/drawing/2014/main" id="{D7EE8B1B-D1A3-4B41-BAEF-2812101D9015}"/>
              </a:ext>
            </a:extLst>
          </p:cNvPr>
          <p:cNvSpPr>
            <a:spLocks xmlns:a="http://schemas.openxmlformats.org/drawingml/2006/main" noGrp="1"/>
          </p:cNvSpPr>
          <p:nvPr/>
        </p:nvSpPr>
        <p:spPr>
          <a:xfrm xmlns:a="http://schemas.openxmlformats.org/drawingml/2006/main">
            <a:off x="10553700" y="2324100"/>
            <a:ext cx="304800" cy="3048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0" name="">
            <a:extLst xmlns:a="http://schemas.openxmlformats.org/drawingml/2006/main">
              <a:ext uri="{FF2B5EF4-FFF2-40B4-BE49-F238E27FC236}">
                <a16:creationId xmlns:a16="http://schemas.microsoft.com/office/drawing/2014/main" id="{23F56C41-9B69-4855-9554-91513BFCE32F}"/>
              </a:ext>
            </a:extLst>
          </p:cNvPr>
          <p:cNvSpPr>
            <a:spLocks xmlns:a="http://schemas.openxmlformats.org/drawingml/2006/main" noGrp="1"/>
          </p:cNvSpPr>
          <p:nvPr/>
        </p:nvSpPr>
        <p:spPr>
          <a:xfrm xmlns:a="http://schemas.openxmlformats.org/drawingml/2006/main">
            <a:off x="10553700" y="236220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6</a:t>
            </a:r>
          </a:p>
        </p:txBody>
      </p:sp>
      <p:sp>
        <p:nvSpPr>
          <p:cNvPr id="31" name="">
            <a:extLst xmlns:a="http://schemas.openxmlformats.org/drawingml/2006/main">
              <a:ext uri="{FF2B5EF4-FFF2-40B4-BE49-F238E27FC236}">
                <a16:creationId xmlns:a16="http://schemas.microsoft.com/office/drawing/2014/main" id="{0E29B6F5-116C-4E19-95EB-1B53AAC3D6D3}"/>
              </a:ext>
            </a:extLst>
          </p:cNvPr>
          <p:cNvSpPr>
            <a:spLocks xmlns:a="http://schemas.openxmlformats.org/drawingml/2006/main" noGrp="1"/>
          </p:cNvSpPr>
          <p:nvPr/>
        </p:nvSpPr>
        <p:spPr>
          <a:xfrm xmlns:a="http://schemas.openxmlformats.org/drawingml/2006/main">
            <a:off x="10182225" y="280035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Database</a:t>
            </a:r>
          </a:p>
        </p:txBody>
      </p:sp>
      <p:sp>
        <p:nvSpPr>
          <p:cNvPr id="32" name="">
            <a:extLst xmlns:a="http://schemas.openxmlformats.org/drawingml/2006/main">
              <a:ext uri="{FF2B5EF4-FFF2-40B4-BE49-F238E27FC236}">
                <a16:creationId xmlns:a16="http://schemas.microsoft.com/office/drawing/2014/main" id="{934CD89B-8F83-404D-8D1C-18AB118279C7}"/>
              </a:ext>
            </a:extLst>
          </p:cNvPr>
          <p:cNvSpPr>
            <a:spLocks xmlns:a="http://schemas.openxmlformats.org/drawingml/2006/main" noGrp="1"/>
          </p:cNvSpPr>
          <p:nvPr/>
        </p:nvSpPr>
        <p:spPr>
          <a:xfrm xmlns:a="http://schemas.openxmlformats.org/drawingml/2006/main">
            <a:off x="9963150" y="312420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Result</a:t>
            </a:r>
          </a:p>
        </p:txBody>
      </p:sp>
      <p:sp>
        <p:nvSpPr>
          <p:cNvPr id="33" name="">
            <a:extLst xmlns:a="http://schemas.openxmlformats.org/drawingml/2006/main">
              <a:ext uri="{FF2B5EF4-FFF2-40B4-BE49-F238E27FC236}">
                <a16:creationId xmlns:a16="http://schemas.microsoft.com/office/drawing/2014/main" id="{4E626713-D244-446A-A3A1-4AE36D0B7DB3}"/>
              </a:ext>
            </a:extLst>
          </p:cNvPr>
          <p:cNvSpPr>
            <a:spLocks xmlns:a="http://schemas.openxmlformats.org/drawingml/2006/main" noGrp="1"/>
          </p:cNvSpPr>
          <p:nvPr/>
        </p:nvSpPr>
        <p:spPr>
          <a:xfrm xmlns:a="http://schemas.openxmlformats.org/drawingml/2006/main">
            <a:off x="609600" y="3943350"/>
            <a:ext cx="10572750" cy="0"/>
          </a:xfrm>
          <a:prstGeom xmlns:a="http://schemas.openxmlformats.org/drawingml/2006/main" prst="line">
            <a:avLst/>
          </a:prstGeom>
          <a:ln xmlns:a="http://schemas.openxmlformats.org/drawingml/2006/main" w="9525">
            <a:solidFill>
              <a:srgbClr val="CFDBCF"/>
            </a:solidFill>
            <a:prstDash val="solid"/>
          </a:ln>
        </p:spPr>
      </p:sp>
      <p:sp>
        <p:nvSpPr>
          <p:cNvPr id="34" name="">
            <a:extLst xmlns:a="http://schemas.openxmlformats.org/drawingml/2006/main">
              <a:ext uri="{FF2B5EF4-FFF2-40B4-BE49-F238E27FC236}">
                <a16:creationId xmlns:a16="http://schemas.microsoft.com/office/drawing/2014/main" id="{5A0D28EB-4441-4E06-B0EB-DB2CA9F9CEE1}"/>
              </a:ext>
            </a:extLst>
          </p:cNvPr>
          <p:cNvSpPr>
            <a:spLocks xmlns:a="http://schemas.openxmlformats.org/drawingml/2006/main" noGrp="1"/>
          </p:cNvSpPr>
          <p:nvPr/>
        </p:nvSpPr>
        <p:spPr>
          <a:xfrm xmlns:a="http://schemas.openxmlformats.org/drawingml/2006/main">
            <a:off x="609600" y="42481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A25C38"/>
                </a:solidFill>
                <a:latin typeface="Noto Sans"/>
                <a:ea typeface="Noto Sans"/>
                <a:cs typeface="Noto Sans"/>
              </a:defRPr>
            </a:defPPr>
            <a:lvl1pPr algn="l">
              <a:defRPr sz="825" b="1">
                <a:solidFill>
                  <a:srgbClr val="A25C38"/>
                </a:solidFill>
                <a:latin typeface="Noto Sans"/>
                <a:ea typeface="Noto Sans"/>
                <a:cs typeface="Noto Sans"/>
              </a:defRPr>
            </a:lvl1pPr>
            <a:lvl2pPr algn="l">
              <a:defRPr sz="825" b="1">
                <a:solidFill>
                  <a:srgbClr val="A25C38"/>
                </a:solidFill>
                <a:latin typeface="Noto Sans"/>
                <a:ea typeface="Noto Sans"/>
                <a:cs typeface="Noto Sans"/>
              </a:defRPr>
            </a:lvl2pPr>
            <a:lvl3pPr algn="l">
              <a:defRPr sz="825" b="1">
                <a:solidFill>
                  <a:srgbClr val="A25C38"/>
                </a:solidFill>
                <a:latin typeface="Noto Sans"/>
                <a:ea typeface="Noto Sans"/>
                <a:cs typeface="Noto Sans"/>
              </a:defRPr>
            </a:lvl3pPr>
            <a:lvl4pPr algn="l">
              <a:defRPr sz="825" b="1">
                <a:solidFill>
                  <a:srgbClr val="A25C38"/>
                </a:solidFill>
                <a:latin typeface="Noto Sans"/>
                <a:ea typeface="Noto Sans"/>
                <a:cs typeface="Noto Sans"/>
              </a:defRPr>
            </a:lvl4pPr>
            <a:lvl5pPr algn="l">
              <a:defRPr sz="825" b="1">
                <a:solidFill>
                  <a:srgbClr val="A25C38"/>
                </a:solidFill>
                <a:latin typeface="Noto Sans"/>
                <a:ea typeface="Noto Sans"/>
                <a:cs typeface="Noto Sans"/>
              </a:defRPr>
            </a:lvl5pPr>
            <a:lvl6pPr algn="l">
              <a:defRPr sz="825" b="1">
                <a:solidFill>
                  <a:srgbClr val="A25C38"/>
                </a:solidFill>
                <a:latin typeface="Noto Sans"/>
                <a:ea typeface="Noto Sans"/>
                <a:cs typeface="Noto Sans"/>
              </a:defRPr>
            </a:lvl6pPr>
            <a:lvl7pPr algn="l">
              <a:defRPr sz="825" b="1">
                <a:solidFill>
                  <a:srgbClr val="A25C38"/>
                </a:solidFill>
                <a:latin typeface="Noto Sans"/>
                <a:ea typeface="Noto Sans"/>
                <a:cs typeface="Noto Sans"/>
              </a:defRPr>
            </a:lvl7pPr>
            <a:lvl8pPr algn="l">
              <a:defRPr sz="825" b="1">
                <a:solidFill>
                  <a:srgbClr val="A25C38"/>
                </a:solidFill>
                <a:latin typeface="Noto Sans"/>
                <a:ea typeface="Noto Sans"/>
                <a:cs typeface="Noto Sans"/>
              </a:defRPr>
            </a:lvl8pPr>
            <a:lvl9pPr algn="l">
              <a:defRPr sz="825" b="1">
                <a:solidFill>
                  <a:srgbClr val="A25C38"/>
                </a:solidFill>
                <a:latin typeface="Noto Sans"/>
                <a:ea typeface="Noto Sans"/>
                <a:cs typeface="Noto Sans"/>
              </a:defRPr>
            </a:lvl9pPr>
          </a:lstStyle>
          <a:p xmlns:a="http://schemas.openxmlformats.org/drawingml/2006/main">
            <a:pPr algn="l">
              <a:defRPr sz="825" b="1">
                <a:solidFill>
                  <a:srgbClr val="A25C38"/>
                </a:solidFill>
                <a:latin typeface="Noto Sans"/>
                <a:ea typeface="Noto Sans"/>
                <a:cs typeface="Noto Sans"/>
              </a:defRPr>
            </a:pPr>
            <a:r>
              <a:rPr sz="825" b="1">
                <a:solidFill>
                  <a:srgbClr val="A25C38"/>
                </a:solidFill>
                <a:latin typeface="Noto Sans"/>
                <a:ea typeface="Noto Sans"/>
                <a:cs typeface="Noto Sans"/>
              </a:rPr>
              <a:t>EMAIL DELIVERY</a:t>
            </a:r>
          </a:p>
        </p:txBody>
      </p:sp>
      <p:sp>
        <p:nvSpPr>
          <p:cNvPr id="35" name="">
            <a:extLst xmlns:a="http://schemas.openxmlformats.org/drawingml/2006/main">
              <a:ext uri="{FF2B5EF4-FFF2-40B4-BE49-F238E27FC236}">
                <a16:creationId xmlns:a16="http://schemas.microsoft.com/office/drawing/2014/main" id="{497A093B-6448-45FF-9BE2-5BA0A2F63823}"/>
              </a:ext>
            </a:extLst>
          </p:cNvPr>
          <p:cNvSpPr>
            <a:spLocks xmlns:a="http://schemas.openxmlformats.org/drawingml/2006/main" noGrp="1"/>
          </p:cNvSpPr>
          <p:nvPr/>
        </p:nvSpPr>
        <p:spPr>
          <a:xfrm xmlns:a="http://schemas.openxmlformats.org/drawingml/2006/main">
            <a:off x="609600" y="46672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750" b="1">
                <a:solidFill>
                  <a:srgbClr val="194D38"/>
                </a:solidFill>
                <a:latin typeface="Noto Sans"/>
                <a:ea typeface="Noto Sans"/>
                <a:cs typeface="Noto Sans"/>
              </a:defRPr>
            </a:defPPr>
            <a:lvl1pPr algn="l">
              <a:defRPr sz="750" b="1">
                <a:solidFill>
                  <a:srgbClr val="194D38"/>
                </a:solidFill>
                <a:latin typeface="Noto Sans"/>
                <a:ea typeface="Noto Sans"/>
                <a:cs typeface="Noto Sans"/>
              </a:defRPr>
            </a:lvl1pPr>
            <a:lvl2pPr algn="l">
              <a:defRPr sz="750" b="1">
                <a:solidFill>
                  <a:srgbClr val="194D38"/>
                </a:solidFill>
                <a:latin typeface="Noto Sans"/>
                <a:ea typeface="Noto Sans"/>
                <a:cs typeface="Noto Sans"/>
              </a:defRPr>
            </a:lvl2pPr>
            <a:lvl3pPr algn="l">
              <a:defRPr sz="750" b="1">
                <a:solidFill>
                  <a:srgbClr val="194D38"/>
                </a:solidFill>
                <a:latin typeface="Noto Sans"/>
                <a:ea typeface="Noto Sans"/>
                <a:cs typeface="Noto Sans"/>
              </a:defRPr>
            </a:lvl3pPr>
            <a:lvl4pPr algn="l">
              <a:defRPr sz="750" b="1">
                <a:solidFill>
                  <a:srgbClr val="194D38"/>
                </a:solidFill>
                <a:latin typeface="Noto Sans"/>
                <a:ea typeface="Noto Sans"/>
                <a:cs typeface="Noto Sans"/>
              </a:defRPr>
            </a:lvl4pPr>
            <a:lvl5pPr algn="l">
              <a:defRPr sz="750" b="1">
                <a:solidFill>
                  <a:srgbClr val="194D38"/>
                </a:solidFill>
                <a:latin typeface="Noto Sans"/>
                <a:ea typeface="Noto Sans"/>
                <a:cs typeface="Noto Sans"/>
              </a:defRPr>
            </a:lvl5pPr>
            <a:lvl6pPr algn="l">
              <a:defRPr sz="750" b="1">
                <a:solidFill>
                  <a:srgbClr val="194D38"/>
                </a:solidFill>
                <a:latin typeface="Noto Sans"/>
                <a:ea typeface="Noto Sans"/>
                <a:cs typeface="Noto Sans"/>
              </a:defRPr>
            </a:lvl6pPr>
            <a:lvl7pPr algn="l">
              <a:defRPr sz="750" b="1">
                <a:solidFill>
                  <a:srgbClr val="194D38"/>
                </a:solidFill>
                <a:latin typeface="Noto Sans"/>
                <a:ea typeface="Noto Sans"/>
                <a:cs typeface="Noto Sans"/>
              </a:defRPr>
            </a:lvl7pPr>
            <a:lvl8pPr algn="l">
              <a:defRPr sz="750" b="1">
                <a:solidFill>
                  <a:srgbClr val="194D38"/>
                </a:solidFill>
                <a:latin typeface="Noto Sans"/>
                <a:ea typeface="Noto Sans"/>
                <a:cs typeface="Noto Sans"/>
              </a:defRPr>
            </a:lvl8pPr>
            <a:lvl9pPr algn="l">
              <a:defRPr sz="750" b="1">
                <a:solidFill>
                  <a:srgbClr val="194D38"/>
                </a:solidFill>
                <a:latin typeface="Noto Sans"/>
                <a:ea typeface="Noto Sans"/>
                <a:cs typeface="Noto Sans"/>
              </a:defRPr>
            </a:lvl9pPr>
          </a:lstStyle>
          <a:p xmlns:a="http://schemas.openxmlformats.org/drawingml/2006/main">
            <a:pPr algn="l">
              <a:defRPr sz="750" b="1">
                <a:solidFill>
                  <a:srgbClr val="194D38"/>
                </a:solidFill>
                <a:latin typeface="Noto Sans"/>
                <a:ea typeface="Noto Sans"/>
                <a:cs typeface="Noto Sans"/>
              </a:defRPr>
            </a:pPr>
            <a:r>
              <a:rPr sz="750" b="1">
                <a:solidFill>
                  <a:srgbClr val="194D38"/>
                </a:solidFill>
                <a:latin typeface="Noto Sans"/>
                <a:ea typeface="Noto Sans"/>
                <a:cs typeface="Noto Sans"/>
              </a:rPr>
              <a:t>01</a:t>
            </a:r>
          </a:p>
        </p:txBody>
      </p:sp>
      <p:sp>
        <p:nvSpPr>
          <p:cNvPr id="36" name="">
            <a:extLst xmlns:a="http://schemas.openxmlformats.org/drawingml/2006/main">
              <a:ext uri="{FF2B5EF4-FFF2-40B4-BE49-F238E27FC236}">
                <a16:creationId xmlns:a16="http://schemas.microsoft.com/office/drawing/2014/main" id="{4610BB00-15CF-4141-8D9F-878F79A6146E}"/>
              </a:ext>
            </a:extLst>
          </p:cNvPr>
          <p:cNvSpPr>
            <a:spLocks xmlns:a="http://schemas.openxmlformats.org/drawingml/2006/main" noGrp="1"/>
          </p:cNvSpPr>
          <p:nvPr/>
        </p:nvSpPr>
        <p:spPr>
          <a:xfrm xmlns:a="http://schemas.openxmlformats.org/drawingml/2006/main">
            <a:off x="609600" y="4953000"/>
            <a:ext cx="1847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Domain event</a:t>
            </a:r>
          </a:p>
        </p:txBody>
      </p:sp>
      <p:sp>
        <p:nvSpPr>
          <p:cNvPr id="37" name="">
            <a:extLst xmlns:a="http://schemas.openxmlformats.org/drawingml/2006/main">
              <a:ext uri="{FF2B5EF4-FFF2-40B4-BE49-F238E27FC236}">
                <a16:creationId xmlns:a16="http://schemas.microsoft.com/office/drawing/2014/main" id="{D4CC0DF3-5C45-45FF-877E-0D4AA1C3E8CD}"/>
              </a:ext>
            </a:extLst>
          </p:cNvPr>
          <p:cNvSpPr>
            <a:spLocks xmlns:a="http://schemas.openxmlformats.org/drawingml/2006/main" noGrp="1"/>
          </p:cNvSpPr>
          <p:nvPr/>
        </p:nvSpPr>
        <p:spPr>
          <a:xfrm xmlns:a="http://schemas.openxmlformats.org/drawingml/2006/main">
            <a:off x="609600" y="5295900"/>
            <a:ext cx="1847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Invitation or recovery</a:t>
            </a:r>
          </a:p>
        </p:txBody>
      </p:sp>
      <p:sp>
        <p:nvSpPr>
          <p:cNvPr id="38" name="">
            <a:extLst xmlns:a="http://schemas.openxmlformats.org/drawingml/2006/main">
              <a:ext uri="{FF2B5EF4-FFF2-40B4-BE49-F238E27FC236}">
                <a16:creationId xmlns:a16="http://schemas.microsoft.com/office/drawing/2014/main" id="{C136988B-98D7-425E-A124-CF469250D3E8}"/>
              </a:ext>
            </a:extLst>
          </p:cNvPr>
          <p:cNvSpPr>
            <a:spLocks xmlns:a="http://schemas.openxmlformats.org/drawingml/2006/main" noGrp="1"/>
          </p:cNvSpPr>
          <p:nvPr/>
        </p:nvSpPr>
        <p:spPr>
          <a:xfrm xmlns:a="http://schemas.openxmlformats.org/drawingml/2006/main">
            <a:off x="2266950" y="5086350"/>
            <a:ext cx="342900" cy="0"/>
          </a:xfrm>
          <a:prstGeom xmlns:a="http://schemas.openxmlformats.org/drawingml/2006/main" prst="line">
            <a:avLst/>
          </a:prstGeom>
          <a:ln xmlns:a="http://schemas.openxmlformats.org/drawingml/2006/main" w="19050">
            <a:solidFill>
              <a:srgbClr val="CFDBCF"/>
            </a:solidFill>
            <a:prstDash val="solid"/>
          </a:ln>
        </p:spPr>
      </p:sp>
      <p:sp>
        <p:nvSpPr>
          <p:cNvPr id="39" name="">
            <a:extLst xmlns:a="http://schemas.openxmlformats.org/drawingml/2006/main">
              <a:ext uri="{FF2B5EF4-FFF2-40B4-BE49-F238E27FC236}">
                <a16:creationId xmlns:a16="http://schemas.microsoft.com/office/drawing/2014/main" id="{35768E30-5E70-4347-9F98-94F27EB2E733}"/>
              </a:ext>
            </a:extLst>
          </p:cNvPr>
          <p:cNvSpPr>
            <a:spLocks xmlns:a="http://schemas.openxmlformats.org/drawingml/2006/main" noGrp="1"/>
          </p:cNvSpPr>
          <p:nvPr/>
        </p:nvSpPr>
        <p:spPr>
          <a:xfrm xmlns:a="http://schemas.openxmlformats.org/drawingml/2006/main">
            <a:off x="2752725" y="46672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750" b="1">
                <a:solidFill>
                  <a:srgbClr val="194D38"/>
                </a:solidFill>
                <a:latin typeface="Noto Sans"/>
                <a:ea typeface="Noto Sans"/>
                <a:cs typeface="Noto Sans"/>
              </a:defRPr>
            </a:defPPr>
            <a:lvl1pPr algn="l">
              <a:defRPr sz="750" b="1">
                <a:solidFill>
                  <a:srgbClr val="194D38"/>
                </a:solidFill>
                <a:latin typeface="Noto Sans"/>
                <a:ea typeface="Noto Sans"/>
                <a:cs typeface="Noto Sans"/>
              </a:defRPr>
            </a:lvl1pPr>
            <a:lvl2pPr algn="l">
              <a:defRPr sz="750" b="1">
                <a:solidFill>
                  <a:srgbClr val="194D38"/>
                </a:solidFill>
                <a:latin typeface="Noto Sans"/>
                <a:ea typeface="Noto Sans"/>
                <a:cs typeface="Noto Sans"/>
              </a:defRPr>
            </a:lvl2pPr>
            <a:lvl3pPr algn="l">
              <a:defRPr sz="750" b="1">
                <a:solidFill>
                  <a:srgbClr val="194D38"/>
                </a:solidFill>
                <a:latin typeface="Noto Sans"/>
                <a:ea typeface="Noto Sans"/>
                <a:cs typeface="Noto Sans"/>
              </a:defRPr>
            </a:lvl3pPr>
            <a:lvl4pPr algn="l">
              <a:defRPr sz="750" b="1">
                <a:solidFill>
                  <a:srgbClr val="194D38"/>
                </a:solidFill>
                <a:latin typeface="Noto Sans"/>
                <a:ea typeface="Noto Sans"/>
                <a:cs typeface="Noto Sans"/>
              </a:defRPr>
            </a:lvl4pPr>
            <a:lvl5pPr algn="l">
              <a:defRPr sz="750" b="1">
                <a:solidFill>
                  <a:srgbClr val="194D38"/>
                </a:solidFill>
                <a:latin typeface="Noto Sans"/>
                <a:ea typeface="Noto Sans"/>
                <a:cs typeface="Noto Sans"/>
              </a:defRPr>
            </a:lvl5pPr>
            <a:lvl6pPr algn="l">
              <a:defRPr sz="750" b="1">
                <a:solidFill>
                  <a:srgbClr val="194D38"/>
                </a:solidFill>
                <a:latin typeface="Noto Sans"/>
                <a:ea typeface="Noto Sans"/>
                <a:cs typeface="Noto Sans"/>
              </a:defRPr>
            </a:lvl6pPr>
            <a:lvl7pPr algn="l">
              <a:defRPr sz="750" b="1">
                <a:solidFill>
                  <a:srgbClr val="194D38"/>
                </a:solidFill>
                <a:latin typeface="Noto Sans"/>
                <a:ea typeface="Noto Sans"/>
                <a:cs typeface="Noto Sans"/>
              </a:defRPr>
            </a:lvl7pPr>
            <a:lvl8pPr algn="l">
              <a:defRPr sz="750" b="1">
                <a:solidFill>
                  <a:srgbClr val="194D38"/>
                </a:solidFill>
                <a:latin typeface="Noto Sans"/>
                <a:ea typeface="Noto Sans"/>
                <a:cs typeface="Noto Sans"/>
              </a:defRPr>
            </a:lvl8pPr>
            <a:lvl9pPr algn="l">
              <a:defRPr sz="750" b="1">
                <a:solidFill>
                  <a:srgbClr val="194D38"/>
                </a:solidFill>
                <a:latin typeface="Noto Sans"/>
                <a:ea typeface="Noto Sans"/>
                <a:cs typeface="Noto Sans"/>
              </a:defRPr>
            </a:lvl9pPr>
          </a:lstStyle>
          <a:p xmlns:a="http://schemas.openxmlformats.org/drawingml/2006/main">
            <a:pPr algn="l">
              <a:defRPr sz="750" b="1">
                <a:solidFill>
                  <a:srgbClr val="194D38"/>
                </a:solidFill>
                <a:latin typeface="Noto Sans"/>
                <a:ea typeface="Noto Sans"/>
                <a:cs typeface="Noto Sans"/>
              </a:defRPr>
            </a:pPr>
            <a:r>
              <a:rPr sz="750" b="1">
                <a:solidFill>
                  <a:srgbClr val="194D38"/>
                </a:solidFill>
                <a:latin typeface="Noto Sans"/>
                <a:ea typeface="Noto Sans"/>
                <a:cs typeface="Noto Sans"/>
              </a:rPr>
              <a:t>02</a:t>
            </a:r>
          </a:p>
        </p:txBody>
      </p:sp>
      <p:sp>
        <p:nvSpPr>
          <p:cNvPr id="40" name="">
            <a:extLst xmlns:a="http://schemas.openxmlformats.org/drawingml/2006/main">
              <a:ext uri="{FF2B5EF4-FFF2-40B4-BE49-F238E27FC236}">
                <a16:creationId xmlns:a16="http://schemas.microsoft.com/office/drawing/2014/main" id="{4BC587E5-E86E-41F6-8028-5B715C4BF62D}"/>
              </a:ext>
            </a:extLst>
          </p:cNvPr>
          <p:cNvSpPr>
            <a:spLocks xmlns:a="http://schemas.openxmlformats.org/drawingml/2006/main" noGrp="1"/>
          </p:cNvSpPr>
          <p:nvPr/>
        </p:nvSpPr>
        <p:spPr>
          <a:xfrm xmlns:a="http://schemas.openxmlformats.org/drawingml/2006/main">
            <a:off x="2752725" y="4953000"/>
            <a:ext cx="1847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EmailDelivery</a:t>
            </a:r>
          </a:p>
        </p:txBody>
      </p:sp>
      <p:sp>
        <p:nvSpPr>
          <p:cNvPr id="41" name="">
            <a:extLst xmlns:a="http://schemas.openxmlformats.org/drawingml/2006/main">
              <a:ext uri="{FF2B5EF4-FFF2-40B4-BE49-F238E27FC236}">
                <a16:creationId xmlns:a16="http://schemas.microsoft.com/office/drawing/2014/main" id="{E85B1A78-E835-4D5D-BE50-3C4BA01002FD}"/>
              </a:ext>
            </a:extLst>
          </p:cNvPr>
          <p:cNvSpPr>
            <a:spLocks xmlns:a="http://schemas.openxmlformats.org/drawingml/2006/main" noGrp="1"/>
          </p:cNvSpPr>
          <p:nvPr/>
        </p:nvSpPr>
        <p:spPr>
          <a:xfrm xmlns:a="http://schemas.openxmlformats.org/drawingml/2006/main">
            <a:off x="2752725" y="5295900"/>
            <a:ext cx="1847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Encrypted + deduped</a:t>
            </a:r>
          </a:p>
        </p:txBody>
      </p:sp>
      <p:sp>
        <p:nvSpPr>
          <p:cNvPr id="42" name="">
            <a:extLst xmlns:a="http://schemas.openxmlformats.org/drawingml/2006/main">
              <a:ext uri="{FF2B5EF4-FFF2-40B4-BE49-F238E27FC236}">
                <a16:creationId xmlns:a16="http://schemas.microsoft.com/office/drawing/2014/main" id="{B71A170E-F1F3-4D34-B5D5-D39DCC44AD16}"/>
              </a:ext>
            </a:extLst>
          </p:cNvPr>
          <p:cNvSpPr>
            <a:spLocks xmlns:a="http://schemas.openxmlformats.org/drawingml/2006/main" noGrp="1"/>
          </p:cNvSpPr>
          <p:nvPr/>
        </p:nvSpPr>
        <p:spPr>
          <a:xfrm xmlns:a="http://schemas.openxmlformats.org/drawingml/2006/main">
            <a:off x="4410075" y="5086350"/>
            <a:ext cx="342900" cy="0"/>
          </a:xfrm>
          <a:prstGeom xmlns:a="http://schemas.openxmlformats.org/drawingml/2006/main" prst="line">
            <a:avLst/>
          </a:prstGeom>
          <a:ln xmlns:a="http://schemas.openxmlformats.org/drawingml/2006/main" w="19050">
            <a:solidFill>
              <a:srgbClr val="CFDBCF"/>
            </a:solidFill>
            <a:prstDash val="solid"/>
          </a:ln>
        </p:spPr>
      </p:sp>
      <p:sp>
        <p:nvSpPr>
          <p:cNvPr id="43" name="">
            <a:extLst xmlns:a="http://schemas.openxmlformats.org/drawingml/2006/main">
              <a:ext uri="{FF2B5EF4-FFF2-40B4-BE49-F238E27FC236}">
                <a16:creationId xmlns:a16="http://schemas.microsoft.com/office/drawing/2014/main" id="{508DB9FA-B88B-4E89-A298-6C66178D9FFA}"/>
              </a:ext>
            </a:extLst>
          </p:cNvPr>
          <p:cNvSpPr>
            <a:spLocks xmlns:a="http://schemas.openxmlformats.org/drawingml/2006/main" noGrp="1"/>
          </p:cNvSpPr>
          <p:nvPr/>
        </p:nvSpPr>
        <p:spPr>
          <a:xfrm xmlns:a="http://schemas.openxmlformats.org/drawingml/2006/main">
            <a:off x="4895850" y="46672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750" b="1">
                <a:solidFill>
                  <a:srgbClr val="194D38"/>
                </a:solidFill>
                <a:latin typeface="Noto Sans"/>
                <a:ea typeface="Noto Sans"/>
                <a:cs typeface="Noto Sans"/>
              </a:defRPr>
            </a:defPPr>
            <a:lvl1pPr algn="l">
              <a:defRPr sz="750" b="1">
                <a:solidFill>
                  <a:srgbClr val="194D38"/>
                </a:solidFill>
                <a:latin typeface="Noto Sans"/>
                <a:ea typeface="Noto Sans"/>
                <a:cs typeface="Noto Sans"/>
              </a:defRPr>
            </a:lvl1pPr>
            <a:lvl2pPr algn="l">
              <a:defRPr sz="750" b="1">
                <a:solidFill>
                  <a:srgbClr val="194D38"/>
                </a:solidFill>
                <a:latin typeface="Noto Sans"/>
                <a:ea typeface="Noto Sans"/>
                <a:cs typeface="Noto Sans"/>
              </a:defRPr>
            </a:lvl2pPr>
            <a:lvl3pPr algn="l">
              <a:defRPr sz="750" b="1">
                <a:solidFill>
                  <a:srgbClr val="194D38"/>
                </a:solidFill>
                <a:latin typeface="Noto Sans"/>
                <a:ea typeface="Noto Sans"/>
                <a:cs typeface="Noto Sans"/>
              </a:defRPr>
            </a:lvl3pPr>
            <a:lvl4pPr algn="l">
              <a:defRPr sz="750" b="1">
                <a:solidFill>
                  <a:srgbClr val="194D38"/>
                </a:solidFill>
                <a:latin typeface="Noto Sans"/>
                <a:ea typeface="Noto Sans"/>
                <a:cs typeface="Noto Sans"/>
              </a:defRPr>
            </a:lvl4pPr>
            <a:lvl5pPr algn="l">
              <a:defRPr sz="750" b="1">
                <a:solidFill>
                  <a:srgbClr val="194D38"/>
                </a:solidFill>
                <a:latin typeface="Noto Sans"/>
                <a:ea typeface="Noto Sans"/>
                <a:cs typeface="Noto Sans"/>
              </a:defRPr>
            </a:lvl5pPr>
            <a:lvl6pPr algn="l">
              <a:defRPr sz="750" b="1">
                <a:solidFill>
                  <a:srgbClr val="194D38"/>
                </a:solidFill>
                <a:latin typeface="Noto Sans"/>
                <a:ea typeface="Noto Sans"/>
                <a:cs typeface="Noto Sans"/>
              </a:defRPr>
            </a:lvl6pPr>
            <a:lvl7pPr algn="l">
              <a:defRPr sz="750" b="1">
                <a:solidFill>
                  <a:srgbClr val="194D38"/>
                </a:solidFill>
                <a:latin typeface="Noto Sans"/>
                <a:ea typeface="Noto Sans"/>
                <a:cs typeface="Noto Sans"/>
              </a:defRPr>
            </a:lvl7pPr>
            <a:lvl8pPr algn="l">
              <a:defRPr sz="750" b="1">
                <a:solidFill>
                  <a:srgbClr val="194D38"/>
                </a:solidFill>
                <a:latin typeface="Noto Sans"/>
                <a:ea typeface="Noto Sans"/>
                <a:cs typeface="Noto Sans"/>
              </a:defRPr>
            </a:lvl8pPr>
            <a:lvl9pPr algn="l">
              <a:defRPr sz="750" b="1">
                <a:solidFill>
                  <a:srgbClr val="194D38"/>
                </a:solidFill>
                <a:latin typeface="Noto Sans"/>
                <a:ea typeface="Noto Sans"/>
                <a:cs typeface="Noto Sans"/>
              </a:defRPr>
            </a:lvl9pPr>
          </a:lstStyle>
          <a:p xmlns:a="http://schemas.openxmlformats.org/drawingml/2006/main">
            <a:pPr algn="l">
              <a:defRPr sz="750" b="1">
                <a:solidFill>
                  <a:srgbClr val="194D38"/>
                </a:solidFill>
                <a:latin typeface="Noto Sans"/>
                <a:ea typeface="Noto Sans"/>
                <a:cs typeface="Noto Sans"/>
              </a:defRPr>
            </a:pPr>
            <a:r>
              <a:rPr sz="750" b="1">
                <a:solidFill>
                  <a:srgbClr val="194D38"/>
                </a:solidFill>
                <a:latin typeface="Noto Sans"/>
                <a:ea typeface="Noto Sans"/>
                <a:cs typeface="Noto Sans"/>
              </a:rPr>
              <a:t>03</a:t>
            </a:r>
          </a:p>
        </p:txBody>
      </p:sp>
      <p:sp>
        <p:nvSpPr>
          <p:cNvPr id="44" name="">
            <a:extLst xmlns:a="http://schemas.openxmlformats.org/drawingml/2006/main">
              <a:ext uri="{FF2B5EF4-FFF2-40B4-BE49-F238E27FC236}">
                <a16:creationId xmlns:a16="http://schemas.microsoft.com/office/drawing/2014/main" id="{8338CB0E-92EE-4130-9EEE-AE1725EE7428}"/>
              </a:ext>
            </a:extLst>
          </p:cNvPr>
          <p:cNvSpPr>
            <a:spLocks xmlns:a="http://schemas.openxmlformats.org/drawingml/2006/main" noGrp="1"/>
          </p:cNvSpPr>
          <p:nvPr/>
        </p:nvSpPr>
        <p:spPr>
          <a:xfrm xmlns:a="http://schemas.openxmlformats.org/drawingml/2006/main">
            <a:off x="4895850" y="4953000"/>
            <a:ext cx="1847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Worker claim</a:t>
            </a:r>
          </a:p>
        </p:txBody>
      </p:sp>
      <p:sp>
        <p:nvSpPr>
          <p:cNvPr id="45" name="">
            <a:extLst xmlns:a="http://schemas.openxmlformats.org/drawingml/2006/main">
              <a:ext uri="{FF2B5EF4-FFF2-40B4-BE49-F238E27FC236}">
                <a16:creationId xmlns:a16="http://schemas.microsoft.com/office/drawing/2014/main" id="{21266AA0-4509-43A7-80CE-84FE320687C9}"/>
              </a:ext>
            </a:extLst>
          </p:cNvPr>
          <p:cNvSpPr>
            <a:spLocks xmlns:a="http://schemas.openxmlformats.org/drawingml/2006/main" noGrp="1"/>
          </p:cNvSpPr>
          <p:nvPr/>
        </p:nvSpPr>
        <p:spPr>
          <a:xfrm xmlns:a="http://schemas.openxmlformats.org/drawingml/2006/main">
            <a:off x="4895850" y="5295900"/>
            <a:ext cx="1847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SKIP LOCKED</a:t>
            </a:r>
          </a:p>
        </p:txBody>
      </p:sp>
      <p:sp>
        <p:nvSpPr>
          <p:cNvPr id="46" name="">
            <a:extLst xmlns:a="http://schemas.openxmlformats.org/drawingml/2006/main">
              <a:ext uri="{FF2B5EF4-FFF2-40B4-BE49-F238E27FC236}">
                <a16:creationId xmlns:a16="http://schemas.microsoft.com/office/drawing/2014/main" id="{05BA2DA9-A01E-4520-876C-CBADE56A39FB}"/>
              </a:ext>
            </a:extLst>
          </p:cNvPr>
          <p:cNvSpPr>
            <a:spLocks xmlns:a="http://schemas.openxmlformats.org/drawingml/2006/main" noGrp="1"/>
          </p:cNvSpPr>
          <p:nvPr/>
        </p:nvSpPr>
        <p:spPr>
          <a:xfrm xmlns:a="http://schemas.openxmlformats.org/drawingml/2006/main">
            <a:off x="6553200" y="5086350"/>
            <a:ext cx="342900" cy="0"/>
          </a:xfrm>
          <a:prstGeom xmlns:a="http://schemas.openxmlformats.org/drawingml/2006/main" prst="line">
            <a:avLst/>
          </a:prstGeom>
          <a:ln xmlns:a="http://schemas.openxmlformats.org/drawingml/2006/main" w="19050">
            <a:solidFill>
              <a:srgbClr val="CFDBCF"/>
            </a:solidFill>
            <a:prstDash val="solid"/>
          </a:ln>
        </p:spPr>
      </p:sp>
      <p:sp>
        <p:nvSpPr>
          <p:cNvPr id="47" name="">
            <a:extLst xmlns:a="http://schemas.openxmlformats.org/drawingml/2006/main">
              <a:ext uri="{FF2B5EF4-FFF2-40B4-BE49-F238E27FC236}">
                <a16:creationId xmlns:a16="http://schemas.microsoft.com/office/drawing/2014/main" id="{25FB46F7-9255-4411-80B8-040F803BECDF}"/>
              </a:ext>
            </a:extLst>
          </p:cNvPr>
          <p:cNvSpPr>
            <a:spLocks xmlns:a="http://schemas.openxmlformats.org/drawingml/2006/main" noGrp="1"/>
          </p:cNvSpPr>
          <p:nvPr/>
        </p:nvSpPr>
        <p:spPr>
          <a:xfrm xmlns:a="http://schemas.openxmlformats.org/drawingml/2006/main">
            <a:off x="7038975" y="46672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750" b="1">
                <a:solidFill>
                  <a:srgbClr val="A25C38"/>
                </a:solidFill>
                <a:latin typeface="Noto Sans"/>
                <a:ea typeface="Noto Sans"/>
                <a:cs typeface="Noto Sans"/>
              </a:defRPr>
            </a:defPPr>
            <a:lvl1pPr algn="l">
              <a:defRPr sz="750" b="1">
                <a:solidFill>
                  <a:srgbClr val="A25C38"/>
                </a:solidFill>
                <a:latin typeface="Noto Sans"/>
                <a:ea typeface="Noto Sans"/>
                <a:cs typeface="Noto Sans"/>
              </a:defRPr>
            </a:lvl1pPr>
            <a:lvl2pPr algn="l">
              <a:defRPr sz="750" b="1">
                <a:solidFill>
                  <a:srgbClr val="A25C38"/>
                </a:solidFill>
                <a:latin typeface="Noto Sans"/>
                <a:ea typeface="Noto Sans"/>
                <a:cs typeface="Noto Sans"/>
              </a:defRPr>
            </a:lvl2pPr>
            <a:lvl3pPr algn="l">
              <a:defRPr sz="750" b="1">
                <a:solidFill>
                  <a:srgbClr val="A25C38"/>
                </a:solidFill>
                <a:latin typeface="Noto Sans"/>
                <a:ea typeface="Noto Sans"/>
                <a:cs typeface="Noto Sans"/>
              </a:defRPr>
            </a:lvl3pPr>
            <a:lvl4pPr algn="l">
              <a:defRPr sz="750" b="1">
                <a:solidFill>
                  <a:srgbClr val="A25C38"/>
                </a:solidFill>
                <a:latin typeface="Noto Sans"/>
                <a:ea typeface="Noto Sans"/>
                <a:cs typeface="Noto Sans"/>
              </a:defRPr>
            </a:lvl4pPr>
            <a:lvl5pPr algn="l">
              <a:defRPr sz="750" b="1">
                <a:solidFill>
                  <a:srgbClr val="A25C38"/>
                </a:solidFill>
                <a:latin typeface="Noto Sans"/>
                <a:ea typeface="Noto Sans"/>
                <a:cs typeface="Noto Sans"/>
              </a:defRPr>
            </a:lvl5pPr>
            <a:lvl6pPr algn="l">
              <a:defRPr sz="750" b="1">
                <a:solidFill>
                  <a:srgbClr val="A25C38"/>
                </a:solidFill>
                <a:latin typeface="Noto Sans"/>
                <a:ea typeface="Noto Sans"/>
                <a:cs typeface="Noto Sans"/>
              </a:defRPr>
            </a:lvl6pPr>
            <a:lvl7pPr algn="l">
              <a:defRPr sz="750" b="1">
                <a:solidFill>
                  <a:srgbClr val="A25C38"/>
                </a:solidFill>
                <a:latin typeface="Noto Sans"/>
                <a:ea typeface="Noto Sans"/>
                <a:cs typeface="Noto Sans"/>
              </a:defRPr>
            </a:lvl7pPr>
            <a:lvl8pPr algn="l">
              <a:defRPr sz="750" b="1">
                <a:solidFill>
                  <a:srgbClr val="A25C38"/>
                </a:solidFill>
                <a:latin typeface="Noto Sans"/>
                <a:ea typeface="Noto Sans"/>
                <a:cs typeface="Noto Sans"/>
              </a:defRPr>
            </a:lvl8pPr>
            <a:lvl9pPr algn="l">
              <a:defRPr sz="750" b="1">
                <a:solidFill>
                  <a:srgbClr val="A25C38"/>
                </a:solidFill>
                <a:latin typeface="Noto Sans"/>
                <a:ea typeface="Noto Sans"/>
                <a:cs typeface="Noto Sans"/>
              </a:defRPr>
            </a:lvl9pPr>
          </a:lstStyle>
          <a:p xmlns:a="http://schemas.openxmlformats.org/drawingml/2006/main">
            <a:pPr algn="l">
              <a:defRPr sz="750" b="1">
                <a:solidFill>
                  <a:srgbClr val="A25C38"/>
                </a:solidFill>
                <a:latin typeface="Noto Sans"/>
                <a:ea typeface="Noto Sans"/>
                <a:cs typeface="Noto Sans"/>
              </a:defRPr>
            </a:pPr>
            <a:r>
              <a:rPr sz="750" b="1">
                <a:solidFill>
                  <a:srgbClr val="A25C38"/>
                </a:solidFill>
                <a:latin typeface="Noto Sans"/>
                <a:ea typeface="Noto Sans"/>
                <a:cs typeface="Noto Sans"/>
              </a:rPr>
              <a:t>04</a:t>
            </a:r>
          </a:p>
        </p:txBody>
      </p:sp>
      <p:sp>
        <p:nvSpPr>
          <p:cNvPr id="48" name="">
            <a:extLst xmlns:a="http://schemas.openxmlformats.org/drawingml/2006/main">
              <a:ext uri="{FF2B5EF4-FFF2-40B4-BE49-F238E27FC236}">
                <a16:creationId xmlns:a16="http://schemas.microsoft.com/office/drawing/2014/main" id="{7844AD09-5769-45F2-9053-E967835D7005}"/>
              </a:ext>
            </a:extLst>
          </p:cNvPr>
          <p:cNvSpPr>
            <a:spLocks xmlns:a="http://schemas.openxmlformats.org/drawingml/2006/main" noGrp="1"/>
          </p:cNvSpPr>
          <p:nvPr/>
        </p:nvSpPr>
        <p:spPr>
          <a:xfrm xmlns:a="http://schemas.openxmlformats.org/drawingml/2006/main">
            <a:off x="7038975" y="4953000"/>
            <a:ext cx="1847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Resend</a:t>
            </a:r>
          </a:p>
        </p:txBody>
      </p:sp>
      <p:sp>
        <p:nvSpPr>
          <p:cNvPr id="49" name="">
            <a:extLst xmlns:a="http://schemas.openxmlformats.org/drawingml/2006/main">
              <a:ext uri="{FF2B5EF4-FFF2-40B4-BE49-F238E27FC236}">
                <a16:creationId xmlns:a16="http://schemas.microsoft.com/office/drawing/2014/main" id="{CE465E77-49FD-4D20-8E3C-A3954DECFAA4}"/>
              </a:ext>
            </a:extLst>
          </p:cNvPr>
          <p:cNvSpPr>
            <a:spLocks xmlns:a="http://schemas.openxmlformats.org/drawingml/2006/main" noGrp="1"/>
          </p:cNvSpPr>
          <p:nvPr/>
        </p:nvSpPr>
        <p:spPr>
          <a:xfrm xmlns:a="http://schemas.openxmlformats.org/drawingml/2006/main">
            <a:off x="7038975" y="5295900"/>
            <a:ext cx="1847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Idempotency key</a:t>
            </a:r>
          </a:p>
        </p:txBody>
      </p:sp>
      <p:sp>
        <p:nvSpPr>
          <p:cNvPr id="50" name="">
            <a:extLst xmlns:a="http://schemas.openxmlformats.org/drawingml/2006/main">
              <a:ext uri="{FF2B5EF4-FFF2-40B4-BE49-F238E27FC236}">
                <a16:creationId xmlns:a16="http://schemas.microsoft.com/office/drawing/2014/main" id="{55FC79A5-BAC8-4EBD-B4A5-0798547149CE}"/>
              </a:ext>
            </a:extLst>
          </p:cNvPr>
          <p:cNvSpPr>
            <a:spLocks xmlns:a="http://schemas.openxmlformats.org/drawingml/2006/main" noGrp="1"/>
          </p:cNvSpPr>
          <p:nvPr/>
        </p:nvSpPr>
        <p:spPr>
          <a:xfrm xmlns:a="http://schemas.openxmlformats.org/drawingml/2006/main">
            <a:off x="8696325" y="5086350"/>
            <a:ext cx="342900" cy="0"/>
          </a:xfrm>
          <a:prstGeom xmlns:a="http://schemas.openxmlformats.org/drawingml/2006/main" prst="line">
            <a:avLst/>
          </a:prstGeom>
          <a:ln xmlns:a="http://schemas.openxmlformats.org/drawingml/2006/main" w="19050">
            <a:solidFill>
              <a:srgbClr val="CFDBCF"/>
            </a:solidFill>
            <a:prstDash val="solid"/>
          </a:ln>
        </p:spPr>
      </p:sp>
      <p:sp>
        <p:nvSpPr>
          <p:cNvPr id="51" name="">
            <a:extLst xmlns:a="http://schemas.openxmlformats.org/drawingml/2006/main">
              <a:ext uri="{FF2B5EF4-FFF2-40B4-BE49-F238E27FC236}">
                <a16:creationId xmlns:a16="http://schemas.microsoft.com/office/drawing/2014/main" id="{4D3D58A8-8BC2-4747-83A3-7D7134195F7C}"/>
              </a:ext>
            </a:extLst>
          </p:cNvPr>
          <p:cNvSpPr>
            <a:spLocks xmlns:a="http://schemas.openxmlformats.org/drawingml/2006/main" noGrp="1"/>
          </p:cNvSpPr>
          <p:nvPr/>
        </p:nvSpPr>
        <p:spPr>
          <a:xfrm xmlns:a="http://schemas.openxmlformats.org/drawingml/2006/main">
            <a:off x="9182100" y="46672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750" b="1">
                <a:solidFill>
                  <a:srgbClr val="194D38"/>
                </a:solidFill>
                <a:latin typeface="Noto Sans"/>
                <a:ea typeface="Noto Sans"/>
                <a:cs typeface="Noto Sans"/>
              </a:defRPr>
            </a:defPPr>
            <a:lvl1pPr algn="l">
              <a:defRPr sz="750" b="1">
                <a:solidFill>
                  <a:srgbClr val="194D38"/>
                </a:solidFill>
                <a:latin typeface="Noto Sans"/>
                <a:ea typeface="Noto Sans"/>
                <a:cs typeface="Noto Sans"/>
              </a:defRPr>
            </a:lvl1pPr>
            <a:lvl2pPr algn="l">
              <a:defRPr sz="750" b="1">
                <a:solidFill>
                  <a:srgbClr val="194D38"/>
                </a:solidFill>
                <a:latin typeface="Noto Sans"/>
                <a:ea typeface="Noto Sans"/>
                <a:cs typeface="Noto Sans"/>
              </a:defRPr>
            </a:lvl2pPr>
            <a:lvl3pPr algn="l">
              <a:defRPr sz="750" b="1">
                <a:solidFill>
                  <a:srgbClr val="194D38"/>
                </a:solidFill>
                <a:latin typeface="Noto Sans"/>
                <a:ea typeface="Noto Sans"/>
                <a:cs typeface="Noto Sans"/>
              </a:defRPr>
            </a:lvl3pPr>
            <a:lvl4pPr algn="l">
              <a:defRPr sz="750" b="1">
                <a:solidFill>
                  <a:srgbClr val="194D38"/>
                </a:solidFill>
                <a:latin typeface="Noto Sans"/>
                <a:ea typeface="Noto Sans"/>
                <a:cs typeface="Noto Sans"/>
              </a:defRPr>
            </a:lvl4pPr>
            <a:lvl5pPr algn="l">
              <a:defRPr sz="750" b="1">
                <a:solidFill>
                  <a:srgbClr val="194D38"/>
                </a:solidFill>
                <a:latin typeface="Noto Sans"/>
                <a:ea typeface="Noto Sans"/>
                <a:cs typeface="Noto Sans"/>
              </a:defRPr>
            </a:lvl5pPr>
            <a:lvl6pPr algn="l">
              <a:defRPr sz="750" b="1">
                <a:solidFill>
                  <a:srgbClr val="194D38"/>
                </a:solidFill>
                <a:latin typeface="Noto Sans"/>
                <a:ea typeface="Noto Sans"/>
                <a:cs typeface="Noto Sans"/>
              </a:defRPr>
            </a:lvl6pPr>
            <a:lvl7pPr algn="l">
              <a:defRPr sz="750" b="1">
                <a:solidFill>
                  <a:srgbClr val="194D38"/>
                </a:solidFill>
                <a:latin typeface="Noto Sans"/>
                <a:ea typeface="Noto Sans"/>
                <a:cs typeface="Noto Sans"/>
              </a:defRPr>
            </a:lvl7pPr>
            <a:lvl8pPr algn="l">
              <a:defRPr sz="750" b="1">
                <a:solidFill>
                  <a:srgbClr val="194D38"/>
                </a:solidFill>
                <a:latin typeface="Noto Sans"/>
                <a:ea typeface="Noto Sans"/>
                <a:cs typeface="Noto Sans"/>
              </a:defRPr>
            </a:lvl8pPr>
            <a:lvl9pPr algn="l">
              <a:defRPr sz="750" b="1">
                <a:solidFill>
                  <a:srgbClr val="194D38"/>
                </a:solidFill>
                <a:latin typeface="Noto Sans"/>
                <a:ea typeface="Noto Sans"/>
                <a:cs typeface="Noto Sans"/>
              </a:defRPr>
            </a:lvl9pPr>
          </a:lstStyle>
          <a:p xmlns:a="http://schemas.openxmlformats.org/drawingml/2006/main">
            <a:pPr algn="l">
              <a:defRPr sz="750" b="1">
                <a:solidFill>
                  <a:srgbClr val="194D38"/>
                </a:solidFill>
                <a:latin typeface="Noto Sans"/>
                <a:ea typeface="Noto Sans"/>
                <a:cs typeface="Noto Sans"/>
              </a:defRPr>
            </a:pPr>
            <a:r>
              <a:rPr sz="750" b="1">
                <a:solidFill>
                  <a:srgbClr val="194D38"/>
                </a:solidFill>
                <a:latin typeface="Noto Sans"/>
                <a:ea typeface="Noto Sans"/>
                <a:cs typeface="Noto Sans"/>
              </a:rPr>
              <a:t>05</a:t>
            </a:r>
          </a:p>
        </p:txBody>
      </p:sp>
      <p:sp>
        <p:nvSpPr>
          <p:cNvPr id="52" name="">
            <a:extLst xmlns:a="http://schemas.openxmlformats.org/drawingml/2006/main">
              <a:ext uri="{FF2B5EF4-FFF2-40B4-BE49-F238E27FC236}">
                <a16:creationId xmlns:a16="http://schemas.microsoft.com/office/drawing/2014/main" id="{34678CCC-6ED3-4A77-A42E-5BFC05CCA318}"/>
              </a:ext>
            </a:extLst>
          </p:cNvPr>
          <p:cNvSpPr>
            <a:spLocks xmlns:a="http://schemas.openxmlformats.org/drawingml/2006/main" noGrp="1"/>
          </p:cNvSpPr>
          <p:nvPr/>
        </p:nvSpPr>
        <p:spPr>
          <a:xfrm xmlns:a="http://schemas.openxmlformats.org/drawingml/2006/main">
            <a:off x="9182100" y="4953000"/>
            <a:ext cx="1847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Outcome</a:t>
            </a:r>
          </a:p>
        </p:txBody>
      </p:sp>
      <p:sp>
        <p:nvSpPr>
          <p:cNvPr id="53" name="">
            <a:extLst xmlns:a="http://schemas.openxmlformats.org/drawingml/2006/main">
              <a:ext uri="{FF2B5EF4-FFF2-40B4-BE49-F238E27FC236}">
                <a16:creationId xmlns:a16="http://schemas.microsoft.com/office/drawing/2014/main" id="{BB522810-94FF-403B-82C6-1709C55C1A3F}"/>
              </a:ext>
            </a:extLst>
          </p:cNvPr>
          <p:cNvSpPr>
            <a:spLocks xmlns:a="http://schemas.openxmlformats.org/drawingml/2006/main" noGrp="1"/>
          </p:cNvSpPr>
          <p:nvPr/>
        </p:nvSpPr>
        <p:spPr>
          <a:xfrm xmlns:a="http://schemas.openxmlformats.org/drawingml/2006/main">
            <a:off x="9182100" y="5295900"/>
            <a:ext cx="1847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Sent or retry</a:t>
            </a:r>
          </a:p>
        </p:txBody>
      </p:sp>
      <p:sp>
        <p:nvSpPr>
          <p:cNvPr id="54" name="">
            <a:extLst xmlns:a="http://schemas.openxmlformats.org/drawingml/2006/main">
              <a:ext uri="{FF2B5EF4-FFF2-40B4-BE49-F238E27FC236}">
                <a16:creationId xmlns:a16="http://schemas.microsoft.com/office/drawing/2014/main" id="{211264B0-F5B8-4320-91D4-9352F49DAFB5}"/>
              </a:ext>
            </a:extLst>
          </p:cNvPr>
          <p:cNvSpPr>
            <a:spLocks xmlns:a="http://schemas.openxmlformats.org/drawingml/2006/main" noGrp="1"/>
          </p:cNvSpPr>
          <p:nvPr/>
        </p:nvSpPr>
        <p:spPr>
          <a:xfrm xmlns:a="http://schemas.openxmlformats.org/drawingml/2006/main">
            <a:off x="609600" y="5886450"/>
            <a:ext cx="10572750" cy="381000"/>
          </a:xfrm>
          <a:prstGeom xmlns:a="http://schemas.openxmlformats.org/drawingml/2006/main" prst="roundRect">
            <a:avLst>
              <a:gd name="adj" fmla="val 30000"/>
            </a:avLst>
          </a:prstGeom>
          <a:solidFill xmlns:a="http://schemas.openxmlformats.org/drawingml/2006/main">
            <a:srgbClr val="EDF1E9"/>
          </a:solidFill>
          <a:ln xmlns:a="http://schemas.openxmlformats.org/drawingml/2006/main" w="9525">
            <a:solidFill>
              <a:srgbClr val="CFDBCF"/>
            </a:solidFill>
            <a:prstDash val="solid"/>
          </a:ln>
        </p:spPr>
      </p:sp>
      <p:sp>
        <p:nvSpPr>
          <p:cNvPr id="55" name="">
            <a:extLst xmlns:a="http://schemas.openxmlformats.org/drawingml/2006/main">
              <a:ext uri="{FF2B5EF4-FFF2-40B4-BE49-F238E27FC236}">
                <a16:creationId xmlns:a16="http://schemas.microsoft.com/office/drawing/2014/main" id="{AA6573AF-0744-47A3-99EE-480407530393}"/>
              </a:ext>
            </a:extLst>
          </p:cNvPr>
          <p:cNvSpPr>
            <a:spLocks xmlns:a="http://schemas.openxmlformats.org/drawingml/2006/main" noGrp="1"/>
          </p:cNvSpPr>
          <p:nvPr/>
        </p:nvSpPr>
        <p:spPr>
          <a:xfrm xmlns:a="http://schemas.openxmlformats.org/drawingml/2006/main">
            <a:off x="800100" y="5972175"/>
            <a:ext cx="1019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PostgreSQL preserves pending work. Bounded retry, leases and idempotency prevent loss and duplicate effects.</a:t>
            </a:r>
          </a:p>
        </p:txBody>
      </p:sp>
    </p:spTree>
    <p:transition spd="med" advClick="1">
      <p:fade/>
    </p:transition>
    <p:extLst>
      <p:ext uri="{BB962C8B-B14F-4D97-AF65-F5344CB8AC3E}">
        <p14:creationId xmlns:p14="http://schemas.microsoft.com/office/powerpoint/2010/main" val="1906662180"/>
      </p:ext>
    </p:extLst>
  </p:cSld>
</p:sld>
</file>

<file path=ppt/slides/slide9.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FB5AE768-D28E-4F06-9438-54B3CCD5C998}"/>
              </a:ext>
            </a:extLst>
          </p:cNvPr>
          <p:cNvSpPr>
            <a:spLocks xmlns:a="http://schemas.openxmlformats.org/drawingml/2006/main" noGrp="1"/>
          </p:cNvSpPr>
          <p:nvPr/>
        </p:nvSpPr>
        <p:spPr>
          <a:xfrm xmlns:a="http://schemas.openxmlformats.org/drawingml/2006/main">
            <a:off x="60960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COMMUNICATION AND OPERATIONS</a:t>
            </a:r>
          </a:p>
        </p:txBody>
      </p:sp>
      <p:sp>
        <p:nvSpPr>
          <p:cNvPr id="2" name="">
            <a:extLst xmlns:a="http://schemas.openxmlformats.org/drawingml/2006/main">
              <a:ext uri="{FF2B5EF4-FFF2-40B4-BE49-F238E27FC236}">
                <a16:creationId xmlns:a16="http://schemas.microsoft.com/office/drawing/2014/main" id="{9E5FFB93-E435-47E4-B7E1-87D44C74F959}"/>
              </a:ext>
            </a:extLst>
          </p:cNvPr>
          <p:cNvSpPr>
            <a:spLocks xmlns:a="http://schemas.openxmlformats.org/drawingml/2006/main" noGrp="1"/>
          </p:cNvSpPr>
          <p:nvPr/>
        </p:nvSpPr>
        <p:spPr>
          <a:xfrm xmlns:a="http://schemas.openxmlformats.org/drawingml/2006/main">
            <a:off x="11163300" y="2667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09</a:t>
            </a:r>
          </a:p>
        </p:txBody>
      </p:sp>
      <p:sp>
        <p:nvSpPr>
          <p:cNvPr id="3" name="">
            <a:extLst xmlns:a="http://schemas.openxmlformats.org/drawingml/2006/main">
              <a:ext uri="{FF2B5EF4-FFF2-40B4-BE49-F238E27FC236}">
                <a16:creationId xmlns:a16="http://schemas.microsoft.com/office/drawing/2014/main" id="{27DE3CF9-7EB7-413C-861C-DC78149D03D0}"/>
              </a:ext>
            </a:extLst>
          </p:cNvPr>
          <p:cNvSpPr>
            <a:spLocks xmlns:a="http://schemas.openxmlformats.org/drawingml/2006/main" noGrp="1"/>
          </p:cNvSpPr>
          <p:nvPr/>
        </p:nvSpPr>
        <p:spPr>
          <a:xfrm xmlns:a="http://schemas.openxmlformats.org/drawingml/2006/main">
            <a:off x="609600" y="533400"/>
            <a:ext cx="1038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WebSockets, private files and deployment</a:t>
            </a:r>
          </a:p>
        </p:txBody>
      </p:sp>
      <p:sp>
        <p:nvSpPr>
          <p:cNvPr id="4" name="">
            <a:extLst xmlns:a="http://schemas.openxmlformats.org/drawingml/2006/main">
              <a:ext uri="{FF2B5EF4-FFF2-40B4-BE49-F238E27FC236}">
                <a16:creationId xmlns:a16="http://schemas.microsoft.com/office/drawing/2014/main" id="{E63EBEC6-545D-43D8-AD01-E8B81770DD6F}"/>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26AF9B16-74CE-473E-AAD6-FB39FD8BF371}"/>
              </a:ext>
            </a:extLst>
          </p:cNvPr>
          <p:cNvSpPr>
            <a:spLocks xmlns:a="http://schemas.openxmlformats.org/drawingml/2006/main" noGrp="1"/>
          </p:cNvSpPr>
          <p:nvPr/>
        </p:nvSpPr>
        <p:spPr>
          <a:xfrm xmlns:a="http://schemas.openxmlformats.org/drawingml/2006/main">
            <a:off x="609600" y="1352550"/>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Three production boundaries protect live communication, sensitive assets and infrastructure.</a:t>
            </a:r>
          </a:p>
        </p:txBody>
      </p:sp>
      <p:sp>
        <p:nvSpPr>
          <p:cNvPr id="6" name="">
            <a:extLst xmlns:a="http://schemas.openxmlformats.org/drawingml/2006/main">
              <a:ext uri="{FF2B5EF4-FFF2-40B4-BE49-F238E27FC236}">
                <a16:creationId xmlns:a16="http://schemas.microsoft.com/office/drawing/2014/main" id="{3D8AB01D-FDCD-410E-8113-401CF9D2B17A}"/>
              </a:ext>
            </a:extLst>
          </p:cNvPr>
          <p:cNvSpPr>
            <a:spLocks xmlns:a="http://schemas.openxmlformats.org/drawingml/2006/main" noGrp="1"/>
          </p:cNvSpPr>
          <p:nvPr/>
        </p:nvSpPr>
        <p:spPr>
          <a:xfrm xmlns:a="http://schemas.openxmlformats.org/drawingml/2006/main">
            <a:off x="609600" y="65532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EC9D6A8F-3266-4941-A73C-2653E9992AF0}"/>
              </a:ext>
            </a:extLst>
          </p:cNvPr>
          <p:cNvSpPr>
            <a:spLocks xmlns:a="http://schemas.openxmlformats.org/drawingml/2006/main" noGrp="1"/>
          </p:cNvSpPr>
          <p:nvPr/>
        </p:nvSpPr>
        <p:spPr>
          <a:xfrm xmlns:a="http://schemas.openxmlformats.org/drawingml/2006/main">
            <a:off x="609600" y="201930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194D38"/>
                </a:solidFill>
                <a:latin typeface="Noto Sans"/>
                <a:ea typeface="Noto Sans"/>
                <a:cs typeface="Noto Sans"/>
              </a:defRPr>
            </a:defPPr>
            <a:lvl1pPr algn="l">
              <a:defRPr sz="1500" b="1">
                <a:solidFill>
                  <a:srgbClr val="194D38"/>
                </a:solidFill>
                <a:latin typeface="Noto Sans"/>
                <a:ea typeface="Noto Sans"/>
                <a:cs typeface="Noto Sans"/>
              </a:defRPr>
            </a:lvl1pPr>
            <a:lvl2pPr algn="l">
              <a:defRPr sz="1500" b="1">
                <a:solidFill>
                  <a:srgbClr val="194D38"/>
                </a:solidFill>
                <a:latin typeface="Noto Sans"/>
                <a:ea typeface="Noto Sans"/>
                <a:cs typeface="Noto Sans"/>
              </a:defRPr>
            </a:lvl2pPr>
            <a:lvl3pPr algn="l">
              <a:defRPr sz="1500" b="1">
                <a:solidFill>
                  <a:srgbClr val="194D38"/>
                </a:solidFill>
                <a:latin typeface="Noto Sans"/>
                <a:ea typeface="Noto Sans"/>
                <a:cs typeface="Noto Sans"/>
              </a:defRPr>
            </a:lvl3pPr>
            <a:lvl4pPr algn="l">
              <a:defRPr sz="1500" b="1">
                <a:solidFill>
                  <a:srgbClr val="194D38"/>
                </a:solidFill>
                <a:latin typeface="Noto Sans"/>
                <a:ea typeface="Noto Sans"/>
                <a:cs typeface="Noto Sans"/>
              </a:defRPr>
            </a:lvl4pPr>
            <a:lvl5pPr algn="l">
              <a:defRPr sz="1500" b="1">
                <a:solidFill>
                  <a:srgbClr val="194D38"/>
                </a:solidFill>
                <a:latin typeface="Noto Sans"/>
                <a:ea typeface="Noto Sans"/>
                <a:cs typeface="Noto Sans"/>
              </a:defRPr>
            </a:lvl5pPr>
            <a:lvl6pPr algn="l">
              <a:defRPr sz="1500" b="1">
                <a:solidFill>
                  <a:srgbClr val="194D38"/>
                </a:solidFill>
                <a:latin typeface="Noto Sans"/>
                <a:ea typeface="Noto Sans"/>
                <a:cs typeface="Noto Sans"/>
              </a:defRPr>
            </a:lvl6pPr>
            <a:lvl7pPr algn="l">
              <a:defRPr sz="1500" b="1">
                <a:solidFill>
                  <a:srgbClr val="194D38"/>
                </a:solidFill>
                <a:latin typeface="Noto Sans"/>
                <a:ea typeface="Noto Sans"/>
                <a:cs typeface="Noto Sans"/>
              </a:defRPr>
            </a:lvl7pPr>
            <a:lvl8pPr algn="l">
              <a:defRPr sz="1500" b="1">
                <a:solidFill>
                  <a:srgbClr val="194D38"/>
                </a:solidFill>
                <a:latin typeface="Noto Sans"/>
                <a:ea typeface="Noto Sans"/>
                <a:cs typeface="Noto Sans"/>
              </a:defRPr>
            </a:lvl8pPr>
            <a:lvl9pPr algn="l">
              <a:defRPr sz="1500" b="1">
                <a:solidFill>
                  <a:srgbClr val="194D38"/>
                </a:solidFill>
                <a:latin typeface="Noto Sans"/>
                <a:ea typeface="Noto Sans"/>
                <a:cs typeface="Noto Sans"/>
              </a:defRPr>
            </a:lvl9pPr>
          </a:lstStyle>
          <a:p xmlns:a="http://schemas.openxmlformats.org/drawingml/2006/main">
            <a:pPr algn="l">
              <a:defRPr sz="1500" b="1">
                <a:solidFill>
                  <a:srgbClr val="194D38"/>
                </a:solidFill>
                <a:latin typeface="Noto Sans"/>
                <a:ea typeface="Noto Sans"/>
                <a:cs typeface="Noto Sans"/>
              </a:defRPr>
            </a:pPr>
            <a:r>
              <a:rPr sz="1500" b="1">
                <a:solidFill>
                  <a:srgbClr val="194D38"/>
                </a:solidFill>
                <a:latin typeface="Noto Sans"/>
                <a:ea typeface="Noto Sans"/>
                <a:cs typeface="Noto Sans"/>
              </a:rPr>
              <a:t>Two WebSocket channels</a:t>
            </a:r>
          </a:p>
        </p:txBody>
      </p:sp>
      <p:sp>
        <p:nvSpPr>
          <p:cNvPr id="8" name="">
            <a:extLst xmlns:a="http://schemas.openxmlformats.org/drawingml/2006/main">
              <a:ext uri="{FF2B5EF4-FFF2-40B4-BE49-F238E27FC236}">
                <a16:creationId xmlns:a16="http://schemas.microsoft.com/office/drawing/2014/main" id="{6F795278-A7CF-45A2-9580-70CF78E6D0F2}"/>
              </a:ext>
            </a:extLst>
          </p:cNvPr>
          <p:cNvSpPr>
            <a:spLocks xmlns:a="http://schemas.openxmlformats.org/drawingml/2006/main" noGrp="1"/>
          </p:cNvSpPr>
          <p:nvPr/>
        </p:nvSpPr>
        <p:spPr>
          <a:xfrm xmlns:a="http://schemas.openxmlformats.org/drawingml/2006/main">
            <a:off x="609600" y="2457450"/>
            <a:ext cx="3048000" cy="0"/>
          </a:xfrm>
          <a:prstGeom xmlns:a="http://schemas.openxmlformats.org/drawingml/2006/main" prst="line">
            <a:avLst/>
          </a:prstGeom>
          <a:ln xmlns:a="http://schemas.openxmlformats.org/drawingml/2006/main" w="28575">
            <a:solidFill>
              <a:srgbClr val="194D38"/>
            </a:solidFill>
            <a:prstDash val="solid"/>
          </a:ln>
        </p:spPr>
      </p:sp>
      <p:sp>
        <p:nvSpPr>
          <p:cNvPr id="9" name="">
            <a:extLst xmlns:a="http://schemas.openxmlformats.org/drawingml/2006/main">
              <a:ext uri="{FF2B5EF4-FFF2-40B4-BE49-F238E27FC236}">
                <a16:creationId xmlns:a16="http://schemas.microsoft.com/office/drawing/2014/main" id="{81487549-9875-4819-BBCD-D857392A25A5}"/>
              </a:ext>
            </a:extLst>
          </p:cNvPr>
          <p:cNvSpPr>
            <a:spLocks xmlns:a="http://schemas.openxmlformats.org/drawingml/2006/main" noGrp="1"/>
          </p:cNvSpPr>
          <p:nvPr/>
        </p:nvSpPr>
        <p:spPr>
          <a:xfrm xmlns:a="http://schemas.openxmlformats.org/drawingml/2006/main">
            <a:off x="609600" y="279082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10" name="">
            <a:extLst xmlns:a="http://schemas.openxmlformats.org/drawingml/2006/main">
              <a:ext uri="{FF2B5EF4-FFF2-40B4-BE49-F238E27FC236}">
                <a16:creationId xmlns:a16="http://schemas.microsoft.com/office/drawing/2014/main" id="{8E7C819A-CA3D-43EF-9E72-14CEF741B819}"/>
              </a:ext>
            </a:extLst>
          </p:cNvPr>
          <p:cNvSpPr>
            <a:spLocks xmlns:a="http://schemas.openxmlformats.org/drawingml/2006/main" noGrp="1"/>
          </p:cNvSpPr>
          <p:nvPr/>
        </p:nvSpPr>
        <p:spPr>
          <a:xfrm xmlns:a="http://schemas.openxmlformats.org/drawingml/2006/main">
            <a:off x="800100" y="2724150"/>
            <a:ext cx="2914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Recruitment chat scoped to an application</a:t>
            </a:r>
          </a:p>
        </p:txBody>
      </p:sp>
      <p:sp>
        <p:nvSpPr>
          <p:cNvPr id="11" name="">
            <a:extLst xmlns:a="http://schemas.openxmlformats.org/drawingml/2006/main">
              <a:ext uri="{FF2B5EF4-FFF2-40B4-BE49-F238E27FC236}">
                <a16:creationId xmlns:a16="http://schemas.microsoft.com/office/drawing/2014/main" id="{3BD577C7-FE0F-44B0-A6ED-212A489D59E4}"/>
              </a:ext>
            </a:extLst>
          </p:cNvPr>
          <p:cNvSpPr>
            <a:spLocks xmlns:a="http://schemas.openxmlformats.org/drawingml/2006/main" noGrp="1"/>
          </p:cNvSpPr>
          <p:nvPr/>
        </p:nvSpPr>
        <p:spPr>
          <a:xfrm xmlns:a="http://schemas.openxmlformats.org/drawingml/2006/main">
            <a:off x="609600" y="3438525"/>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12" name="">
            <a:extLst xmlns:a="http://schemas.openxmlformats.org/drawingml/2006/main">
              <a:ext uri="{FF2B5EF4-FFF2-40B4-BE49-F238E27FC236}">
                <a16:creationId xmlns:a16="http://schemas.microsoft.com/office/drawing/2014/main" id="{80B94EE3-3DC2-4F4D-8F78-7B48AD5DD42B}"/>
              </a:ext>
            </a:extLst>
          </p:cNvPr>
          <p:cNvSpPr>
            <a:spLocks xmlns:a="http://schemas.openxmlformats.org/drawingml/2006/main" noGrp="1"/>
          </p:cNvSpPr>
          <p:nvPr/>
        </p:nvSpPr>
        <p:spPr>
          <a:xfrm xmlns:a="http://schemas.openxmlformats.org/drawingml/2006/main">
            <a:off x="800100" y="3371850"/>
            <a:ext cx="2914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Friend chat requires accepted friendship</a:t>
            </a:r>
          </a:p>
        </p:txBody>
      </p:sp>
      <p:sp>
        <p:nvSpPr>
          <p:cNvPr id="13" name="">
            <a:extLst xmlns:a="http://schemas.openxmlformats.org/drawingml/2006/main">
              <a:ext uri="{FF2B5EF4-FFF2-40B4-BE49-F238E27FC236}">
                <a16:creationId xmlns:a16="http://schemas.microsoft.com/office/drawing/2014/main" id="{D15DCB91-7A0A-4A2E-B8B5-EA1D2C6B91C4}"/>
              </a:ext>
            </a:extLst>
          </p:cNvPr>
          <p:cNvSpPr>
            <a:spLocks xmlns:a="http://schemas.openxmlformats.org/drawingml/2006/main" noGrp="1"/>
          </p:cNvSpPr>
          <p:nvPr/>
        </p:nvSpPr>
        <p:spPr>
          <a:xfrm xmlns:a="http://schemas.openxmlformats.org/drawingml/2006/main">
            <a:off x="609600" y="408622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14" name="">
            <a:extLst xmlns:a="http://schemas.openxmlformats.org/drawingml/2006/main">
              <a:ext uri="{FF2B5EF4-FFF2-40B4-BE49-F238E27FC236}">
                <a16:creationId xmlns:a16="http://schemas.microsoft.com/office/drawing/2014/main" id="{3BE59B07-3C7F-43D7-9D19-2ADE8A8E0AB2}"/>
              </a:ext>
            </a:extLst>
          </p:cNvPr>
          <p:cNvSpPr>
            <a:spLocks xmlns:a="http://schemas.openxmlformats.org/drawingml/2006/main" noGrp="1"/>
          </p:cNvSpPr>
          <p:nvPr/>
        </p:nvSpPr>
        <p:spPr>
          <a:xfrm xmlns:a="http://schemas.openxmlformats.org/drawingml/2006/main">
            <a:off x="800100" y="4019550"/>
            <a:ext cx="2914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Single-use ticket before connection</a:t>
            </a:r>
          </a:p>
        </p:txBody>
      </p:sp>
      <p:sp>
        <p:nvSpPr>
          <p:cNvPr id="15" name="">
            <a:extLst xmlns:a="http://schemas.openxmlformats.org/drawingml/2006/main">
              <a:ext uri="{FF2B5EF4-FFF2-40B4-BE49-F238E27FC236}">
                <a16:creationId xmlns:a16="http://schemas.microsoft.com/office/drawing/2014/main" id="{A59C7160-3FAF-4E8C-AB05-B32F26F3CE51}"/>
              </a:ext>
            </a:extLst>
          </p:cNvPr>
          <p:cNvSpPr>
            <a:spLocks xmlns:a="http://schemas.openxmlformats.org/drawingml/2006/main" noGrp="1"/>
          </p:cNvSpPr>
          <p:nvPr/>
        </p:nvSpPr>
        <p:spPr>
          <a:xfrm xmlns:a="http://schemas.openxmlformats.org/drawingml/2006/main">
            <a:off x="609600" y="4733925"/>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16" name="">
            <a:extLst xmlns:a="http://schemas.openxmlformats.org/drawingml/2006/main">
              <a:ext uri="{FF2B5EF4-FFF2-40B4-BE49-F238E27FC236}">
                <a16:creationId xmlns:a16="http://schemas.microsoft.com/office/drawing/2014/main" id="{D0BDF6D0-4E01-4AC3-AB92-4113492690E0}"/>
              </a:ext>
            </a:extLst>
          </p:cNvPr>
          <p:cNvSpPr>
            <a:spLocks xmlns:a="http://schemas.openxmlformats.org/drawingml/2006/main" noGrp="1"/>
          </p:cNvSpPr>
          <p:nvPr/>
        </p:nvSpPr>
        <p:spPr>
          <a:xfrm xmlns:a="http://schemas.openxmlformats.org/drawingml/2006/main">
            <a:off x="800100" y="4667250"/>
            <a:ext cx="2914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PostgreSQL history + Redis fan-out</a:t>
            </a:r>
          </a:p>
        </p:txBody>
      </p:sp>
      <p:sp>
        <p:nvSpPr>
          <p:cNvPr id="17" name="">
            <a:extLst xmlns:a="http://schemas.openxmlformats.org/drawingml/2006/main">
              <a:ext uri="{FF2B5EF4-FFF2-40B4-BE49-F238E27FC236}">
                <a16:creationId xmlns:a16="http://schemas.microsoft.com/office/drawing/2014/main" id="{ABBC330A-ECD1-49E3-A4FF-594621679743}"/>
              </a:ext>
            </a:extLst>
          </p:cNvPr>
          <p:cNvSpPr>
            <a:spLocks xmlns:a="http://schemas.openxmlformats.org/drawingml/2006/main" noGrp="1"/>
          </p:cNvSpPr>
          <p:nvPr/>
        </p:nvSpPr>
        <p:spPr>
          <a:xfrm xmlns:a="http://schemas.openxmlformats.org/drawingml/2006/main">
            <a:off x="4267200" y="201930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A25C38"/>
                </a:solidFill>
                <a:latin typeface="Noto Sans"/>
                <a:ea typeface="Noto Sans"/>
                <a:cs typeface="Noto Sans"/>
              </a:defRPr>
            </a:defPPr>
            <a:lvl1pPr algn="l">
              <a:defRPr sz="1500" b="1">
                <a:solidFill>
                  <a:srgbClr val="A25C38"/>
                </a:solidFill>
                <a:latin typeface="Noto Sans"/>
                <a:ea typeface="Noto Sans"/>
                <a:cs typeface="Noto Sans"/>
              </a:defRPr>
            </a:lvl1pPr>
            <a:lvl2pPr algn="l">
              <a:defRPr sz="1500" b="1">
                <a:solidFill>
                  <a:srgbClr val="A25C38"/>
                </a:solidFill>
                <a:latin typeface="Noto Sans"/>
                <a:ea typeface="Noto Sans"/>
                <a:cs typeface="Noto Sans"/>
              </a:defRPr>
            </a:lvl2pPr>
            <a:lvl3pPr algn="l">
              <a:defRPr sz="1500" b="1">
                <a:solidFill>
                  <a:srgbClr val="A25C38"/>
                </a:solidFill>
                <a:latin typeface="Noto Sans"/>
                <a:ea typeface="Noto Sans"/>
                <a:cs typeface="Noto Sans"/>
              </a:defRPr>
            </a:lvl3pPr>
            <a:lvl4pPr algn="l">
              <a:defRPr sz="1500" b="1">
                <a:solidFill>
                  <a:srgbClr val="A25C38"/>
                </a:solidFill>
                <a:latin typeface="Noto Sans"/>
                <a:ea typeface="Noto Sans"/>
                <a:cs typeface="Noto Sans"/>
              </a:defRPr>
            </a:lvl4pPr>
            <a:lvl5pPr algn="l">
              <a:defRPr sz="1500" b="1">
                <a:solidFill>
                  <a:srgbClr val="A25C38"/>
                </a:solidFill>
                <a:latin typeface="Noto Sans"/>
                <a:ea typeface="Noto Sans"/>
                <a:cs typeface="Noto Sans"/>
              </a:defRPr>
            </a:lvl5pPr>
            <a:lvl6pPr algn="l">
              <a:defRPr sz="1500" b="1">
                <a:solidFill>
                  <a:srgbClr val="A25C38"/>
                </a:solidFill>
                <a:latin typeface="Noto Sans"/>
                <a:ea typeface="Noto Sans"/>
                <a:cs typeface="Noto Sans"/>
              </a:defRPr>
            </a:lvl6pPr>
            <a:lvl7pPr algn="l">
              <a:defRPr sz="1500" b="1">
                <a:solidFill>
                  <a:srgbClr val="A25C38"/>
                </a:solidFill>
                <a:latin typeface="Noto Sans"/>
                <a:ea typeface="Noto Sans"/>
                <a:cs typeface="Noto Sans"/>
              </a:defRPr>
            </a:lvl7pPr>
            <a:lvl8pPr algn="l">
              <a:defRPr sz="1500" b="1">
                <a:solidFill>
                  <a:srgbClr val="A25C38"/>
                </a:solidFill>
                <a:latin typeface="Noto Sans"/>
                <a:ea typeface="Noto Sans"/>
                <a:cs typeface="Noto Sans"/>
              </a:defRPr>
            </a:lvl8pPr>
            <a:lvl9pPr algn="l">
              <a:defRPr sz="1500" b="1">
                <a:solidFill>
                  <a:srgbClr val="A25C38"/>
                </a:solidFill>
                <a:latin typeface="Noto Sans"/>
                <a:ea typeface="Noto Sans"/>
                <a:cs typeface="Noto Sans"/>
              </a:defRPr>
            </a:lvl9pPr>
          </a:lstStyle>
          <a:p xmlns:a="http://schemas.openxmlformats.org/drawingml/2006/main">
            <a:pPr algn="l">
              <a:defRPr sz="1500" b="1">
                <a:solidFill>
                  <a:srgbClr val="A25C38"/>
                </a:solidFill>
                <a:latin typeface="Noto Sans"/>
                <a:ea typeface="Noto Sans"/>
                <a:cs typeface="Noto Sans"/>
              </a:defRPr>
            </a:pPr>
            <a:r>
              <a:rPr sz="1500" b="1">
                <a:solidFill>
                  <a:srgbClr val="A25C38"/>
                </a:solidFill>
                <a:latin typeface="Noto Sans"/>
                <a:ea typeface="Noto Sans"/>
                <a:cs typeface="Noto Sans"/>
              </a:rPr>
              <a:t>Private files</a:t>
            </a:r>
          </a:p>
        </p:txBody>
      </p:sp>
      <p:sp>
        <p:nvSpPr>
          <p:cNvPr id="18" name="">
            <a:extLst xmlns:a="http://schemas.openxmlformats.org/drawingml/2006/main">
              <a:ext uri="{FF2B5EF4-FFF2-40B4-BE49-F238E27FC236}">
                <a16:creationId xmlns:a16="http://schemas.microsoft.com/office/drawing/2014/main" id="{8BD5EC04-CBC5-41F9-AB69-8DA49C6C80E6}"/>
              </a:ext>
            </a:extLst>
          </p:cNvPr>
          <p:cNvSpPr>
            <a:spLocks xmlns:a="http://schemas.openxmlformats.org/drawingml/2006/main" noGrp="1"/>
          </p:cNvSpPr>
          <p:nvPr/>
        </p:nvSpPr>
        <p:spPr>
          <a:xfrm xmlns:a="http://schemas.openxmlformats.org/drawingml/2006/main">
            <a:off x="4267200" y="2457450"/>
            <a:ext cx="3048000" cy="0"/>
          </a:xfrm>
          <a:prstGeom xmlns:a="http://schemas.openxmlformats.org/drawingml/2006/main" prst="line">
            <a:avLst/>
          </a:prstGeom>
          <a:ln xmlns:a="http://schemas.openxmlformats.org/drawingml/2006/main" w="28575">
            <a:solidFill>
              <a:srgbClr val="A25C38"/>
            </a:solidFill>
            <a:prstDash val="solid"/>
          </a:ln>
        </p:spPr>
      </p:sp>
      <p:sp>
        <p:nvSpPr>
          <p:cNvPr id="19" name="">
            <a:extLst xmlns:a="http://schemas.openxmlformats.org/drawingml/2006/main">
              <a:ext uri="{FF2B5EF4-FFF2-40B4-BE49-F238E27FC236}">
                <a16:creationId xmlns:a16="http://schemas.microsoft.com/office/drawing/2014/main" id="{8FE417BB-D734-4837-A961-12C45D1A8E15}"/>
              </a:ext>
            </a:extLst>
          </p:cNvPr>
          <p:cNvSpPr>
            <a:spLocks xmlns:a="http://schemas.openxmlformats.org/drawingml/2006/main" noGrp="1"/>
          </p:cNvSpPr>
          <p:nvPr/>
        </p:nvSpPr>
        <p:spPr>
          <a:xfrm xmlns:a="http://schemas.openxmlformats.org/drawingml/2006/main">
            <a:off x="4267200" y="279082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20" name="">
            <a:extLst xmlns:a="http://schemas.openxmlformats.org/drawingml/2006/main">
              <a:ext uri="{FF2B5EF4-FFF2-40B4-BE49-F238E27FC236}">
                <a16:creationId xmlns:a16="http://schemas.microsoft.com/office/drawing/2014/main" id="{1E3AF4D4-3F35-428A-90A1-F3BBB369CB84}"/>
              </a:ext>
            </a:extLst>
          </p:cNvPr>
          <p:cNvSpPr>
            <a:spLocks xmlns:a="http://schemas.openxmlformats.org/drawingml/2006/main" noGrp="1"/>
          </p:cNvSpPr>
          <p:nvPr/>
        </p:nvSpPr>
        <p:spPr>
          <a:xfrm xmlns:a="http://schemas.openxmlformats.org/drawingml/2006/main">
            <a:off x="4457700" y="2724150"/>
            <a:ext cx="2914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Validate file type, size and owner</a:t>
            </a:r>
          </a:p>
        </p:txBody>
      </p:sp>
      <p:sp>
        <p:nvSpPr>
          <p:cNvPr id="21" name="">
            <a:extLst xmlns:a="http://schemas.openxmlformats.org/drawingml/2006/main">
              <a:ext uri="{FF2B5EF4-FFF2-40B4-BE49-F238E27FC236}">
                <a16:creationId xmlns:a16="http://schemas.microsoft.com/office/drawing/2014/main" id="{FC270BFA-3418-4571-9D29-E6C4528E3906}"/>
              </a:ext>
            </a:extLst>
          </p:cNvPr>
          <p:cNvSpPr>
            <a:spLocks xmlns:a="http://schemas.openxmlformats.org/drawingml/2006/main" noGrp="1"/>
          </p:cNvSpPr>
          <p:nvPr/>
        </p:nvSpPr>
        <p:spPr>
          <a:xfrm xmlns:a="http://schemas.openxmlformats.org/drawingml/2006/main">
            <a:off x="4267200" y="3438525"/>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22" name="">
            <a:extLst xmlns:a="http://schemas.openxmlformats.org/drawingml/2006/main">
              <a:ext uri="{FF2B5EF4-FFF2-40B4-BE49-F238E27FC236}">
                <a16:creationId xmlns:a16="http://schemas.microsoft.com/office/drawing/2014/main" id="{8005EA24-B494-4C11-ADE2-96E08BC4E561}"/>
              </a:ext>
            </a:extLst>
          </p:cNvPr>
          <p:cNvSpPr>
            <a:spLocks xmlns:a="http://schemas.openxmlformats.org/drawingml/2006/main" noGrp="1"/>
          </p:cNvSpPr>
          <p:nvPr/>
        </p:nvSpPr>
        <p:spPr>
          <a:xfrm xmlns:a="http://schemas.openxmlformats.org/drawingml/2006/main">
            <a:off x="4457700" y="3371850"/>
            <a:ext cx="2914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Store CVs in private Supabase buckets</a:t>
            </a:r>
          </a:p>
        </p:txBody>
      </p:sp>
      <p:sp>
        <p:nvSpPr>
          <p:cNvPr id="23" name="">
            <a:extLst xmlns:a="http://schemas.openxmlformats.org/drawingml/2006/main">
              <a:ext uri="{FF2B5EF4-FFF2-40B4-BE49-F238E27FC236}">
                <a16:creationId xmlns:a16="http://schemas.microsoft.com/office/drawing/2014/main" id="{469954A1-AFD6-4B8C-8DD0-8E6BC1DF1422}"/>
              </a:ext>
            </a:extLst>
          </p:cNvPr>
          <p:cNvSpPr>
            <a:spLocks xmlns:a="http://schemas.openxmlformats.org/drawingml/2006/main" noGrp="1"/>
          </p:cNvSpPr>
          <p:nvPr/>
        </p:nvSpPr>
        <p:spPr>
          <a:xfrm xmlns:a="http://schemas.openxmlformats.org/drawingml/2006/main">
            <a:off x="4267200" y="408622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24" name="">
            <a:extLst xmlns:a="http://schemas.openxmlformats.org/drawingml/2006/main">
              <a:ext uri="{FF2B5EF4-FFF2-40B4-BE49-F238E27FC236}">
                <a16:creationId xmlns:a16="http://schemas.microsoft.com/office/drawing/2014/main" id="{729ECE15-EBF4-46BB-AD4C-64D1300EFF7B}"/>
              </a:ext>
            </a:extLst>
          </p:cNvPr>
          <p:cNvSpPr>
            <a:spLocks xmlns:a="http://schemas.openxmlformats.org/drawingml/2006/main" noGrp="1"/>
          </p:cNvSpPr>
          <p:nvPr/>
        </p:nvSpPr>
        <p:spPr>
          <a:xfrm xmlns:a="http://schemas.openxmlformats.org/drawingml/2006/main">
            <a:off x="4457700" y="4019550"/>
            <a:ext cx="2914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Authorize every download through the API</a:t>
            </a:r>
          </a:p>
        </p:txBody>
      </p:sp>
      <p:sp>
        <p:nvSpPr>
          <p:cNvPr id="25" name="">
            <a:extLst xmlns:a="http://schemas.openxmlformats.org/drawingml/2006/main">
              <a:ext uri="{FF2B5EF4-FFF2-40B4-BE49-F238E27FC236}">
                <a16:creationId xmlns:a16="http://schemas.microsoft.com/office/drawing/2014/main" id="{4B24E638-C243-4D25-AB47-761FD79ACE62}"/>
              </a:ext>
            </a:extLst>
          </p:cNvPr>
          <p:cNvSpPr>
            <a:spLocks xmlns:a="http://schemas.openxmlformats.org/drawingml/2006/main" noGrp="1"/>
          </p:cNvSpPr>
          <p:nvPr/>
        </p:nvSpPr>
        <p:spPr>
          <a:xfrm xmlns:a="http://schemas.openxmlformats.org/drawingml/2006/main">
            <a:off x="4267200" y="4733925"/>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26" name="">
            <a:extLst xmlns:a="http://schemas.openxmlformats.org/drawingml/2006/main">
              <a:ext uri="{FF2B5EF4-FFF2-40B4-BE49-F238E27FC236}">
                <a16:creationId xmlns:a16="http://schemas.microsoft.com/office/drawing/2014/main" id="{6586254E-200B-45C0-B2B6-687FFF3F123B}"/>
              </a:ext>
            </a:extLst>
          </p:cNvPr>
          <p:cNvSpPr>
            <a:spLocks xmlns:a="http://schemas.openxmlformats.org/drawingml/2006/main" noGrp="1"/>
          </p:cNvSpPr>
          <p:nvPr/>
        </p:nvSpPr>
        <p:spPr>
          <a:xfrm xmlns:a="http://schemas.openxmlformats.org/drawingml/2006/main">
            <a:off x="4457700" y="4667250"/>
            <a:ext cx="2914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Export and seven-day deletion window</a:t>
            </a:r>
          </a:p>
        </p:txBody>
      </p:sp>
      <p:sp>
        <p:nvSpPr>
          <p:cNvPr id="27" name="">
            <a:extLst xmlns:a="http://schemas.openxmlformats.org/drawingml/2006/main">
              <a:ext uri="{FF2B5EF4-FFF2-40B4-BE49-F238E27FC236}">
                <a16:creationId xmlns:a16="http://schemas.microsoft.com/office/drawing/2014/main" id="{B5397121-4935-4361-83A9-D4EAC99A3D1E}"/>
              </a:ext>
            </a:extLst>
          </p:cNvPr>
          <p:cNvSpPr>
            <a:spLocks xmlns:a="http://schemas.openxmlformats.org/drawingml/2006/main" noGrp="1"/>
          </p:cNvSpPr>
          <p:nvPr/>
        </p:nvSpPr>
        <p:spPr>
          <a:xfrm xmlns:a="http://schemas.openxmlformats.org/drawingml/2006/main">
            <a:off x="7924800" y="201930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356456"/>
                </a:solidFill>
                <a:latin typeface="Noto Sans"/>
                <a:ea typeface="Noto Sans"/>
                <a:cs typeface="Noto Sans"/>
              </a:defRPr>
            </a:defPPr>
            <a:lvl1pPr algn="l">
              <a:defRPr sz="1500" b="1">
                <a:solidFill>
                  <a:srgbClr val="356456"/>
                </a:solidFill>
                <a:latin typeface="Noto Sans"/>
                <a:ea typeface="Noto Sans"/>
                <a:cs typeface="Noto Sans"/>
              </a:defRPr>
            </a:lvl1pPr>
            <a:lvl2pPr algn="l">
              <a:defRPr sz="1500" b="1">
                <a:solidFill>
                  <a:srgbClr val="356456"/>
                </a:solidFill>
                <a:latin typeface="Noto Sans"/>
                <a:ea typeface="Noto Sans"/>
                <a:cs typeface="Noto Sans"/>
              </a:defRPr>
            </a:lvl2pPr>
            <a:lvl3pPr algn="l">
              <a:defRPr sz="1500" b="1">
                <a:solidFill>
                  <a:srgbClr val="356456"/>
                </a:solidFill>
                <a:latin typeface="Noto Sans"/>
                <a:ea typeface="Noto Sans"/>
                <a:cs typeface="Noto Sans"/>
              </a:defRPr>
            </a:lvl3pPr>
            <a:lvl4pPr algn="l">
              <a:defRPr sz="1500" b="1">
                <a:solidFill>
                  <a:srgbClr val="356456"/>
                </a:solidFill>
                <a:latin typeface="Noto Sans"/>
                <a:ea typeface="Noto Sans"/>
                <a:cs typeface="Noto Sans"/>
              </a:defRPr>
            </a:lvl4pPr>
            <a:lvl5pPr algn="l">
              <a:defRPr sz="1500" b="1">
                <a:solidFill>
                  <a:srgbClr val="356456"/>
                </a:solidFill>
                <a:latin typeface="Noto Sans"/>
                <a:ea typeface="Noto Sans"/>
                <a:cs typeface="Noto Sans"/>
              </a:defRPr>
            </a:lvl5pPr>
            <a:lvl6pPr algn="l">
              <a:defRPr sz="1500" b="1">
                <a:solidFill>
                  <a:srgbClr val="356456"/>
                </a:solidFill>
                <a:latin typeface="Noto Sans"/>
                <a:ea typeface="Noto Sans"/>
                <a:cs typeface="Noto Sans"/>
              </a:defRPr>
            </a:lvl6pPr>
            <a:lvl7pPr algn="l">
              <a:defRPr sz="1500" b="1">
                <a:solidFill>
                  <a:srgbClr val="356456"/>
                </a:solidFill>
                <a:latin typeface="Noto Sans"/>
                <a:ea typeface="Noto Sans"/>
                <a:cs typeface="Noto Sans"/>
              </a:defRPr>
            </a:lvl7pPr>
            <a:lvl8pPr algn="l">
              <a:defRPr sz="1500" b="1">
                <a:solidFill>
                  <a:srgbClr val="356456"/>
                </a:solidFill>
                <a:latin typeface="Noto Sans"/>
                <a:ea typeface="Noto Sans"/>
                <a:cs typeface="Noto Sans"/>
              </a:defRPr>
            </a:lvl8pPr>
            <a:lvl9pPr algn="l">
              <a:defRPr sz="1500" b="1">
                <a:solidFill>
                  <a:srgbClr val="356456"/>
                </a:solidFill>
                <a:latin typeface="Noto Sans"/>
                <a:ea typeface="Noto Sans"/>
                <a:cs typeface="Noto Sans"/>
              </a:defRPr>
            </a:lvl9pPr>
          </a:lstStyle>
          <a:p xmlns:a="http://schemas.openxmlformats.org/drawingml/2006/main">
            <a:pPr algn="l">
              <a:defRPr sz="1500" b="1">
                <a:solidFill>
                  <a:srgbClr val="356456"/>
                </a:solidFill>
                <a:latin typeface="Noto Sans"/>
                <a:ea typeface="Noto Sans"/>
                <a:cs typeface="Noto Sans"/>
              </a:defRPr>
            </a:pPr>
            <a:r>
              <a:rPr sz="1500" b="1">
                <a:solidFill>
                  <a:srgbClr val="356456"/>
                </a:solidFill>
                <a:latin typeface="Noto Sans"/>
                <a:ea typeface="Noto Sans"/>
                <a:cs typeface="Noto Sans"/>
              </a:rPr>
              <a:t>Production boundary</a:t>
            </a:r>
          </a:p>
        </p:txBody>
      </p:sp>
      <p:sp>
        <p:nvSpPr>
          <p:cNvPr id="28" name="">
            <a:extLst xmlns:a="http://schemas.openxmlformats.org/drawingml/2006/main">
              <a:ext uri="{FF2B5EF4-FFF2-40B4-BE49-F238E27FC236}">
                <a16:creationId xmlns:a16="http://schemas.microsoft.com/office/drawing/2014/main" id="{DD5D39FC-37EC-476B-BD48-05198C077A5F}"/>
              </a:ext>
            </a:extLst>
          </p:cNvPr>
          <p:cNvSpPr>
            <a:spLocks xmlns:a="http://schemas.openxmlformats.org/drawingml/2006/main" noGrp="1"/>
          </p:cNvSpPr>
          <p:nvPr/>
        </p:nvSpPr>
        <p:spPr>
          <a:xfrm xmlns:a="http://schemas.openxmlformats.org/drawingml/2006/main">
            <a:off x="7924800" y="2457450"/>
            <a:ext cx="3048000" cy="0"/>
          </a:xfrm>
          <a:prstGeom xmlns:a="http://schemas.openxmlformats.org/drawingml/2006/main" prst="line">
            <a:avLst/>
          </a:prstGeom>
          <a:ln xmlns:a="http://schemas.openxmlformats.org/drawingml/2006/main" w="28575">
            <a:solidFill>
              <a:srgbClr val="356456"/>
            </a:solidFill>
            <a:prstDash val="solid"/>
          </a:ln>
        </p:spPr>
      </p:sp>
      <p:sp>
        <p:nvSpPr>
          <p:cNvPr id="29" name="">
            <a:extLst xmlns:a="http://schemas.openxmlformats.org/drawingml/2006/main">
              <a:ext uri="{FF2B5EF4-FFF2-40B4-BE49-F238E27FC236}">
                <a16:creationId xmlns:a16="http://schemas.microsoft.com/office/drawing/2014/main" id="{5B8D5D1B-A5E4-438A-B0C9-CE6F6513D9DE}"/>
              </a:ext>
            </a:extLst>
          </p:cNvPr>
          <p:cNvSpPr>
            <a:spLocks xmlns:a="http://schemas.openxmlformats.org/drawingml/2006/main" noGrp="1"/>
          </p:cNvSpPr>
          <p:nvPr/>
        </p:nvSpPr>
        <p:spPr>
          <a:xfrm xmlns:a="http://schemas.openxmlformats.org/drawingml/2006/main">
            <a:off x="7924800" y="279082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30" name="">
            <a:extLst xmlns:a="http://schemas.openxmlformats.org/drawingml/2006/main">
              <a:ext uri="{FF2B5EF4-FFF2-40B4-BE49-F238E27FC236}">
                <a16:creationId xmlns:a16="http://schemas.microsoft.com/office/drawing/2014/main" id="{C14FEC33-A3F8-4094-B22E-6FC1C43353DF}"/>
              </a:ext>
            </a:extLst>
          </p:cNvPr>
          <p:cNvSpPr>
            <a:spLocks xmlns:a="http://schemas.openxmlformats.org/drawingml/2006/main" noGrp="1"/>
          </p:cNvSpPr>
          <p:nvPr/>
        </p:nvSpPr>
        <p:spPr>
          <a:xfrm xmlns:a="http://schemas.openxmlformats.org/drawingml/2006/main">
            <a:off x="8115300" y="2724150"/>
            <a:ext cx="2914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Nginx is the only public entry point</a:t>
            </a:r>
          </a:p>
        </p:txBody>
      </p:sp>
      <p:sp>
        <p:nvSpPr>
          <p:cNvPr id="31" name="">
            <a:extLst xmlns:a="http://schemas.openxmlformats.org/drawingml/2006/main">
              <a:ext uri="{FF2B5EF4-FFF2-40B4-BE49-F238E27FC236}">
                <a16:creationId xmlns:a16="http://schemas.microsoft.com/office/drawing/2014/main" id="{EA2FF647-4DB1-4A29-B29A-C159247649F3}"/>
              </a:ext>
            </a:extLst>
          </p:cNvPr>
          <p:cNvSpPr>
            <a:spLocks xmlns:a="http://schemas.openxmlformats.org/drawingml/2006/main" noGrp="1"/>
          </p:cNvSpPr>
          <p:nvPr/>
        </p:nvSpPr>
        <p:spPr>
          <a:xfrm xmlns:a="http://schemas.openxmlformats.org/drawingml/2006/main">
            <a:off x="7924800" y="3438525"/>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2" name="">
            <a:extLst xmlns:a="http://schemas.openxmlformats.org/drawingml/2006/main">
              <a:ext uri="{FF2B5EF4-FFF2-40B4-BE49-F238E27FC236}">
                <a16:creationId xmlns:a16="http://schemas.microsoft.com/office/drawing/2014/main" id="{E5734DE0-CA70-4AEA-AAC0-634DE9907C72}"/>
              </a:ext>
            </a:extLst>
          </p:cNvPr>
          <p:cNvSpPr>
            <a:spLocks xmlns:a="http://schemas.openxmlformats.org/drawingml/2006/main" noGrp="1"/>
          </p:cNvSpPr>
          <p:nvPr/>
        </p:nvSpPr>
        <p:spPr>
          <a:xfrm xmlns:a="http://schemas.openxmlformats.org/drawingml/2006/main">
            <a:off x="8115300" y="3371850"/>
            <a:ext cx="2914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API, database, Redis and workers stay private</a:t>
            </a:r>
          </a:p>
        </p:txBody>
      </p:sp>
      <p:sp>
        <p:nvSpPr>
          <p:cNvPr id="33" name="">
            <a:extLst xmlns:a="http://schemas.openxmlformats.org/drawingml/2006/main">
              <a:ext uri="{FF2B5EF4-FFF2-40B4-BE49-F238E27FC236}">
                <a16:creationId xmlns:a16="http://schemas.microsoft.com/office/drawing/2014/main" id="{2105F7EC-27DE-4F7A-8E87-0FD9E4963A47}"/>
              </a:ext>
            </a:extLst>
          </p:cNvPr>
          <p:cNvSpPr>
            <a:spLocks xmlns:a="http://schemas.openxmlformats.org/drawingml/2006/main" noGrp="1"/>
          </p:cNvSpPr>
          <p:nvPr/>
        </p:nvSpPr>
        <p:spPr>
          <a:xfrm xmlns:a="http://schemas.openxmlformats.org/drawingml/2006/main">
            <a:off x="7924800" y="408622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34" name="">
            <a:extLst xmlns:a="http://schemas.openxmlformats.org/drawingml/2006/main">
              <a:ext uri="{FF2B5EF4-FFF2-40B4-BE49-F238E27FC236}">
                <a16:creationId xmlns:a16="http://schemas.microsoft.com/office/drawing/2014/main" id="{8668F730-ED20-46A8-B7C3-ED41EA6F6197}"/>
              </a:ext>
            </a:extLst>
          </p:cNvPr>
          <p:cNvSpPr>
            <a:spLocks xmlns:a="http://schemas.openxmlformats.org/drawingml/2006/main" noGrp="1"/>
          </p:cNvSpPr>
          <p:nvPr/>
        </p:nvSpPr>
        <p:spPr>
          <a:xfrm xmlns:a="http://schemas.openxmlformats.org/drawingml/2006/main">
            <a:off x="8115300" y="4019550"/>
            <a:ext cx="2914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Liveness and readiness endpoints</a:t>
            </a:r>
          </a:p>
        </p:txBody>
      </p:sp>
      <p:sp>
        <p:nvSpPr>
          <p:cNvPr id="35" name="">
            <a:extLst xmlns:a="http://schemas.openxmlformats.org/drawingml/2006/main">
              <a:ext uri="{FF2B5EF4-FFF2-40B4-BE49-F238E27FC236}">
                <a16:creationId xmlns:a16="http://schemas.microsoft.com/office/drawing/2014/main" id="{5BECD7B1-3C68-4DD9-9512-CE054A0408EE}"/>
              </a:ext>
            </a:extLst>
          </p:cNvPr>
          <p:cNvSpPr>
            <a:spLocks xmlns:a="http://schemas.openxmlformats.org/drawingml/2006/main" noGrp="1"/>
          </p:cNvSpPr>
          <p:nvPr/>
        </p:nvSpPr>
        <p:spPr>
          <a:xfrm xmlns:a="http://schemas.openxmlformats.org/drawingml/2006/main">
            <a:off x="7924800" y="4733925"/>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6" name="">
            <a:extLst xmlns:a="http://schemas.openxmlformats.org/drawingml/2006/main">
              <a:ext uri="{FF2B5EF4-FFF2-40B4-BE49-F238E27FC236}">
                <a16:creationId xmlns:a16="http://schemas.microsoft.com/office/drawing/2014/main" id="{C9880D4D-4658-45B0-9286-29D3512BF881}"/>
              </a:ext>
            </a:extLst>
          </p:cNvPr>
          <p:cNvSpPr>
            <a:spLocks xmlns:a="http://schemas.openxmlformats.org/drawingml/2006/main" noGrp="1"/>
          </p:cNvSpPr>
          <p:nvPr/>
        </p:nvSpPr>
        <p:spPr>
          <a:xfrm xmlns:a="http://schemas.openxmlformats.org/drawingml/2006/main">
            <a:off x="8115300" y="4667250"/>
            <a:ext cx="2914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Logs, metrics and startup checks</a:t>
            </a:r>
          </a:p>
        </p:txBody>
      </p:sp>
      <p:sp>
        <p:nvSpPr>
          <p:cNvPr id="37" name="">
            <a:extLst xmlns:a="http://schemas.openxmlformats.org/drawingml/2006/main">
              <a:ext uri="{FF2B5EF4-FFF2-40B4-BE49-F238E27FC236}">
                <a16:creationId xmlns:a16="http://schemas.microsoft.com/office/drawing/2014/main" id="{3CA9AAC8-473C-4341-B161-1B6813F9932E}"/>
              </a:ext>
            </a:extLst>
          </p:cNvPr>
          <p:cNvSpPr>
            <a:spLocks xmlns:a="http://schemas.openxmlformats.org/drawingml/2006/main" noGrp="1"/>
          </p:cNvSpPr>
          <p:nvPr/>
        </p:nvSpPr>
        <p:spPr>
          <a:xfrm xmlns:a="http://schemas.openxmlformats.org/drawingml/2006/main">
            <a:off x="609600" y="5619750"/>
            <a:ext cx="10458450" cy="609600"/>
          </a:xfrm>
          <a:prstGeom xmlns:a="http://schemas.openxmlformats.org/drawingml/2006/main" prst="roundRect">
            <a:avLst>
              <a:gd name="adj" fmla="val 18750"/>
            </a:avLst>
          </a:prstGeom>
          <a:solidFill xmlns:a="http://schemas.openxmlformats.org/drawingml/2006/main">
            <a:srgbClr val="EDF1E9"/>
          </a:solidFill>
          <a:ln xmlns:a="http://schemas.openxmlformats.org/drawingml/2006/main" w="9525">
            <a:solidFill>
              <a:srgbClr val="CFDBCF"/>
            </a:solidFill>
            <a:prstDash val="solid"/>
          </a:ln>
        </p:spPr>
      </p:sp>
      <p:sp>
        <p:nvSpPr>
          <p:cNvPr id="38" name="">
            <a:extLst xmlns:a="http://schemas.openxmlformats.org/drawingml/2006/main">
              <a:ext uri="{FF2B5EF4-FFF2-40B4-BE49-F238E27FC236}">
                <a16:creationId xmlns:a16="http://schemas.microsoft.com/office/drawing/2014/main" id="{0D946DD9-43F2-4FB3-931F-51BE04A8E6E8}"/>
              </a:ext>
            </a:extLst>
          </p:cNvPr>
          <p:cNvSpPr>
            <a:spLocks xmlns:a="http://schemas.openxmlformats.org/drawingml/2006/main" noGrp="1"/>
          </p:cNvSpPr>
          <p:nvPr/>
        </p:nvSpPr>
        <p:spPr>
          <a:xfrm xmlns:a="http://schemas.openxmlformats.org/drawingml/2006/main">
            <a:off x="819150" y="57912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1">
                <a:solidFill>
                  <a:srgbClr val="A25C38"/>
                </a:solidFill>
                <a:latin typeface="Noto Sans"/>
                <a:ea typeface="Noto Sans"/>
                <a:cs typeface="Noto Sans"/>
              </a:defRPr>
            </a:defPPr>
            <a:lvl1pPr algn="l">
              <a:defRPr sz="1125" b="1">
                <a:solidFill>
                  <a:srgbClr val="A25C38"/>
                </a:solidFill>
                <a:latin typeface="Noto Sans"/>
                <a:ea typeface="Noto Sans"/>
                <a:cs typeface="Noto Sans"/>
              </a:defRPr>
            </a:lvl1pPr>
            <a:lvl2pPr algn="l">
              <a:defRPr sz="1125" b="1">
                <a:solidFill>
                  <a:srgbClr val="A25C38"/>
                </a:solidFill>
                <a:latin typeface="Noto Sans"/>
                <a:ea typeface="Noto Sans"/>
                <a:cs typeface="Noto Sans"/>
              </a:defRPr>
            </a:lvl2pPr>
            <a:lvl3pPr algn="l">
              <a:defRPr sz="1125" b="1">
                <a:solidFill>
                  <a:srgbClr val="A25C38"/>
                </a:solidFill>
                <a:latin typeface="Noto Sans"/>
                <a:ea typeface="Noto Sans"/>
                <a:cs typeface="Noto Sans"/>
              </a:defRPr>
            </a:lvl3pPr>
            <a:lvl4pPr algn="l">
              <a:defRPr sz="1125" b="1">
                <a:solidFill>
                  <a:srgbClr val="A25C38"/>
                </a:solidFill>
                <a:latin typeface="Noto Sans"/>
                <a:ea typeface="Noto Sans"/>
                <a:cs typeface="Noto Sans"/>
              </a:defRPr>
            </a:lvl4pPr>
            <a:lvl5pPr algn="l">
              <a:defRPr sz="1125" b="1">
                <a:solidFill>
                  <a:srgbClr val="A25C38"/>
                </a:solidFill>
                <a:latin typeface="Noto Sans"/>
                <a:ea typeface="Noto Sans"/>
                <a:cs typeface="Noto Sans"/>
              </a:defRPr>
            </a:lvl5pPr>
            <a:lvl6pPr algn="l">
              <a:defRPr sz="1125" b="1">
                <a:solidFill>
                  <a:srgbClr val="A25C38"/>
                </a:solidFill>
                <a:latin typeface="Noto Sans"/>
                <a:ea typeface="Noto Sans"/>
                <a:cs typeface="Noto Sans"/>
              </a:defRPr>
            </a:lvl6pPr>
            <a:lvl7pPr algn="l">
              <a:defRPr sz="1125" b="1">
                <a:solidFill>
                  <a:srgbClr val="A25C38"/>
                </a:solidFill>
                <a:latin typeface="Noto Sans"/>
                <a:ea typeface="Noto Sans"/>
                <a:cs typeface="Noto Sans"/>
              </a:defRPr>
            </a:lvl7pPr>
            <a:lvl8pPr algn="l">
              <a:defRPr sz="1125" b="1">
                <a:solidFill>
                  <a:srgbClr val="A25C38"/>
                </a:solidFill>
                <a:latin typeface="Noto Sans"/>
                <a:ea typeface="Noto Sans"/>
                <a:cs typeface="Noto Sans"/>
              </a:defRPr>
            </a:lvl8pPr>
            <a:lvl9pPr algn="l">
              <a:defRPr sz="1125" b="1">
                <a:solidFill>
                  <a:srgbClr val="A25C38"/>
                </a:solidFill>
                <a:latin typeface="Noto Sans"/>
                <a:ea typeface="Noto Sans"/>
                <a:cs typeface="Noto Sans"/>
              </a:defRPr>
            </a:lvl9pPr>
          </a:lstStyle>
          <a:p xmlns:a="http://schemas.openxmlformats.org/drawingml/2006/main">
            <a:pPr algn="l">
              <a:defRPr sz="1125" b="1">
                <a:solidFill>
                  <a:srgbClr val="A25C38"/>
                </a:solidFill>
                <a:latin typeface="Noto Sans"/>
                <a:ea typeface="Noto Sans"/>
                <a:cs typeface="Noto Sans"/>
              </a:defRPr>
            </a:pPr>
            <a:r>
              <a:rPr sz="1125" b="1">
                <a:solidFill>
                  <a:srgbClr val="A25C38"/>
                </a:solidFill>
                <a:latin typeface="Noto Sans"/>
                <a:ea typeface="Noto Sans"/>
                <a:cs typeface="Noto Sans"/>
              </a:rPr>
              <a:t>Security stays current</a:t>
            </a:r>
          </a:p>
        </p:txBody>
      </p:sp>
      <p:sp>
        <p:nvSpPr>
          <p:cNvPr id="39" name="">
            <a:extLst xmlns:a="http://schemas.openxmlformats.org/drawingml/2006/main">
              <a:ext uri="{FF2B5EF4-FFF2-40B4-BE49-F238E27FC236}">
                <a16:creationId xmlns:a16="http://schemas.microsoft.com/office/drawing/2014/main" id="{1A0E1E72-04CE-4C73-919C-4D2DB0584E0E}"/>
              </a:ext>
            </a:extLst>
          </p:cNvPr>
          <p:cNvSpPr>
            <a:spLocks xmlns:a="http://schemas.openxmlformats.org/drawingml/2006/main" noGrp="1"/>
          </p:cNvSpPr>
          <p:nvPr/>
        </p:nvSpPr>
        <p:spPr>
          <a:xfrm xmlns:a="http://schemas.openxmlformats.org/drawingml/2006/main">
            <a:off x="2857500" y="5753100"/>
            <a:ext cx="7962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1">
                <a:solidFill>
                  <a:srgbClr val="192B23"/>
                </a:solidFill>
                <a:latin typeface="Noto Sans"/>
                <a:ea typeface="Noto Sans"/>
                <a:cs typeface="Noto Sans"/>
              </a:defRPr>
            </a:defPPr>
            <a:lvl1pPr algn="l">
              <a:defRPr sz="1200" b="1">
                <a:solidFill>
                  <a:srgbClr val="192B23"/>
                </a:solidFill>
                <a:latin typeface="Noto Sans"/>
                <a:ea typeface="Noto Sans"/>
                <a:cs typeface="Noto Sans"/>
              </a:defRPr>
            </a:lvl1pPr>
            <a:lvl2pPr algn="l">
              <a:defRPr sz="1200" b="1">
                <a:solidFill>
                  <a:srgbClr val="192B23"/>
                </a:solidFill>
                <a:latin typeface="Noto Sans"/>
                <a:ea typeface="Noto Sans"/>
                <a:cs typeface="Noto Sans"/>
              </a:defRPr>
            </a:lvl2pPr>
            <a:lvl3pPr algn="l">
              <a:defRPr sz="1200" b="1">
                <a:solidFill>
                  <a:srgbClr val="192B23"/>
                </a:solidFill>
                <a:latin typeface="Noto Sans"/>
                <a:ea typeface="Noto Sans"/>
                <a:cs typeface="Noto Sans"/>
              </a:defRPr>
            </a:lvl3pPr>
            <a:lvl4pPr algn="l">
              <a:defRPr sz="1200" b="1">
                <a:solidFill>
                  <a:srgbClr val="192B23"/>
                </a:solidFill>
                <a:latin typeface="Noto Sans"/>
                <a:ea typeface="Noto Sans"/>
                <a:cs typeface="Noto Sans"/>
              </a:defRPr>
            </a:lvl4pPr>
            <a:lvl5pPr algn="l">
              <a:defRPr sz="1200" b="1">
                <a:solidFill>
                  <a:srgbClr val="192B23"/>
                </a:solidFill>
                <a:latin typeface="Noto Sans"/>
                <a:ea typeface="Noto Sans"/>
                <a:cs typeface="Noto Sans"/>
              </a:defRPr>
            </a:lvl5pPr>
            <a:lvl6pPr algn="l">
              <a:defRPr sz="1200" b="1">
                <a:solidFill>
                  <a:srgbClr val="192B23"/>
                </a:solidFill>
                <a:latin typeface="Noto Sans"/>
                <a:ea typeface="Noto Sans"/>
                <a:cs typeface="Noto Sans"/>
              </a:defRPr>
            </a:lvl6pPr>
            <a:lvl7pPr algn="l">
              <a:defRPr sz="1200" b="1">
                <a:solidFill>
                  <a:srgbClr val="192B23"/>
                </a:solidFill>
                <a:latin typeface="Noto Sans"/>
                <a:ea typeface="Noto Sans"/>
                <a:cs typeface="Noto Sans"/>
              </a:defRPr>
            </a:lvl7pPr>
            <a:lvl8pPr algn="l">
              <a:defRPr sz="1200" b="1">
                <a:solidFill>
                  <a:srgbClr val="192B23"/>
                </a:solidFill>
                <a:latin typeface="Noto Sans"/>
                <a:ea typeface="Noto Sans"/>
                <a:cs typeface="Noto Sans"/>
              </a:defRPr>
            </a:lvl8pPr>
            <a:lvl9pPr algn="l">
              <a:defRPr sz="1200" b="1">
                <a:solidFill>
                  <a:srgbClr val="192B23"/>
                </a:solidFill>
                <a:latin typeface="Noto Sans"/>
                <a:ea typeface="Noto Sans"/>
                <a:cs typeface="Noto Sans"/>
              </a:defRPr>
            </a:lvl9pPr>
          </a:lstStyle>
          <a:p xmlns:a="http://schemas.openxmlformats.org/drawingml/2006/main">
            <a:pPr algn="l">
              <a:defRPr sz="1200" b="1">
                <a:solidFill>
                  <a:srgbClr val="192B23"/>
                </a:solidFill>
                <a:latin typeface="Noto Sans"/>
                <a:ea typeface="Noto Sans"/>
                <a:cs typeface="Noto Sans"/>
              </a:defRPr>
            </a:pPr>
            <a:r>
              <a:rPr sz="1200" b="1">
                <a:solidFill>
                  <a:srgbClr val="192B23"/>
                </a:solidFill>
                <a:latin typeface="Noto Sans"/>
                <a:ea typeface="Noto Sans"/>
                <a:cs typeface="Noto Sans"/>
              </a:rPr>
              <a:t>WebSocket access, file downloads and internal services all rely on server-side authorization rather than client trust.</a:t>
            </a:r>
          </a:p>
        </p:txBody>
      </p:sp>
    </p:spTree>
    <p:transition spd="med" advClick="1">
      <p:fade/>
    </p:transition>
    <p:extLst>
      <p:ext uri="{BB962C8B-B14F-4D97-AF65-F5344CB8AC3E}">
        <p14:creationId xmlns:p14="http://schemas.microsoft.com/office/powerpoint/2010/main" val="2035648984"/>
      </p:ext>
    </p:extLst>
  </p:cSld>
</p:sld>
</file>

<file path=ppt/slides/slide10.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447A9AA1-2BAE-44A8-95F8-F9FE1E2FBADC}"/>
              </a:ext>
            </a:extLst>
          </p:cNvPr>
          <p:cNvSpPr>
            <a:spLocks xmlns:a="http://schemas.openxmlformats.org/drawingml/2006/main" noGrp="1"/>
          </p:cNvSpPr>
          <p:nvPr/>
        </p:nvSpPr>
        <p:spPr>
          <a:xfrm xmlns:a="http://schemas.openxmlformats.org/drawingml/2006/main">
            <a:off x="60960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EVIDENCE AND CONCLUSION</a:t>
            </a:r>
          </a:p>
        </p:txBody>
      </p:sp>
      <p:sp>
        <p:nvSpPr>
          <p:cNvPr id="2" name="">
            <a:extLst xmlns:a="http://schemas.openxmlformats.org/drawingml/2006/main">
              <a:ext uri="{FF2B5EF4-FFF2-40B4-BE49-F238E27FC236}">
                <a16:creationId xmlns:a16="http://schemas.microsoft.com/office/drawing/2014/main" id="{97497BBF-11F7-44B6-81D7-657815FA23C3}"/>
              </a:ext>
            </a:extLst>
          </p:cNvPr>
          <p:cNvSpPr>
            <a:spLocks xmlns:a="http://schemas.openxmlformats.org/drawingml/2006/main" noGrp="1"/>
          </p:cNvSpPr>
          <p:nvPr/>
        </p:nvSpPr>
        <p:spPr>
          <a:xfrm xmlns:a="http://schemas.openxmlformats.org/drawingml/2006/main">
            <a:off x="11163300" y="2667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10</a:t>
            </a:r>
          </a:p>
        </p:txBody>
      </p:sp>
      <p:sp>
        <p:nvSpPr>
          <p:cNvPr id="3" name="">
            <a:extLst xmlns:a="http://schemas.openxmlformats.org/drawingml/2006/main">
              <a:ext uri="{FF2B5EF4-FFF2-40B4-BE49-F238E27FC236}">
                <a16:creationId xmlns:a16="http://schemas.microsoft.com/office/drawing/2014/main" id="{F32FEBE2-3B40-4830-BA02-11BD8956BDBF}"/>
              </a:ext>
            </a:extLst>
          </p:cNvPr>
          <p:cNvSpPr>
            <a:spLocks xmlns:a="http://schemas.openxmlformats.org/drawingml/2006/main" noGrp="1"/>
          </p:cNvSpPr>
          <p:nvPr/>
        </p:nvSpPr>
        <p:spPr>
          <a:xfrm xmlns:a="http://schemas.openxmlformats.org/drawingml/2006/main">
            <a:off x="609600" y="533400"/>
            <a:ext cx="1038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Testing, lessons and next steps</a:t>
            </a:r>
          </a:p>
        </p:txBody>
      </p:sp>
      <p:sp>
        <p:nvSpPr>
          <p:cNvPr id="4" name="">
            <a:extLst xmlns:a="http://schemas.openxmlformats.org/drawingml/2006/main">
              <a:ext uri="{FF2B5EF4-FFF2-40B4-BE49-F238E27FC236}">
                <a16:creationId xmlns:a16="http://schemas.microsoft.com/office/drawing/2014/main" id="{7BF7671C-6CAE-428B-91C1-AC5D73CDDCB2}"/>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DEB08072-7A98-467C-97A9-53D2CE2100F5}"/>
              </a:ext>
            </a:extLst>
          </p:cNvPr>
          <p:cNvSpPr>
            <a:spLocks xmlns:a="http://schemas.openxmlformats.org/drawingml/2006/main" noGrp="1"/>
          </p:cNvSpPr>
          <p:nvPr/>
        </p:nvSpPr>
        <p:spPr>
          <a:xfrm xmlns:a="http://schemas.openxmlformats.org/drawingml/2006/main">
            <a:off x="609600" y="1352550"/>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The backend combines automated evidence with one connected workflow for the live demonstration.</a:t>
            </a:r>
          </a:p>
        </p:txBody>
      </p:sp>
      <p:sp>
        <p:nvSpPr>
          <p:cNvPr id="6" name="">
            <a:extLst xmlns:a="http://schemas.openxmlformats.org/drawingml/2006/main">
              <a:ext uri="{FF2B5EF4-FFF2-40B4-BE49-F238E27FC236}">
                <a16:creationId xmlns:a16="http://schemas.microsoft.com/office/drawing/2014/main" id="{6DBFFA86-8A69-4AE7-990F-30DDF0887643}"/>
              </a:ext>
            </a:extLst>
          </p:cNvPr>
          <p:cNvSpPr>
            <a:spLocks xmlns:a="http://schemas.openxmlformats.org/drawingml/2006/main" noGrp="1"/>
          </p:cNvSpPr>
          <p:nvPr/>
        </p:nvSpPr>
        <p:spPr>
          <a:xfrm xmlns:a="http://schemas.openxmlformats.org/drawingml/2006/main">
            <a:off x="609600" y="65532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25ED8604-B58B-4945-BFDB-EA9B55993385}"/>
              </a:ext>
            </a:extLst>
          </p:cNvPr>
          <p:cNvSpPr>
            <a:spLocks xmlns:a="http://schemas.openxmlformats.org/drawingml/2006/main" noGrp="1"/>
          </p:cNvSpPr>
          <p:nvPr/>
        </p:nvSpPr>
        <p:spPr>
          <a:xfrm xmlns:a="http://schemas.openxmlformats.org/drawingml/2006/main">
            <a:off x="609600" y="1981200"/>
            <a:ext cx="1143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3900" b="1">
                <a:solidFill>
                  <a:srgbClr val="194D38"/>
                </a:solidFill>
                <a:latin typeface="Noto Sans"/>
                <a:ea typeface="Noto Sans"/>
                <a:cs typeface="Noto Sans"/>
              </a:defRPr>
            </a:defPPr>
            <a:lvl1pPr algn="l">
              <a:defRPr sz="3900" b="1">
                <a:solidFill>
                  <a:srgbClr val="194D38"/>
                </a:solidFill>
                <a:latin typeface="Noto Sans"/>
                <a:ea typeface="Noto Sans"/>
                <a:cs typeface="Noto Sans"/>
              </a:defRPr>
            </a:lvl1pPr>
            <a:lvl2pPr algn="l">
              <a:defRPr sz="3900" b="1">
                <a:solidFill>
                  <a:srgbClr val="194D38"/>
                </a:solidFill>
                <a:latin typeface="Noto Sans"/>
                <a:ea typeface="Noto Sans"/>
                <a:cs typeface="Noto Sans"/>
              </a:defRPr>
            </a:lvl2pPr>
            <a:lvl3pPr algn="l">
              <a:defRPr sz="3900" b="1">
                <a:solidFill>
                  <a:srgbClr val="194D38"/>
                </a:solidFill>
                <a:latin typeface="Noto Sans"/>
                <a:ea typeface="Noto Sans"/>
                <a:cs typeface="Noto Sans"/>
              </a:defRPr>
            </a:lvl3pPr>
            <a:lvl4pPr algn="l">
              <a:defRPr sz="3900" b="1">
                <a:solidFill>
                  <a:srgbClr val="194D38"/>
                </a:solidFill>
                <a:latin typeface="Noto Sans"/>
                <a:ea typeface="Noto Sans"/>
                <a:cs typeface="Noto Sans"/>
              </a:defRPr>
            </a:lvl4pPr>
            <a:lvl5pPr algn="l">
              <a:defRPr sz="3900" b="1">
                <a:solidFill>
                  <a:srgbClr val="194D38"/>
                </a:solidFill>
                <a:latin typeface="Noto Sans"/>
                <a:ea typeface="Noto Sans"/>
                <a:cs typeface="Noto Sans"/>
              </a:defRPr>
            </a:lvl5pPr>
            <a:lvl6pPr algn="l">
              <a:defRPr sz="3900" b="1">
                <a:solidFill>
                  <a:srgbClr val="194D38"/>
                </a:solidFill>
                <a:latin typeface="Noto Sans"/>
                <a:ea typeface="Noto Sans"/>
                <a:cs typeface="Noto Sans"/>
              </a:defRPr>
            </a:lvl6pPr>
            <a:lvl7pPr algn="l">
              <a:defRPr sz="3900" b="1">
                <a:solidFill>
                  <a:srgbClr val="194D38"/>
                </a:solidFill>
                <a:latin typeface="Noto Sans"/>
                <a:ea typeface="Noto Sans"/>
                <a:cs typeface="Noto Sans"/>
              </a:defRPr>
            </a:lvl7pPr>
            <a:lvl8pPr algn="l">
              <a:defRPr sz="3900" b="1">
                <a:solidFill>
                  <a:srgbClr val="194D38"/>
                </a:solidFill>
                <a:latin typeface="Noto Sans"/>
                <a:ea typeface="Noto Sans"/>
                <a:cs typeface="Noto Sans"/>
              </a:defRPr>
            </a:lvl8pPr>
            <a:lvl9pPr algn="l">
              <a:defRPr sz="3900" b="1">
                <a:solidFill>
                  <a:srgbClr val="194D38"/>
                </a:solidFill>
                <a:latin typeface="Noto Sans"/>
                <a:ea typeface="Noto Sans"/>
                <a:cs typeface="Noto Sans"/>
              </a:defRPr>
            </a:lvl9pPr>
          </a:lstStyle>
          <a:p xmlns:a="http://schemas.openxmlformats.org/drawingml/2006/main">
            <a:pPr algn="l">
              <a:defRPr sz="3900" b="1">
                <a:solidFill>
                  <a:srgbClr val="194D38"/>
                </a:solidFill>
                <a:latin typeface="Noto Sans"/>
                <a:ea typeface="Noto Sans"/>
                <a:cs typeface="Noto Sans"/>
              </a:defRPr>
            </a:pPr>
            <a:r>
              <a:rPr sz="3900" b="1">
                <a:solidFill>
                  <a:srgbClr val="194D38"/>
                </a:solidFill>
                <a:latin typeface="Noto Sans"/>
                <a:ea typeface="Noto Sans"/>
                <a:cs typeface="Noto Sans"/>
              </a:rPr>
              <a:t>53</a:t>
            </a:r>
          </a:p>
        </p:txBody>
      </p:sp>
      <p:sp>
        <p:nvSpPr>
          <p:cNvPr id="8" name="">
            <a:extLst xmlns:a="http://schemas.openxmlformats.org/drawingml/2006/main">
              <a:ext uri="{FF2B5EF4-FFF2-40B4-BE49-F238E27FC236}">
                <a16:creationId xmlns:a16="http://schemas.microsoft.com/office/drawing/2014/main" id="{D0BE4650-5C40-4F11-81C6-6F181DB58EAE}"/>
              </a:ext>
            </a:extLst>
          </p:cNvPr>
          <p:cNvSpPr>
            <a:spLocks xmlns:a="http://schemas.openxmlformats.org/drawingml/2006/main" noGrp="1"/>
          </p:cNvSpPr>
          <p:nvPr/>
        </p:nvSpPr>
        <p:spPr>
          <a:xfrm xmlns:a="http://schemas.openxmlformats.org/drawingml/2006/main">
            <a:off x="609600" y="262890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test files</a:t>
            </a:r>
          </a:p>
        </p:txBody>
      </p:sp>
      <p:sp>
        <p:nvSpPr>
          <p:cNvPr id="9" name="">
            <a:extLst xmlns:a="http://schemas.openxmlformats.org/drawingml/2006/main">
              <a:ext uri="{FF2B5EF4-FFF2-40B4-BE49-F238E27FC236}">
                <a16:creationId xmlns:a16="http://schemas.microsoft.com/office/drawing/2014/main" id="{4AFAB30D-92B4-4178-80E3-2AB3E87351D3}"/>
              </a:ext>
            </a:extLst>
          </p:cNvPr>
          <p:cNvSpPr>
            <a:spLocks xmlns:a="http://schemas.openxmlformats.org/drawingml/2006/main" noGrp="1"/>
          </p:cNvSpPr>
          <p:nvPr/>
        </p:nvSpPr>
        <p:spPr>
          <a:xfrm xmlns:a="http://schemas.openxmlformats.org/drawingml/2006/main">
            <a:off x="2381250" y="1981200"/>
            <a:ext cx="1333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3900" b="1">
                <a:solidFill>
                  <a:srgbClr val="A25C38"/>
                </a:solidFill>
                <a:latin typeface="Noto Sans"/>
                <a:ea typeface="Noto Sans"/>
                <a:cs typeface="Noto Sans"/>
              </a:defRPr>
            </a:defPPr>
            <a:lvl1pPr algn="l">
              <a:defRPr sz="3900" b="1">
                <a:solidFill>
                  <a:srgbClr val="A25C38"/>
                </a:solidFill>
                <a:latin typeface="Noto Sans"/>
                <a:ea typeface="Noto Sans"/>
                <a:cs typeface="Noto Sans"/>
              </a:defRPr>
            </a:lvl1pPr>
            <a:lvl2pPr algn="l">
              <a:defRPr sz="3900" b="1">
                <a:solidFill>
                  <a:srgbClr val="A25C38"/>
                </a:solidFill>
                <a:latin typeface="Noto Sans"/>
                <a:ea typeface="Noto Sans"/>
                <a:cs typeface="Noto Sans"/>
              </a:defRPr>
            </a:lvl2pPr>
            <a:lvl3pPr algn="l">
              <a:defRPr sz="3900" b="1">
                <a:solidFill>
                  <a:srgbClr val="A25C38"/>
                </a:solidFill>
                <a:latin typeface="Noto Sans"/>
                <a:ea typeface="Noto Sans"/>
                <a:cs typeface="Noto Sans"/>
              </a:defRPr>
            </a:lvl3pPr>
            <a:lvl4pPr algn="l">
              <a:defRPr sz="3900" b="1">
                <a:solidFill>
                  <a:srgbClr val="A25C38"/>
                </a:solidFill>
                <a:latin typeface="Noto Sans"/>
                <a:ea typeface="Noto Sans"/>
                <a:cs typeface="Noto Sans"/>
              </a:defRPr>
            </a:lvl4pPr>
            <a:lvl5pPr algn="l">
              <a:defRPr sz="3900" b="1">
                <a:solidFill>
                  <a:srgbClr val="A25C38"/>
                </a:solidFill>
                <a:latin typeface="Noto Sans"/>
                <a:ea typeface="Noto Sans"/>
                <a:cs typeface="Noto Sans"/>
              </a:defRPr>
            </a:lvl5pPr>
            <a:lvl6pPr algn="l">
              <a:defRPr sz="3900" b="1">
                <a:solidFill>
                  <a:srgbClr val="A25C38"/>
                </a:solidFill>
                <a:latin typeface="Noto Sans"/>
                <a:ea typeface="Noto Sans"/>
                <a:cs typeface="Noto Sans"/>
              </a:defRPr>
            </a:lvl6pPr>
            <a:lvl7pPr algn="l">
              <a:defRPr sz="3900" b="1">
                <a:solidFill>
                  <a:srgbClr val="A25C38"/>
                </a:solidFill>
                <a:latin typeface="Noto Sans"/>
                <a:ea typeface="Noto Sans"/>
                <a:cs typeface="Noto Sans"/>
              </a:defRPr>
            </a:lvl7pPr>
            <a:lvl8pPr algn="l">
              <a:defRPr sz="3900" b="1">
                <a:solidFill>
                  <a:srgbClr val="A25C38"/>
                </a:solidFill>
                <a:latin typeface="Noto Sans"/>
                <a:ea typeface="Noto Sans"/>
                <a:cs typeface="Noto Sans"/>
              </a:defRPr>
            </a:lvl8pPr>
            <a:lvl9pPr algn="l">
              <a:defRPr sz="3900" b="1">
                <a:solidFill>
                  <a:srgbClr val="A25C38"/>
                </a:solidFill>
                <a:latin typeface="Noto Sans"/>
                <a:ea typeface="Noto Sans"/>
                <a:cs typeface="Noto Sans"/>
              </a:defRPr>
            </a:lvl9pPr>
          </a:lstStyle>
          <a:p xmlns:a="http://schemas.openxmlformats.org/drawingml/2006/main">
            <a:pPr algn="l">
              <a:defRPr sz="3900" b="1">
                <a:solidFill>
                  <a:srgbClr val="A25C38"/>
                </a:solidFill>
                <a:latin typeface="Noto Sans"/>
                <a:ea typeface="Noto Sans"/>
                <a:cs typeface="Noto Sans"/>
              </a:defRPr>
            </a:pPr>
            <a:r>
              <a:rPr sz="3900" b="1">
                <a:solidFill>
                  <a:srgbClr val="A25C38"/>
                </a:solidFill>
                <a:latin typeface="Noto Sans"/>
                <a:ea typeface="Noto Sans"/>
                <a:cs typeface="Noto Sans"/>
              </a:rPr>
              <a:t>372</a:t>
            </a:r>
          </a:p>
        </p:txBody>
      </p:sp>
      <p:sp>
        <p:nvSpPr>
          <p:cNvPr id="10" name="">
            <a:extLst xmlns:a="http://schemas.openxmlformats.org/drawingml/2006/main">
              <a:ext uri="{FF2B5EF4-FFF2-40B4-BE49-F238E27FC236}">
                <a16:creationId xmlns:a16="http://schemas.microsoft.com/office/drawing/2014/main" id="{28C98900-1BFB-4801-8DD0-10C1A0890444}"/>
              </a:ext>
            </a:extLst>
          </p:cNvPr>
          <p:cNvSpPr>
            <a:spLocks xmlns:a="http://schemas.openxmlformats.org/drawingml/2006/main" noGrp="1"/>
          </p:cNvSpPr>
          <p:nvPr/>
        </p:nvSpPr>
        <p:spPr>
          <a:xfrm xmlns:a="http://schemas.openxmlformats.org/drawingml/2006/main">
            <a:off x="2381250" y="262890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test functions</a:t>
            </a:r>
          </a:p>
        </p:txBody>
      </p:sp>
      <p:sp>
        <p:nvSpPr>
          <p:cNvPr id="11" name="">
            <a:extLst xmlns:a="http://schemas.openxmlformats.org/drawingml/2006/main">
              <a:ext uri="{FF2B5EF4-FFF2-40B4-BE49-F238E27FC236}">
                <a16:creationId xmlns:a16="http://schemas.microsoft.com/office/drawing/2014/main" id="{A47C111B-A374-42BF-AD02-162148D08C4B}"/>
              </a:ext>
            </a:extLst>
          </p:cNvPr>
          <p:cNvSpPr>
            <a:spLocks xmlns:a="http://schemas.openxmlformats.org/drawingml/2006/main" noGrp="1"/>
          </p:cNvSpPr>
          <p:nvPr/>
        </p:nvSpPr>
        <p:spPr>
          <a:xfrm xmlns:a="http://schemas.openxmlformats.org/drawingml/2006/main">
            <a:off x="609600" y="316230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4D38"/>
                </a:solidFill>
                <a:latin typeface="Noto Sans"/>
                <a:ea typeface="Noto Sans"/>
                <a:cs typeface="Noto Sans"/>
              </a:defRPr>
            </a:defPPr>
            <a:lvl1pPr algn="l">
              <a:defRPr sz="1350" b="1">
                <a:solidFill>
                  <a:srgbClr val="194D38"/>
                </a:solidFill>
                <a:latin typeface="Noto Sans"/>
                <a:ea typeface="Noto Sans"/>
                <a:cs typeface="Noto Sans"/>
              </a:defRPr>
            </a:lvl1pPr>
            <a:lvl2pPr algn="l">
              <a:defRPr sz="1350" b="1">
                <a:solidFill>
                  <a:srgbClr val="194D38"/>
                </a:solidFill>
                <a:latin typeface="Noto Sans"/>
                <a:ea typeface="Noto Sans"/>
                <a:cs typeface="Noto Sans"/>
              </a:defRPr>
            </a:lvl2pPr>
            <a:lvl3pPr algn="l">
              <a:defRPr sz="1350" b="1">
                <a:solidFill>
                  <a:srgbClr val="194D38"/>
                </a:solidFill>
                <a:latin typeface="Noto Sans"/>
                <a:ea typeface="Noto Sans"/>
                <a:cs typeface="Noto Sans"/>
              </a:defRPr>
            </a:lvl3pPr>
            <a:lvl4pPr algn="l">
              <a:defRPr sz="1350" b="1">
                <a:solidFill>
                  <a:srgbClr val="194D38"/>
                </a:solidFill>
                <a:latin typeface="Noto Sans"/>
                <a:ea typeface="Noto Sans"/>
                <a:cs typeface="Noto Sans"/>
              </a:defRPr>
            </a:lvl4pPr>
            <a:lvl5pPr algn="l">
              <a:defRPr sz="1350" b="1">
                <a:solidFill>
                  <a:srgbClr val="194D38"/>
                </a:solidFill>
                <a:latin typeface="Noto Sans"/>
                <a:ea typeface="Noto Sans"/>
                <a:cs typeface="Noto Sans"/>
              </a:defRPr>
            </a:lvl5pPr>
            <a:lvl6pPr algn="l">
              <a:defRPr sz="1350" b="1">
                <a:solidFill>
                  <a:srgbClr val="194D38"/>
                </a:solidFill>
                <a:latin typeface="Noto Sans"/>
                <a:ea typeface="Noto Sans"/>
                <a:cs typeface="Noto Sans"/>
              </a:defRPr>
            </a:lvl6pPr>
            <a:lvl7pPr algn="l">
              <a:defRPr sz="1350" b="1">
                <a:solidFill>
                  <a:srgbClr val="194D38"/>
                </a:solidFill>
                <a:latin typeface="Noto Sans"/>
                <a:ea typeface="Noto Sans"/>
                <a:cs typeface="Noto Sans"/>
              </a:defRPr>
            </a:lvl7pPr>
            <a:lvl8pPr algn="l">
              <a:defRPr sz="1350" b="1">
                <a:solidFill>
                  <a:srgbClr val="194D38"/>
                </a:solidFill>
                <a:latin typeface="Noto Sans"/>
                <a:ea typeface="Noto Sans"/>
                <a:cs typeface="Noto Sans"/>
              </a:defRPr>
            </a:lvl8pPr>
            <a:lvl9pPr algn="l">
              <a:defRPr sz="1350" b="1">
                <a:solidFill>
                  <a:srgbClr val="194D38"/>
                </a:solidFill>
                <a:latin typeface="Noto Sans"/>
                <a:ea typeface="Noto Sans"/>
                <a:cs typeface="Noto Sans"/>
              </a:defRPr>
            </a:lvl9pPr>
          </a:lstStyle>
          <a:p xmlns:a="http://schemas.openxmlformats.org/drawingml/2006/main">
            <a:pPr algn="l">
              <a:defRPr sz="1350" b="1">
                <a:solidFill>
                  <a:srgbClr val="194D38"/>
                </a:solidFill>
                <a:latin typeface="Noto Sans"/>
                <a:ea typeface="Noto Sans"/>
                <a:cs typeface="Noto Sans"/>
              </a:defRPr>
            </a:pPr>
            <a:r>
              <a:rPr sz="1350" b="1">
                <a:solidFill>
                  <a:srgbClr val="194D38"/>
                </a:solidFill>
                <a:latin typeface="Noto Sans"/>
                <a:ea typeface="Noto Sans"/>
                <a:cs typeface="Noto Sans"/>
              </a:rPr>
              <a:t>Coverage</a:t>
            </a:r>
          </a:p>
        </p:txBody>
      </p:sp>
      <p:sp>
        <p:nvSpPr>
          <p:cNvPr id="12" name="">
            <a:extLst xmlns:a="http://schemas.openxmlformats.org/drawingml/2006/main">
              <a:ext uri="{FF2B5EF4-FFF2-40B4-BE49-F238E27FC236}">
                <a16:creationId xmlns:a16="http://schemas.microsoft.com/office/drawing/2014/main" id="{F2B0E1A6-1DCE-418F-BC2D-89DEA5D56120}"/>
              </a:ext>
            </a:extLst>
          </p:cNvPr>
          <p:cNvSpPr>
            <a:spLocks xmlns:a="http://schemas.openxmlformats.org/drawingml/2006/main" noGrp="1"/>
          </p:cNvSpPr>
          <p:nvPr/>
        </p:nvSpPr>
        <p:spPr>
          <a:xfrm xmlns:a="http://schemas.openxmlformats.org/drawingml/2006/main">
            <a:off x="609600" y="359092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13" name="">
            <a:extLst xmlns:a="http://schemas.openxmlformats.org/drawingml/2006/main">
              <a:ext uri="{FF2B5EF4-FFF2-40B4-BE49-F238E27FC236}">
                <a16:creationId xmlns:a16="http://schemas.microsoft.com/office/drawing/2014/main" id="{BF0F9F68-168E-4BD1-92E3-7C572E1DDEF1}"/>
              </a:ext>
            </a:extLst>
          </p:cNvPr>
          <p:cNvSpPr>
            <a:spLocks xmlns:a="http://schemas.openxmlformats.org/drawingml/2006/main" noGrp="1"/>
          </p:cNvSpPr>
          <p:nvPr/>
        </p:nvSpPr>
        <p:spPr>
          <a:xfrm xmlns:a="http://schemas.openxmlformats.org/drawingml/2006/main">
            <a:off x="800100" y="3524250"/>
            <a:ext cx="438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Authentication and tenant isolation</a:t>
            </a:r>
          </a:p>
        </p:txBody>
      </p:sp>
      <p:sp>
        <p:nvSpPr>
          <p:cNvPr id="14" name="">
            <a:extLst xmlns:a="http://schemas.openxmlformats.org/drawingml/2006/main">
              <a:ext uri="{FF2B5EF4-FFF2-40B4-BE49-F238E27FC236}">
                <a16:creationId xmlns:a16="http://schemas.microsoft.com/office/drawing/2014/main" id="{D24CD076-00BB-4F90-A149-E3D5A2BFBBF8}"/>
              </a:ext>
            </a:extLst>
          </p:cNvPr>
          <p:cNvSpPr>
            <a:spLocks xmlns:a="http://schemas.openxmlformats.org/drawingml/2006/main" noGrp="1"/>
          </p:cNvSpPr>
          <p:nvPr/>
        </p:nvSpPr>
        <p:spPr>
          <a:xfrm xmlns:a="http://schemas.openxmlformats.org/drawingml/2006/main">
            <a:off x="609600" y="4029075"/>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15" name="">
            <a:extLst xmlns:a="http://schemas.openxmlformats.org/drawingml/2006/main">
              <a:ext uri="{FF2B5EF4-FFF2-40B4-BE49-F238E27FC236}">
                <a16:creationId xmlns:a16="http://schemas.microsoft.com/office/drawing/2014/main" id="{9216A509-DD36-4C6B-A7DD-EA2C6F9D710F}"/>
              </a:ext>
            </a:extLst>
          </p:cNvPr>
          <p:cNvSpPr>
            <a:spLocks xmlns:a="http://schemas.openxmlformats.org/drawingml/2006/main" noGrp="1"/>
          </p:cNvSpPr>
          <p:nvPr/>
        </p:nvSpPr>
        <p:spPr>
          <a:xfrm xmlns:a="http://schemas.openxmlformats.org/drawingml/2006/main">
            <a:off x="800100" y="3962400"/>
            <a:ext cx="438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Database integrity and concurrency</a:t>
            </a:r>
          </a:p>
        </p:txBody>
      </p:sp>
      <p:sp>
        <p:nvSpPr>
          <p:cNvPr id="16" name="">
            <a:extLst xmlns:a="http://schemas.openxmlformats.org/drawingml/2006/main">
              <a:ext uri="{FF2B5EF4-FFF2-40B4-BE49-F238E27FC236}">
                <a16:creationId xmlns:a16="http://schemas.microsoft.com/office/drawing/2014/main" id="{5D83C950-B563-4B22-B531-BA67C12A80D5}"/>
              </a:ext>
            </a:extLst>
          </p:cNvPr>
          <p:cNvSpPr>
            <a:spLocks xmlns:a="http://schemas.openxmlformats.org/drawingml/2006/main" noGrp="1"/>
          </p:cNvSpPr>
          <p:nvPr/>
        </p:nvSpPr>
        <p:spPr>
          <a:xfrm xmlns:a="http://schemas.openxmlformats.org/drawingml/2006/main">
            <a:off x="609600" y="446722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17" name="">
            <a:extLst xmlns:a="http://schemas.openxmlformats.org/drawingml/2006/main">
              <a:ext uri="{FF2B5EF4-FFF2-40B4-BE49-F238E27FC236}">
                <a16:creationId xmlns:a16="http://schemas.microsoft.com/office/drawing/2014/main" id="{4E1EEE21-2527-45F4-BA58-20A1B24C91A6}"/>
              </a:ext>
            </a:extLst>
          </p:cNvPr>
          <p:cNvSpPr>
            <a:spLocks xmlns:a="http://schemas.openxmlformats.org/drawingml/2006/main" noGrp="1"/>
          </p:cNvSpPr>
          <p:nvPr/>
        </p:nvSpPr>
        <p:spPr>
          <a:xfrm xmlns:a="http://schemas.openxmlformats.org/drawingml/2006/main">
            <a:off x="800100" y="4400550"/>
            <a:ext cx="438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Applications, jobs, WebSockets and health</a:t>
            </a:r>
          </a:p>
        </p:txBody>
      </p:sp>
      <p:sp>
        <p:nvSpPr>
          <p:cNvPr id="18" name="">
            <a:extLst xmlns:a="http://schemas.openxmlformats.org/drawingml/2006/main">
              <a:ext uri="{FF2B5EF4-FFF2-40B4-BE49-F238E27FC236}">
                <a16:creationId xmlns:a16="http://schemas.microsoft.com/office/drawing/2014/main" id="{1242D0D6-99C7-4AC3-BB53-D07A8D4489CD}"/>
              </a:ext>
            </a:extLst>
          </p:cNvPr>
          <p:cNvSpPr>
            <a:spLocks xmlns:a="http://schemas.openxmlformats.org/drawingml/2006/main" noGrp="1"/>
          </p:cNvSpPr>
          <p:nvPr/>
        </p:nvSpPr>
        <p:spPr>
          <a:xfrm xmlns:a="http://schemas.openxmlformats.org/drawingml/2006/main">
            <a:off x="5619750" y="1952625"/>
            <a:ext cx="0" cy="3952875"/>
          </a:xfrm>
          <a:prstGeom xmlns:a="http://schemas.openxmlformats.org/drawingml/2006/main" prst="line">
            <a:avLst/>
          </a:prstGeom>
          <a:ln xmlns:a="http://schemas.openxmlformats.org/drawingml/2006/main" w="9525">
            <a:solidFill>
              <a:srgbClr val="CFDBCF"/>
            </a:solidFill>
            <a:prstDash val="solid"/>
          </a:ln>
        </p:spPr>
      </p:sp>
      <p:sp>
        <p:nvSpPr>
          <p:cNvPr id="19" name="">
            <a:extLst xmlns:a="http://schemas.openxmlformats.org/drawingml/2006/main">
              <a:ext uri="{FF2B5EF4-FFF2-40B4-BE49-F238E27FC236}">
                <a16:creationId xmlns:a16="http://schemas.microsoft.com/office/drawing/2014/main" id="{AABCD577-479B-4E70-BF9C-EE8741A61C59}"/>
              </a:ext>
            </a:extLst>
          </p:cNvPr>
          <p:cNvSpPr>
            <a:spLocks xmlns:a="http://schemas.openxmlformats.org/drawingml/2006/main" noGrp="1"/>
          </p:cNvSpPr>
          <p:nvPr/>
        </p:nvSpPr>
        <p:spPr>
          <a:xfrm xmlns:a="http://schemas.openxmlformats.org/drawingml/2006/main">
            <a:off x="6076950" y="19812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194D38"/>
                </a:solidFill>
                <a:latin typeface="Noto Sans"/>
                <a:ea typeface="Noto Sans"/>
                <a:cs typeface="Noto Sans"/>
              </a:defRPr>
            </a:defPPr>
            <a:lvl1pPr algn="l">
              <a:defRPr sz="1500" b="1">
                <a:solidFill>
                  <a:srgbClr val="194D38"/>
                </a:solidFill>
                <a:latin typeface="Noto Sans"/>
                <a:ea typeface="Noto Sans"/>
                <a:cs typeface="Noto Sans"/>
              </a:defRPr>
            </a:lvl1pPr>
            <a:lvl2pPr algn="l">
              <a:defRPr sz="1500" b="1">
                <a:solidFill>
                  <a:srgbClr val="194D38"/>
                </a:solidFill>
                <a:latin typeface="Noto Sans"/>
                <a:ea typeface="Noto Sans"/>
                <a:cs typeface="Noto Sans"/>
              </a:defRPr>
            </a:lvl2pPr>
            <a:lvl3pPr algn="l">
              <a:defRPr sz="1500" b="1">
                <a:solidFill>
                  <a:srgbClr val="194D38"/>
                </a:solidFill>
                <a:latin typeface="Noto Sans"/>
                <a:ea typeface="Noto Sans"/>
                <a:cs typeface="Noto Sans"/>
              </a:defRPr>
            </a:lvl3pPr>
            <a:lvl4pPr algn="l">
              <a:defRPr sz="1500" b="1">
                <a:solidFill>
                  <a:srgbClr val="194D38"/>
                </a:solidFill>
                <a:latin typeface="Noto Sans"/>
                <a:ea typeface="Noto Sans"/>
                <a:cs typeface="Noto Sans"/>
              </a:defRPr>
            </a:lvl4pPr>
            <a:lvl5pPr algn="l">
              <a:defRPr sz="1500" b="1">
                <a:solidFill>
                  <a:srgbClr val="194D38"/>
                </a:solidFill>
                <a:latin typeface="Noto Sans"/>
                <a:ea typeface="Noto Sans"/>
                <a:cs typeface="Noto Sans"/>
              </a:defRPr>
            </a:lvl5pPr>
            <a:lvl6pPr algn="l">
              <a:defRPr sz="1500" b="1">
                <a:solidFill>
                  <a:srgbClr val="194D38"/>
                </a:solidFill>
                <a:latin typeface="Noto Sans"/>
                <a:ea typeface="Noto Sans"/>
                <a:cs typeface="Noto Sans"/>
              </a:defRPr>
            </a:lvl6pPr>
            <a:lvl7pPr algn="l">
              <a:defRPr sz="1500" b="1">
                <a:solidFill>
                  <a:srgbClr val="194D38"/>
                </a:solidFill>
                <a:latin typeface="Noto Sans"/>
                <a:ea typeface="Noto Sans"/>
                <a:cs typeface="Noto Sans"/>
              </a:defRPr>
            </a:lvl7pPr>
            <a:lvl8pPr algn="l">
              <a:defRPr sz="1500" b="1">
                <a:solidFill>
                  <a:srgbClr val="194D38"/>
                </a:solidFill>
                <a:latin typeface="Noto Sans"/>
                <a:ea typeface="Noto Sans"/>
                <a:cs typeface="Noto Sans"/>
              </a:defRPr>
            </a:lvl8pPr>
            <a:lvl9pPr algn="l">
              <a:defRPr sz="1500" b="1">
                <a:solidFill>
                  <a:srgbClr val="194D38"/>
                </a:solidFill>
                <a:latin typeface="Noto Sans"/>
                <a:ea typeface="Noto Sans"/>
                <a:cs typeface="Noto Sans"/>
              </a:defRPr>
            </a:lvl9pPr>
          </a:lstStyle>
          <a:p xmlns:a="http://schemas.openxmlformats.org/drawingml/2006/main">
            <a:pPr algn="l">
              <a:defRPr sz="1500" b="1">
                <a:solidFill>
                  <a:srgbClr val="194D38"/>
                </a:solidFill>
                <a:latin typeface="Noto Sans"/>
                <a:ea typeface="Noto Sans"/>
                <a:cs typeface="Noto Sans"/>
              </a:defRPr>
            </a:pPr>
            <a:r>
              <a:rPr sz="1500" b="1">
                <a:solidFill>
                  <a:srgbClr val="194D38"/>
                </a:solidFill>
                <a:latin typeface="Noto Sans"/>
                <a:ea typeface="Noto Sans"/>
                <a:cs typeface="Noto Sans"/>
              </a:rPr>
              <a:t>What I learned</a:t>
            </a:r>
          </a:p>
        </p:txBody>
      </p:sp>
      <p:sp>
        <p:nvSpPr>
          <p:cNvPr id="20" name="">
            <a:extLst xmlns:a="http://schemas.openxmlformats.org/drawingml/2006/main">
              <a:ext uri="{FF2B5EF4-FFF2-40B4-BE49-F238E27FC236}">
                <a16:creationId xmlns:a16="http://schemas.microsoft.com/office/drawing/2014/main" id="{BFC95870-EA4E-4680-B2DA-7378B05D47C3}"/>
              </a:ext>
            </a:extLst>
          </p:cNvPr>
          <p:cNvSpPr>
            <a:spLocks xmlns:a="http://schemas.openxmlformats.org/drawingml/2006/main" noGrp="1"/>
          </p:cNvSpPr>
          <p:nvPr/>
        </p:nvSpPr>
        <p:spPr>
          <a:xfrm xmlns:a="http://schemas.openxmlformats.org/drawingml/2006/main">
            <a:off x="6076950" y="2381250"/>
            <a:ext cx="4191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356456"/>
                </a:solidFill>
                <a:latin typeface="Noto Sans"/>
                <a:ea typeface="Noto Sans"/>
                <a:cs typeface="Noto Sans"/>
              </a:defRPr>
            </a:defPPr>
            <a:lvl1pPr algn="l">
              <a:defRPr sz="1275" b="1">
                <a:solidFill>
                  <a:srgbClr val="356456"/>
                </a:solidFill>
                <a:latin typeface="Noto Sans"/>
                <a:ea typeface="Noto Sans"/>
                <a:cs typeface="Noto Sans"/>
              </a:defRPr>
            </a:lvl1pPr>
            <a:lvl2pPr algn="l">
              <a:defRPr sz="1275" b="1">
                <a:solidFill>
                  <a:srgbClr val="356456"/>
                </a:solidFill>
                <a:latin typeface="Noto Sans"/>
                <a:ea typeface="Noto Sans"/>
                <a:cs typeface="Noto Sans"/>
              </a:defRPr>
            </a:lvl2pPr>
            <a:lvl3pPr algn="l">
              <a:defRPr sz="1275" b="1">
                <a:solidFill>
                  <a:srgbClr val="356456"/>
                </a:solidFill>
                <a:latin typeface="Noto Sans"/>
                <a:ea typeface="Noto Sans"/>
                <a:cs typeface="Noto Sans"/>
              </a:defRPr>
            </a:lvl3pPr>
            <a:lvl4pPr algn="l">
              <a:defRPr sz="1275" b="1">
                <a:solidFill>
                  <a:srgbClr val="356456"/>
                </a:solidFill>
                <a:latin typeface="Noto Sans"/>
                <a:ea typeface="Noto Sans"/>
                <a:cs typeface="Noto Sans"/>
              </a:defRPr>
            </a:lvl4pPr>
            <a:lvl5pPr algn="l">
              <a:defRPr sz="1275" b="1">
                <a:solidFill>
                  <a:srgbClr val="356456"/>
                </a:solidFill>
                <a:latin typeface="Noto Sans"/>
                <a:ea typeface="Noto Sans"/>
                <a:cs typeface="Noto Sans"/>
              </a:defRPr>
            </a:lvl5pPr>
            <a:lvl6pPr algn="l">
              <a:defRPr sz="1275" b="1">
                <a:solidFill>
                  <a:srgbClr val="356456"/>
                </a:solidFill>
                <a:latin typeface="Noto Sans"/>
                <a:ea typeface="Noto Sans"/>
                <a:cs typeface="Noto Sans"/>
              </a:defRPr>
            </a:lvl6pPr>
            <a:lvl7pPr algn="l">
              <a:defRPr sz="1275" b="1">
                <a:solidFill>
                  <a:srgbClr val="356456"/>
                </a:solidFill>
                <a:latin typeface="Noto Sans"/>
                <a:ea typeface="Noto Sans"/>
                <a:cs typeface="Noto Sans"/>
              </a:defRPr>
            </a:lvl7pPr>
            <a:lvl8pPr algn="l">
              <a:defRPr sz="1275" b="1">
                <a:solidFill>
                  <a:srgbClr val="356456"/>
                </a:solidFill>
                <a:latin typeface="Noto Sans"/>
                <a:ea typeface="Noto Sans"/>
                <a:cs typeface="Noto Sans"/>
              </a:defRPr>
            </a:lvl8pPr>
            <a:lvl9pPr algn="l">
              <a:defRPr sz="1275" b="1">
                <a:solidFill>
                  <a:srgbClr val="356456"/>
                </a:solidFill>
                <a:latin typeface="Noto Sans"/>
                <a:ea typeface="Noto Sans"/>
                <a:cs typeface="Noto Sans"/>
              </a:defRPr>
            </a:lvl9pPr>
          </a:lstStyle>
          <a:p xmlns:a="http://schemas.openxmlformats.org/drawingml/2006/main">
            <a:pPr algn="l">
              <a:defRPr sz="1275" b="1">
                <a:solidFill>
                  <a:srgbClr val="356456"/>
                </a:solidFill>
                <a:latin typeface="Noto Sans"/>
                <a:ea typeface="Noto Sans"/>
                <a:cs typeface="Noto Sans"/>
              </a:defRPr>
            </a:pPr>
            <a:r>
              <a:rPr sz="1275" b="1">
                <a:solidFill>
                  <a:srgbClr val="356456"/>
                </a:solidFill>
                <a:latin typeface="Noto Sans"/>
                <a:ea typeface="Noto Sans"/>
                <a:cs typeface="Noto Sans"/>
              </a:rPr>
              <a:t>Current state controls authority</a:t>
            </a:r>
          </a:p>
        </p:txBody>
      </p:sp>
      <p:sp>
        <p:nvSpPr>
          <p:cNvPr id="21" name="">
            <a:extLst xmlns:a="http://schemas.openxmlformats.org/drawingml/2006/main">
              <a:ext uri="{FF2B5EF4-FFF2-40B4-BE49-F238E27FC236}">
                <a16:creationId xmlns:a16="http://schemas.microsoft.com/office/drawing/2014/main" id="{3D2C4F5B-DCCA-41EE-A374-C3FE89021242}"/>
              </a:ext>
            </a:extLst>
          </p:cNvPr>
          <p:cNvSpPr>
            <a:spLocks xmlns:a="http://schemas.openxmlformats.org/drawingml/2006/main" noGrp="1"/>
          </p:cNvSpPr>
          <p:nvPr/>
        </p:nvSpPr>
        <p:spPr>
          <a:xfrm xmlns:a="http://schemas.openxmlformats.org/drawingml/2006/main">
            <a:off x="6076950" y="2686050"/>
            <a:ext cx="4191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Tokens do not replace role and scope checks</a:t>
            </a:r>
          </a:p>
        </p:txBody>
      </p:sp>
      <p:sp>
        <p:nvSpPr>
          <p:cNvPr id="22" name="">
            <a:extLst xmlns:a="http://schemas.openxmlformats.org/drawingml/2006/main">
              <a:ext uri="{FF2B5EF4-FFF2-40B4-BE49-F238E27FC236}">
                <a16:creationId xmlns:a16="http://schemas.microsoft.com/office/drawing/2014/main" id="{9CD7137C-D2C1-45FB-B1E6-BBD58CDF7DA3}"/>
              </a:ext>
            </a:extLst>
          </p:cNvPr>
          <p:cNvSpPr>
            <a:spLocks xmlns:a="http://schemas.openxmlformats.org/drawingml/2006/main" noGrp="1"/>
          </p:cNvSpPr>
          <p:nvPr/>
        </p:nvSpPr>
        <p:spPr>
          <a:xfrm xmlns:a="http://schemas.openxmlformats.org/drawingml/2006/main">
            <a:off x="6076950" y="3219450"/>
            <a:ext cx="4191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356456"/>
                </a:solidFill>
                <a:latin typeface="Noto Sans"/>
                <a:ea typeface="Noto Sans"/>
                <a:cs typeface="Noto Sans"/>
              </a:defRPr>
            </a:defPPr>
            <a:lvl1pPr algn="l">
              <a:defRPr sz="1275" b="1">
                <a:solidFill>
                  <a:srgbClr val="356456"/>
                </a:solidFill>
                <a:latin typeface="Noto Sans"/>
                <a:ea typeface="Noto Sans"/>
                <a:cs typeface="Noto Sans"/>
              </a:defRPr>
            </a:lvl1pPr>
            <a:lvl2pPr algn="l">
              <a:defRPr sz="1275" b="1">
                <a:solidFill>
                  <a:srgbClr val="356456"/>
                </a:solidFill>
                <a:latin typeface="Noto Sans"/>
                <a:ea typeface="Noto Sans"/>
                <a:cs typeface="Noto Sans"/>
              </a:defRPr>
            </a:lvl2pPr>
            <a:lvl3pPr algn="l">
              <a:defRPr sz="1275" b="1">
                <a:solidFill>
                  <a:srgbClr val="356456"/>
                </a:solidFill>
                <a:latin typeface="Noto Sans"/>
                <a:ea typeface="Noto Sans"/>
                <a:cs typeface="Noto Sans"/>
              </a:defRPr>
            </a:lvl3pPr>
            <a:lvl4pPr algn="l">
              <a:defRPr sz="1275" b="1">
                <a:solidFill>
                  <a:srgbClr val="356456"/>
                </a:solidFill>
                <a:latin typeface="Noto Sans"/>
                <a:ea typeface="Noto Sans"/>
                <a:cs typeface="Noto Sans"/>
              </a:defRPr>
            </a:lvl4pPr>
            <a:lvl5pPr algn="l">
              <a:defRPr sz="1275" b="1">
                <a:solidFill>
                  <a:srgbClr val="356456"/>
                </a:solidFill>
                <a:latin typeface="Noto Sans"/>
                <a:ea typeface="Noto Sans"/>
                <a:cs typeface="Noto Sans"/>
              </a:defRPr>
            </a:lvl5pPr>
            <a:lvl6pPr algn="l">
              <a:defRPr sz="1275" b="1">
                <a:solidFill>
                  <a:srgbClr val="356456"/>
                </a:solidFill>
                <a:latin typeface="Noto Sans"/>
                <a:ea typeface="Noto Sans"/>
                <a:cs typeface="Noto Sans"/>
              </a:defRPr>
            </a:lvl6pPr>
            <a:lvl7pPr algn="l">
              <a:defRPr sz="1275" b="1">
                <a:solidFill>
                  <a:srgbClr val="356456"/>
                </a:solidFill>
                <a:latin typeface="Noto Sans"/>
                <a:ea typeface="Noto Sans"/>
                <a:cs typeface="Noto Sans"/>
              </a:defRPr>
            </a:lvl7pPr>
            <a:lvl8pPr algn="l">
              <a:defRPr sz="1275" b="1">
                <a:solidFill>
                  <a:srgbClr val="356456"/>
                </a:solidFill>
                <a:latin typeface="Noto Sans"/>
                <a:ea typeface="Noto Sans"/>
                <a:cs typeface="Noto Sans"/>
              </a:defRPr>
            </a:lvl8pPr>
            <a:lvl9pPr algn="l">
              <a:defRPr sz="1275" b="1">
                <a:solidFill>
                  <a:srgbClr val="356456"/>
                </a:solidFill>
                <a:latin typeface="Noto Sans"/>
                <a:ea typeface="Noto Sans"/>
                <a:cs typeface="Noto Sans"/>
              </a:defRPr>
            </a:lvl9pPr>
          </a:lstStyle>
          <a:p xmlns:a="http://schemas.openxmlformats.org/drawingml/2006/main">
            <a:pPr algn="l">
              <a:defRPr sz="1275" b="1">
                <a:solidFill>
                  <a:srgbClr val="356456"/>
                </a:solidFill>
                <a:latin typeface="Noto Sans"/>
                <a:ea typeface="Noto Sans"/>
                <a:cs typeface="Noto Sans"/>
              </a:defRPr>
            </a:pPr>
            <a:r>
              <a:rPr sz="1275" b="1">
                <a:solidFill>
                  <a:srgbClr val="356456"/>
                </a:solidFill>
                <a:latin typeface="Noto Sans"/>
                <a:ea typeface="Noto Sans"/>
                <a:cs typeface="Noto Sans"/>
              </a:rPr>
              <a:t>Database rules support security</a:t>
            </a:r>
          </a:p>
        </p:txBody>
      </p:sp>
      <p:sp>
        <p:nvSpPr>
          <p:cNvPr id="23" name="">
            <a:extLst xmlns:a="http://schemas.openxmlformats.org/drawingml/2006/main">
              <a:ext uri="{FF2B5EF4-FFF2-40B4-BE49-F238E27FC236}">
                <a16:creationId xmlns:a16="http://schemas.microsoft.com/office/drawing/2014/main" id="{89C23AAE-23DC-4859-AAF1-05407A70A876}"/>
              </a:ext>
            </a:extLst>
          </p:cNvPr>
          <p:cNvSpPr>
            <a:spLocks xmlns:a="http://schemas.openxmlformats.org/drawingml/2006/main" noGrp="1"/>
          </p:cNvSpPr>
          <p:nvPr/>
        </p:nvSpPr>
        <p:spPr>
          <a:xfrm xmlns:a="http://schemas.openxmlformats.org/drawingml/2006/main">
            <a:off x="6076950" y="3524250"/>
            <a:ext cx="4191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Transactions and constraints protect workflows</a:t>
            </a:r>
          </a:p>
        </p:txBody>
      </p:sp>
      <p:sp>
        <p:nvSpPr>
          <p:cNvPr id="24" name="">
            <a:extLst xmlns:a="http://schemas.openxmlformats.org/drawingml/2006/main">
              <a:ext uri="{FF2B5EF4-FFF2-40B4-BE49-F238E27FC236}">
                <a16:creationId xmlns:a16="http://schemas.microsoft.com/office/drawing/2014/main" id="{AACE4679-D39B-4798-B808-953DE25BBA58}"/>
              </a:ext>
            </a:extLst>
          </p:cNvPr>
          <p:cNvSpPr>
            <a:spLocks xmlns:a="http://schemas.openxmlformats.org/drawingml/2006/main" noGrp="1"/>
          </p:cNvSpPr>
          <p:nvPr/>
        </p:nvSpPr>
        <p:spPr>
          <a:xfrm xmlns:a="http://schemas.openxmlformats.org/drawingml/2006/main">
            <a:off x="6076950" y="4057650"/>
            <a:ext cx="4191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A25C38"/>
                </a:solidFill>
                <a:latin typeface="Noto Sans"/>
                <a:ea typeface="Noto Sans"/>
                <a:cs typeface="Noto Sans"/>
              </a:defRPr>
            </a:defPPr>
            <a:lvl1pPr algn="l">
              <a:defRPr sz="1275" b="1">
                <a:solidFill>
                  <a:srgbClr val="A25C38"/>
                </a:solidFill>
                <a:latin typeface="Noto Sans"/>
                <a:ea typeface="Noto Sans"/>
                <a:cs typeface="Noto Sans"/>
              </a:defRPr>
            </a:lvl1pPr>
            <a:lvl2pPr algn="l">
              <a:defRPr sz="1275" b="1">
                <a:solidFill>
                  <a:srgbClr val="A25C38"/>
                </a:solidFill>
                <a:latin typeface="Noto Sans"/>
                <a:ea typeface="Noto Sans"/>
                <a:cs typeface="Noto Sans"/>
              </a:defRPr>
            </a:lvl2pPr>
            <a:lvl3pPr algn="l">
              <a:defRPr sz="1275" b="1">
                <a:solidFill>
                  <a:srgbClr val="A25C38"/>
                </a:solidFill>
                <a:latin typeface="Noto Sans"/>
                <a:ea typeface="Noto Sans"/>
                <a:cs typeface="Noto Sans"/>
              </a:defRPr>
            </a:lvl3pPr>
            <a:lvl4pPr algn="l">
              <a:defRPr sz="1275" b="1">
                <a:solidFill>
                  <a:srgbClr val="A25C38"/>
                </a:solidFill>
                <a:latin typeface="Noto Sans"/>
                <a:ea typeface="Noto Sans"/>
                <a:cs typeface="Noto Sans"/>
              </a:defRPr>
            </a:lvl4pPr>
            <a:lvl5pPr algn="l">
              <a:defRPr sz="1275" b="1">
                <a:solidFill>
                  <a:srgbClr val="A25C38"/>
                </a:solidFill>
                <a:latin typeface="Noto Sans"/>
                <a:ea typeface="Noto Sans"/>
                <a:cs typeface="Noto Sans"/>
              </a:defRPr>
            </a:lvl5pPr>
            <a:lvl6pPr algn="l">
              <a:defRPr sz="1275" b="1">
                <a:solidFill>
                  <a:srgbClr val="A25C38"/>
                </a:solidFill>
                <a:latin typeface="Noto Sans"/>
                <a:ea typeface="Noto Sans"/>
                <a:cs typeface="Noto Sans"/>
              </a:defRPr>
            </a:lvl6pPr>
            <a:lvl7pPr algn="l">
              <a:defRPr sz="1275" b="1">
                <a:solidFill>
                  <a:srgbClr val="A25C38"/>
                </a:solidFill>
                <a:latin typeface="Noto Sans"/>
                <a:ea typeface="Noto Sans"/>
                <a:cs typeface="Noto Sans"/>
              </a:defRPr>
            </a:lvl7pPr>
            <a:lvl8pPr algn="l">
              <a:defRPr sz="1275" b="1">
                <a:solidFill>
                  <a:srgbClr val="A25C38"/>
                </a:solidFill>
                <a:latin typeface="Noto Sans"/>
                <a:ea typeface="Noto Sans"/>
                <a:cs typeface="Noto Sans"/>
              </a:defRPr>
            </a:lvl8pPr>
            <a:lvl9pPr algn="l">
              <a:defRPr sz="1275" b="1">
                <a:solidFill>
                  <a:srgbClr val="A25C38"/>
                </a:solidFill>
                <a:latin typeface="Noto Sans"/>
                <a:ea typeface="Noto Sans"/>
                <a:cs typeface="Noto Sans"/>
              </a:defRPr>
            </a:lvl9pPr>
          </a:lstStyle>
          <a:p xmlns:a="http://schemas.openxmlformats.org/drawingml/2006/main">
            <a:pPr algn="l">
              <a:defRPr sz="1275" b="1">
                <a:solidFill>
                  <a:srgbClr val="A25C38"/>
                </a:solidFill>
                <a:latin typeface="Noto Sans"/>
                <a:ea typeface="Noto Sans"/>
                <a:cs typeface="Noto Sans"/>
              </a:defRPr>
            </a:pPr>
            <a:r>
              <a:rPr sz="1275" b="1">
                <a:solidFill>
                  <a:srgbClr val="A25C38"/>
                </a:solidFill>
                <a:latin typeface="Noto Sans"/>
                <a:ea typeface="Noto Sans"/>
                <a:cs typeface="Noto Sans"/>
              </a:rPr>
              <a:t>Slow work needs durability</a:t>
            </a:r>
          </a:p>
        </p:txBody>
      </p:sp>
      <p:sp>
        <p:nvSpPr>
          <p:cNvPr id="25" name="">
            <a:extLst xmlns:a="http://schemas.openxmlformats.org/drawingml/2006/main">
              <a:ext uri="{FF2B5EF4-FFF2-40B4-BE49-F238E27FC236}">
                <a16:creationId xmlns:a16="http://schemas.microsoft.com/office/drawing/2014/main" id="{AA0D8E7B-1766-4BE7-A89B-1EC31DB10DC7}"/>
              </a:ext>
            </a:extLst>
          </p:cNvPr>
          <p:cNvSpPr>
            <a:spLocks xmlns:a="http://schemas.openxmlformats.org/drawingml/2006/main" noGrp="1"/>
          </p:cNvSpPr>
          <p:nvPr/>
        </p:nvSpPr>
        <p:spPr>
          <a:xfrm xmlns:a="http://schemas.openxmlformats.org/drawingml/2006/main">
            <a:off x="6076950" y="4362450"/>
            <a:ext cx="4191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Outboxes and workers survive restarts</a:t>
            </a:r>
          </a:p>
        </p:txBody>
      </p:sp>
      <p:sp>
        <p:nvSpPr>
          <p:cNvPr id="26" name="">
            <a:extLst xmlns:a="http://schemas.openxmlformats.org/drawingml/2006/main">
              <a:ext uri="{FF2B5EF4-FFF2-40B4-BE49-F238E27FC236}">
                <a16:creationId xmlns:a16="http://schemas.microsoft.com/office/drawing/2014/main" id="{4D4CDEF4-0800-4CBE-9BFF-C63ACE5EA633}"/>
              </a:ext>
            </a:extLst>
          </p:cNvPr>
          <p:cNvSpPr>
            <a:spLocks xmlns:a="http://schemas.openxmlformats.org/drawingml/2006/main" noGrp="1"/>
          </p:cNvSpPr>
          <p:nvPr/>
        </p:nvSpPr>
        <p:spPr>
          <a:xfrm xmlns:a="http://schemas.openxmlformats.org/drawingml/2006/main">
            <a:off x="6076950" y="5010150"/>
            <a:ext cx="4095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1">
                <a:solidFill>
                  <a:srgbClr val="A25C38"/>
                </a:solidFill>
                <a:latin typeface="Noto Sans"/>
                <a:ea typeface="Noto Sans"/>
                <a:cs typeface="Noto Sans"/>
              </a:defRPr>
            </a:defPPr>
            <a:lvl1pPr algn="l">
              <a:defRPr sz="1200" b="1">
                <a:solidFill>
                  <a:srgbClr val="A25C38"/>
                </a:solidFill>
                <a:latin typeface="Noto Sans"/>
                <a:ea typeface="Noto Sans"/>
                <a:cs typeface="Noto Sans"/>
              </a:defRPr>
            </a:lvl1pPr>
            <a:lvl2pPr algn="l">
              <a:defRPr sz="1200" b="1">
                <a:solidFill>
                  <a:srgbClr val="A25C38"/>
                </a:solidFill>
                <a:latin typeface="Noto Sans"/>
                <a:ea typeface="Noto Sans"/>
                <a:cs typeface="Noto Sans"/>
              </a:defRPr>
            </a:lvl2pPr>
            <a:lvl3pPr algn="l">
              <a:defRPr sz="1200" b="1">
                <a:solidFill>
                  <a:srgbClr val="A25C38"/>
                </a:solidFill>
                <a:latin typeface="Noto Sans"/>
                <a:ea typeface="Noto Sans"/>
                <a:cs typeface="Noto Sans"/>
              </a:defRPr>
            </a:lvl3pPr>
            <a:lvl4pPr algn="l">
              <a:defRPr sz="1200" b="1">
                <a:solidFill>
                  <a:srgbClr val="A25C38"/>
                </a:solidFill>
                <a:latin typeface="Noto Sans"/>
                <a:ea typeface="Noto Sans"/>
                <a:cs typeface="Noto Sans"/>
              </a:defRPr>
            </a:lvl4pPr>
            <a:lvl5pPr algn="l">
              <a:defRPr sz="1200" b="1">
                <a:solidFill>
                  <a:srgbClr val="A25C38"/>
                </a:solidFill>
                <a:latin typeface="Noto Sans"/>
                <a:ea typeface="Noto Sans"/>
                <a:cs typeface="Noto Sans"/>
              </a:defRPr>
            </a:lvl5pPr>
            <a:lvl6pPr algn="l">
              <a:defRPr sz="1200" b="1">
                <a:solidFill>
                  <a:srgbClr val="A25C38"/>
                </a:solidFill>
                <a:latin typeface="Noto Sans"/>
                <a:ea typeface="Noto Sans"/>
                <a:cs typeface="Noto Sans"/>
              </a:defRPr>
            </a:lvl6pPr>
            <a:lvl7pPr algn="l">
              <a:defRPr sz="1200" b="1">
                <a:solidFill>
                  <a:srgbClr val="A25C38"/>
                </a:solidFill>
                <a:latin typeface="Noto Sans"/>
                <a:ea typeface="Noto Sans"/>
                <a:cs typeface="Noto Sans"/>
              </a:defRPr>
            </a:lvl7pPr>
            <a:lvl8pPr algn="l">
              <a:defRPr sz="1200" b="1">
                <a:solidFill>
                  <a:srgbClr val="A25C38"/>
                </a:solidFill>
                <a:latin typeface="Noto Sans"/>
                <a:ea typeface="Noto Sans"/>
                <a:cs typeface="Noto Sans"/>
              </a:defRPr>
            </a:lvl8pPr>
            <a:lvl9pPr algn="l">
              <a:defRPr sz="1200" b="1">
                <a:solidFill>
                  <a:srgbClr val="A25C38"/>
                </a:solidFill>
                <a:latin typeface="Noto Sans"/>
                <a:ea typeface="Noto Sans"/>
                <a:cs typeface="Noto Sans"/>
              </a:defRPr>
            </a:lvl9pPr>
          </a:lstStyle>
          <a:p xmlns:a="http://schemas.openxmlformats.org/drawingml/2006/main">
            <a:pPr algn="l">
              <a:defRPr sz="1200" b="1">
                <a:solidFill>
                  <a:srgbClr val="A25C38"/>
                </a:solidFill>
                <a:latin typeface="Noto Sans"/>
                <a:ea typeface="Noto Sans"/>
                <a:cs typeface="Noto Sans"/>
              </a:defRPr>
            </a:pPr>
            <a:r>
              <a:rPr sz="1200" b="1">
                <a:solidFill>
                  <a:srgbClr val="A25C38"/>
                </a:solidFill>
                <a:latin typeface="Noto Sans"/>
                <a:ea typeface="Noto Sans"/>
                <a:cs typeface="Noto Sans"/>
              </a:rPr>
              <a:t>Next: load testing, distributed tracing, job dashboards and query profiling</a:t>
            </a:r>
          </a:p>
        </p:txBody>
      </p:sp>
      <p:sp>
        <p:nvSpPr>
          <p:cNvPr id="27" name="">
            <a:extLst xmlns:a="http://schemas.openxmlformats.org/drawingml/2006/main">
              <a:ext uri="{FF2B5EF4-FFF2-40B4-BE49-F238E27FC236}">
                <a16:creationId xmlns:a16="http://schemas.microsoft.com/office/drawing/2014/main" id="{0B47CA61-C2D4-40DA-B404-3C5D794A6E1E}"/>
              </a:ext>
            </a:extLst>
          </p:cNvPr>
          <p:cNvSpPr>
            <a:spLocks xmlns:a="http://schemas.openxmlformats.org/drawingml/2006/main" noGrp="1"/>
          </p:cNvSpPr>
          <p:nvPr/>
        </p:nvSpPr>
        <p:spPr>
          <a:xfrm xmlns:a="http://schemas.openxmlformats.org/drawingml/2006/main">
            <a:off x="6076950" y="5638800"/>
            <a:ext cx="238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250" b="1">
                <a:solidFill>
                  <a:srgbClr val="194D38"/>
                </a:solidFill>
                <a:latin typeface="Noto Sans"/>
                <a:ea typeface="Noto Sans"/>
                <a:cs typeface="Noto Sans"/>
              </a:defRPr>
            </a:defPPr>
            <a:lvl1pPr algn="l">
              <a:defRPr sz="2250" b="1">
                <a:solidFill>
                  <a:srgbClr val="194D38"/>
                </a:solidFill>
                <a:latin typeface="Noto Sans"/>
                <a:ea typeface="Noto Sans"/>
                <a:cs typeface="Noto Sans"/>
              </a:defRPr>
            </a:lvl1pPr>
            <a:lvl2pPr algn="l">
              <a:defRPr sz="2250" b="1">
                <a:solidFill>
                  <a:srgbClr val="194D38"/>
                </a:solidFill>
                <a:latin typeface="Noto Sans"/>
                <a:ea typeface="Noto Sans"/>
                <a:cs typeface="Noto Sans"/>
              </a:defRPr>
            </a:lvl2pPr>
            <a:lvl3pPr algn="l">
              <a:defRPr sz="2250" b="1">
                <a:solidFill>
                  <a:srgbClr val="194D38"/>
                </a:solidFill>
                <a:latin typeface="Noto Sans"/>
                <a:ea typeface="Noto Sans"/>
                <a:cs typeface="Noto Sans"/>
              </a:defRPr>
            </a:lvl3pPr>
            <a:lvl4pPr algn="l">
              <a:defRPr sz="2250" b="1">
                <a:solidFill>
                  <a:srgbClr val="194D38"/>
                </a:solidFill>
                <a:latin typeface="Noto Sans"/>
                <a:ea typeface="Noto Sans"/>
                <a:cs typeface="Noto Sans"/>
              </a:defRPr>
            </a:lvl4pPr>
            <a:lvl5pPr algn="l">
              <a:defRPr sz="2250" b="1">
                <a:solidFill>
                  <a:srgbClr val="194D38"/>
                </a:solidFill>
                <a:latin typeface="Noto Sans"/>
                <a:ea typeface="Noto Sans"/>
                <a:cs typeface="Noto Sans"/>
              </a:defRPr>
            </a:lvl5pPr>
            <a:lvl6pPr algn="l">
              <a:defRPr sz="2250" b="1">
                <a:solidFill>
                  <a:srgbClr val="194D38"/>
                </a:solidFill>
                <a:latin typeface="Noto Sans"/>
                <a:ea typeface="Noto Sans"/>
                <a:cs typeface="Noto Sans"/>
              </a:defRPr>
            </a:lvl6pPr>
            <a:lvl7pPr algn="l">
              <a:defRPr sz="2250" b="1">
                <a:solidFill>
                  <a:srgbClr val="194D38"/>
                </a:solidFill>
                <a:latin typeface="Noto Sans"/>
                <a:ea typeface="Noto Sans"/>
                <a:cs typeface="Noto Sans"/>
              </a:defRPr>
            </a:lvl7pPr>
            <a:lvl8pPr algn="l">
              <a:defRPr sz="2250" b="1">
                <a:solidFill>
                  <a:srgbClr val="194D38"/>
                </a:solidFill>
                <a:latin typeface="Noto Sans"/>
                <a:ea typeface="Noto Sans"/>
                <a:cs typeface="Noto Sans"/>
              </a:defRPr>
            </a:lvl8pPr>
            <a:lvl9pPr algn="l">
              <a:defRPr sz="2250" b="1">
                <a:solidFill>
                  <a:srgbClr val="194D38"/>
                </a:solidFill>
                <a:latin typeface="Noto Sans"/>
                <a:ea typeface="Noto Sans"/>
                <a:cs typeface="Noto Sans"/>
              </a:defRPr>
            </a:lvl9pPr>
          </a:lstStyle>
          <a:p xmlns:a="http://schemas.openxmlformats.org/drawingml/2006/main">
            <a:pPr algn="l">
              <a:defRPr sz="2250" b="1">
                <a:solidFill>
                  <a:srgbClr val="194D38"/>
                </a:solidFill>
                <a:latin typeface="Noto Sans"/>
                <a:ea typeface="Noto Sans"/>
                <a:cs typeface="Noto Sans"/>
              </a:defRPr>
            </a:pPr>
            <a:r>
              <a:rPr sz="2250" b="1">
                <a:solidFill>
                  <a:srgbClr val="194D38"/>
                </a:solidFill>
                <a:latin typeface="Noto Sans"/>
                <a:ea typeface="Noto Sans"/>
                <a:cs typeface="Noto Sans"/>
              </a:rPr>
              <a:t>Questions?</a:t>
            </a:r>
          </a:p>
        </p:txBody>
      </p:sp>
      <p:pic>
        <p:nvPicPr>
          <p:cNvPr id="28" name="">
            <a:extLst xmlns:a="http://schemas.openxmlformats.org/drawingml/2006/main">
              <a:ext uri="{FF2B5EF4-FFF2-40B4-BE49-F238E27FC236}">
                <a16:creationId xmlns:a16="http://schemas.microsoft.com/office/drawing/2014/main" id="{DF6F9FB2-C403-447C-B166-03D70B63D046}"/>
              </a:ext>
            </a:extLst>
          </p:cNvPr>
          <p:cNvPicPr>
            <a:picLocks xmlns:a="http://schemas.openxmlformats.org/drawingml/2006/main" noChangeAspect="1"/>
          </p:cNvPicPr>
          <p:nvPr/>
        </p:nvPicPr>
        <p:blipFill>
          <a:blip xmlns:r="http://schemas.openxmlformats.org/officeDocument/2006/relationships" xmlns:a="http://schemas.openxmlformats.org/drawingml/2006/main" r:embed="R546f1c816066436a">
            <a:extLst>
              <a:ext uri="{96DAC541-7B7A-43D3-8B79-37D633B846F1}">
                <asvg:svgBlip xmlns:asvg="http://schemas.microsoft.com/office/drawing/2016/SVG/main" r:embed="Rfd1b776e532741d3"/>
              </a:ext>
            </a:extLst>
          </a:blip>
          <a:stretch xmlns:a="http://schemas.openxmlformats.org/drawingml/2006/main"/>
        </p:blipFill>
        <p:spPr>
          <a:xfrm xmlns:a="http://schemas.openxmlformats.org/drawingml/2006/main">
            <a:off x="9696450" y="4857750"/>
            <a:ext cx="1428750" cy="1295400"/>
          </a:xfrm>
          <a:prstGeom xmlns:a="http://schemas.openxmlformats.org/drawingml/2006/main" prst="rect">
            <a:avLst/>
          </a:prstGeom>
        </p:spPr>
      </p:pic>
    </p:spTree>
    <p:transition spd="med" advClick="1">
      <p:fade/>
    </p:transition>
    <p:extLst>
      <p:ext uri="{BB962C8B-B14F-4D97-AF65-F5344CB8AC3E}">
        <p14:creationId xmlns:p14="http://schemas.microsoft.com/office/powerpoint/2010/main" val="37358879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2026-10-20T11:32:40.2320000Z</dcterms:created>
  <dcterms:modified xsi:type="dcterms:W3CDTF">2026-10-20T11:32:40.2320000Z</dcterms:modified>
</coreProperties>
</file>