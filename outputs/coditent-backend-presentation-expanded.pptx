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87d532f4ee44c9" /><Relationship Type="http://schemas.openxmlformats.org/officeDocument/2006/relationships/extended-properties" Target="/docProps/app.xml" Id="R89e01669d89543d9" /><Relationship Type="http://schemas.openxmlformats.org/officeDocument/2006/relationships/officeDocument" Target="/ppt/presentation.xml" Id="Ra25bc4f67ece4ac2" /></Relationships>
</file>

<file path=ppt/presentation.xml><?xml version="1.0" encoding="utf-8"?>
<p:presentation xmlns:p="http://schemas.openxmlformats.org/presentationml/2006/main">
  <p:sldMasterIdLst>
    <p:sldMasterId xmlns:r="http://schemas.openxmlformats.org/officeDocument/2006/relationships" id="2147483648" r:id="Rb65c0cecee1b427b"/>
  </p:sldMasterIdLst>
  <p:notesMasterIdLst>
    <p:notesMasterId xmlns:r="http://schemas.openxmlformats.org/officeDocument/2006/relationships" r:id="R738abf74a8e54e90"/>
  </p:notesMasterIdLst>
  <p:sldIdLst>
    <p:sldId xmlns:r="http://schemas.openxmlformats.org/officeDocument/2006/relationships" id="256" r:id="Rb58bb4c77cc24c03"/>
    <p:sldId xmlns:r="http://schemas.openxmlformats.org/officeDocument/2006/relationships" id="257" r:id="R56e5378a5fa94f40"/>
    <p:sldId xmlns:r="http://schemas.openxmlformats.org/officeDocument/2006/relationships" id="258" r:id="R6beacf6ec6b24923"/>
    <p:sldId xmlns:r="http://schemas.openxmlformats.org/officeDocument/2006/relationships" id="259" r:id="Rdb4accba4ec04af8"/>
    <p:sldId xmlns:r="http://schemas.openxmlformats.org/officeDocument/2006/relationships" id="260" r:id="R545f2a4f2cef41a9"/>
    <p:sldId xmlns:r="http://schemas.openxmlformats.org/officeDocument/2006/relationships" id="261" r:id="R18a4ab4dc41b46fc"/>
    <p:sldId xmlns:r="http://schemas.openxmlformats.org/officeDocument/2006/relationships" id="262" r:id="Rf6afa58390494ed6"/>
    <p:sldId xmlns:r="http://schemas.openxmlformats.org/officeDocument/2006/relationships" id="263" r:id="R1b7941201b054de7"/>
    <p:sldId xmlns:r="http://schemas.openxmlformats.org/officeDocument/2006/relationships" id="264" r:id="R425bc142ee1144be"/>
    <p:sldId xmlns:r="http://schemas.openxmlformats.org/officeDocument/2006/relationships" id="265" r:id="R58736617dc9847f1"/>
    <p:sldId xmlns:r="http://schemas.openxmlformats.org/officeDocument/2006/relationships" id="266" r:id="R79b0259b30214531"/>
    <p:sldId xmlns:r="http://schemas.openxmlformats.org/officeDocument/2006/relationships" id="267" r:id="Rbc7dad7c47ea4bde"/>
    <p:sldId xmlns:r="http://schemas.openxmlformats.org/officeDocument/2006/relationships" id="268" r:id="R32a1bdd17e8b4fab"/>
    <p:sldId xmlns:r="http://schemas.openxmlformats.org/officeDocument/2006/relationships" id="269" r:id="Rcad665b7f6134fa8"/>
    <p:sldId xmlns:r="http://schemas.openxmlformats.org/officeDocument/2006/relationships" id="270" r:id="R73a5557f30ee4d8c"/>
    <p:sldId xmlns:r="http://schemas.openxmlformats.org/officeDocument/2006/relationships" id="271" r:id="R4bbd071e26064746"/>
    <p:sldId xmlns:r="http://schemas.openxmlformats.org/officeDocument/2006/relationships" id="272" r:id="R58ec2f12078046a3"/>
    <p:sldId xmlns:r="http://schemas.openxmlformats.org/officeDocument/2006/relationships" id="273" r:id="R78205fc529b34675"/>
    <p:sldId xmlns:r="http://schemas.openxmlformats.org/officeDocument/2006/relationships" id="274" r:id="R5512d271b1a549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075f8f24944e3f" /><Relationship Type="http://schemas.openxmlformats.org/officeDocument/2006/relationships/slideMaster" Target="/ppt/slideMasters/slideMaster1.xml" Id="Rb65c0cecee1b427b" /><Relationship Type="http://schemas.openxmlformats.org/officeDocument/2006/relationships/notesMaster" Target="/ppt/notesMasters/notesMaster1.xml" Id="R738abf74a8e54e90" /><Relationship Type="http://schemas.openxmlformats.org/officeDocument/2006/relationships/presProps" Target="/ppt/presProps.xml" Id="Re43fd450872a4824" /><Relationship Type="http://schemas.openxmlformats.org/officeDocument/2006/relationships/tableStyles" Target="/ppt/tableStyles.xml" Id="Raa03fcf905d34bc2" /><Relationship Type="http://schemas.openxmlformats.org/officeDocument/2006/relationships/slide" Target="/ppt/slides/slide1.xml" Id="Rb58bb4c77cc24c03" /><Relationship Type="http://schemas.openxmlformats.org/officeDocument/2006/relationships/slide" Target="/ppt/slides/slide2.xml" Id="R56e5378a5fa94f40" /><Relationship Type="http://schemas.openxmlformats.org/officeDocument/2006/relationships/slide" Target="/ppt/slides/slide3.xml" Id="R6beacf6ec6b24923" /><Relationship Type="http://schemas.openxmlformats.org/officeDocument/2006/relationships/slide" Target="/ppt/slides/slide4.xml" Id="Rdb4accba4ec04af8" /><Relationship Type="http://schemas.openxmlformats.org/officeDocument/2006/relationships/slide" Target="/ppt/slides/slide5.xml" Id="R545f2a4f2cef41a9" /><Relationship Type="http://schemas.openxmlformats.org/officeDocument/2006/relationships/slide" Target="/ppt/slides/slide6.xml" Id="R18a4ab4dc41b46fc" /><Relationship Type="http://schemas.openxmlformats.org/officeDocument/2006/relationships/slide" Target="/ppt/slides/slide7.xml" Id="Rf6afa58390494ed6" /><Relationship Type="http://schemas.openxmlformats.org/officeDocument/2006/relationships/slide" Target="/ppt/slides/slide8.xml" Id="R1b7941201b054de7" /><Relationship Type="http://schemas.openxmlformats.org/officeDocument/2006/relationships/slide" Target="/ppt/slides/slide9.xml" Id="R425bc142ee1144be" /><Relationship Type="http://schemas.openxmlformats.org/officeDocument/2006/relationships/slide" Target="/ppt/slides/slide10.xml" Id="R58736617dc9847f1" /><Relationship Type="http://schemas.openxmlformats.org/officeDocument/2006/relationships/slide" Target="/ppt/slides/slide11.xml" Id="R79b0259b30214531" /><Relationship Type="http://schemas.openxmlformats.org/officeDocument/2006/relationships/slide" Target="/ppt/slides/slide12.xml" Id="Rbc7dad7c47ea4bde" /><Relationship Type="http://schemas.openxmlformats.org/officeDocument/2006/relationships/slide" Target="/ppt/slides/slide13.xml" Id="R32a1bdd17e8b4fab" /><Relationship Type="http://schemas.openxmlformats.org/officeDocument/2006/relationships/slide" Target="/ppt/slides/slide14.xml" Id="Rcad665b7f6134fa8" /><Relationship Type="http://schemas.openxmlformats.org/officeDocument/2006/relationships/slide" Target="/ppt/slides/slide15.xml" Id="R73a5557f30ee4d8c" /><Relationship Type="http://schemas.openxmlformats.org/officeDocument/2006/relationships/slide" Target="/ppt/slides/slide16.xml" Id="R4bbd071e26064746" /><Relationship Type="http://schemas.openxmlformats.org/officeDocument/2006/relationships/slide" Target="/ppt/slides/slide17.xml" Id="R58ec2f12078046a3" /><Relationship Type="http://schemas.openxmlformats.org/officeDocument/2006/relationships/slide" Target="/ppt/slides/slide18.xml" Id="R78205fc529b34675" /><Relationship Type="http://schemas.openxmlformats.org/officeDocument/2006/relationships/slide" Target="/ppt/slides/slide19.xml" Id="R5512d271b1a549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74ef4702f246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18a32fda85484e" /><Relationship Type="http://schemas.openxmlformats.org/officeDocument/2006/relationships/notesMaster" Target="/ppt/notesMasters/notesMaster1.xml" Id="Rdbe1bdde52fa40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7e0c94a7c74ad6" /><Relationship Type="http://schemas.openxmlformats.org/officeDocument/2006/relationships/notesMaster" Target="/ppt/notesMasters/notesMaster1.xml" Id="R5fe3823e53b04e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71b6f572f54769" /><Relationship Type="http://schemas.openxmlformats.org/officeDocument/2006/relationships/notesMaster" Target="/ppt/notesMasters/notesMaster1.xml" Id="R52e3a3190eff41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1694e16bff4bc8" /><Relationship Type="http://schemas.openxmlformats.org/officeDocument/2006/relationships/notesMaster" Target="/ppt/notesMasters/notesMaster1.xml" Id="Rdf90a1050d4f4d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694dcadc084673" /><Relationship Type="http://schemas.openxmlformats.org/officeDocument/2006/relationships/notesMaster" Target="/ppt/notesMasters/notesMaster1.xml" Id="Rb1ec260afb6c47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f30b98cb144fa5" /><Relationship Type="http://schemas.openxmlformats.org/officeDocument/2006/relationships/notesMaster" Target="/ppt/notesMasters/notesMaster1.xml" Id="Rea24260f03be4b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6ca34364e0467f" /><Relationship Type="http://schemas.openxmlformats.org/officeDocument/2006/relationships/notesMaster" Target="/ppt/notesMasters/notesMaster1.xml" Id="Rae1f9dc6b67645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34636142864914" /><Relationship Type="http://schemas.openxmlformats.org/officeDocument/2006/relationships/notesMaster" Target="/ppt/notesMasters/notesMaster1.xml" Id="Rda93ffa659304a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8b7efca1bb4a5e" /><Relationship Type="http://schemas.openxmlformats.org/officeDocument/2006/relationships/notesMaster" Target="/ppt/notesMasters/notesMaster1.xml" Id="R088db04781574b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2230f7073f4d78" /><Relationship Type="http://schemas.openxmlformats.org/officeDocument/2006/relationships/notesMaster" Target="/ppt/notesMasters/notesMaster1.xml" Id="R82235b25b4f144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1e140913f145ff" /><Relationship Type="http://schemas.openxmlformats.org/officeDocument/2006/relationships/notesMaster" Target="/ppt/notesMasters/notesMaster1.xml" Id="R44b3f7a58c7741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a3a48de86f46fb" /><Relationship Type="http://schemas.openxmlformats.org/officeDocument/2006/relationships/notesMaster" Target="/ppt/notesMasters/notesMaster1.xml" Id="R6f0ba483462648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d27ea5a11e44a4" /><Relationship Type="http://schemas.openxmlformats.org/officeDocument/2006/relationships/notesMaster" Target="/ppt/notesMasters/notesMaster1.xml" Id="Rd3000d2c3ccf46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25d80e19c74ea1" /><Relationship Type="http://schemas.openxmlformats.org/officeDocument/2006/relationships/notesMaster" Target="/ppt/notesMasters/notesMaster1.xml" Id="R9b84ec08c3df4d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a40a01ccbd4d57" /><Relationship Type="http://schemas.openxmlformats.org/officeDocument/2006/relationships/notesMaster" Target="/ppt/notesMasters/notesMaster1.xml" Id="R78749522daac40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7af2c9e8d744c0" /><Relationship Type="http://schemas.openxmlformats.org/officeDocument/2006/relationships/notesMaster" Target="/ppt/notesMasters/notesMaster1.xml" Id="Rdfcdf21d56dc4c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39daf75ba54984" /><Relationship Type="http://schemas.openxmlformats.org/officeDocument/2006/relationships/notesMaster" Target="/ppt/notesMasters/notesMaster1.xml" Id="R5b82e1c6db4545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c4d41de28c460f" /><Relationship Type="http://schemas.openxmlformats.org/officeDocument/2006/relationships/notesMaster" Target="/ppt/notesMasters/notesMaster1.xml" Id="R0d7acbf88f15457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8a4e86174a4fc0" /><Relationship Type="http://schemas.openxmlformats.org/officeDocument/2006/relationships/notesMaster" Target="/ppt/notesMasters/notesMaster1.xml" Id="Rd70a88c20d464a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Nginx terminates HTTPS and routes traffic. FastAPI is the central application authority. PostgreSQL stores durable business data, while private storage keeps files away from public access. Redis supports background work and real-time coordination. Celery workers call services such as Gemini outside the normal request-response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concerns. Routers should remain thin and focus on transport. Dependencies resolve identity and shared request context. Services own business decisions so the same rule can be reused by HTTP routes, WebSockets, workers, and tests. Models and migrations enforce durable invariants. Workers isolate slow external systems from the API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b76dc06a4841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5633c837df4e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4b36ebdd3a44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3940f5a27b48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1b637d079d4c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40e910985545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BE16EE-21DA-4CC9-8A99-D64189A536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34228C-F332-49D0-9C87-051BC8E2ED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BFB527-EB93-482E-B4F3-B755A88D83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92AECF-B3B9-471D-A410-0A67087885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6BF17AC-A3AA-4C97-96D1-7CBC178741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334F96-8C86-45F0-9061-2E0014115D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6B7CDC-7ECF-4F7C-AA68-1C95DB6CDC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1F3C16-DF31-4B4B-A112-F693566913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9C9F1-3D7A-4368-BDB4-F8CF4A84F5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5D3072-A9D6-4C1B-8336-52081D9E5A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23d34c32954192" /><Relationship Type="http://schemas.openxmlformats.org/officeDocument/2006/relationships/slideLayout" Target="/ppt/slideLayouts/slideLayout1.xml" Id="R2b24ff59d59742e0" /><Relationship Type="http://schemas.openxmlformats.org/officeDocument/2006/relationships/slideLayout" Target="/ppt/slideLayouts/slideLayout2.xml" Id="Rb20d67cb66304477" /><Relationship Type="http://schemas.openxmlformats.org/officeDocument/2006/relationships/slideLayout" Target="/ppt/slideLayouts/slideLayout3.xml" Id="R337211c685bf4684" /><Relationship Type="http://schemas.openxmlformats.org/officeDocument/2006/relationships/slideLayout" Target="/ppt/slideLayouts/slideLayout4.xml" Id="R211ef962deea4fe9" /><Relationship Type="http://schemas.openxmlformats.org/officeDocument/2006/relationships/slideLayout" Target="/ppt/slideLayouts/slideLayout5.xml" Id="R3eff50d438794737" /><Relationship Type="http://schemas.openxmlformats.org/officeDocument/2006/relationships/slideLayout" Target="/ppt/slideLayouts/slideLayout6.xml" Id="R2ee89b99301949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24ff59d59742e0"/>
    <p:sldLayoutId xmlns:r="http://schemas.openxmlformats.org/officeDocument/2006/relationships" id="2147483650" r:id="Rb20d67cb66304477"/>
    <p:sldLayoutId xmlns:r="http://schemas.openxmlformats.org/officeDocument/2006/relationships" id="2147483651" r:id="R337211c685bf4684"/>
    <p:sldLayoutId xmlns:r="http://schemas.openxmlformats.org/officeDocument/2006/relationships" id="2147483652" r:id="R211ef962deea4fe9"/>
    <p:sldLayoutId xmlns:r="http://schemas.openxmlformats.org/officeDocument/2006/relationships" id="2147483653" r:id="R3eff50d438794737"/>
    <p:sldLayoutId xmlns:r="http://schemas.openxmlformats.org/officeDocument/2006/relationships" id="2147483654" r:id="R2ee89b99301949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a180ad2aaf440f" /><Relationship Type="http://schemas.openxmlformats.org/officeDocument/2006/relationships/image" Target="/ppt/media/image.png" Id="Rc2a1db7caa2740d3" /><Relationship Type="http://schemas.openxmlformats.org/officeDocument/2006/relationships/notesSlide" Target="/ppt/notesSlides/notesSlide1.xml" Id="R453ca827a7e24f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a795af73984e1e" /><Relationship Type="http://schemas.openxmlformats.org/officeDocument/2006/relationships/notesSlide" Target="/ppt/notesSlides/notesSlide2.xml" Id="R80c37721795c41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7abe6821924aa6" /><Relationship Type="http://schemas.openxmlformats.org/officeDocument/2006/relationships/notesSlide" Target="/ppt/notesSlides/notesSlide3.xml" Id="R9ceeea82907d45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77a20da8264453" /><Relationship Type="http://schemas.openxmlformats.org/officeDocument/2006/relationships/notesSlide" Target="/ppt/notesSlides/notesSlide4.xml" Id="R7beb88bf38f349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e66602d5714819" /><Relationship Type="http://schemas.openxmlformats.org/officeDocument/2006/relationships/notesSlide" Target="/ppt/notesSlides/notesSlide5.xml" Id="R5b6134872303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8c4929a2d540bc" /><Relationship Type="http://schemas.openxmlformats.org/officeDocument/2006/relationships/notesSlide" Target="/ppt/notesSlides/notesSlide6.xml" Id="R27c2e2f068734c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b6f2c8756f4917" /><Relationship Type="http://schemas.openxmlformats.org/officeDocument/2006/relationships/notesSlide" Target="/ppt/notesSlides/notesSlide7.xml" Id="R2a24c733585a42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3843cf28054972" /><Relationship Type="http://schemas.openxmlformats.org/officeDocument/2006/relationships/notesSlide" Target="/ppt/notesSlides/notesSlide8.xml" Id="R9978aaf5deb14c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e530591738843eb" /><Relationship Type="http://schemas.openxmlformats.org/officeDocument/2006/relationships/notesSlide" Target="/ppt/notesSlides/notesSlide9.xml" Id="Rda731bb1109841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1ec431558049bc" /><Relationship Type="http://schemas.openxmlformats.org/officeDocument/2006/relationships/notesSlide" Target="/ppt/notesSlides/notesSlide10.xml" Id="Rea96738ab8d14d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d25982c4d04885" /><Relationship Type="http://schemas.openxmlformats.org/officeDocument/2006/relationships/notesSlide" Target="/ppt/notesSlides/notesSlide11.xml" Id="R737cd0f6a66945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ea28afaf234510" /><Relationship Type="http://schemas.openxmlformats.org/officeDocument/2006/relationships/notesSlide" Target="/ppt/notesSlides/notesSlide12.xml" Id="R194f714e733e4c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ebbbdc895b439c" /><Relationship Type="http://schemas.openxmlformats.org/officeDocument/2006/relationships/notesSlide" Target="/ppt/notesSlides/notesSlide13.xml" Id="R411ca7fd4e9f48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8abd6c216ca4779" /><Relationship Type="http://schemas.openxmlformats.org/officeDocument/2006/relationships/notesSlide" Target="/ppt/notesSlides/notesSlide14.xml" Id="Rf31f7eeaba0747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0fb38292204aa3" /><Relationship Type="http://schemas.openxmlformats.org/officeDocument/2006/relationships/notesSlide" Target="/ppt/notesSlides/notesSlide15.xml" Id="R17bfab8bb24743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0d477ce2f3349ee" /><Relationship Type="http://schemas.openxmlformats.org/officeDocument/2006/relationships/notesSlide" Target="/ppt/notesSlides/notesSlide16.xml" Id="R1712e59a7d0148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9321cd938a45da" /><Relationship Type="http://schemas.openxmlformats.org/officeDocument/2006/relationships/notesSlide" Target="/ppt/notesSlides/notesSlide17.xml" Id="Rf33ce9de823a43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14f835edd524013" /><Relationship Type="http://schemas.openxmlformats.org/officeDocument/2006/relationships/notesSlide" Target="/ppt/notesSlides/notesSlide18.xml" Id="R4280248bb4824e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94389239dfe4147" /><Relationship Type="http://schemas.openxmlformats.org/officeDocument/2006/relationships/notesSlide" Target="/ppt/notesSlides/notesSlide19.xml" Id="Ra58a4ef8583949bf"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338424C-5257-4345-A74C-AB80D060E047}"/>
              </a:ext>
            </a:extLst>
          </p:cNvPr>
          <p:cNvPicPr>
            <a:picLocks xmlns:a="http://schemas.openxmlformats.org/drawingml/2006/main" noChangeAspect="1"/>
          </p:cNvPicPr>
          <p:nvPr/>
        </p:nvPicPr>
        <p:blipFill>
          <a:blip xmlns:r="http://schemas.openxmlformats.org/officeDocument/2006/relationships" xmlns:a="http://schemas.openxmlformats.org/drawingml/2006/main" r:embed="Rc2a1db7caa2740d3"/>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3FD8B3-B38E-4AD6-99D2-E8C8043D8283}"/>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21B6FE67-9BA3-42DA-97A6-2A61D52C6939}"/>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84B1254C-BA0B-420A-9CA7-1B5742163694}"/>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863B0707-0B7A-40D4-B3D5-A48AD13FC123}"/>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70C5258C-762E-43E7-88EB-366B7D0D3947}"/>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B0DAAF4C-A4E4-4C5C-940D-DD1BE5E7EDA8}"/>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4F0DD21C-FBD6-4DB7-B66D-F51E6EA86463}"/>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2033F547-C90D-4184-BF9F-47484FF2D1E7}"/>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161734416"/>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70B3B59-DE81-4D75-84AE-3796608419A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47E5AFB2-8B69-4492-B8F3-B9A9DFFAA26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83B942F2-CAE7-4245-AA65-FB77FB5D550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CAF2E692-638D-4318-BE39-E60FD9C91D9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4301A77-A4E4-43C4-BA16-BE1DE0A899C6}"/>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D0EEA997-9DD3-4691-883B-8D5E6FBB9423}"/>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002A55B-82E3-4612-88F8-F0A01A3898BF}"/>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A88ACF9D-4549-409F-8789-F4944773122F}"/>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CCA31912-D9F2-412E-9504-7198A3757079}"/>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552115AB-5548-470C-AF13-863435EA4003}"/>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7A65DDA-3940-42C7-8F52-44BC0CD50060}"/>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BB9EEE36-0353-40A0-8D67-F6A93D1C3BCF}"/>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CCEB5DA4-4C2C-4FD7-8F68-B7E30B2404A6}"/>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B57F0BE3-77EF-4748-BBE1-77A740ADA1D2}"/>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7738960E-4162-4D39-B391-9FBE85EF37CC}"/>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F57F097F-B3B5-43D9-9C14-F6944048726A}"/>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57C43474-3CB1-48C5-942D-ABDB226FCF38}"/>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5CF3EDFB-B03F-4084-9209-7F88DFB2462E}"/>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BCE3F9A9-51B5-4ACD-B7DE-890ECA43B51A}"/>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8D9062F9-0F86-4814-8698-4F16A5FD3608}"/>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E2D45E0F-6B7E-40FA-B78B-5A6668E39FB9}"/>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14677BEA-1908-4A68-B8AD-F6BA84C19FFF}"/>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8712028-2519-4E9F-AFBE-1C4B73A3F3A7}"/>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358E36A6-BF94-458E-A257-8ED1846B5959}"/>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01D829C3-2D0D-4643-AD9A-21A5C34B69F4}"/>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39130388-5838-470B-A894-990CD02F1F66}"/>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B9AFEDE2-82CE-40B7-B8BA-251A68340901}"/>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  worker  •  AI dispatcher  •  Redis  •  web  •  proxy</a:t>
            </a:r>
          </a:p>
        </p:txBody>
      </p:sp>
      <p:sp>
        <p:nvSpPr>
          <p:cNvPr id="28" name="">
            <a:extLst xmlns:a="http://schemas.openxmlformats.org/drawingml/2006/main">
              <a:ext uri="{FF2B5EF4-FFF2-40B4-BE49-F238E27FC236}">
                <a16:creationId xmlns:a16="http://schemas.microsoft.com/office/drawing/2014/main" id="{6C6C5210-89CB-4A5C-A16A-72250CEBC346}"/>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87A521A0-4E4F-4653-8EC7-3DC1293688A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17329447"/>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DD61677-83B6-45A3-A447-6DDBB23A70A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AE1D2768-5FE6-4EEA-87C5-585A9624E1C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112EE55A-0F90-4B39-BB3A-510E0C531E0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47BDE152-B752-4BD8-94D7-9411903633F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3ADB1FC-EE84-402D-9EB3-0E616515EE8F}"/>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586116E5-C794-4FC1-A541-41869E82E0D1}"/>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0C63BB0-555B-4B31-AE6A-C75F55A1BA62}"/>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F78F68AD-5936-4110-A1F8-9626532F9D3E}"/>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937A760C-DAA7-4433-95BB-C2499D75985C}"/>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C88068D7-CB58-496E-8CCF-B82E31B55294}"/>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92A0C8E-3432-444A-8521-05DE3AAE5063}"/>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D7EC0172-3EBA-41B9-B81F-CB8A1C8D3B4E}"/>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BCAA4C5A-93D1-41B2-9B0A-91975EEFB1B8}"/>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4C46DDA4-B79D-409B-A8AB-E17DE801A5D2}"/>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626336B-1F28-4130-9145-ADAE62D80343}"/>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DC063DC9-5BB3-4E96-851D-68E45F45ABFC}"/>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773D66A0-4482-4900-84CA-17B7C5AD8BC3}"/>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2E3F6A1B-62F5-413A-B237-F33CBDC0ED2C}"/>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E6DBD21E-326E-4C42-B905-42AF5ADCDFD5}"/>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553EE86A-98ED-4C28-80FC-14C93DCE811E}"/>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1A705632-0955-4CFC-87E2-472B23FE782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98671795"/>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094112E-9605-4413-94E4-B62729D223B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F2041440-36D1-40FA-A32E-DFEA94FDC1F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51A5F613-121A-4FAD-9D94-2E2D73D8B84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792EEF03-284A-4EDB-8360-6F3C179CE26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642EBEC-E2C1-4314-9529-5A8CBA89A89F}"/>
              </a:ext>
            </a:extLst>
          </p:cNvPr>
          <p:cNvSpPr>
            <a:spLocks xmlns:a="http://schemas.openxmlformats.org/drawingml/2006/main" noGrp="1"/>
          </p:cNvSpPr>
          <p:nvPr/>
        </p:nvSpPr>
        <p:spPr>
          <a:xfrm xmlns:a="http://schemas.openxmlformats.org/drawingml/2006/main">
            <a:off x="609600" y="13716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Synchronous APIs handle immediate work. Durable workers handle slow or failure-prone work.</a:t>
            </a:r>
          </a:p>
        </p:txBody>
      </p:sp>
      <p:sp>
        <p:nvSpPr>
          <p:cNvPr id="6" name="">
            <a:extLst xmlns:a="http://schemas.openxmlformats.org/drawingml/2006/main">
              <a:ext uri="{FF2B5EF4-FFF2-40B4-BE49-F238E27FC236}">
                <a16:creationId xmlns:a16="http://schemas.microsoft.com/office/drawing/2014/main" id="{224B19A7-3856-4587-9294-F3682F2B605D}"/>
              </a:ext>
            </a:extLst>
          </p:cNvPr>
          <p:cNvSpPr>
            <a:spLocks xmlns:a="http://schemas.openxmlformats.org/drawingml/2006/main" noGrp="1"/>
          </p:cNvSpPr>
          <p:nvPr/>
        </p:nvSpPr>
        <p:spPr>
          <a:xfrm xmlns:a="http://schemas.openxmlformats.org/drawingml/2006/main">
            <a:off x="609600" y="2571750"/>
            <a:ext cx="1524000" cy="990600"/>
          </a:xfrm>
          <a:prstGeom xmlns:a="http://schemas.openxmlformats.org/drawingml/2006/main" prst="roundRect">
            <a:avLst>
              <a:gd name="adj" fmla="val 11538"/>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C2376DF-4FBB-480A-A637-AC7DA1440CCA}"/>
              </a:ext>
            </a:extLst>
          </p:cNvPr>
          <p:cNvSpPr>
            <a:spLocks xmlns:a="http://schemas.openxmlformats.org/drawingml/2006/main" noGrp="1"/>
          </p:cNvSpPr>
          <p:nvPr/>
        </p:nvSpPr>
        <p:spPr>
          <a:xfrm xmlns:a="http://schemas.openxmlformats.org/drawingml/2006/main">
            <a:off x="609600" y="2571750"/>
            <a:ext cx="66675" cy="9906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78DA0F4-1C71-41B8-ADF0-D0D23AAEF211}"/>
              </a:ext>
            </a:extLst>
          </p:cNvPr>
          <p:cNvSpPr>
            <a:spLocks xmlns:a="http://schemas.openxmlformats.org/drawingml/2006/main" noGrp="1"/>
          </p:cNvSpPr>
          <p:nvPr/>
        </p:nvSpPr>
        <p:spPr>
          <a:xfrm xmlns:a="http://schemas.openxmlformats.org/drawingml/2006/main">
            <a:off x="819150" y="26860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9" name="">
            <a:extLst xmlns:a="http://schemas.openxmlformats.org/drawingml/2006/main">
              <a:ext uri="{FF2B5EF4-FFF2-40B4-BE49-F238E27FC236}">
                <a16:creationId xmlns:a16="http://schemas.microsoft.com/office/drawing/2014/main" id="{D5DB4E13-0619-4D57-85E1-D3CB8B3DC90C}"/>
              </a:ext>
            </a:extLst>
          </p:cNvPr>
          <p:cNvSpPr>
            <a:spLocks xmlns:a="http://schemas.openxmlformats.org/drawingml/2006/main" noGrp="1"/>
          </p:cNvSpPr>
          <p:nvPr/>
        </p:nvSpPr>
        <p:spPr>
          <a:xfrm xmlns:a="http://schemas.openxmlformats.org/drawingml/2006/main">
            <a:off x="819150" y="298132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0" name="">
            <a:extLst xmlns:a="http://schemas.openxmlformats.org/drawingml/2006/main">
              <a:ext uri="{FF2B5EF4-FFF2-40B4-BE49-F238E27FC236}">
                <a16:creationId xmlns:a16="http://schemas.microsoft.com/office/drawing/2014/main" id="{65548F26-F515-4FDF-9057-5BEAC5AB1408}"/>
              </a:ext>
            </a:extLst>
          </p:cNvPr>
          <p:cNvSpPr>
            <a:spLocks xmlns:a="http://schemas.openxmlformats.org/drawingml/2006/main" noGrp="1"/>
          </p:cNvSpPr>
          <p:nvPr/>
        </p:nvSpPr>
        <p:spPr>
          <a:xfrm xmlns:a="http://schemas.openxmlformats.org/drawingml/2006/main">
            <a:off x="2133600" y="3067050"/>
            <a:ext cx="5143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F5D96E27-4DB7-4582-9E66-000E6D623F27}"/>
              </a:ext>
            </a:extLst>
          </p:cNvPr>
          <p:cNvSpPr>
            <a:spLocks xmlns:a="http://schemas.openxmlformats.org/drawingml/2006/main" noGrp="1"/>
          </p:cNvSpPr>
          <p:nvPr/>
        </p:nvSpPr>
        <p:spPr>
          <a:xfrm xmlns:a="http://schemas.openxmlformats.org/drawingml/2006/main">
            <a:off x="2647950" y="2571750"/>
            <a:ext cx="1714500" cy="990600"/>
          </a:xfrm>
          <a:prstGeom xmlns:a="http://schemas.openxmlformats.org/drawingml/2006/main" prst="roundRect">
            <a:avLst>
              <a:gd name="adj" fmla="val 11538"/>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871FA87-5B1B-4615-BF46-12E9B173A049}"/>
              </a:ext>
            </a:extLst>
          </p:cNvPr>
          <p:cNvSpPr>
            <a:spLocks xmlns:a="http://schemas.openxmlformats.org/drawingml/2006/main" noGrp="1"/>
          </p:cNvSpPr>
          <p:nvPr/>
        </p:nvSpPr>
        <p:spPr>
          <a:xfrm xmlns:a="http://schemas.openxmlformats.org/drawingml/2006/main">
            <a:off x="2647950" y="2571750"/>
            <a:ext cx="66675" cy="9906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1F55FEBF-AF2A-4608-9CE8-9F481C40E3DC}"/>
              </a:ext>
            </a:extLst>
          </p:cNvPr>
          <p:cNvSpPr>
            <a:spLocks xmlns:a="http://schemas.openxmlformats.org/drawingml/2006/main" noGrp="1"/>
          </p:cNvSpPr>
          <p:nvPr/>
        </p:nvSpPr>
        <p:spPr>
          <a:xfrm xmlns:a="http://schemas.openxmlformats.org/drawingml/2006/main">
            <a:off x="2857500" y="26860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90449E69-1051-4C08-B906-8FF996059FA5}"/>
              </a:ext>
            </a:extLst>
          </p:cNvPr>
          <p:cNvSpPr>
            <a:spLocks xmlns:a="http://schemas.openxmlformats.org/drawingml/2006/main" noGrp="1"/>
          </p:cNvSpPr>
          <p:nvPr/>
        </p:nvSpPr>
        <p:spPr>
          <a:xfrm xmlns:a="http://schemas.openxmlformats.org/drawingml/2006/main">
            <a:off x="2857500" y="29813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5" name="">
            <a:extLst xmlns:a="http://schemas.openxmlformats.org/drawingml/2006/main">
              <a:ext uri="{FF2B5EF4-FFF2-40B4-BE49-F238E27FC236}">
                <a16:creationId xmlns:a16="http://schemas.microsoft.com/office/drawing/2014/main" id="{35C5E5C3-647A-43C4-8125-0BC1C2892D46}"/>
              </a:ext>
            </a:extLst>
          </p:cNvPr>
          <p:cNvSpPr>
            <a:spLocks xmlns:a="http://schemas.openxmlformats.org/drawingml/2006/main" noGrp="1"/>
          </p:cNvSpPr>
          <p:nvPr/>
        </p:nvSpPr>
        <p:spPr>
          <a:xfrm xmlns:a="http://schemas.openxmlformats.org/drawingml/2006/main">
            <a:off x="4362450" y="3067050"/>
            <a:ext cx="5143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52A17BAA-C187-4202-9D3A-30EDFEBF3146}"/>
              </a:ext>
            </a:extLst>
          </p:cNvPr>
          <p:cNvSpPr>
            <a:spLocks xmlns:a="http://schemas.openxmlformats.org/drawingml/2006/main" noGrp="1"/>
          </p:cNvSpPr>
          <p:nvPr/>
        </p:nvSpPr>
        <p:spPr>
          <a:xfrm xmlns:a="http://schemas.openxmlformats.org/drawingml/2006/main">
            <a:off x="4876800" y="2362200"/>
            <a:ext cx="22669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F7FE635-DEBE-4818-A8CE-C6AAAA1E0009}"/>
              </a:ext>
            </a:extLst>
          </p:cNvPr>
          <p:cNvSpPr>
            <a:spLocks xmlns:a="http://schemas.openxmlformats.org/drawingml/2006/main" noGrp="1"/>
          </p:cNvSpPr>
          <p:nvPr/>
        </p:nvSpPr>
        <p:spPr>
          <a:xfrm xmlns:a="http://schemas.openxmlformats.org/drawingml/2006/main">
            <a:off x="4876800" y="2362200"/>
            <a:ext cx="66675" cy="14097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489730A4-0990-456F-81FB-D824DFBA0290}"/>
              </a:ext>
            </a:extLst>
          </p:cNvPr>
          <p:cNvSpPr>
            <a:spLocks xmlns:a="http://schemas.openxmlformats.org/drawingml/2006/main" noGrp="1"/>
          </p:cNvSpPr>
          <p:nvPr/>
        </p:nvSpPr>
        <p:spPr>
          <a:xfrm xmlns:a="http://schemas.openxmlformats.org/drawingml/2006/main">
            <a:off x="5086350" y="247650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3A7F84FC-E8DE-4AF1-B958-AAEE30BB2235}"/>
              </a:ext>
            </a:extLst>
          </p:cNvPr>
          <p:cNvSpPr>
            <a:spLocks xmlns:a="http://schemas.openxmlformats.org/drawingml/2006/main" noGrp="1"/>
          </p:cNvSpPr>
          <p:nvPr/>
        </p:nvSpPr>
        <p:spPr>
          <a:xfrm xmlns:a="http://schemas.openxmlformats.org/drawingml/2006/main">
            <a:off x="5086350" y="2771775"/>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and business rules</a:t>
            </a:r>
          </a:p>
        </p:txBody>
      </p:sp>
      <p:sp>
        <p:nvSpPr>
          <p:cNvPr id="20" name="">
            <a:extLst xmlns:a="http://schemas.openxmlformats.org/drawingml/2006/main">
              <a:ext uri="{FF2B5EF4-FFF2-40B4-BE49-F238E27FC236}">
                <a16:creationId xmlns:a16="http://schemas.microsoft.com/office/drawing/2014/main" id="{9DAFE744-828D-4E2E-B2C7-68AF0A825C27}"/>
              </a:ext>
            </a:extLst>
          </p:cNvPr>
          <p:cNvSpPr>
            <a:spLocks xmlns:a="http://schemas.openxmlformats.org/drawingml/2006/main" noGrp="1"/>
          </p:cNvSpPr>
          <p:nvPr/>
        </p:nvSpPr>
        <p:spPr>
          <a:xfrm xmlns:a="http://schemas.openxmlformats.org/drawingml/2006/main">
            <a:off x="7143750" y="2743200"/>
            <a:ext cx="5905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A51290AD-CD07-44F5-BAC5-9939E4984B78}"/>
              </a:ext>
            </a:extLst>
          </p:cNvPr>
          <p:cNvSpPr>
            <a:spLocks xmlns:a="http://schemas.openxmlformats.org/drawingml/2006/main" noGrp="1"/>
          </p:cNvSpPr>
          <p:nvPr/>
        </p:nvSpPr>
        <p:spPr>
          <a:xfrm xmlns:a="http://schemas.openxmlformats.org/drawingml/2006/main">
            <a:off x="7143750" y="3390900"/>
            <a:ext cx="5905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BC2424AC-FB02-4E93-819E-2EB1CF707365}"/>
              </a:ext>
            </a:extLst>
          </p:cNvPr>
          <p:cNvSpPr>
            <a:spLocks xmlns:a="http://schemas.openxmlformats.org/drawingml/2006/main" noGrp="1"/>
          </p:cNvSpPr>
          <p:nvPr/>
        </p:nvSpPr>
        <p:spPr>
          <a:xfrm xmlns:a="http://schemas.openxmlformats.org/drawingml/2006/main">
            <a:off x="7734300" y="2038350"/>
            <a:ext cx="1809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8893008-2CA6-4333-A54C-756CE58DD683}"/>
              </a:ext>
            </a:extLst>
          </p:cNvPr>
          <p:cNvSpPr>
            <a:spLocks xmlns:a="http://schemas.openxmlformats.org/drawingml/2006/main" noGrp="1"/>
          </p:cNvSpPr>
          <p:nvPr/>
        </p:nvSpPr>
        <p:spPr>
          <a:xfrm xmlns:a="http://schemas.openxmlformats.org/drawingml/2006/main">
            <a:off x="7734300" y="203835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E2FB9B61-A7F2-4353-A93A-A4F9335C1274}"/>
              </a:ext>
            </a:extLst>
          </p:cNvPr>
          <p:cNvSpPr>
            <a:spLocks xmlns:a="http://schemas.openxmlformats.org/drawingml/2006/main" noGrp="1"/>
          </p:cNvSpPr>
          <p:nvPr/>
        </p:nvSpPr>
        <p:spPr>
          <a:xfrm xmlns:a="http://schemas.openxmlformats.org/drawingml/2006/main">
            <a:off x="7943850" y="2152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BBC7023A-E4C9-4CC6-96C2-8E4DEC20EBB9}"/>
              </a:ext>
            </a:extLst>
          </p:cNvPr>
          <p:cNvSpPr>
            <a:spLocks xmlns:a="http://schemas.openxmlformats.org/drawingml/2006/main" noGrp="1"/>
          </p:cNvSpPr>
          <p:nvPr/>
        </p:nvSpPr>
        <p:spPr>
          <a:xfrm xmlns:a="http://schemas.openxmlformats.org/drawingml/2006/main">
            <a:off x="7943850" y="24479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offers, applications, jobs</a:t>
            </a:r>
          </a:p>
        </p:txBody>
      </p:sp>
      <p:sp>
        <p:nvSpPr>
          <p:cNvPr id="26" name="">
            <a:extLst xmlns:a="http://schemas.openxmlformats.org/drawingml/2006/main">
              <a:ext uri="{FF2B5EF4-FFF2-40B4-BE49-F238E27FC236}">
                <a16:creationId xmlns:a16="http://schemas.microsoft.com/office/drawing/2014/main" id="{EA6F4934-3837-422F-A129-59A72F597087}"/>
              </a:ext>
            </a:extLst>
          </p:cNvPr>
          <p:cNvSpPr>
            <a:spLocks xmlns:a="http://schemas.openxmlformats.org/drawingml/2006/main" noGrp="1"/>
          </p:cNvSpPr>
          <p:nvPr/>
        </p:nvSpPr>
        <p:spPr>
          <a:xfrm xmlns:a="http://schemas.openxmlformats.org/drawingml/2006/main">
            <a:off x="7734300" y="3314700"/>
            <a:ext cx="1809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05ED2B0B-D8A4-49BE-AE43-2C6532A35530}"/>
              </a:ext>
            </a:extLst>
          </p:cNvPr>
          <p:cNvSpPr>
            <a:spLocks xmlns:a="http://schemas.openxmlformats.org/drawingml/2006/main" noGrp="1"/>
          </p:cNvSpPr>
          <p:nvPr/>
        </p:nvSpPr>
        <p:spPr>
          <a:xfrm xmlns:a="http://schemas.openxmlformats.org/drawingml/2006/main">
            <a:off x="7734300" y="33147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281D7F6A-329E-44CC-AE31-5A374E3F2685}"/>
              </a:ext>
            </a:extLst>
          </p:cNvPr>
          <p:cNvSpPr>
            <a:spLocks xmlns:a="http://schemas.openxmlformats.org/drawingml/2006/main" noGrp="1"/>
          </p:cNvSpPr>
          <p:nvPr/>
        </p:nvSpPr>
        <p:spPr>
          <a:xfrm xmlns:a="http://schemas.openxmlformats.org/drawingml/2006/main">
            <a:off x="7943850" y="34290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29" name="">
            <a:extLst xmlns:a="http://schemas.openxmlformats.org/drawingml/2006/main">
              <a:ext uri="{FF2B5EF4-FFF2-40B4-BE49-F238E27FC236}">
                <a16:creationId xmlns:a16="http://schemas.microsoft.com/office/drawing/2014/main" id="{39C36C36-6EEC-4CFC-8141-DDEC8ACAE5C0}"/>
              </a:ext>
            </a:extLst>
          </p:cNvPr>
          <p:cNvSpPr>
            <a:spLocks xmlns:a="http://schemas.openxmlformats.org/drawingml/2006/main" noGrp="1"/>
          </p:cNvSpPr>
          <p:nvPr/>
        </p:nvSpPr>
        <p:spPr>
          <a:xfrm xmlns:a="http://schemas.openxmlformats.org/drawingml/2006/main">
            <a:off x="7943850" y="372427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CVs, avatars, logos</a:t>
            </a:r>
          </a:p>
        </p:txBody>
      </p:sp>
      <p:sp>
        <p:nvSpPr>
          <p:cNvPr id="30" name="">
            <a:extLst xmlns:a="http://schemas.openxmlformats.org/drawingml/2006/main">
              <a:ext uri="{FF2B5EF4-FFF2-40B4-BE49-F238E27FC236}">
                <a16:creationId xmlns:a16="http://schemas.microsoft.com/office/drawing/2014/main" id="{3B9227F1-143D-4388-8F7E-E383E0ADD0F5}"/>
              </a:ext>
            </a:extLst>
          </p:cNvPr>
          <p:cNvSpPr>
            <a:spLocks xmlns:a="http://schemas.openxmlformats.org/drawingml/2006/main" noGrp="1"/>
          </p:cNvSpPr>
          <p:nvPr/>
        </p:nvSpPr>
        <p:spPr>
          <a:xfrm xmlns:a="http://schemas.openxmlformats.org/drawingml/2006/main">
            <a:off x="6010275" y="3771900"/>
            <a:ext cx="0" cy="85725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31" name="">
            <a:extLst xmlns:a="http://schemas.openxmlformats.org/drawingml/2006/main">
              <a:ext uri="{FF2B5EF4-FFF2-40B4-BE49-F238E27FC236}">
                <a16:creationId xmlns:a16="http://schemas.microsoft.com/office/drawing/2014/main" id="{1C973572-505B-460A-8EE5-F8FDCC776D82}"/>
              </a:ext>
            </a:extLst>
          </p:cNvPr>
          <p:cNvSpPr>
            <a:spLocks xmlns:a="http://schemas.openxmlformats.org/drawingml/2006/main" noGrp="1"/>
          </p:cNvSpPr>
          <p:nvPr/>
        </p:nvSpPr>
        <p:spPr>
          <a:xfrm xmlns:a="http://schemas.openxmlformats.org/drawingml/2006/main">
            <a:off x="4876800" y="4629150"/>
            <a:ext cx="2266950" cy="1047750"/>
          </a:xfrm>
          <a:prstGeom xmlns:a="http://schemas.openxmlformats.org/drawingml/2006/main" prst="roundRect">
            <a:avLst>
              <a:gd name="adj" fmla="val 10909"/>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46B49F87-2BF2-4639-B37D-D185D66B3BD9}"/>
              </a:ext>
            </a:extLst>
          </p:cNvPr>
          <p:cNvSpPr>
            <a:spLocks xmlns:a="http://schemas.openxmlformats.org/drawingml/2006/main" noGrp="1"/>
          </p:cNvSpPr>
          <p:nvPr/>
        </p:nvSpPr>
        <p:spPr>
          <a:xfrm xmlns:a="http://schemas.openxmlformats.org/drawingml/2006/main">
            <a:off x="4876800" y="4629150"/>
            <a:ext cx="66675" cy="10477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3" name="">
            <a:extLst xmlns:a="http://schemas.openxmlformats.org/drawingml/2006/main">
              <a:ext uri="{FF2B5EF4-FFF2-40B4-BE49-F238E27FC236}">
                <a16:creationId xmlns:a16="http://schemas.microsoft.com/office/drawing/2014/main" id="{B951A130-92CD-4C4A-80E4-B6DD468843DC}"/>
              </a:ext>
            </a:extLst>
          </p:cNvPr>
          <p:cNvSpPr>
            <a:spLocks xmlns:a="http://schemas.openxmlformats.org/drawingml/2006/main" noGrp="1"/>
          </p:cNvSpPr>
          <p:nvPr/>
        </p:nvSpPr>
        <p:spPr>
          <a:xfrm xmlns:a="http://schemas.openxmlformats.org/drawingml/2006/main">
            <a:off x="5086350" y="47434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34" name="">
            <a:extLst xmlns:a="http://schemas.openxmlformats.org/drawingml/2006/main">
              <a:ext uri="{FF2B5EF4-FFF2-40B4-BE49-F238E27FC236}">
                <a16:creationId xmlns:a16="http://schemas.microsoft.com/office/drawing/2014/main" id="{BA8DC638-BC25-49EC-8EF8-D97FB68AFE22}"/>
              </a:ext>
            </a:extLst>
          </p:cNvPr>
          <p:cNvSpPr>
            <a:spLocks xmlns:a="http://schemas.openxmlformats.org/drawingml/2006/main" noGrp="1"/>
          </p:cNvSpPr>
          <p:nvPr/>
        </p:nvSpPr>
        <p:spPr>
          <a:xfrm xmlns:a="http://schemas.openxmlformats.org/drawingml/2006/main">
            <a:off x="5086350" y="50387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presence, shared state</a:t>
            </a:r>
          </a:p>
        </p:txBody>
      </p:sp>
      <p:sp>
        <p:nvSpPr>
          <p:cNvPr id="35" name="">
            <a:extLst xmlns:a="http://schemas.openxmlformats.org/drawingml/2006/main">
              <a:ext uri="{FF2B5EF4-FFF2-40B4-BE49-F238E27FC236}">
                <a16:creationId xmlns:a16="http://schemas.microsoft.com/office/drawing/2014/main" id="{E042E5D3-90E9-486A-9811-A1B55F4CEF59}"/>
              </a:ext>
            </a:extLst>
          </p:cNvPr>
          <p:cNvSpPr>
            <a:spLocks xmlns:a="http://schemas.openxmlformats.org/drawingml/2006/main" noGrp="1"/>
          </p:cNvSpPr>
          <p:nvPr/>
        </p:nvSpPr>
        <p:spPr>
          <a:xfrm xmlns:a="http://schemas.openxmlformats.org/drawingml/2006/main">
            <a:off x="7143750" y="5143500"/>
            <a:ext cx="590550" cy="0"/>
          </a:xfrm>
          <a:prstGeom xmlns:a="http://schemas.openxmlformats.org/drawingml/2006/main" prst="line">
            <a:avLst/>
          </a:prstGeom>
          <a:noFill xmlns:a="http://schemas.openxmlformats.org/drawingml/2006/main"/>
          <a:ln xmlns:a="http://schemas.openxmlformats.org/drawingml/2006/main" w="28575">
            <a:solidFill>
              <a:srgbClr val="B34538"/>
            </a:solidFill>
            <a:prstDash val="solid"/>
          </a:ln>
        </p:spPr>
      </p:sp>
      <p:sp>
        <p:nvSpPr>
          <p:cNvPr id="36" name="">
            <a:extLst xmlns:a="http://schemas.openxmlformats.org/drawingml/2006/main">
              <a:ext uri="{FF2B5EF4-FFF2-40B4-BE49-F238E27FC236}">
                <a16:creationId xmlns:a16="http://schemas.microsoft.com/office/drawing/2014/main" id="{6218B646-A0E2-40CA-B7DD-F1E426318FAF}"/>
              </a:ext>
            </a:extLst>
          </p:cNvPr>
          <p:cNvSpPr>
            <a:spLocks xmlns:a="http://schemas.openxmlformats.org/drawingml/2006/main" noGrp="1"/>
          </p:cNvSpPr>
          <p:nvPr/>
        </p:nvSpPr>
        <p:spPr>
          <a:xfrm xmlns:a="http://schemas.openxmlformats.org/drawingml/2006/main">
            <a:off x="7734300" y="4629150"/>
            <a:ext cx="1809750" cy="1047750"/>
          </a:xfrm>
          <a:prstGeom xmlns:a="http://schemas.openxmlformats.org/drawingml/2006/main" prst="roundRect">
            <a:avLst>
              <a:gd name="adj" fmla="val 10909"/>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FC3588F0-74FA-42FC-BF86-EE005B92DD77}"/>
              </a:ext>
            </a:extLst>
          </p:cNvPr>
          <p:cNvSpPr>
            <a:spLocks xmlns:a="http://schemas.openxmlformats.org/drawingml/2006/main" noGrp="1"/>
          </p:cNvSpPr>
          <p:nvPr/>
        </p:nvSpPr>
        <p:spPr>
          <a:xfrm xmlns:a="http://schemas.openxmlformats.org/drawingml/2006/main">
            <a:off x="7734300" y="4629150"/>
            <a:ext cx="66675" cy="10477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38" name="">
            <a:extLst xmlns:a="http://schemas.openxmlformats.org/drawingml/2006/main">
              <a:ext uri="{FF2B5EF4-FFF2-40B4-BE49-F238E27FC236}">
                <a16:creationId xmlns:a16="http://schemas.microsoft.com/office/drawing/2014/main" id="{2E244314-EF20-4856-8C71-40ECC9718286}"/>
              </a:ext>
            </a:extLst>
          </p:cNvPr>
          <p:cNvSpPr>
            <a:spLocks xmlns:a="http://schemas.openxmlformats.org/drawingml/2006/main" noGrp="1"/>
          </p:cNvSpPr>
          <p:nvPr/>
        </p:nvSpPr>
        <p:spPr>
          <a:xfrm xmlns:a="http://schemas.openxmlformats.org/drawingml/2006/main">
            <a:off x="7943850" y="4743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39" name="">
            <a:extLst xmlns:a="http://schemas.openxmlformats.org/drawingml/2006/main">
              <a:ext uri="{FF2B5EF4-FFF2-40B4-BE49-F238E27FC236}">
                <a16:creationId xmlns:a16="http://schemas.microsoft.com/office/drawing/2014/main" id="{A6B7AC67-0568-48A7-A0E8-D13F2CACAEBB}"/>
              </a:ext>
            </a:extLst>
          </p:cNvPr>
          <p:cNvSpPr>
            <a:spLocks xmlns:a="http://schemas.openxmlformats.org/drawingml/2006/main" noGrp="1"/>
          </p:cNvSpPr>
          <p:nvPr/>
        </p:nvSpPr>
        <p:spPr>
          <a:xfrm xmlns:a="http://schemas.openxmlformats.org/drawingml/2006/main">
            <a:off x="7943850" y="5038725"/>
            <a:ext cx="148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background jobs</a:t>
            </a:r>
          </a:p>
        </p:txBody>
      </p:sp>
      <p:sp>
        <p:nvSpPr>
          <p:cNvPr id="40" name="">
            <a:extLst xmlns:a="http://schemas.openxmlformats.org/drawingml/2006/main">
              <a:ext uri="{FF2B5EF4-FFF2-40B4-BE49-F238E27FC236}">
                <a16:creationId xmlns:a16="http://schemas.microsoft.com/office/drawing/2014/main" id="{D86ADF2A-38E5-4CE8-ABE4-11308617E111}"/>
              </a:ext>
            </a:extLst>
          </p:cNvPr>
          <p:cNvSpPr>
            <a:spLocks xmlns:a="http://schemas.openxmlformats.org/drawingml/2006/main" noGrp="1"/>
          </p:cNvSpPr>
          <p:nvPr/>
        </p:nvSpPr>
        <p:spPr>
          <a:xfrm xmlns:a="http://schemas.openxmlformats.org/drawingml/2006/main">
            <a:off x="9544050" y="5143500"/>
            <a:ext cx="514350" cy="0"/>
          </a:xfrm>
          <a:prstGeom xmlns:a="http://schemas.openxmlformats.org/drawingml/2006/main" prst="line">
            <a:avLst/>
          </a:prstGeom>
          <a:noFill xmlns:a="http://schemas.openxmlformats.org/drawingml/2006/main"/>
          <a:ln xmlns:a="http://schemas.openxmlformats.org/drawingml/2006/main" w="28575">
            <a:solidFill>
              <a:srgbClr val="9B651B"/>
            </a:solidFill>
            <a:prstDash val="solid"/>
          </a:ln>
        </p:spPr>
      </p:sp>
      <p:sp>
        <p:nvSpPr>
          <p:cNvPr id="41" name="">
            <a:extLst xmlns:a="http://schemas.openxmlformats.org/drawingml/2006/main">
              <a:ext uri="{FF2B5EF4-FFF2-40B4-BE49-F238E27FC236}">
                <a16:creationId xmlns:a16="http://schemas.microsoft.com/office/drawing/2014/main" id="{2F4EA7C0-FE7D-4006-BA9D-D70FE955AC65}"/>
              </a:ext>
            </a:extLst>
          </p:cNvPr>
          <p:cNvSpPr>
            <a:spLocks xmlns:a="http://schemas.openxmlformats.org/drawingml/2006/main" noGrp="1"/>
          </p:cNvSpPr>
          <p:nvPr/>
        </p:nvSpPr>
        <p:spPr>
          <a:xfrm xmlns:a="http://schemas.openxmlformats.org/drawingml/2006/main">
            <a:off x="10058400" y="4629150"/>
            <a:ext cx="1524000" cy="1047750"/>
          </a:xfrm>
          <a:prstGeom xmlns:a="http://schemas.openxmlformats.org/drawingml/2006/main" prst="roundRect">
            <a:avLst>
              <a:gd name="adj" fmla="val 10909"/>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
            <a:extLst xmlns:a="http://schemas.openxmlformats.org/drawingml/2006/main">
              <a:ext uri="{FF2B5EF4-FFF2-40B4-BE49-F238E27FC236}">
                <a16:creationId xmlns:a16="http://schemas.microsoft.com/office/drawing/2014/main" id="{C8F03BE8-2278-4994-B510-21485CB86EB8}"/>
              </a:ext>
            </a:extLst>
          </p:cNvPr>
          <p:cNvSpPr>
            <a:spLocks xmlns:a="http://schemas.openxmlformats.org/drawingml/2006/main" noGrp="1"/>
          </p:cNvSpPr>
          <p:nvPr/>
        </p:nvSpPr>
        <p:spPr>
          <a:xfrm xmlns:a="http://schemas.openxmlformats.org/drawingml/2006/main">
            <a:off x="10058400" y="4629150"/>
            <a:ext cx="66675" cy="10477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3" name="">
            <a:extLst xmlns:a="http://schemas.openxmlformats.org/drawingml/2006/main">
              <a:ext uri="{FF2B5EF4-FFF2-40B4-BE49-F238E27FC236}">
                <a16:creationId xmlns:a16="http://schemas.microsoft.com/office/drawing/2014/main" id="{75BB5945-FF1F-443F-8AE2-D8E875378671}"/>
              </a:ext>
            </a:extLst>
          </p:cNvPr>
          <p:cNvSpPr>
            <a:spLocks xmlns:a="http://schemas.openxmlformats.org/drawingml/2006/main" noGrp="1"/>
          </p:cNvSpPr>
          <p:nvPr/>
        </p:nvSpPr>
        <p:spPr>
          <a:xfrm xmlns:a="http://schemas.openxmlformats.org/drawingml/2006/main">
            <a:off x="10267950" y="47434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2502"/>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Gemini / Resend</a:t>
            </a:r>
          </a:p>
        </p:txBody>
      </p:sp>
      <p:sp>
        <p:nvSpPr>
          <p:cNvPr id="44" name="">
            <a:extLst xmlns:a="http://schemas.openxmlformats.org/drawingml/2006/main">
              <a:ext uri="{FF2B5EF4-FFF2-40B4-BE49-F238E27FC236}">
                <a16:creationId xmlns:a16="http://schemas.microsoft.com/office/drawing/2014/main" id="{6D1ACE36-D40F-4D8E-85AC-CCD39CBE641E}"/>
              </a:ext>
            </a:extLst>
          </p:cNvPr>
          <p:cNvSpPr>
            <a:spLocks xmlns:a="http://schemas.openxmlformats.org/drawingml/2006/main" noGrp="1"/>
          </p:cNvSpPr>
          <p:nvPr/>
        </p:nvSpPr>
        <p:spPr>
          <a:xfrm xmlns:a="http://schemas.openxmlformats.org/drawingml/2006/main">
            <a:off x="10267950" y="50387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External AI and email</a:t>
            </a:r>
          </a:p>
        </p:txBody>
      </p:sp>
      <p:sp>
        <p:nvSpPr>
          <p:cNvPr id="45" name="">
            <a:extLst xmlns:a="http://schemas.openxmlformats.org/drawingml/2006/main">
              <a:ext uri="{FF2B5EF4-FFF2-40B4-BE49-F238E27FC236}">
                <a16:creationId xmlns:a16="http://schemas.microsoft.com/office/drawing/2014/main" id="{8A791697-E8B3-4040-B6BF-3C4036E38016}"/>
              </a:ext>
            </a:extLst>
          </p:cNvPr>
          <p:cNvSpPr>
            <a:spLocks xmlns:a="http://schemas.openxmlformats.org/drawingml/2006/main" noGrp="1"/>
          </p:cNvSpPr>
          <p:nvPr/>
        </p:nvSpPr>
        <p:spPr>
          <a:xfrm xmlns:a="http://schemas.openxmlformats.org/drawingml/2006/main">
            <a:off x="9944100" y="21526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ctr">
              <a:defRPr sz="1350" b="1">
                <a:solidFill>
                  <a:srgbClr val="194D38"/>
                </a:solidFill>
                <a:latin typeface="Noto Sans"/>
                <a:ea typeface="Noto Sans"/>
                <a:cs typeface="Noto Sans"/>
              </a:defRPr>
            </a:defPPr>
            <a:lvl1pPr algn="ctr">
              <a:defRPr sz="1350" b="1">
                <a:solidFill>
                  <a:srgbClr val="194D38"/>
                </a:solidFill>
                <a:latin typeface="Noto Sans"/>
                <a:ea typeface="Noto Sans"/>
                <a:cs typeface="Noto Sans"/>
              </a:defRPr>
            </a:lvl1pPr>
            <a:lvl2pPr algn="ctr">
              <a:defRPr sz="1350" b="1">
                <a:solidFill>
                  <a:srgbClr val="194D38"/>
                </a:solidFill>
                <a:latin typeface="Noto Sans"/>
                <a:ea typeface="Noto Sans"/>
                <a:cs typeface="Noto Sans"/>
              </a:defRPr>
            </a:lvl2pPr>
            <a:lvl3pPr algn="ctr">
              <a:defRPr sz="1350" b="1">
                <a:solidFill>
                  <a:srgbClr val="194D38"/>
                </a:solidFill>
                <a:latin typeface="Noto Sans"/>
                <a:ea typeface="Noto Sans"/>
                <a:cs typeface="Noto Sans"/>
              </a:defRPr>
            </a:lvl3pPr>
            <a:lvl4pPr algn="ctr">
              <a:defRPr sz="1350" b="1">
                <a:solidFill>
                  <a:srgbClr val="194D38"/>
                </a:solidFill>
                <a:latin typeface="Noto Sans"/>
                <a:ea typeface="Noto Sans"/>
                <a:cs typeface="Noto Sans"/>
              </a:defRPr>
            </a:lvl4pPr>
            <a:lvl5pPr algn="ctr">
              <a:defRPr sz="1350" b="1">
                <a:solidFill>
                  <a:srgbClr val="194D38"/>
                </a:solidFill>
                <a:latin typeface="Noto Sans"/>
                <a:ea typeface="Noto Sans"/>
                <a:cs typeface="Noto Sans"/>
              </a:defRPr>
            </a:lvl5pPr>
            <a:lvl6pPr algn="ctr">
              <a:defRPr sz="1350" b="1">
                <a:solidFill>
                  <a:srgbClr val="194D38"/>
                </a:solidFill>
                <a:latin typeface="Noto Sans"/>
                <a:ea typeface="Noto Sans"/>
                <a:cs typeface="Noto Sans"/>
              </a:defRPr>
            </a:lvl6pPr>
            <a:lvl7pPr algn="ctr">
              <a:defRPr sz="1350" b="1">
                <a:solidFill>
                  <a:srgbClr val="194D38"/>
                </a:solidFill>
                <a:latin typeface="Noto Sans"/>
                <a:ea typeface="Noto Sans"/>
                <a:cs typeface="Noto Sans"/>
              </a:defRPr>
            </a:lvl7pPr>
            <a:lvl8pPr algn="ctr">
              <a:defRPr sz="1350" b="1">
                <a:solidFill>
                  <a:srgbClr val="194D38"/>
                </a:solidFill>
                <a:latin typeface="Noto Sans"/>
                <a:ea typeface="Noto Sans"/>
                <a:cs typeface="Noto Sans"/>
              </a:defRPr>
            </a:lvl8pPr>
            <a:lvl9pPr algn="ctr">
              <a:defRPr sz="1350" b="1">
                <a:solidFill>
                  <a:srgbClr val="194D38"/>
                </a:solidFill>
                <a:latin typeface="Noto Sans"/>
                <a:ea typeface="Noto Sans"/>
                <a:cs typeface="Noto Sans"/>
              </a:defRPr>
            </a:lvl9pPr>
          </a:lstStyle>
          <a:p xmlns:a="http://schemas.openxmlformats.org/drawingml/2006/main">
            <a:pPr algn="ctr">
              <a:defRPr sz="1350" b="1">
                <a:solidFill>
                  <a:srgbClr val="194D38"/>
                </a:solidFill>
                <a:latin typeface="Noto Sans"/>
                <a:ea typeface="Noto Sans"/>
                <a:cs typeface="Noto Sans"/>
              </a:defRPr>
            </a:pPr>
            <a:r>
              <a:rPr sz="1350" b="1">
                <a:solidFill>
                  <a:srgbClr val="194D38"/>
                </a:solidFill>
                <a:latin typeface="Noto Sans"/>
                <a:ea typeface="Noto Sans"/>
                <a:cs typeface="Noto Sans"/>
              </a:rPr>
              <a:t>WebSockets</a:t>
            </a:r>
          </a:p>
        </p:txBody>
      </p:sp>
      <p:sp>
        <p:nvSpPr>
          <p:cNvPr id="46" name="">
            <a:extLst xmlns:a="http://schemas.openxmlformats.org/drawingml/2006/main">
              <a:ext uri="{FF2B5EF4-FFF2-40B4-BE49-F238E27FC236}">
                <a16:creationId xmlns:a16="http://schemas.microsoft.com/office/drawing/2014/main" id="{9F6E0033-91A1-4914-B9F3-E85F36186562}"/>
              </a:ext>
            </a:extLst>
          </p:cNvPr>
          <p:cNvSpPr>
            <a:spLocks xmlns:a="http://schemas.openxmlformats.org/drawingml/2006/main" noGrp="1"/>
          </p:cNvSpPr>
          <p:nvPr/>
        </p:nvSpPr>
        <p:spPr>
          <a:xfrm xmlns:a="http://schemas.openxmlformats.org/drawingml/2006/main">
            <a:off x="9944100" y="24193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real-time chat</a:t>
            </a:r>
          </a:p>
        </p:txBody>
      </p:sp>
      <p:sp>
        <p:nvSpPr>
          <p:cNvPr id="47" name="">
            <a:extLst xmlns:a="http://schemas.openxmlformats.org/drawingml/2006/main">
              <a:ext uri="{FF2B5EF4-FFF2-40B4-BE49-F238E27FC236}">
                <a16:creationId xmlns:a16="http://schemas.microsoft.com/office/drawing/2014/main" id="{537E936E-D696-41E0-87E2-AE0F920C1B30}"/>
              </a:ext>
            </a:extLst>
          </p:cNvPr>
          <p:cNvSpPr>
            <a:spLocks xmlns:a="http://schemas.openxmlformats.org/drawingml/2006/main" noGrp="1"/>
          </p:cNvSpPr>
          <p:nvPr/>
        </p:nvSpPr>
        <p:spPr>
          <a:xfrm xmlns:a="http://schemas.openxmlformats.org/drawingml/2006/main">
            <a:off x="6000750" y="2038350"/>
            <a:ext cx="0" cy="32385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48" name="">
            <a:extLst xmlns:a="http://schemas.openxmlformats.org/drawingml/2006/main">
              <a:ext uri="{FF2B5EF4-FFF2-40B4-BE49-F238E27FC236}">
                <a16:creationId xmlns:a16="http://schemas.microsoft.com/office/drawing/2014/main" id="{92739045-0D47-4CED-8447-E97AA91C8846}"/>
              </a:ext>
            </a:extLst>
          </p:cNvPr>
          <p:cNvSpPr>
            <a:spLocks xmlns:a="http://schemas.openxmlformats.org/drawingml/2006/main" noGrp="1"/>
          </p:cNvSpPr>
          <p:nvPr/>
        </p:nvSpPr>
        <p:spPr>
          <a:xfrm xmlns:a="http://schemas.openxmlformats.org/drawingml/2006/main">
            <a:off x="6000750" y="2038350"/>
            <a:ext cx="4743450" cy="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49" name="">
            <a:extLst xmlns:a="http://schemas.openxmlformats.org/drawingml/2006/main">
              <a:ext uri="{FF2B5EF4-FFF2-40B4-BE49-F238E27FC236}">
                <a16:creationId xmlns:a16="http://schemas.microsoft.com/office/drawing/2014/main" id="{7D882FB7-C82A-457C-97CD-D964FDD6E08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13969098"/>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53AC9D8-8DAC-40DE-ABA8-680225F8462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2E1CDE47-6587-4FD3-8267-D4308BAE0F6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How the backend code is organized</a:t>
            </a:r>
          </a:p>
        </p:txBody>
      </p:sp>
      <p:sp>
        <p:nvSpPr>
          <p:cNvPr id="3" name="">
            <a:extLst xmlns:a="http://schemas.openxmlformats.org/drawingml/2006/main">
              <a:ext uri="{FF2B5EF4-FFF2-40B4-BE49-F238E27FC236}">
                <a16:creationId xmlns:a16="http://schemas.microsoft.com/office/drawing/2014/main" id="{ACB3CA13-809D-4CAC-993A-CF8258D8EB2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EF46C835-95E4-4CF4-9A92-00F97FDB725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59B3C06-71C9-4F61-96BC-584720E74DB0}"/>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Each layer has one clear responsibility, which keeps security and business rules reusable.</a:t>
            </a:r>
          </a:p>
        </p:txBody>
      </p:sp>
      <p:sp>
        <p:nvSpPr>
          <p:cNvPr id="6" name="">
            <a:extLst xmlns:a="http://schemas.openxmlformats.org/drawingml/2006/main">
              <a:ext uri="{FF2B5EF4-FFF2-40B4-BE49-F238E27FC236}">
                <a16:creationId xmlns:a16="http://schemas.microsoft.com/office/drawing/2014/main" id="{6F1671FF-56A9-46FA-9B41-0A6968269FDA}"/>
              </a:ext>
            </a:extLst>
          </p:cNvPr>
          <p:cNvSpPr>
            <a:spLocks xmlns:a="http://schemas.openxmlformats.org/drawingml/2006/main" noGrp="1"/>
          </p:cNvSpPr>
          <p:nvPr/>
        </p:nvSpPr>
        <p:spPr>
          <a:xfrm xmlns:a="http://schemas.openxmlformats.org/drawingml/2006/main">
            <a:off x="609600" y="1981200"/>
            <a:ext cx="71056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323AF75-7956-486B-8506-C2958820C9E2}"/>
              </a:ext>
            </a:extLst>
          </p:cNvPr>
          <p:cNvSpPr>
            <a:spLocks xmlns:a="http://schemas.openxmlformats.org/drawingml/2006/main" noGrp="1"/>
          </p:cNvSpPr>
          <p:nvPr/>
        </p:nvSpPr>
        <p:spPr>
          <a:xfrm xmlns:a="http://schemas.openxmlformats.org/drawingml/2006/main">
            <a:off x="838200" y="2057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Routers</a:t>
            </a:r>
          </a:p>
        </p:txBody>
      </p:sp>
      <p:sp>
        <p:nvSpPr>
          <p:cNvPr id="8" name="">
            <a:extLst xmlns:a="http://schemas.openxmlformats.org/drawingml/2006/main">
              <a:ext uri="{FF2B5EF4-FFF2-40B4-BE49-F238E27FC236}">
                <a16:creationId xmlns:a16="http://schemas.microsoft.com/office/drawing/2014/main" id="{EFA3FED7-32B4-4BFA-B91F-649D0235D1FF}"/>
              </a:ext>
            </a:extLst>
          </p:cNvPr>
          <p:cNvSpPr>
            <a:spLocks xmlns:a="http://schemas.openxmlformats.org/drawingml/2006/main" noGrp="1"/>
          </p:cNvSpPr>
          <p:nvPr/>
        </p:nvSpPr>
        <p:spPr>
          <a:xfrm xmlns:a="http://schemas.openxmlformats.org/drawingml/2006/main">
            <a:off x="2724150" y="20478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HTTP and WebSocket boundaries</a:t>
            </a:r>
          </a:p>
        </p:txBody>
      </p:sp>
      <p:sp>
        <p:nvSpPr>
          <p:cNvPr id="9" name="">
            <a:extLst xmlns:a="http://schemas.openxmlformats.org/drawingml/2006/main">
              <a:ext uri="{FF2B5EF4-FFF2-40B4-BE49-F238E27FC236}">
                <a16:creationId xmlns:a16="http://schemas.microsoft.com/office/drawing/2014/main" id="{FFFB0F38-8281-4AF8-8B80-665CE7A077A5}"/>
              </a:ext>
            </a:extLst>
          </p:cNvPr>
          <p:cNvSpPr>
            <a:spLocks xmlns:a="http://schemas.openxmlformats.org/drawingml/2006/main" noGrp="1"/>
          </p:cNvSpPr>
          <p:nvPr/>
        </p:nvSpPr>
        <p:spPr>
          <a:xfrm xmlns:a="http://schemas.openxmlformats.org/drawingml/2006/main">
            <a:off x="5162550" y="2038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Parse the request and coordinate dependencies</a:t>
            </a:r>
          </a:p>
        </p:txBody>
      </p:sp>
      <p:sp>
        <p:nvSpPr>
          <p:cNvPr id="10" name="">
            <a:extLst xmlns:a="http://schemas.openxmlformats.org/drawingml/2006/main">
              <a:ext uri="{FF2B5EF4-FFF2-40B4-BE49-F238E27FC236}">
                <a16:creationId xmlns:a16="http://schemas.microsoft.com/office/drawing/2014/main" id="{48756971-1E18-4A35-A073-A7895D4BB4FD}"/>
              </a:ext>
            </a:extLst>
          </p:cNvPr>
          <p:cNvSpPr>
            <a:spLocks xmlns:a="http://schemas.openxmlformats.org/drawingml/2006/main" noGrp="1"/>
          </p:cNvSpPr>
          <p:nvPr/>
        </p:nvSpPr>
        <p:spPr>
          <a:xfrm xmlns:a="http://schemas.openxmlformats.org/drawingml/2006/main">
            <a:off x="781050" y="2724150"/>
            <a:ext cx="676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524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50E96E4-B74A-4BC0-B6DD-322B50FF6063}"/>
              </a:ext>
            </a:extLst>
          </p:cNvPr>
          <p:cNvSpPr>
            <a:spLocks xmlns:a="http://schemas.openxmlformats.org/drawingml/2006/main" noGrp="1"/>
          </p:cNvSpPr>
          <p:nvPr/>
        </p:nvSpPr>
        <p:spPr>
          <a:xfrm xmlns:a="http://schemas.openxmlformats.org/drawingml/2006/main">
            <a:off x="1009650" y="2800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Dependencies</a:t>
            </a:r>
          </a:p>
        </p:txBody>
      </p:sp>
      <p:sp>
        <p:nvSpPr>
          <p:cNvPr id="12" name="">
            <a:extLst xmlns:a="http://schemas.openxmlformats.org/drawingml/2006/main">
              <a:ext uri="{FF2B5EF4-FFF2-40B4-BE49-F238E27FC236}">
                <a16:creationId xmlns:a16="http://schemas.microsoft.com/office/drawing/2014/main" id="{FEC88443-A5C3-464A-91DA-890280BBA23D}"/>
              </a:ext>
            </a:extLst>
          </p:cNvPr>
          <p:cNvSpPr>
            <a:spLocks xmlns:a="http://schemas.openxmlformats.org/drawingml/2006/main" noGrp="1"/>
          </p:cNvSpPr>
          <p:nvPr/>
        </p:nvSpPr>
        <p:spPr>
          <a:xfrm xmlns:a="http://schemas.openxmlformats.org/drawingml/2006/main">
            <a:off x="2895600" y="27908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Identity and request context</a:t>
            </a:r>
          </a:p>
        </p:txBody>
      </p:sp>
      <p:sp>
        <p:nvSpPr>
          <p:cNvPr id="13" name="">
            <a:extLst xmlns:a="http://schemas.openxmlformats.org/drawingml/2006/main">
              <a:ext uri="{FF2B5EF4-FFF2-40B4-BE49-F238E27FC236}">
                <a16:creationId xmlns:a16="http://schemas.microsoft.com/office/drawing/2014/main" id="{F33F6E58-059D-4DFE-8277-6597C45ED475}"/>
              </a:ext>
            </a:extLst>
          </p:cNvPr>
          <p:cNvSpPr>
            <a:spLocks xmlns:a="http://schemas.openxmlformats.org/drawingml/2006/main" noGrp="1"/>
          </p:cNvSpPr>
          <p:nvPr/>
        </p:nvSpPr>
        <p:spPr>
          <a:xfrm xmlns:a="http://schemas.openxmlformats.org/drawingml/2006/main">
            <a:off x="5334000" y="278130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Authentication, sessions, pagination and shared guards</a:t>
            </a:r>
          </a:p>
        </p:txBody>
      </p:sp>
      <p:sp>
        <p:nvSpPr>
          <p:cNvPr id="14" name="">
            <a:extLst xmlns:a="http://schemas.openxmlformats.org/drawingml/2006/main">
              <a:ext uri="{FF2B5EF4-FFF2-40B4-BE49-F238E27FC236}">
                <a16:creationId xmlns:a16="http://schemas.microsoft.com/office/drawing/2014/main" id="{03E1B236-0FA7-4A6B-B86B-4A78CBCC98FB}"/>
              </a:ext>
            </a:extLst>
          </p:cNvPr>
          <p:cNvSpPr>
            <a:spLocks xmlns:a="http://schemas.openxmlformats.org/drawingml/2006/main" noGrp="1"/>
          </p:cNvSpPr>
          <p:nvPr/>
        </p:nvSpPr>
        <p:spPr>
          <a:xfrm xmlns:a="http://schemas.openxmlformats.org/drawingml/2006/main">
            <a:off x="952500" y="3467100"/>
            <a:ext cx="64198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4A5D4AD8-ED66-413F-A5BC-377A9157578F}"/>
              </a:ext>
            </a:extLst>
          </p:cNvPr>
          <p:cNvSpPr>
            <a:spLocks xmlns:a="http://schemas.openxmlformats.org/drawingml/2006/main" noGrp="1"/>
          </p:cNvSpPr>
          <p:nvPr/>
        </p:nvSpPr>
        <p:spPr>
          <a:xfrm xmlns:a="http://schemas.openxmlformats.org/drawingml/2006/main">
            <a:off x="1181100" y="35433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Services</a:t>
            </a:r>
          </a:p>
        </p:txBody>
      </p:sp>
      <p:sp>
        <p:nvSpPr>
          <p:cNvPr id="16" name="">
            <a:extLst xmlns:a="http://schemas.openxmlformats.org/drawingml/2006/main">
              <a:ext uri="{FF2B5EF4-FFF2-40B4-BE49-F238E27FC236}">
                <a16:creationId xmlns:a16="http://schemas.microsoft.com/office/drawing/2014/main" id="{BE80B4F2-5FBB-49E2-B7B3-493DCFB00854}"/>
              </a:ext>
            </a:extLst>
          </p:cNvPr>
          <p:cNvSpPr>
            <a:spLocks xmlns:a="http://schemas.openxmlformats.org/drawingml/2006/main" noGrp="1"/>
          </p:cNvSpPr>
          <p:nvPr/>
        </p:nvSpPr>
        <p:spPr>
          <a:xfrm xmlns:a="http://schemas.openxmlformats.org/drawingml/2006/main">
            <a:off x="3067050" y="35337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Domain behavior</a:t>
            </a:r>
          </a:p>
        </p:txBody>
      </p:sp>
      <p:sp>
        <p:nvSpPr>
          <p:cNvPr id="17" name="">
            <a:extLst xmlns:a="http://schemas.openxmlformats.org/drawingml/2006/main">
              <a:ext uri="{FF2B5EF4-FFF2-40B4-BE49-F238E27FC236}">
                <a16:creationId xmlns:a16="http://schemas.microsoft.com/office/drawing/2014/main" id="{8034452C-5DFB-4E08-9FBD-2B96ACEE6F87}"/>
              </a:ext>
            </a:extLst>
          </p:cNvPr>
          <p:cNvSpPr>
            <a:spLocks xmlns:a="http://schemas.openxmlformats.org/drawingml/2006/main" noGrp="1"/>
          </p:cNvSpPr>
          <p:nvPr/>
        </p:nvSpPr>
        <p:spPr>
          <a:xfrm xmlns:a="http://schemas.openxmlformats.org/drawingml/2006/main">
            <a:off x="5505450" y="352425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Recruitment rules, files, AI, email and notifications</a:t>
            </a:r>
          </a:p>
        </p:txBody>
      </p:sp>
      <p:sp>
        <p:nvSpPr>
          <p:cNvPr id="18" name="">
            <a:extLst xmlns:a="http://schemas.openxmlformats.org/drawingml/2006/main">
              <a:ext uri="{FF2B5EF4-FFF2-40B4-BE49-F238E27FC236}">
                <a16:creationId xmlns:a16="http://schemas.microsoft.com/office/drawing/2014/main" id="{B2C3FF60-0A02-42BD-A118-2AA0CA5B1189}"/>
              </a:ext>
            </a:extLst>
          </p:cNvPr>
          <p:cNvSpPr>
            <a:spLocks xmlns:a="http://schemas.openxmlformats.org/drawingml/2006/main" noGrp="1"/>
          </p:cNvSpPr>
          <p:nvPr/>
        </p:nvSpPr>
        <p:spPr>
          <a:xfrm xmlns:a="http://schemas.openxmlformats.org/drawingml/2006/main">
            <a:off x="1123950" y="4210050"/>
            <a:ext cx="60769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524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901BF608-8AFA-44AA-83C4-D85C09B28A61}"/>
              </a:ext>
            </a:extLst>
          </p:cNvPr>
          <p:cNvSpPr>
            <a:spLocks xmlns:a="http://schemas.openxmlformats.org/drawingml/2006/main" noGrp="1"/>
          </p:cNvSpPr>
          <p:nvPr/>
        </p:nvSpPr>
        <p:spPr>
          <a:xfrm xmlns:a="http://schemas.openxmlformats.org/drawingml/2006/main">
            <a:off x="1352550" y="4286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28734D"/>
                </a:solidFill>
                <a:latin typeface="Noto Sans"/>
                <a:ea typeface="Noto Sans"/>
                <a:cs typeface="Noto Sans"/>
              </a:defRPr>
            </a:defPPr>
            <a:lvl1pPr algn="l">
              <a:defRPr sz="1350" b="1">
                <a:solidFill>
                  <a:srgbClr val="28734D"/>
                </a:solidFill>
                <a:latin typeface="Noto Sans"/>
                <a:ea typeface="Noto Sans"/>
                <a:cs typeface="Noto Sans"/>
              </a:defRPr>
            </a:lvl1pPr>
            <a:lvl2pPr algn="l">
              <a:defRPr sz="1350" b="1">
                <a:solidFill>
                  <a:srgbClr val="28734D"/>
                </a:solidFill>
                <a:latin typeface="Noto Sans"/>
                <a:ea typeface="Noto Sans"/>
                <a:cs typeface="Noto Sans"/>
              </a:defRPr>
            </a:lvl2pPr>
            <a:lvl3pPr algn="l">
              <a:defRPr sz="1350" b="1">
                <a:solidFill>
                  <a:srgbClr val="28734D"/>
                </a:solidFill>
                <a:latin typeface="Noto Sans"/>
                <a:ea typeface="Noto Sans"/>
                <a:cs typeface="Noto Sans"/>
              </a:defRPr>
            </a:lvl3pPr>
            <a:lvl4pPr algn="l">
              <a:defRPr sz="1350" b="1">
                <a:solidFill>
                  <a:srgbClr val="28734D"/>
                </a:solidFill>
                <a:latin typeface="Noto Sans"/>
                <a:ea typeface="Noto Sans"/>
                <a:cs typeface="Noto Sans"/>
              </a:defRPr>
            </a:lvl4pPr>
            <a:lvl5pPr algn="l">
              <a:defRPr sz="1350" b="1">
                <a:solidFill>
                  <a:srgbClr val="28734D"/>
                </a:solidFill>
                <a:latin typeface="Noto Sans"/>
                <a:ea typeface="Noto Sans"/>
                <a:cs typeface="Noto Sans"/>
              </a:defRPr>
            </a:lvl5pPr>
            <a:lvl6pPr algn="l">
              <a:defRPr sz="1350" b="1">
                <a:solidFill>
                  <a:srgbClr val="28734D"/>
                </a:solidFill>
                <a:latin typeface="Noto Sans"/>
                <a:ea typeface="Noto Sans"/>
                <a:cs typeface="Noto Sans"/>
              </a:defRPr>
            </a:lvl6pPr>
            <a:lvl7pPr algn="l">
              <a:defRPr sz="1350" b="1">
                <a:solidFill>
                  <a:srgbClr val="28734D"/>
                </a:solidFill>
                <a:latin typeface="Noto Sans"/>
                <a:ea typeface="Noto Sans"/>
                <a:cs typeface="Noto Sans"/>
              </a:defRPr>
            </a:lvl7pPr>
            <a:lvl8pPr algn="l">
              <a:defRPr sz="1350" b="1">
                <a:solidFill>
                  <a:srgbClr val="28734D"/>
                </a:solidFill>
                <a:latin typeface="Noto Sans"/>
                <a:ea typeface="Noto Sans"/>
                <a:cs typeface="Noto Sans"/>
              </a:defRPr>
            </a:lvl8pPr>
            <a:lvl9pPr algn="l">
              <a:defRPr sz="1350" b="1">
                <a:solidFill>
                  <a:srgbClr val="28734D"/>
                </a:solidFill>
                <a:latin typeface="Noto Sans"/>
                <a:ea typeface="Noto Sans"/>
                <a:cs typeface="Noto Sans"/>
              </a:defRPr>
            </a:lvl9pPr>
          </a:lstStyle>
          <a:p xmlns:a="http://schemas.openxmlformats.org/drawingml/2006/main">
            <a:pPr algn="l">
              <a:defRPr sz="1350" b="1">
                <a:solidFill>
                  <a:srgbClr val="28734D"/>
                </a:solidFill>
                <a:latin typeface="Noto Sans"/>
                <a:ea typeface="Noto Sans"/>
                <a:cs typeface="Noto Sans"/>
              </a:defRPr>
            </a:pPr>
            <a:r>
              <a:rPr sz="1350" b="1">
                <a:solidFill>
                  <a:srgbClr val="28734D"/>
                </a:solidFill>
                <a:latin typeface="Noto Sans"/>
                <a:ea typeface="Noto Sans"/>
                <a:cs typeface="Noto Sans"/>
              </a:rPr>
              <a:t>Models + migrations</a:t>
            </a:r>
          </a:p>
        </p:txBody>
      </p:sp>
      <p:sp>
        <p:nvSpPr>
          <p:cNvPr id="20" name="">
            <a:extLst xmlns:a="http://schemas.openxmlformats.org/drawingml/2006/main">
              <a:ext uri="{FF2B5EF4-FFF2-40B4-BE49-F238E27FC236}">
                <a16:creationId xmlns:a16="http://schemas.microsoft.com/office/drawing/2014/main" id="{C39B50A1-0F5C-4D0C-A18C-E79B4BD03F25}"/>
              </a:ext>
            </a:extLst>
          </p:cNvPr>
          <p:cNvSpPr>
            <a:spLocks xmlns:a="http://schemas.openxmlformats.org/drawingml/2006/main" noGrp="1"/>
          </p:cNvSpPr>
          <p:nvPr/>
        </p:nvSpPr>
        <p:spPr>
          <a:xfrm xmlns:a="http://schemas.openxmlformats.org/drawingml/2006/main">
            <a:off x="3238500" y="42767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Durable state</a:t>
            </a:r>
          </a:p>
        </p:txBody>
      </p:sp>
      <p:sp>
        <p:nvSpPr>
          <p:cNvPr id="21" name="">
            <a:extLst xmlns:a="http://schemas.openxmlformats.org/drawingml/2006/main">
              <a:ext uri="{FF2B5EF4-FFF2-40B4-BE49-F238E27FC236}">
                <a16:creationId xmlns:a16="http://schemas.microsoft.com/office/drawing/2014/main" id="{7F4ED431-0FD7-4D25-991F-1348BBEDDD76}"/>
              </a:ext>
            </a:extLst>
          </p:cNvPr>
          <p:cNvSpPr>
            <a:spLocks xmlns:a="http://schemas.openxmlformats.org/drawingml/2006/main" noGrp="1"/>
          </p:cNvSpPr>
          <p:nvPr/>
        </p:nvSpPr>
        <p:spPr>
          <a:xfrm xmlns:a="http://schemas.openxmlformats.org/drawingml/2006/main">
            <a:off x="5676900" y="426720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Relationships, constraints, indexes and schema history</a:t>
            </a:r>
          </a:p>
        </p:txBody>
      </p:sp>
      <p:sp>
        <p:nvSpPr>
          <p:cNvPr id="22" name="">
            <a:extLst xmlns:a="http://schemas.openxmlformats.org/drawingml/2006/main">
              <a:ext uri="{FF2B5EF4-FFF2-40B4-BE49-F238E27FC236}">
                <a16:creationId xmlns:a16="http://schemas.microsoft.com/office/drawing/2014/main" id="{FEF518DF-6280-4988-AA41-7B780901D86F}"/>
              </a:ext>
            </a:extLst>
          </p:cNvPr>
          <p:cNvSpPr>
            <a:spLocks xmlns:a="http://schemas.openxmlformats.org/drawingml/2006/main" noGrp="1"/>
          </p:cNvSpPr>
          <p:nvPr/>
        </p:nvSpPr>
        <p:spPr>
          <a:xfrm xmlns:a="http://schemas.openxmlformats.org/drawingml/2006/main">
            <a:off x="1295400" y="4953000"/>
            <a:ext cx="57340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6CE114C-2394-4C5A-8C71-7A4CCEABE844}"/>
              </a:ext>
            </a:extLst>
          </p:cNvPr>
          <p:cNvSpPr>
            <a:spLocks xmlns:a="http://schemas.openxmlformats.org/drawingml/2006/main" noGrp="1"/>
          </p:cNvSpPr>
          <p:nvPr/>
        </p:nvSpPr>
        <p:spPr>
          <a:xfrm xmlns:a="http://schemas.openxmlformats.org/drawingml/2006/main">
            <a:off x="1524000" y="5029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Workers + integrations</a:t>
            </a:r>
          </a:p>
        </p:txBody>
      </p:sp>
      <p:sp>
        <p:nvSpPr>
          <p:cNvPr id="24" name="">
            <a:extLst xmlns:a="http://schemas.openxmlformats.org/drawingml/2006/main">
              <a:ext uri="{FF2B5EF4-FFF2-40B4-BE49-F238E27FC236}">
                <a16:creationId xmlns:a16="http://schemas.microsoft.com/office/drawing/2014/main" id="{0339B9CD-D209-4E60-BFC2-46D518C672D7}"/>
              </a:ext>
            </a:extLst>
          </p:cNvPr>
          <p:cNvSpPr>
            <a:spLocks xmlns:a="http://schemas.openxmlformats.org/drawingml/2006/main" noGrp="1"/>
          </p:cNvSpPr>
          <p:nvPr/>
        </p:nvSpPr>
        <p:spPr>
          <a:xfrm xmlns:a="http://schemas.openxmlformats.org/drawingml/2006/main">
            <a:off x="3409950" y="50196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Asynchronous edges</a:t>
            </a:r>
          </a:p>
        </p:txBody>
      </p:sp>
      <p:sp>
        <p:nvSpPr>
          <p:cNvPr id="25" name="">
            <a:extLst xmlns:a="http://schemas.openxmlformats.org/drawingml/2006/main">
              <a:ext uri="{FF2B5EF4-FFF2-40B4-BE49-F238E27FC236}">
                <a16:creationId xmlns:a16="http://schemas.microsoft.com/office/drawing/2014/main" id="{0DAD4484-A266-4D30-8C45-6EB02856B3B6}"/>
              </a:ext>
            </a:extLst>
          </p:cNvPr>
          <p:cNvSpPr>
            <a:spLocks xmlns:a="http://schemas.openxmlformats.org/drawingml/2006/main" noGrp="1"/>
          </p:cNvSpPr>
          <p:nvPr/>
        </p:nvSpPr>
        <p:spPr>
          <a:xfrm xmlns:a="http://schemas.openxmlformats.org/drawingml/2006/main">
            <a:off x="5848350" y="501015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05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Redis, Celery, Gemini, Resend and private storage</a:t>
            </a:r>
          </a:p>
        </p:txBody>
      </p:sp>
      <p:sp>
        <p:nvSpPr>
          <p:cNvPr id="26" name="">
            <a:extLst xmlns:a="http://schemas.openxmlformats.org/drawingml/2006/main">
              <a:ext uri="{FF2B5EF4-FFF2-40B4-BE49-F238E27FC236}">
                <a16:creationId xmlns:a16="http://schemas.microsoft.com/office/drawing/2014/main" id="{B66F96E0-0C2D-44BA-91CD-D8BC3F3237A6}"/>
              </a:ext>
            </a:extLst>
          </p:cNvPr>
          <p:cNvSpPr>
            <a:spLocks xmlns:a="http://schemas.openxmlformats.org/drawingml/2006/main" noGrp="1"/>
          </p:cNvSpPr>
          <p:nvPr/>
        </p:nvSpPr>
        <p:spPr>
          <a:xfrm xmlns:a="http://schemas.openxmlformats.org/drawingml/2006/main">
            <a:off x="8172450" y="1981200"/>
            <a:ext cx="3409950" cy="3714750"/>
          </a:xfrm>
          <a:prstGeom xmlns:a="http://schemas.openxmlformats.org/drawingml/2006/main" prst="roundRect">
            <a:avLst>
              <a:gd name="adj" fmla="val 3352"/>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71144EA9-364E-4495-8138-09AD1DB36B66}"/>
              </a:ext>
            </a:extLst>
          </p:cNvPr>
          <p:cNvSpPr>
            <a:spLocks xmlns:a="http://schemas.openxmlformats.org/drawingml/2006/main" noGrp="1"/>
          </p:cNvSpPr>
          <p:nvPr/>
        </p:nvSpPr>
        <p:spPr>
          <a:xfrm xmlns:a="http://schemas.openxmlformats.org/drawingml/2006/main">
            <a:off x="8458200" y="220980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205"/>
          </a:bodyPr>
          <a:lstStyle xmlns:a="http://schemas.openxmlformats.org/drawingml/2006/main">
            <a:defPPr algn="l">
              <a:defRPr sz="1950" b="0">
                <a:solidFill>
                  <a:srgbClr val="194D38"/>
                </a:solidFill>
                <a:latin typeface="Noto Serif"/>
                <a:ea typeface="Noto Serif"/>
                <a:cs typeface="Noto Serif"/>
              </a:defRPr>
            </a:defPPr>
            <a:lvl1pPr algn="l">
              <a:defRPr sz="1950" b="0">
                <a:solidFill>
                  <a:srgbClr val="194D38"/>
                </a:solidFill>
                <a:latin typeface="Noto Serif"/>
                <a:ea typeface="Noto Serif"/>
                <a:cs typeface="Noto Serif"/>
              </a:defRPr>
            </a:lvl1pPr>
            <a:lvl2pPr algn="l">
              <a:defRPr sz="1950" b="0">
                <a:solidFill>
                  <a:srgbClr val="194D38"/>
                </a:solidFill>
                <a:latin typeface="Noto Serif"/>
                <a:ea typeface="Noto Serif"/>
                <a:cs typeface="Noto Serif"/>
              </a:defRPr>
            </a:lvl2pPr>
            <a:lvl3pPr algn="l">
              <a:defRPr sz="1950" b="0">
                <a:solidFill>
                  <a:srgbClr val="194D38"/>
                </a:solidFill>
                <a:latin typeface="Noto Serif"/>
                <a:ea typeface="Noto Serif"/>
                <a:cs typeface="Noto Serif"/>
              </a:defRPr>
            </a:lvl3pPr>
            <a:lvl4pPr algn="l">
              <a:defRPr sz="1950" b="0">
                <a:solidFill>
                  <a:srgbClr val="194D38"/>
                </a:solidFill>
                <a:latin typeface="Noto Serif"/>
                <a:ea typeface="Noto Serif"/>
                <a:cs typeface="Noto Serif"/>
              </a:defRPr>
            </a:lvl4pPr>
            <a:lvl5pPr algn="l">
              <a:defRPr sz="1950" b="0">
                <a:solidFill>
                  <a:srgbClr val="194D38"/>
                </a:solidFill>
                <a:latin typeface="Noto Serif"/>
                <a:ea typeface="Noto Serif"/>
                <a:cs typeface="Noto Serif"/>
              </a:defRPr>
            </a:lvl5pPr>
            <a:lvl6pPr algn="l">
              <a:defRPr sz="1950" b="0">
                <a:solidFill>
                  <a:srgbClr val="194D38"/>
                </a:solidFill>
                <a:latin typeface="Noto Serif"/>
                <a:ea typeface="Noto Serif"/>
                <a:cs typeface="Noto Serif"/>
              </a:defRPr>
            </a:lvl6pPr>
            <a:lvl7pPr algn="l">
              <a:defRPr sz="1950" b="0">
                <a:solidFill>
                  <a:srgbClr val="194D38"/>
                </a:solidFill>
                <a:latin typeface="Noto Serif"/>
                <a:ea typeface="Noto Serif"/>
                <a:cs typeface="Noto Serif"/>
              </a:defRPr>
            </a:lvl7pPr>
            <a:lvl8pPr algn="l">
              <a:defRPr sz="1950" b="0">
                <a:solidFill>
                  <a:srgbClr val="194D38"/>
                </a:solidFill>
                <a:latin typeface="Noto Serif"/>
                <a:ea typeface="Noto Serif"/>
                <a:cs typeface="Noto Serif"/>
              </a:defRPr>
            </a:lvl8pPr>
            <a:lvl9pPr algn="l">
              <a:defRPr sz="1950" b="0">
                <a:solidFill>
                  <a:srgbClr val="194D38"/>
                </a:solidFill>
                <a:latin typeface="Noto Serif"/>
                <a:ea typeface="Noto Serif"/>
                <a:cs typeface="Noto Serif"/>
              </a:defRPr>
            </a:lvl9pPr>
          </a:lstStyle>
          <a:p xmlns:a="http://schemas.openxmlformats.org/drawingml/2006/main">
            <a:pPr algn="l">
              <a:defRPr sz="1950" b="0">
                <a:solidFill>
                  <a:srgbClr val="194D38"/>
                </a:solidFill>
                <a:latin typeface="Noto Serif"/>
                <a:ea typeface="Noto Serif"/>
                <a:cs typeface="Noto Serif"/>
              </a:defRPr>
            </a:pPr>
            <a:r>
              <a:rPr sz="1950" b="0">
                <a:solidFill>
                  <a:srgbClr val="194D38"/>
                </a:solidFill>
                <a:latin typeface="Noto Serif"/>
                <a:ea typeface="Noto Serif"/>
                <a:cs typeface="Noto Serif"/>
              </a:rPr>
              <a:t>Design rule</a:t>
            </a:r>
          </a:p>
        </p:txBody>
      </p:sp>
      <p:sp>
        <p:nvSpPr>
          <p:cNvPr id="28" name="">
            <a:extLst xmlns:a="http://schemas.openxmlformats.org/drawingml/2006/main">
              <a:ext uri="{FF2B5EF4-FFF2-40B4-BE49-F238E27FC236}">
                <a16:creationId xmlns:a16="http://schemas.microsoft.com/office/drawing/2014/main" id="{C9CB64B1-6723-4A8D-AC5A-C8C59067D09F}"/>
              </a:ext>
            </a:extLst>
          </p:cNvPr>
          <p:cNvSpPr>
            <a:spLocks xmlns:a="http://schemas.openxmlformats.org/drawingml/2006/main" noGrp="1"/>
          </p:cNvSpPr>
          <p:nvPr/>
        </p:nvSpPr>
        <p:spPr>
          <a:xfrm xmlns:a="http://schemas.openxmlformats.org/drawingml/2006/main">
            <a:off x="8458200" y="2762250"/>
            <a:ext cx="26860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31"/>
          </a:bodyPr>
          <a:lstStyle xmlns:a="http://schemas.openxmlformats.org/drawingml/2006/main">
            <a:defPPr algn="l">
              <a:defRPr sz="2100" b="1">
                <a:solidFill>
                  <a:srgbClr val="192B23"/>
                </a:solidFill>
                <a:latin typeface="Noto Sans"/>
                <a:ea typeface="Noto Sans"/>
                <a:cs typeface="Noto Sans"/>
              </a:defRPr>
            </a:defPPr>
            <a:lvl1pPr algn="l">
              <a:defRPr sz="2100" b="1">
                <a:solidFill>
                  <a:srgbClr val="192B23"/>
                </a:solidFill>
                <a:latin typeface="Noto Sans"/>
                <a:ea typeface="Noto Sans"/>
                <a:cs typeface="Noto Sans"/>
              </a:defRPr>
            </a:lvl1pPr>
            <a:lvl2pPr algn="l">
              <a:defRPr sz="2100" b="1">
                <a:solidFill>
                  <a:srgbClr val="192B23"/>
                </a:solidFill>
                <a:latin typeface="Noto Sans"/>
                <a:ea typeface="Noto Sans"/>
                <a:cs typeface="Noto Sans"/>
              </a:defRPr>
            </a:lvl2pPr>
            <a:lvl3pPr algn="l">
              <a:defRPr sz="2100" b="1">
                <a:solidFill>
                  <a:srgbClr val="192B23"/>
                </a:solidFill>
                <a:latin typeface="Noto Sans"/>
                <a:ea typeface="Noto Sans"/>
                <a:cs typeface="Noto Sans"/>
              </a:defRPr>
            </a:lvl3pPr>
            <a:lvl4pPr algn="l">
              <a:defRPr sz="2100" b="1">
                <a:solidFill>
                  <a:srgbClr val="192B23"/>
                </a:solidFill>
                <a:latin typeface="Noto Sans"/>
                <a:ea typeface="Noto Sans"/>
                <a:cs typeface="Noto Sans"/>
              </a:defRPr>
            </a:lvl4pPr>
            <a:lvl5pPr algn="l">
              <a:defRPr sz="2100" b="1">
                <a:solidFill>
                  <a:srgbClr val="192B23"/>
                </a:solidFill>
                <a:latin typeface="Noto Sans"/>
                <a:ea typeface="Noto Sans"/>
                <a:cs typeface="Noto Sans"/>
              </a:defRPr>
            </a:lvl5pPr>
            <a:lvl6pPr algn="l">
              <a:defRPr sz="2100" b="1">
                <a:solidFill>
                  <a:srgbClr val="192B23"/>
                </a:solidFill>
                <a:latin typeface="Noto Sans"/>
                <a:ea typeface="Noto Sans"/>
                <a:cs typeface="Noto Sans"/>
              </a:defRPr>
            </a:lvl6pPr>
            <a:lvl7pPr algn="l">
              <a:defRPr sz="2100" b="1">
                <a:solidFill>
                  <a:srgbClr val="192B23"/>
                </a:solidFill>
                <a:latin typeface="Noto Sans"/>
                <a:ea typeface="Noto Sans"/>
                <a:cs typeface="Noto Sans"/>
              </a:defRPr>
            </a:lvl7pPr>
            <a:lvl8pPr algn="l">
              <a:defRPr sz="2100" b="1">
                <a:solidFill>
                  <a:srgbClr val="192B23"/>
                </a:solidFill>
                <a:latin typeface="Noto Sans"/>
                <a:ea typeface="Noto Sans"/>
                <a:cs typeface="Noto Sans"/>
              </a:defRPr>
            </a:lvl8pPr>
            <a:lvl9pPr algn="l">
              <a:defRPr sz="2100" b="1">
                <a:solidFill>
                  <a:srgbClr val="192B23"/>
                </a:solidFill>
                <a:latin typeface="Noto Sans"/>
                <a:ea typeface="Noto Sans"/>
                <a:cs typeface="Noto Sans"/>
              </a:defRPr>
            </a:lvl9pPr>
          </a:lstStyle>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Routers coordinate.</a:t>
            </a:r>
          </a:p>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Services decide.</a:t>
            </a:r>
          </a:p>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The database protects.</a:t>
            </a:r>
          </a:p>
        </p:txBody>
      </p:sp>
      <p:sp>
        <p:nvSpPr>
          <p:cNvPr id="29" name="">
            <a:extLst xmlns:a="http://schemas.openxmlformats.org/drawingml/2006/main">
              <a:ext uri="{FF2B5EF4-FFF2-40B4-BE49-F238E27FC236}">
                <a16:creationId xmlns:a16="http://schemas.microsoft.com/office/drawing/2014/main" id="{3D52474E-1E6B-47C4-ADA0-00B3BB88A2EA}"/>
              </a:ext>
            </a:extLst>
          </p:cNvPr>
          <p:cNvSpPr>
            <a:spLocks xmlns:a="http://schemas.openxmlformats.org/drawingml/2006/main" noGrp="1"/>
          </p:cNvSpPr>
          <p:nvPr/>
        </p:nvSpPr>
        <p:spPr>
          <a:xfrm xmlns:a="http://schemas.openxmlformats.org/drawingml/2006/main">
            <a:off x="8458200" y="4171950"/>
            <a:ext cx="2590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475F4290-DB59-4B78-BEBD-97CE60BC9829}"/>
              </a:ext>
            </a:extLst>
          </p:cNvPr>
          <p:cNvSpPr>
            <a:spLocks xmlns:a="http://schemas.openxmlformats.org/drawingml/2006/main" noGrp="1"/>
          </p:cNvSpPr>
          <p:nvPr/>
        </p:nvSpPr>
        <p:spPr>
          <a:xfrm xmlns:a="http://schemas.openxmlformats.org/drawingml/2006/main">
            <a:off x="8458200" y="436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Why it matters</a:t>
            </a:r>
          </a:p>
        </p:txBody>
      </p:sp>
      <p:sp>
        <p:nvSpPr>
          <p:cNvPr id="31" name="">
            <a:extLst xmlns:a="http://schemas.openxmlformats.org/drawingml/2006/main">
              <a:ext uri="{FF2B5EF4-FFF2-40B4-BE49-F238E27FC236}">
                <a16:creationId xmlns:a16="http://schemas.microsoft.com/office/drawing/2014/main" id="{5149B036-4350-4170-A06D-CB5ABBDAA574}"/>
              </a:ext>
            </a:extLst>
          </p:cNvPr>
          <p:cNvSpPr>
            <a:spLocks xmlns:a="http://schemas.openxmlformats.org/drawingml/2006/main" noGrp="1"/>
          </p:cNvSpPr>
          <p:nvPr/>
        </p:nvSpPr>
        <p:spPr>
          <a:xfrm xmlns:a="http://schemas.openxmlformats.org/drawingml/2006/main">
            <a:off x="8458200" y="4705350"/>
            <a:ext cx="2686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2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The same permission and workflow logic can serve the web UI, API clients, workers, and tests without duplication.</a:t>
            </a:r>
          </a:p>
        </p:txBody>
      </p:sp>
      <p:sp>
        <p:nvSpPr>
          <p:cNvPr id="32" name="">
            <a:extLst xmlns:a="http://schemas.openxmlformats.org/drawingml/2006/main">
              <a:ext uri="{FF2B5EF4-FFF2-40B4-BE49-F238E27FC236}">
                <a16:creationId xmlns:a16="http://schemas.microsoft.com/office/drawing/2014/main" id="{C3DAE9EE-A9FF-4221-84BA-2506231DE01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20506702"/>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F16031B-0545-4E84-80E1-9D07F403F39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38A4A819-E383-4454-B5EC-8D9F8A46F77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B1FB3208-A3EC-4816-ABAD-6FE99F7FB3A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3C2C947B-6CAF-4AB3-8F39-430F4737523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6491E10-66D6-4309-ACAC-049D7EF01727}"/>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0C96361-FCC8-4A4A-8C01-CBA1BC9ABD63}"/>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A2008C79-CF61-4296-BBA7-9DEC9FF13ED1}"/>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46C04FC8-B146-4AF7-B975-DE5581957ED0}"/>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D58F323C-24DE-4E0D-91FE-4CC09DEFF57A}"/>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BE1086F-A835-459F-9F3E-B1D539D40DF4}"/>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A53AC5D9-99D6-48A2-A1A0-6CA9CE542945}"/>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A664FE7C-360F-4A4A-AE14-65CBFA0BDEC1}"/>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8FCEE1AC-6B55-48F2-B69D-3B78975860BD}"/>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77053ED-32F7-423F-9C4C-F6B93041DD55}"/>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A65F3484-47CD-4AB5-A2E4-408F96CC1629}"/>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99C4B20A-A1A1-4444-9EE9-8FC11E399B2F}"/>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ADD46314-47B5-444C-BEE2-E9D3C9F86C05}"/>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C58BAAB6-520F-4F2D-8A34-385292582E93}"/>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A7D4E167-A5F9-467A-8D52-0FDCF20D34FB}"/>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C1404C90-4707-4AE8-B0BB-04E0E6C890FC}"/>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760E9F96-8E65-44EB-BF07-82767FDB415F}"/>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A1B1537D-573D-4974-9D9F-539ED83A8DE4}"/>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768CF486-BBF4-4585-840E-A25CCCF13647}"/>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786EC8D3-8708-441C-A8CD-25B276F98B92}"/>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89DF693B-69E8-4DA1-9103-7DE5D972A896}"/>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28FE2082-E8AB-4FA0-8606-BA6610DCC8AF}"/>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80B466F7-9745-4576-BD2A-88ED8DB81E12}"/>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F63B43A8-8AA1-4109-9A58-8177F77FEE5A}"/>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97AC1381-DD39-4250-914C-EEA2F46C9A83}"/>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7059E9F1-EA45-4ABE-BAFC-635A908D70BD}"/>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0EB5EB2D-89EE-458F-AAF6-D91B56BEC09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93433459"/>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49B63A2-7CA1-476D-841D-2465CB6EBFA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DD1BB59B-1611-493A-BD17-1079687D4BC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74774F12-881E-4604-A175-CF033BD5240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9248DE63-0638-458C-9706-F4BB163B754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A99B7DF-749A-4438-8511-0E74136120B4}"/>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7AFADE48-9CBF-46BA-8DF2-3A6F8559ADF4}"/>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BC9A74-539C-4E69-A54C-445DB83C9AD3}"/>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D1A8FDAB-1E52-473B-A002-509A973770CC}"/>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831DC21C-3A27-4556-9AF2-4D40E1F41745}"/>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A456C911-CF1D-47D0-A838-41C38C552D45}"/>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DDA1FB82-B1BB-4B2C-A520-4DAA8E042256}"/>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F1DF3CE3-092C-4CE6-85C6-73D998F780F2}"/>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9C2EDB7-5E0F-4E70-8906-0AC142FAA071}"/>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58869C33-5E35-4FC3-BF77-10EA56E577F8}"/>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1E781702-CB5D-4973-B679-CE7EF32DF930}"/>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10E50BC2-4B1B-47FC-9891-E655873ABAE7}"/>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E2B08E79-DC02-4745-AD4E-30E6B2D690C5}"/>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5D0F7B4E-8057-4002-AFE8-5EB460794190}"/>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F0DE1E36-9278-4200-BC8B-C40BE972120A}"/>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C5358D8B-1005-4962-8C0F-64424F76D6CF}"/>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11486A8F-4A8E-494C-B59F-B718519F1221}"/>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6917F75E-B0E4-4027-934D-63C4A45C97EF}"/>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66DFDEA7-B920-4E71-B03D-00C441E42CB6}"/>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89F6DC2F-CD93-401A-A797-E2E47488E2FC}"/>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4E5D4C34-6CAA-4A8D-B156-7E8DB47DE143}"/>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2D696593-D65B-414C-B03F-0559B18ECD60}"/>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22A0D621-4392-4491-8036-D208FA570539}"/>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312E5D94-6E1D-4B1E-B95E-834A3E68C1A2}"/>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21EF253C-75AB-47C3-B399-92750FB61F02}"/>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D29DAA24-4867-43D7-A4D1-433968CEA507}"/>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C4C58667-1BD7-46FC-9699-EBAFF265BC96}"/>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5F4CBDA1-26E9-4C2C-A484-228C4B9C2DF1}"/>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04D2B252-613C-4913-AC37-BCD4C03D9A9F}"/>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41882DAF-CFA5-4563-BFE0-C5B121CD11AE}"/>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37E4A7C9-93FE-4FA1-A0BF-FDEF50C166DA}"/>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C1AB1EC2-4353-448E-A8D2-EBB2972868FE}"/>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9959EEA7-0B55-4C2E-9022-CF2838B5CEAE}"/>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DB379F48-41D5-4A7A-BABD-4B4880424A28}"/>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DD4E376B-4347-4F43-A919-889C6D8CC206}"/>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8D08CB94-AE8C-45CB-ACFF-184AFB6B0758}"/>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DAE86803-B672-4BF2-B3B1-A9128A587F99}"/>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8A0BFD13-66B2-479D-B0EA-455F53B2FF08}"/>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598F16A5-5A9F-45BA-9645-0F633193A2B2}"/>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CC1067F1-31A6-4308-85F3-4E798E009C41}"/>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B4127DED-5833-497B-9CF5-B347AA0DA4C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121709724"/>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F1EF9E1A-8F28-4C39-9543-530D71153FD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17898718-C0F3-40BC-86D7-BC5F5E614A0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6EAF1E5B-8086-4D18-9B8B-283713AC45D2}"/>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E9B9ABDC-1A62-430A-8042-2EC3DBF8EC6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40586A5-9DF8-49DD-9209-AE28BD9C77DE}"/>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8F252B44-8FC7-4B08-BE78-51883B57184A}"/>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9BB728F-056A-4B7D-A7CB-5D385A1F846B}"/>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89A254E9-EA07-4DD0-B963-A6D3896BA8BD}"/>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User</a:t>
            </a:r>
          </a:p>
        </p:txBody>
      </p:sp>
      <p:sp>
        <p:nvSpPr>
          <p:cNvPr id="9" name="">
            <a:extLst xmlns:a="http://schemas.openxmlformats.org/drawingml/2006/main">
              <a:ext uri="{FF2B5EF4-FFF2-40B4-BE49-F238E27FC236}">
                <a16:creationId xmlns:a16="http://schemas.microsoft.com/office/drawing/2014/main" id="{966C65A0-8B49-41DC-A5ED-8C221F37140D}"/>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role, security state</a:t>
            </a:r>
          </a:p>
        </p:txBody>
      </p:sp>
      <p:sp>
        <p:nvSpPr>
          <p:cNvPr id="10" name="">
            <a:extLst xmlns:a="http://schemas.openxmlformats.org/drawingml/2006/main">
              <a:ext uri="{FF2B5EF4-FFF2-40B4-BE49-F238E27FC236}">
                <a16:creationId xmlns:a16="http://schemas.microsoft.com/office/drawing/2014/main" id="{2E39FD4C-DA56-42AD-BE4E-4682CADE299F}"/>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CEC656D-06C3-45E4-97C4-5B3668067D8E}"/>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2" name="">
            <a:extLst xmlns:a="http://schemas.openxmlformats.org/drawingml/2006/main">
              <a:ext uri="{FF2B5EF4-FFF2-40B4-BE49-F238E27FC236}">
                <a16:creationId xmlns:a16="http://schemas.microsoft.com/office/drawing/2014/main" id="{C94CE2D0-6DDF-44A1-878B-3241F731806C}"/>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 profile</a:t>
            </a:r>
          </a:p>
        </p:txBody>
      </p:sp>
      <p:sp>
        <p:nvSpPr>
          <p:cNvPr id="13" name="">
            <a:extLst xmlns:a="http://schemas.openxmlformats.org/drawingml/2006/main">
              <a:ext uri="{FF2B5EF4-FFF2-40B4-BE49-F238E27FC236}">
                <a16:creationId xmlns:a16="http://schemas.microsoft.com/office/drawing/2014/main" id="{6A5FAFA2-9AAD-4F88-8515-4AE9B01D86F6}"/>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Skills, experience, CV assets</a:t>
            </a:r>
          </a:p>
        </p:txBody>
      </p:sp>
      <p:sp>
        <p:nvSpPr>
          <p:cNvPr id="14" name="">
            <a:extLst xmlns:a="http://schemas.openxmlformats.org/drawingml/2006/main">
              <a:ext uri="{FF2B5EF4-FFF2-40B4-BE49-F238E27FC236}">
                <a16:creationId xmlns:a16="http://schemas.microsoft.com/office/drawing/2014/main" id="{B14FF5CF-D82B-4462-885C-F31C3F3AE41D}"/>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7E7381D-6741-4C33-B8F1-8DB885AB9296}"/>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B52D7830-7712-418C-AFD9-9DF772362E0E}"/>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a:t>
            </a:r>
          </a:p>
        </p:txBody>
      </p:sp>
      <p:sp>
        <p:nvSpPr>
          <p:cNvPr id="17" name="">
            <a:extLst xmlns:a="http://schemas.openxmlformats.org/drawingml/2006/main">
              <a:ext uri="{FF2B5EF4-FFF2-40B4-BE49-F238E27FC236}">
                <a16:creationId xmlns:a16="http://schemas.microsoft.com/office/drawing/2014/main" id="{72382299-6116-4E4E-A16C-6EC2D3266D8E}"/>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and memberships</a:t>
            </a:r>
          </a:p>
        </p:txBody>
      </p:sp>
      <p:sp>
        <p:nvSpPr>
          <p:cNvPr id="18" name="">
            <a:extLst xmlns:a="http://schemas.openxmlformats.org/drawingml/2006/main">
              <a:ext uri="{FF2B5EF4-FFF2-40B4-BE49-F238E27FC236}">
                <a16:creationId xmlns:a16="http://schemas.microsoft.com/office/drawing/2014/main" id="{E43A22DE-BEBD-48B1-A92B-828DB4D113D3}"/>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1E19C120-C194-4255-B9EF-8C0744C0372D}"/>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EDE6DFC0-5606-4FC2-BF89-CBECDAD454C6}"/>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Offer</a:t>
            </a:r>
          </a:p>
        </p:txBody>
      </p:sp>
      <p:sp>
        <p:nvSpPr>
          <p:cNvPr id="21" name="">
            <a:extLst xmlns:a="http://schemas.openxmlformats.org/drawingml/2006/main">
              <a:ext uri="{FF2B5EF4-FFF2-40B4-BE49-F238E27FC236}">
                <a16:creationId xmlns:a16="http://schemas.microsoft.com/office/drawing/2014/main" id="{2B29D34B-5699-4C90-9D07-D10270216A9B}"/>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Requirements and recruiter</a:t>
            </a:r>
          </a:p>
        </p:txBody>
      </p:sp>
      <p:sp>
        <p:nvSpPr>
          <p:cNvPr id="22" name="">
            <a:extLst xmlns:a="http://schemas.openxmlformats.org/drawingml/2006/main">
              <a:ext uri="{FF2B5EF4-FFF2-40B4-BE49-F238E27FC236}">
                <a16:creationId xmlns:a16="http://schemas.microsoft.com/office/drawing/2014/main" id="{164C3026-AA60-47F6-9637-2E1B00E4B8E6}"/>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543E08C-3F9C-45A7-BA85-61FB10D3B0D4}"/>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4" name="">
            <a:extLst xmlns:a="http://schemas.openxmlformats.org/drawingml/2006/main">
              <a:ext uri="{FF2B5EF4-FFF2-40B4-BE49-F238E27FC236}">
                <a16:creationId xmlns:a16="http://schemas.microsoft.com/office/drawing/2014/main" id="{96CA7F4D-BE25-47AF-B300-6597CFFC1485}"/>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Application</a:t>
            </a:r>
          </a:p>
        </p:txBody>
      </p:sp>
      <p:sp>
        <p:nvSpPr>
          <p:cNvPr id="25" name="">
            <a:extLst xmlns:a="http://schemas.openxmlformats.org/drawingml/2006/main">
              <a:ext uri="{FF2B5EF4-FFF2-40B4-BE49-F238E27FC236}">
                <a16:creationId xmlns:a16="http://schemas.microsoft.com/office/drawing/2014/main" id="{131BDCEA-CEAE-446A-AC59-30CF876D97EA}"/>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Candidate, offer, CV snapshot, stage</a:t>
            </a:r>
          </a:p>
        </p:txBody>
      </p:sp>
      <p:sp>
        <p:nvSpPr>
          <p:cNvPr id="26" name="">
            <a:extLst xmlns:a="http://schemas.openxmlformats.org/drawingml/2006/main">
              <a:ext uri="{FF2B5EF4-FFF2-40B4-BE49-F238E27FC236}">
                <a16:creationId xmlns:a16="http://schemas.microsoft.com/office/drawing/2014/main" id="{2353584D-6964-4939-8C55-02D8DA403EB3}"/>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619DEC5-717D-40A2-A9E5-63270900DB54}"/>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B152A9AD-92C3-4766-BDD0-9586B5A807A5}"/>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22EAF307-A8F0-46FC-8072-BA66E5E4CD05}"/>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Schedule and feedback</a:t>
            </a:r>
          </a:p>
        </p:txBody>
      </p:sp>
      <p:sp>
        <p:nvSpPr>
          <p:cNvPr id="30" name="">
            <a:extLst xmlns:a="http://schemas.openxmlformats.org/drawingml/2006/main">
              <a:ext uri="{FF2B5EF4-FFF2-40B4-BE49-F238E27FC236}">
                <a16:creationId xmlns:a16="http://schemas.microsoft.com/office/drawing/2014/main" id="{714CFC60-8C6B-41F9-9FD8-51491DB7430F}"/>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D479AE06-AFC2-4B37-9667-D0EB27C42FBA}"/>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2" name="">
            <a:extLst xmlns:a="http://schemas.openxmlformats.org/drawingml/2006/main">
              <a:ext uri="{FF2B5EF4-FFF2-40B4-BE49-F238E27FC236}">
                <a16:creationId xmlns:a16="http://schemas.microsoft.com/office/drawing/2014/main" id="{83AEF469-2B9B-48E4-882E-F5AD0CEFC165}"/>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 messages</a:t>
            </a:r>
          </a:p>
        </p:txBody>
      </p:sp>
      <p:sp>
        <p:nvSpPr>
          <p:cNvPr id="33" name="">
            <a:extLst xmlns:a="http://schemas.openxmlformats.org/drawingml/2006/main">
              <a:ext uri="{FF2B5EF4-FFF2-40B4-BE49-F238E27FC236}">
                <a16:creationId xmlns:a16="http://schemas.microsoft.com/office/drawing/2014/main" id="{7A70428F-0C2A-4E0F-A130-65F9CD1DAFEA}"/>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recruitment history</a:t>
            </a:r>
          </a:p>
        </p:txBody>
      </p:sp>
      <p:sp>
        <p:nvSpPr>
          <p:cNvPr id="34" name="">
            <a:extLst xmlns:a="http://schemas.openxmlformats.org/drawingml/2006/main">
              <a:ext uri="{FF2B5EF4-FFF2-40B4-BE49-F238E27FC236}">
                <a16:creationId xmlns:a16="http://schemas.microsoft.com/office/drawing/2014/main" id="{8316C45A-ECF5-4FB8-8078-BF6319C374EE}"/>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35" name="">
            <a:extLst xmlns:a="http://schemas.openxmlformats.org/drawingml/2006/main">
              <a:ext uri="{FF2B5EF4-FFF2-40B4-BE49-F238E27FC236}">
                <a16:creationId xmlns:a16="http://schemas.microsoft.com/office/drawing/2014/main" id="{C3D3FFEC-57E7-48BC-8189-6DFB96055D3D}"/>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6" name="">
            <a:extLst xmlns:a="http://schemas.openxmlformats.org/drawingml/2006/main">
              <a:ext uri="{FF2B5EF4-FFF2-40B4-BE49-F238E27FC236}">
                <a16:creationId xmlns:a16="http://schemas.microsoft.com/office/drawing/2014/main" id="{DF3966B6-A8A2-4144-A03F-2E2113BB7CC9}"/>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A25C38"/>
            </a:solidFill>
            <a:prstDash val="solid"/>
          </a:ln>
        </p:spPr>
      </p:sp>
      <p:sp>
        <p:nvSpPr>
          <p:cNvPr id="37" name="">
            <a:extLst xmlns:a="http://schemas.openxmlformats.org/drawingml/2006/main">
              <a:ext uri="{FF2B5EF4-FFF2-40B4-BE49-F238E27FC236}">
                <a16:creationId xmlns:a16="http://schemas.microsoft.com/office/drawing/2014/main" id="{B75D86D7-600C-447B-8314-7F7C43A3FCFC}"/>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8" name="">
            <a:extLst xmlns:a="http://schemas.openxmlformats.org/drawingml/2006/main">
              <a:ext uri="{FF2B5EF4-FFF2-40B4-BE49-F238E27FC236}">
                <a16:creationId xmlns:a16="http://schemas.microsoft.com/office/drawing/2014/main" id="{2F854B44-40BE-4094-A0FB-E8B377DCE22C}"/>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CA97D0E6-5040-4596-A40C-06E2D59F0F3B}"/>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0" name="">
            <a:extLst xmlns:a="http://schemas.openxmlformats.org/drawingml/2006/main">
              <a:ext uri="{FF2B5EF4-FFF2-40B4-BE49-F238E27FC236}">
                <a16:creationId xmlns:a16="http://schemas.microsoft.com/office/drawing/2014/main" id="{64B0A842-6E43-42B2-8E55-67E1750942F1}"/>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1" name="">
            <a:extLst xmlns:a="http://schemas.openxmlformats.org/drawingml/2006/main">
              <a:ext uri="{FF2B5EF4-FFF2-40B4-BE49-F238E27FC236}">
                <a16:creationId xmlns:a16="http://schemas.microsoft.com/office/drawing/2014/main" id="{F352CA8D-6AE0-4DCF-AA28-A9C5129A759E}"/>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C5089CA0-7115-4F99-96F7-8DD3A3A00E2A}"/>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FA27B938-9F86-45F5-AA2B-CEDCA2C8B30A}"/>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4" name="">
            <a:extLst xmlns:a="http://schemas.openxmlformats.org/drawingml/2006/main">
              <a:ext uri="{FF2B5EF4-FFF2-40B4-BE49-F238E27FC236}">
                <a16:creationId xmlns:a16="http://schemas.microsoft.com/office/drawing/2014/main" id="{FEB5CCFC-13FB-4B17-A579-EE4D9079E138}"/>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5" name="">
            <a:extLst xmlns:a="http://schemas.openxmlformats.org/drawingml/2006/main">
              <a:ext uri="{FF2B5EF4-FFF2-40B4-BE49-F238E27FC236}">
                <a16:creationId xmlns:a16="http://schemas.microsoft.com/office/drawing/2014/main" id="{370EC4D9-2176-49AF-94F8-13020DCB6419}"/>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8B2D223D-F3E2-4591-9F08-923AD222C7F3}"/>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DC3D2507-B32E-4250-BC77-BC53F39D81C1}"/>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Integrity rules</a:t>
            </a:r>
          </a:p>
        </p:txBody>
      </p:sp>
      <p:sp>
        <p:nvSpPr>
          <p:cNvPr id="48" name="">
            <a:extLst xmlns:a="http://schemas.openxmlformats.org/drawingml/2006/main">
              <a:ext uri="{FF2B5EF4-FFF2-40B4-BE49-F238E27FC236}">
                <a16:creationId xmlns:a16="http://schemas.microsoft.com/office/drawing/2014/main" id="{D00AD92D-B66C-4A70-8BF3-1D75C9AF7937}"/>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FC1E69B7-B0E9-4AE4-9642-965A1137A9E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31841693"/>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2E1A6C3-B5F9-4384-A340-009EDB03869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DB66FDE4-C87D-4D26-99DA-04B38EECD0B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47181F92-B074-4BFB-8D74-6F5BFFE93C0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34949A19-59CD-4ABA-85EE-83CFAEA6C90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18B3CB2-849E-484B-A17D-C100E5513CA1}"/>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users—or two workers—acting at the same time.</a:t>
            </a:r>
          </a:p>
        </p:txBody>
      </p:sp>
      <p:sp>
        <p:nvSpPr>
          <p:cNvPr id="6" name="">
            <a:extLst xmlns:a="http://schemas.openxmlformats.org/drawingml/2006/main">
              <a:ext uri="{FF2B5EF4-FFF2-40B4-BE49-F238E27FC236}">
                <a16:creationId xmlns:a16="http://schemas.microsoft.com/office/drawing/2014/main" id="{CF291CA6-8AFC-40B8-8CF5-2557AC8A5645}"/>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F4EEA84-075E-4079-9629-BFBEECC95800}"/>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40CD8C4F-9597-4E7B-AFD4-9802AFDBE8D8}"/>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E092DF52-4180-43EC-A948-8842A8214B2F}"/>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8CC195A2-21E3-4525-8FE4-6A8A2396BE11}"/>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2C8CE4DA-B1A8-46C6-B3B5-135B91B330D8}"/>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CE3992C2-7782-4892-9022-0DD14C951B87}"/>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D3578BF4-B9F2-4CD8-B2CB-0C25FDF6DA5F}"/>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D33690FC-58EA-4467-A2A0-CFD1962BA9E0}"/>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6EB60333-0F51-4C38-B83E-CE6A87AD92FA}"/>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C223D321-1263-4BD0-8D61-B0AD659451ED}"/>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A2E988CB-E170-4D73-AF45-5922DB8A856D}"/>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880A500F-B4A8-4741-B412-0C5042BF1EE7}"/>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ACF41C27-F485-4D2E-BACB-BDC9B69A84D8}"/>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60E57DF4-65C1-4326-A7FE-0579198E0903}"/>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E5B80338-C81C-44F1-B940-D34D631A42B2}"/>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E84EA7F2-54BF-42B1-AAA4-A663FCADEF6B}"/>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BD6A625E-0939-443B-A093-781EC5C8E9BB}"/>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4036DF28-62C3-4BED-9A03-38E6423B50C9}"/>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D818D038-E7FA-4E73-9464-CA44C297BCB9}"/>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EE35F16B-ED5D-4956-B456-81B3E2E36441}"/>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F41F6F6D-E330-4804-B3C7-9EC274B3A28D}"/>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77453CB3-BCDE-4524-A0F9-EB163D559102}"/>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CF22C4E2-F80A-4A77-8E13-3EA37E647929}"/>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67CCC148-4A4B-4AE1-B049-CE3F3AE84789}"/>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8128DA4F-1D97-4C9F-9394-F70A708D57F9}"/>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80C53804-F720-4D15-821D-ECE836966D25}"/>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B2FF037D-3EBB-486D-9BBD-E6788ACECBA2}"/>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A4D786A3-60D6-453D-951B-D53BF0713CE0}"/>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122691F6-23DF-4049-9FAA-3185E399883D}"/>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28B60B27-59B1-40A3-BF85-13305B98F9D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12479270"/>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B858925-D5B1-4754-877A-136747086A3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94A12448-5966-481A-BEDC-4DE08F06879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80038B11-B62D-471A-9DD4-D6F59434337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87401E17-48C7-44F6-AEA7-54614DE6DC4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E357BB6-99EA-4727-8202-C61905CF1F00}"/>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844441D0-E6D3-49EE-8893-258744516E99}"/>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4AE9047-E6A4-48ED-8842-FC23E4B7AEA0}"/>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EDF8937E-ACD2-43E3-B4BD-477F46861A6D}"/>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D5080453-ACEF-4C3C-93AB-5DDAB7BDE220}"/>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8181E34F-9D71-47EF-99A4-2F6D2D5518A9}"/>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4DA1BCC3-EB0D-4368-893D-938B5983AE37}"/>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7550739-CCAA-43D4-9888-122BF23E4C2B}"/>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6B4B046E-34A7-465A-AC7A-F4D2757BB23A}"/>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3D569AF2-49DE-48E7-8501-6BDB79CC2117}"/>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D27CA4A8-5703-4998-9D05-BD183D9726A9}"/>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00921309-C3C4-454B-9BA7-9B2D1E8DA19B}"/>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0FF9922B-B520-4FCC-AE42-07AB6BF3AA75}"/>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49CC633E-0731-4F63-90DF-7CDE37E78B0C}"/>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4F1E4019-706B-4165-BE80-0A7623788FE6}"/>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74C23265-3E4D-4A1C-9533-129CCED73207}"/>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19346960-1BEE-4DBD-8037-70D302CB21A0}"/>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4C7E6F1-023F-4DDE-96BF-ACE5C8C8091F}"/>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1C716A84-E884-4728-B9AB-353A86C52278}"/>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B433E5D2-0E2A-4A15-B101-CCF8A6BAF705}"/>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FF69BC80-B7ED-4AB0-BA95-0966A348FA41}"/>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61C91CF9-D75A-49ED-AB70-63922F92A53F}"/>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EC1F04BA-0DE4-40B2-AD3C-BFC132E6D3BE}"/>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1C029AF6-14E6-44CE-855F-AA4BF3406ABC}"/>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92405DE2-31E4-45E2-9B50-FDAA9244D05A}"/>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E7134CEA-E76A-4A1C-853A-003CB1E876D1}"/>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9C47FA7D-A130-4F3D-9B02-D372CAB4D6E7}"/>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60A72DA1-B3B9-409B-A891-542D70213352}"/>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F7EAA26E-3006-492D-A3F9-F0CA8AD6F42C}"/>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BEA98B75-CC6B-4BE5-91F5-7A6CAFB363D8}"/>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B8EBCB71-5F1F-40B6-B729-35DFF5BC8D1D}"/>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A19C20A9-11F9-4C10-8E7B-0E7AD71D7F0B}"/>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3A8E57C3-55DE-4BA6-A02C-014F5859A60A}"/>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E0C96DA3-ADBB-4066-BFD7-5E5354506D49}"/>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0C6EEFFA-EE3E-450F-9388-277B8411552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88727385"/>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8AB9412-A02F-4CC8-8D91-3CFC32FECDF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665ACAFD-5FA5-4BE6-96BF-FFCA7BE2397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565E17C1-EFFE-42D5-A29B-53B1E051CFC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4BE82394-247D-4543-A71E-0E789390F8B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0070899-9392-41BD-BFF1-96AB0417E55A}"/>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1C1C76ED-A39D-41F6-82C2-DCF6B490B3EB}"/>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D516C89-0BBB-4230-808C-F7CCDB5ECCB3}"/>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EEF11179-E72C-4897-BFF0-988F6CED0E5A}"/>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2291DDA9-0D2D-48DC-B98A-ACD3890F81F0}"/>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C42026C2-6E6A-470C-8D0B-2DF03A65D1C1}"/>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485232A5-875D-410E-88F7-75A38235C8E8}"/>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4B64F399-5B0F-4F5F-B282-F5FAF606A454}"/>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1A963A57-0D27-4312-A0CA-D6B562D06C3A}"/>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30559A59-6213-4CE9-AF99-A9858803DC89}"/>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409BFD5C-8D55-4B46-A7EC-2208E4DB2194}"/>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9AA50DE2-1287-4D03-BE58-E2EAB8F1979A}"/>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24A9FF91-C3E0-4A53-8B33-697C80FC0AC5}"/>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EBDE8889-E4E1-4279-8BD7-11DF0930C63C}"/>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9EEA9EDB-7355-405A-BBFF-879805F0419B}"/>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3EC54080-F6F9-4008-A23B-A93DA61BADBC}"/>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0270533B-0648-47CE-BED1-F91AED243E69}"/>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D663DACB-E335-4173-833B-3835C3E94B44}"/>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66236543-DA9F-483B-A359-C55CC61FECD7}"/>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5C32CA89-BFEA-4B59-92A4-50DE7E739719}"/>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0CDF1BB7-CFF7-4544-8A91-D134A22A2E4D}"/>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D7E05015-7C2A-4741-A59E-D9CCB3F01008}"/>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717E75AB-7078-4B8D-B348-09ECCB3FC011}"/>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60DEDB82-344E-4F39-83A6-29A06858F85C}"/>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785D591F-8746-407A-9B68-B3CD7C9D9A9D}"/>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CEE23481-AEA0-4777-B18A-05E60E986DD7}"/>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065768C4-908D-4AE9-9012-7B80ABC59C23}"/>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392C3ADB-2615-4A7E-B4D8-BDC29E515B48}"/>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D9447E52-3C9D-4F4D-BC74-C855C50CC666}"/>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5DEE358F-7B02-44BA-94B9-C19CCF66970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3611805"/>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09A5449-2203-4F06-AB5C-7246CF289D3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52BAB519-EADF-4B47-960D-F2837605159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471D0452-D824-4A80-98CE-CE6A9F726F5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B180B449-CAFF-4E0B-90C5-A279B11098F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CC35DC9-4C26-4126-BF3D-D2A4D90966B1}"/>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BB0BAC04-F8A6-435D-ADD7-0E9994CD473D}"/>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B0424DA-A197-4BE9-A0CB-850F216F0BC9}"/>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E4B23325-0841-4F72-A098-6F027A50A6C8}"/>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D7E087C3-FDCA-4A39-8CE4-E3843DCA462C}"/>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458D8F1D-2599-4B38-9D16-C461CFC902CB}"/>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77928A5E-2D27-46A3-A4ED-DA5925519A1A}"/>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4AD3CDA0-D282-4829-85B1-362B3DC8B40F}"/>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7675CE64-7D6F-4CF1-AD13-CAB3E7D9E17C}"/>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0B93257A-440B-46BB-9D48-D8CF2394F0F2}"/>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B7CE3C83-AAB0-4511-87B9-20B84A268DA7}"/>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23F21CFC-2272-4DD0-8615-ED3735F9F71D}"/>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05922D1-1858-4D05-99B3-469AA7AE01CE}"/>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266A482A-D36B-4B32-896C-445B3DBBF18E}"/>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9932CFBB-6648-4105-9800-20632C3A00FE}"/>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FE581353-5789-44A2-B434-C7CABCD458B2}"/>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580C12D8-DDD8-4218-9911-97421AF9136C}"/>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45EA91B9-7485-445E-88A1-BC9DF2BFDD11}"/>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42D8D9E2-C79D-4469-A00F-EE919F9E1B56}"/>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CC01CB76-7A8E-4C39-8D52-41C654B9977A}"/>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555707E8-6FC8-477F-9472-39E9100A9443}"/>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FB9B5997-912A-497A-8868-6F876AF6CEA9}"/>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C4110A67-0269-44E7-BFC5-5BCE8A1E9B8F}"/>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C1C675A4-A9FD-48B1-8A2B-B8CA2CAA97B9}"/>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2CC7756C-3272-491C-A1A8-6E19E05AFB5F}"/>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3D72A0BA-8A1D-4A58-80E9-D1F691400849}"/>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2D27316B-DA25-4EEA-A65A-2110C345EA03}"/>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90CA55F7-23F6-46E4-9841-3E0B4DC43758}"/>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36742340-1BC7-4D30-9A24-79C79B631BDA}"/>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15C5077A-90BA-4090-BF81-9E2FCB66E8B3}"/>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EE6D6841-CEB4-4D8B-8F6F-8612C31B903D}"/>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A650A543-5F4A-4DC8-BC0B-00D35FAE63AE}"/>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E51C4849-A5A9-477A-BC26-57494C561DCC}"/>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78545264-2D1C-4438-B6CD-8F3AF9ED2491}"/>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55542807"/>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515157F-D5A3-4B2D-A19A-0D501DEA297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0E9434BA-A8E8-4474-A166-34E8A3F91EA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2762EA53-EE31-4700-BF96-7900C606F7B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2C7F209D-3FFC-4AB2-B0D9-797F7BD74DF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6B456CA-4551-493C-80F7-E344B171B2E0}"/>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BC74FC86-07D4-4ECB-B1B7-D510107A0035}"/>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22119EA-5A4F-49FB-B516-A97B78E5D012}"/>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8EEE758C-0D55-4D3A-A213-837CD18B8791}"/>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35884F59-72E4-43D5-A1F7-2E838F073BD6}"/>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87AD0D9D-CD2B-488E-B2C4-05F1B48C9FFE}"/>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E83F4877-3F48-419F-B6D3-AF41E825115E}"/>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A096DF4-0970-4323-B1AD-41E0E686B720}"/>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64B5BDF7-4DDE-4DD3-A67D-99720B9C3A2C}"/>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B1BCF9BD-9708-4794-B2FE-9DAF6CE0F0F7}"/>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E1E1B5A0-C657-48C3-A965-7B5891AE1A72}"/>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F14E2A74-7E65-485C-B32C-855124F32ABA}"/>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521873F-A3BC-4A9A-B4BB-066187256AC0}"/>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DBD10E94-DD2E-40DE-AE5C-F85799B36C9E}"/>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66040B3F-1B6D-4AFB-9559-A222DD879805}"/>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B8FC2F52-37EB-43E9-B594-B85373077E20}"/>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45AD5E09-F132-4ADE-88CF-9721CC95EC66}"/>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93C283BC-2633-4FB3-A600-4C5A2465A564}"/>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63435363-D54D-4627-975A-2C3A3488E70F}"/>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48132674-2C8A-409A-B19D-EA4084F59B59}"/>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8036E7FA-1B81-43F4-B600-7A8C2547F195}"/>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CB62F48C-B0CA-423A-8458-A33138ACBBC5}"/>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2426598-34F1-43F5-874C-A66D48F5F10C}"/>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F1DA5489-4491-4F80-ABCF-9407FB886FB8}"/>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DFB80389-F43C-4403-AA2F-4238B691C4C4}"/>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F814B367-A603-4AC9-8D9C-F525C8DDF06E}"/>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6AF05D0F-3404-47ED-98CE-B6F1C2D95A90}"/>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0A1C5726-877C-407B-9089-EDA40BD5FE61}"/>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0D6A84DE-374F-445F-9EBC-6AFA4CBCA937}"/>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6ABE6FD4-94E3-421E-B032-3DC9AA102ADC}"/>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13BD0056-3E21-48AC-9902-D30ADF5BC1D9}"/>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D21DDAD2-BBA8-44F5-A03B-1CA97D664EA9}"/>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71B64C48-FC85-43F1-A53B-E6882E90781C}"/>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2195984B-6C49-4A17-A0E3-3E573C3DE888}"/>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D38C9E13-88A4-4564-9F20-6FB27E862A36}"/>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A6ADFC92-D32C-4968-9A2E-39ADFBA42591}"/>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EC1F3735-EA87-482E-9141-9E800B2E6BF7}"/>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867AFAE9-ECDF-43FC-A6D5-2CA5DA6C46C2}"/>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A1ACDF5D-42F9-4C31-AD62-C3256CBC8537}"/>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837282D0-C693-4B5B-9BCD-D00839BE8347}"/>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4CF57D0D-E2EE-49A5-B505-8C23D81D28FB}"/>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B80C0881-C753-4C01-8D9F-EC7EC4070DB8}"/>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E384636D-E19D-42F8-9F48-46D9642AE462}"/>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E0D0DDB2-3AB1-4749-A0EE-864999A20DA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82895753"/>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AF5CAF26-9DAF-4535-87A9-18DA6AEC5CF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F60D2FCD-C126-4828-A702-C19E6D6F7B8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9DBC7CEF-ADF1-45B0-A63B-F5D085F08A1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18200FE6-54C9-4392-9321-E0AA854DC3E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328B595-34D7-4B39-B670-E0CA4A76EA11}"/>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D0BAAB55-1A63-4CF2-A58E-035CC04CF2D7}"/>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DE6D174-96DA-48CE-B07E-1283E7678676}"/>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9E46E2DB-B3ED-4AE1-BB12-D6042F1918FE}"/>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E9736ED7-57D3-4E28-A424-57856598E8FC}"/>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261D1762-EE75-4BA5-8FB5-6ED8F8DE8D8D}"/>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5E99C8E8-55D5-442C-BDF6-C82637B78815}"/>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22E1A6D-FD5A-42FF-814B-9D82CBF3067E}"/>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701C8F84-CD9D-42D3-9076-4CC51CFFBC0C}"/>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B916FB93-4F03-4C36-80F1-C5900570B8B6}"/>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E19FE079-1A1E-4A19-878A-01A020E6BF00}"/>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BB56CFF1-4C08-4F2A-9EEB-923FDD3E16B9}"/>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E1C216C-2703-4711-BA2C-63B7B993BEC7}"/>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13F85A59-BB2D-4F0E-8275-45C729F7AF05}"/>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19645EF0-54F3-471C-82E9-1EFED10863D1}"/>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E0C3A2B6-09B0-4219-9FB8-E33F83070EB0}"/>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67F266C4-2D60-4F9B-A541-C1DB53303168}"/>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FAE68CF4-F11A-4A16-9945-8C8198CD660B}"/>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EDB2BC67-E2A0-4BC9-9C67-E26A6D05146A}"/>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689EF7CE-53A3-4B42-BFD5-ADC7E8062193}"/>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CEA43BE4-4A6B-4A3D-AE29-85195C9FEC35}"/>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510E47D4-C5D6-43A0-9106-31D58776E10E}"/>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B0ABFD3F-F7BD-4B9E-B8AD-A86FA9CDB3DB}"/>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7B357A48-0F3C-4F71-8838-7C46A655E0CF}"/>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8D3A999E-CEAB-4D00-A44F-5A61C3C49237}"/>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6695DC25-52FA-40A2-A658-FD6ECC6E041E}"/>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A64E8349-BC53-4854-9F51-580D0EDAD9D7}"/>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5579A8E9-475E-4C9A-9A85-4F092652E725}"/>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83B2491B-2C67-4F0B-91B8-6AB9A542AFE8}"/>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83FA2990-0E08-4F99-82DE-7A925E7638AA}"/>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00627C61-B489-4E85-BA1B-BBF2A9F2A63F}"/>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DF3A884D-9725-4A7A-8E95-C32C9F834E23}"/>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94661013-7225-4C14-A7D6-A8AB4ADFE8C3}"/>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4CC68112-6757-4EAC-A1F8-8200D31A8DDA}"/>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E8D870E7-82CD-40ED-ADB5-197A8D89D982}"/>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59AA4E25-964A-41E9-B49D-EE2E97E1C22B}"/>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14063EB3-FB94-4B91-BFEB-7EBF456D7F5E}"/>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D18AB635-C602-4902-9277-FDDF7AAEDDFC}"/>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CBF95C6D-D62C-40E7-9DFA-809B05B140A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46859379"/>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8B867C1-ED18-4706-8931-69DA8568A4F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21BA502E-50EA-4C67-B225-23CD04C05CC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F64D2BF6-722C-4FB1-BF11-3053EFFDC97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1F633D90-60EB-4288-9258-EF1215F462B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63E4F60-12DE-42A8-8850-8DD8A418F6CE}"/>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8B5A2561-FF52-4897-85B4-F5FD075C867A}"/>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2EB901E-68E1-44D5-A2EF-DC7387F96CE4}"/>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46F72C7D-DBD0-4930-99AD-9A4E3BA39159}"/>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016EC4CF-C344-4782-9715-DDE0CF70038A}"/>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3E8E99B6-64F0-49E0-B410-50E3504ED808}"/>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15EE41A5-E3E0-44C8-A56F-069FAD93D9EA}"/>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1D5909C7-D957-40F3-9E43-DD1787BBC61C}"/>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7553343E-D45C-4DB6-96C6-A23DA44F724B}"/>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A7A40992-1B69-4975-9E01-F7C2E1B49D6E}"/>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F923B343-6C05-49CB-AF9F-85D38C33C507}"/>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1D6F93CA-7EFD-4CB3-9E53-30DE0B3CEFF3}"/>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50FECC9-CA87-4C4B-9701-3285C6941AC6}"/>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B776FBFB-FB59-4669-8BB3-1AA320812D98}"/>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22194521-D501-4C4B-9B06-D62B1825275F}"/>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3B4F26D6-4C5C-420F-A543-53C913493A42}"/>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F87E8A12-1F46-425D-AB1F-E42E60B1EF50}"/>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D7197FEB-E0D9-45EF-B49A-98D3124B0098}"/>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DCD6FC36-345A-4216-9DD3-9C42D912E556}"/>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DA9946E6-5F7B-4B8B-9794-FB5E2F2AEA7C}"/>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C7B0CCD4-DB50-48BA-B733-8EFD0B19237B}"/>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3364305C-B25B-4E2D-BCF3-DFD101FB062F}"/>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8F8EF92-2190-4CC1-AB2F-60158BF51F14}"/>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483152CA-7789-4A0B-B93E-80235C4343A5}"/>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098A49A5-C184-48DC-8B39-EA03F1A180BF}"/>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49503131-765A-42BA-81EA-88DCFDC5B46F}"/>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F408C567-BFAF-4473-8EF2-3809572CD76E}"/>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03CF948D-1C1C-4094-BB96-A44943CF5F56}"/>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BE20F035-C6EA-42EE-AF9F-BEBC913DA33B}"/>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BDDEC494-7274-4BCB-9923-0C607D40DA86}"/>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EA8924D6-2D55-4195-BE63-B5B651E0B44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41315421"/>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222AD67-1E87-4727-A6FF-5C855FD334D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96D34774-E0F9-43ED-AD68-CBD5D8031F9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F0CEE7EF-8461-4F6F-B7DA-5D75BA176FA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B18AB199-89FD-4427-8401-4EFBE922E12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BF0B449-D9A5-4D50-AA4E-28F11BC65515}"/>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12268165-6A6B-4C60-91AE-74A8695E3510}"/>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F5AB467-0C69-4ED9-8643-6BE4FD0B4CD3}"/>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7E2B268B-53BD-4459-B708-8F9B55F75034}"/>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DF92295F-9C15-4BB4-AB44-E361FD7CA07F}"/>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E10BE784-D147-4B1F-B3D2-2D18D00B9528}"/>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E94F367-AC32-4F3A-B29F-4DBFF22E5BF3}"/>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8189E4C2-3D44-4047-89F0-EF0310B98846}"/>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9E9D2FB1-B852-4D6B-9BA0-F06D3BA6EBA2}"/>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2CB06DA9-F71B-4DDF-8754-30E86E981A51}"/>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5C04B70F-8E86-4592-AF66-5E88AA828BF8}"/>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6F1EA2A8-3381-4E65-AF00-B3DE1385FCF6}"/>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4FE0272E-B2CD-4C2E-A326-4E998B33B707}"/>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CF2A1945-29E8-49D0-AEEA-1D18E430FB89}"/>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D184AF7E-47EC-47C9-90E0-4B787FCCD6A9}"/>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47D384CF-43BF-4B95-99E1-FF0B6BA33121}"/>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81002F67-F7DB-47B3-B7E9-ADEF1C6E9621}"/>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ABA26631-E3F3-4657-B9C7-448566B14AD5}"/>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BF5A9319-A28B-469D-8C5F-6A8D18654795}"/>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EE092E52-C936-4594-A84E-46D433CB293E}"/>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B6837C2D-915B-40E6-B947-FA79A00C0EE5}"/>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CBDAD424-62EC-4EE1-8953-EBC56FFDD914}"/>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00C37930-5BC8-46ED-A16A-0DC0EA6D3CCD}"/>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F27ADF2F-44B7-41C8-842E-CD6DCEE25D31}"/>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1D15F592-6DF3-4ED7-9658-C766ED5D90A6}"/>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ABCBCE78-71EF-47EA-B351-BDBCDBF5C064}"/>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1F1A3224-8CEC-41F6-A819-3318245FE36D}"/>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ABE4B125-801B-4BAE-9649-C46985BFF721}"/>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6071D7A8-F398-4344-B6D9-67E3C949530F}"/>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B4E6951C-2B44-48F1-A463-B1C3E6E5D388}"/>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171D87E1-1D94-4F04-B58B-870422DEA98B}"/>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8D8B345F-9E74-4F94-B927-48282FD9C2E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142473405"/>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D0E63E7-1752-40E5-8812-82B18DDF9F8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971327BD-D385-49F8-A5DB-01C88AF89FA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557224B6-A5F7-4163-AD38-504CF0253B7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0615AC5F-45D2-471F-B2C6-E3EFEB11A77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1D022F1-E1F7-4EB0-931D-ABAF3CACB825}"/>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303EC99E-3F49-426E-B140-8C83A7433C9C}"/>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02697FF-7C48-4835-8A29-2E80D77A7C5C}"/>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57FED6CA-97A1-45D3-8173-90A5B86054BF}"/>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BBA4A3A1-9DD1-4390-9C71-D5004A771678}"/>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A5EDED70-2938-46E2-B4A4-5BE6A0F618E7}"/>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0051D73-66CA-45B7-8C0C-445DA320D2FA}"/>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BF805F70-B241-47A0-AAE6-E4530718CB9E}"/>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5115984E-B414-4AC4-B8AB-EE8B6841B0C0}"/>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1AA18981-72BC-4CA2-83A3-E8C3660B82E2}"/>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5B04363F-40FA-493D-BDEC-C0FED183D97D}"/>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8A386FAF-E6F9-4A41-BACF-7AF3D0D74F14}"/>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D6BD5193-FBF9-4D3D-ADF9-A314FC03FD7A}"/>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80FE8CAE-4A15-47E1-9C93-4457249A321D}"/>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97345D07-8104-4FA4-BE0A-C2B623FFE208}"/>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6F226701-090A-4AAC-A425-00E89565ACA8}"/>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0ED04416-4293-472D-8B69-C0DAD669DD9C}"/>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2D329D95-D4ED-48FD-A1B3-5F233DC01197}"/>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DC2578E-76E2-4654-9CC5-F279EAC958A5}"/>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F4F05FBA-91F9-4729-96BD-A4740431BCF7}"/>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409B47ED-6630-4983-9185-75D21651ACB3}"/>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B42B2D90-31F9-4477-B181-AAF5D22BE70C}"/>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5406DD26-F5A1-4473-BAC2-8065790A6080}"/>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55B7B303-27B4-410C-ACB2-957A787D3707}"/>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8545F1C5-ED34-429D-946E-E2DF08445B44}"/>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FEA616F2-166C-4B27-9BDC-82926957546A}"/>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DA85032F-28BC-4B32-8ED3-12EFB4DBAC21}"/>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E9B614F0-BF6A-4628-AEF7-B44A505DD959}"/>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4081F513-9986-4B0D-9D3F-6270AF11331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15782620"/>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39D88AD-98B1-42E6-915B-DF7416623E0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8C35B847-1876-4C07-B7F9-18B99E8BF7CF}"/>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934C4A5A-78ED-423A-B00E-8BCAA48EDB8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747743BE-5DF4-4660-879D-9B5D17E0C5A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933F78C-78FF-40A2-90CA-41D921C1A8B5}"/>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649D87CD-E242-4559-8CFB-4AE04E076C7E}"/>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3902296-6C31-4BA3-94AE-5CF12145A729}"/>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FDC6CA9E-77FB-4392-A766-1E2095F86B10}"/>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D889A0-F9BB-41F1-8D92-7E4B4CF9B5DB}"/>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34139BA8-A677-4913-8685-36E53BF5034D}"/>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9CF0F4-C9B3-4394-AB40-313267F2B515}"/>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C522E16B-2E6F-43C7-8526-95D3800EB244}"/>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2C30DFB-139B-4000-A88C-568691DF49F7}"/>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9B28B6BD-9AF5-4873-89BE-053600611C05}"/>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98837AF-D578-4075-BC43-BF7F8231C762}"/>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F81D4E71-8625-4DA1-A899-8D69E351CDDC}"/>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D81B8A-D2F6-4DDE-B8E6-13ABE33DC1C4}"/>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9BDF7F94-6CD9-40EF-833F-EEB3344DE299}"/>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1A7A0E2-1FB6-4CF5-8C94-99A3CC321362}"/>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103659E3-378B-4F48-AA0A-5CCDC6ADBF7E}"/>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1864DA07-23EE-4952-B12F-C138F1938E62}"/>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8EFB89CC-6395-465F-AC34-3E89BBE0E7AE}"/>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6334CFF0-A1CE-415E-82AF-C4AC98B92327}"/>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4DFBA90A-88D2-458D-9C48-4893CF938DAB}"/>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CFEC96A1-5E7D-488C-9F1E-0D5518001963}"/>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9D97C609-B028-4243-B131-114108959BA0}"/>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E0598770-2436-4894-97E3-B5F53516CEB4}"/>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9BB265ED-3682-4B04-B246-6BDDF2AF9440}"/>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0AEA26B5-B57D-449D-98FF-28A029F40A48}"/>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0193D976-F036-414B-82A4-9D9F1538BD12}"/>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401B7412-A6DD-429F-8108-F4527BC7E1BD}"/>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C9EB252C-26F2-411D-A232-FCBBEC13BB61}"/>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97E6141F-FA9E-4FB9-978C-B0A5333376D4}"/>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83B705EB-00F6-471A-98C9-22FD1E3DEA85}"/>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B7343E80-BB53-4F55-8F1B-45C4FCB44FC3}"/>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F0916C22-3516-4D6E-8778-ED3D3A578400}"/>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F14DADF0-FE18-4513-8F6D-EA79F81A7C6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86036880"/>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3A944A5-4032-4FEA-BB7D-4F4FCDA447A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DAA41991-7586-4148-818C-16AE4091664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11E38802-D5DF-48EC-AAD8-1DE1233794C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2F4D96FA-EF76-4CA6-8BC7-5C3D3912AAD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7E5E7FB-CD9A-4784-A756-14331237014F}"/>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637A2EAA-3C59-4942-9C82-FBE126AB961D}"/>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D963A8E-466C-4907-A3DA-13CCCFBD05FA}"/>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ED4D4E13-AD53-4E93-958B-60D3A3BB9002}"/>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7C0A8CA8-C783-4DDD-97D2-2BE57CC46374}"/>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09C6EF26-3594-4E84-8ED8-47320A9244C5}"/>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9E5458F-03DB-45DC-9DB0-5F979BE2D36B}"/>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1BB1C317-BE74-477C-AE3C-F00C4C8CC2FA}"/>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37D2270C-B4C0-4FA6-B7DB-D7E62A20057B}"/>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DF7637C6-4E30-4886-B1B1-70971C53BF20}"/>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1EB24969-75F4-49F8-A73D-5A7BAE558322}"/>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2DBCDA45-D099-4A18-80CF-4EE052F4BC40}"/>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4B687A31-E30F-4583-9180-F06CF9CCD5F9}"/>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5F1D0820-783B-45A3-B9D8-B46C8AEB3BED}"/>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C2D36D0B-02F2-46E6-B7C1-9E0626DCA6B6}"/>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D655C1DC-8A6A-4E1E-98E3-264A1C35BC1F}"/>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1CAB2A37-9B1D-4B7B-B6F0-975F17EE01A4}"/>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C9B86F96-B8FA-47ED-A51A-2CA89FB36CDE}"/>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E7A97682-DC27-4A63-B325-773F6AB2D89A}"/>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EB30E340-8321-4CED-8B2D-13E4CC2C2113}"/>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9A58BB4A-BD8A-4000-B21F-C165B276067A}"/>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E270849E-80A7-46B5-AC04-8260395EF4BF}"/>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5CC5E0B4-765D-4F3F-8FE6-498AFFB9B913}"/>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9C5DA657-D340-4FD3-854D-9B40B6E2944C}"/>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64DA7E01-DF7C-438D-9524-7584C9F500BE}"/>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32EF6D47-DD0A-467C-A7F0-22C77E919D7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1453868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2026-10-19T10:01:47.9320000Z</dcterms:created>
  <dcterms:modified xsi:type="dcterms:W3CDTF">2026-10-19T10:01:47.9320000Z</dcterms:modified>
</coreProperties>
</file>