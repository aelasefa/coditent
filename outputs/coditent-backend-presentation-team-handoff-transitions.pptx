
<file path=[Content_Types].xml><?xml version="1.0" encoding="utf-8"?>
<Types xmlns="http://schemas.openxmlformats.org/package/2006/content-types">
  <Default Extension="xml" ContentType="application/vnd.openxmlformats-package.core-properties+xml"/>
  <Default Extension="png" ContentType="image/png"/>
  <Default Extension="bin" ContentType="image/webp"/>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0f0ac5949e14511" /><Relationship Type="http://schemas.openxmlformats.org/officeDocument/2006/relationships/extended-properties" Target="/docProps/app.xml" Id="R91cf53fe1253400e" /><Relationship Type="http://schemas.openxmlformats.org/officeDocument/2006/relationships/officeDocument" Target="/ppt/presentation.xml" Id="Rd8ed4364a1134281" /></Relationships>
</file>

<file path=ppt/presentation.xml><?xml version="1.0" encoding="utf-8"?>
<p:presentation xmlns:p="http://schemas.openxmlformats.org/presentationml/2006/main">
  <p:sldMasterIdLst>
    <p:sldMasterId xmlns:r="http://schemas.openxmlformats.org/officeDocument/2006/relationships" id="2147483648" r:id="R8da3f1036689409e"/>
  </p:sldMasterIdLst>
  <p:notesMasterIdLst>
    <p:notesMasterId xmlns:r="http://schemas.openxmlformats.org/officeDocument/2006/relationships" r:id="R886e244ef79c4052"/>
  </p:notesMasterIdLst>
  <p:sldIdLst>
    <p:sldId xmlns:r="http://schemas.openxmlformats.org/officeDocument/2006/relationships" id="256" r:id="R5b54bc5506b749e3"/>
    <p:sldId xmlns:r="http://schemas.openxmlformats.org/officeDocument/2006/relationships" id="257" r:id="Rcb4cd6eea7c448c9"/>
    <p:sldId xmlns:r="http://schemas.openxmlformats.org/officeDocument/2006/relationships" id="258" r:id="Rcfd93271187c4471"/>
    <p:sldId xmlns:r="http://schemas.openxmlformats.org/officeDocument/2006/relationships" id="259" r:id="R48f86614120c48a1"/>
    <p:sldId xmlns:r="http://schemas.openxmlformats.org/officeDocument/2006/relationships" id="260" r:id="R4db2a5d6058e4945"/>
    <p:sldId xmlns:r="http://schemas.openxmlformats.org/officeDocument/2006/relationships" id="261" r:id="R962e1ab351ca46a9"/>
    <p:sldId xmlns:r="http://schemas.openxmlformats.org/officeDocument/2006/relationships" id="262" r:id="R212513ada8ac4403"/>
    <p:sldId xmlns:r="http://schemas.openxmlformats.org/officeDocument/2006/relationships" id="263" r:id="R8116ec6b1ff048bb"/>
    <p:sldId xmlns:r="http://schemas.openxmlformats.org/officeDocument/2006/relationships" id="264" r:id="R5b7670c4238d4cbf"/>
    <p:sldId xmlns:r="http://schemas.openxmlformats.org/officeDocument/2006/relationships" id="265" r:id="Rc7bac6acf2aa4c5b"/>
    <p:sldId xmlns:r="http://schemas.openxmlformats.org/officeDocument/2006/relationships" id="266" r:id="Re3957dbe578a4de9"/>
    <p:sldId xmlns:r="http://schemas.openxmlformats.org/officeDocument/2006/relationships" id="267" r:id="R10aad27202d245bf"/>
    <p:sldId xmlns:r="http://schemas.openxmlformats.org/officeDocument/2006/relationships" id="268" r:id="Rb2e6969bf9464d28"/>
    <p:sldId xmlns:r="http://schemas.openxmlformats.org/officeDocument/2006/relationships" id="269" r:id="R2df1e16d63144b09"/>
    <p:sldId xmlns:r="http://schemas.openxmlformats.org/officeDocument/2006/relationships" id="270" r:id="Rda195dea44b44000"/>
    <p:sldId xmlns:r="http://schemas.openxmlformats.org/officeDocument/2006/relationships" id="271" r:id="R938fc0fc7f464c9e"/>
    <p:sldId xmlns:r="http://schemas.openxmlformats.org/officeDocument/2006/relationships" id="272" r:id="Rad6d588a8e2348ee"/>
    <p:sldId xmlns:r="http://schemas.openxmlformats.org/officeDocument/2006/relationships" id="273" r:id="R4c11b4687b37469c"/>
    <p:sldId xmlns:r="http://schemas.openxmlformats.org/officeDocument/2006/relationships" id="274" r:id="R8aa18a4485a446e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0dc6ffca2db417a" /><Relationship Type="http://schemas.openxmlformats.org/officeDocument/2006/relationships/slideMaster" Target="/ppt/slideMasters/slideMaster1.xml" Id="R8da3f1036689409e" /><Relationship Type="http://schemas.openxmlformats.org/officeDocument/2006/relationships/notesMaster" Target="/ppt/notesMasters/notesMaster1.xml" Id="R886e244ef79c4052" /><Relationship Type="http://schemas.openxmlformats.org/officeDocument/2006/relationships/presProps" Target="/ppt/presProps.xml" Id="R4ffb3557d40f42fe" /><Relationship Type="http://schemas.openxmlformats.org/officeDocument/2006/relationships/tableStyles" Target="/ppt/tableStyles.xml" Id="Rdff71e5e5a6a48d7" /><Relationship Type="http://schemas.openxmlformats.org/officeDocument/2006/relationships/slide" Target="/ppt/slides/slide1.xml" Id="R5b54bc5506b749e3" /><Relationship Type="http://schemas.openxmlformats.org/officeDocument/2006/relationships/slide" Target="/ppt/slides/slide2.xml" Id="Rcb4cd6eea7c448c9" /><Relationship Type="http://schemas.openxmlformats.org/officeDocument/2006/relationships/slide" Target="/ppt/slides/slide3.xml" Id="Rcfd93271187c4471" /><Relationship Type="http://schemas.openxmlformats.org/officeDocument/2006/relationships/slide" Target="/ppt/slides/slide4.xml" Id="R48f86614120c48a1" /><Relationship Type="http://schemas.openxmlformats.org/officeDocument/2006/relationships/slide" Target="/ppt/slides/slide5.xml" Id="R4db2a5d6058e4945" /><Relationship Type="http://schemas.openxmlformats.org/officeDocument/2006/relationships/slide" Target="/ppt/slides/slide6.xml" Id="R962e1ab351ca46a9" /><Relationship Type="http://schemas.openxmlformats.org/officeDocument/2006/relationships/slide" Target="/ppt/slides/slide7.xml" Id="R212513ada8ac4403" /><Relationship Type="http://schemas.openxmlformats.org/officeDocument/2006/relationships/slide" Target="/ppt/slides/slide8.xml" Id="R8116ec6b1ff048bb" /><Relationship Type="http://schemas.openxmlformats.org/officeDocument/2006/relationships/slide" Target="/ppt/slides/slide9.xml" Id="R5b7670c4238d4cbf" /><Relationship Type="http://schemas.openxmlformats.org/officeDocument/2006/relationships/slide" Target="/ppt/slides/slide10.xml" Id="Rc7bac6acf2aa4c5b" /><Relationship Type="http://schemas.openxmlformats.org/officeDocument/2006/relationships/slide" Target="/ppt/slides/slide11.xml" Id="Re3957dbe578a4de9" /><Relationship Type="http://schemas.openxmlformats.org/officeDocument/2006/relationships/slide" Target="/ppt/slides/slide12.xml" Id="R10aad27202d245bf" /><Relationship Type="http://schemas.openxmlformats.org/officeDocument/2006/relationships/slide" Target="/ppt/slides/slide13.xml" Id="Rb2e6969bf9464d28" /><Relationship Type="http://schemas.openxmlformats.org/officeDocument/2006/relationships/slide" Target="/ppt/slides/slide14.xml" Id="R2df1e16d63144b09" /><Relationship Type="http://schemas.openxmlformats.org/officeDocument/2006/relationships/slide" Target="/ppt/slides/slide15.xml" Id="Rda195dea44b44000" /><Relationship Type="http://schemas.openxmlformats.org/officeDocument/2006/relationships/slide" Target="/ppt/slides/slide16.xml" Id="R938fc0fc7f464c9e" /><Relationship Type="http://schemas.openxmlformats.org/officeDocument/2006/relationships/slide" Target="/ppt/slides/slide17.xml" Id="Rad6d588a8e2348ee" /><Relationship Type="http://schemas.openxmlformats.org/officeDocument/2006/relationships/slide" Target="/ppt/slides/slide18.xml" Id="R4c11b4687b37469c" /><Relationship Type="http://schemas.openxmlformats.org/officeDocument/2006/relationships/slide" Target="/ppt/slides/slide19.xml" Id="R8aa18a4485a446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5489d36c964f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94dd88f8184a74" /><Relationship Type="http://schemas.openxmlformats.org/officeDocument/2006/relationships/notesMaster" Target="/ppt/notesMasters/notesMaster1.xml" Id="R88f7386e30724f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9900ca3c6d47cc" /><Relationship Type="http://schemas.openxmlformats.org/officeDocument/2006/relationships/notesMaster" Target="/ppt/notesMasters/notesMaster1.xml" Id="R55f09adcc5354a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626a2c1ae24ea1" /><Relationship Type="http://schemas.openxmlformats.org/officeDocument/2006/relationships/notesMaster" Target="/ppt/notesMasters/notesMaster1.xml" Id="R30ea6d9dc4a94d9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614a5b5b02a4f7c" /><Relationship Type="http://schemas.openxmlformats.org/officeDocument/2006/relationships/notesMaster" Target="/ppt/notesMasters/notesMaster1.xml" Id="R57ad9ab433fe45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def6ae0e0642b0" /><Relationship Type="http://schemas.openxmlformats.org/officeDocument/2006/relationships/notesMaster" Target="/ppt/notesMasters/notesMaster1.xml" Id="R58d771dd4b1745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5aa2c44e2f41fb" /><Relationship Type="http://schemas.openxmlformats.org/officeDocument/2006/relationships/notesMaster" Target="/ppt/notesMasters/notesMaster1.xml" Id="Rcdafe71c41f6484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803e016cbf64964" /><Relationship Type="http://schemas.openxmlformats.org/officeDocument/2006/relationships/notesMaster" Target="/ppt/notesMasters/notesMaster1.xml" Id="R90479ba1468442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298a9b7f6d9648a1" /><Relationship Type="http://schemas.openxmlformats.org/officeDocument/2006/relationships/notesMaster" Target="/ppt/notesMasters/notesMaster1.xml" Id="R1e5854242b4e4e6c" /></Relationships>
</file>

<file path=ppt/notesSlides/_rels/notesSlide9.xml.rels>&#65279;<?xml version="1.0" encoding="utf-8"?><Relationships xmlns="http://schemas.openxmlformats.org/package/2006/relationships"><Relationship Type="http://schemas.openxmlformats.org/officeDocument/2006/relationships/slide" Target="/ppt/slides/slide9.xml" Id="Rcd0550a16b4245af" /><Relationship Type="http://schemas.openxmlformats.org/officeDocument/2006/relationships/notesMaster" Target="/ppt/notesMasters/notesMaster1.xml" Id="R13a27c38f32045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3b9be24070846b1" /><Relationship Type="http://schemas.openxmlformats.org/officeDocument/2006/relationships/notesMaster" Target="/ppt/notesMasters/notesMaster1.xml" Id="R85f0b3fe5c2243f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31ce1cf73d4c5c" /><Relationship Type="http://schemas.openxmlformats.org/officeDocument/2006/relationships/notesMaster" Target="/ppt/notesMasters/notesMaster1.xml" Id="R07a4cc3e8b5b4d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8c3089399c40f9" /><Relationship Type="http://schemas.openxmlformats.org/officeDocument/2006/relationships/notesMaster" Target="/ppt/notesMasters/notesMaster1.xml" Id="R9d2cbd075a404cc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dea6c3edb144a33" /><Relationship Type="http://schemas.openxmlformats.org/officeDocument/2006/relationships/notesMaster" Target="/ppt/notesMasters/notesMaster1.xml" Id="Rebfc217c561d492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9920554443144fb" /><Relationship Type="http://schemas.openxmlformats.org/officeDocument/2006/relationships/notesMaster" Target="/ppt/notesMasters/notesMaster1.xml" Id="R0e14b2a786864bf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924ea049a62483d" /><Relationship Type="http://schemas.openxmlformats.org/officeDocument/2006/relationships/notesMaster" Target="/ppt/notesMasters/notesMaster1.xml" Id="R0e14f2fdd3bd479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afbde9b4d9f407a" /><Relationship Type="http://schemas.openxmlformats.org/officeDocument/2006/relationships/notesMaster" Target="/ppt/notesMasters/notesMaster1.xml" Id="R08898b74d58b44d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840bb9d4b1c4968" /><Relationship Type="http://schemas.openxmlformats.org/officeDocument/2006/relationships/notesMaster" Target="/ppt/notesMasters/notesMaster1.xml" Id="R4c54fdfea735499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92e75ddcc634b19" /><Relationship Type="http://schemas.openxmlformats.org/officeDocument/2006/relationships/notesMaster" Target="/ppt/notesMasters/notesMaster1.xml" Id="R9f96161554b046a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aab0c821dea436b" /><Relationship Type="http://schemas.openxmlformats.org/officeDocument/2006/relationships/notesMaster" Target="/ppt/notesMasters/notesMaster1.xml" Id="R435b5cc6901847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my teammates have shown you the product and their parts, I will take you behind the interface and explain the backend. I was responsible for the server-side architecture and implementation. I will show how the backend validates requests, controls permissions, stores data, processes background jobs and powers real-time chat.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numbers as evidence of scope. The important distinction is 163 normal HTTP endpoints plus two WebSocket endpoints, which gives 165 application routes in total. Mention that FastAPI documentation routes are not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product rather than the technology. Explain who uses the platform and then define your own backend responsibility. Emphasize that the frontend requests an action while the backend decides whether it is valid and permitted.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each path separately. Normal requests finish quickly and commit durable state. Long AI or email tasks become outbox jobs before workers process them. WebSockets use short-lived tickets, store messages in PostgreSQL and use Redis for presence and cross-process delivery.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five layers from top to bottom. Then use the application-stage example. Routers coordinate the call, services make the business decision, and database constraints remain the final safety net.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listing technologies without reasons. For each row, say what problem it solves and what responsibility it introduces. This shows engineering judgment rather than simply naming a stack.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real endpoint during the explanation. The request does not jump directly from the router to the database. Validation, authentication and authorization happen before business logic. Mention CSRF protection for cookie-based mutations and safe error responses.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Center the explanation on the Application model. It preserves the state of one candidate applying to one offer. Explain the relationships and then the database guarantees, especially the unique candidate-offer pair and CV ownership constraint.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race condition first. Then walk through the lock, version check and atomic commit. Explain that constraints and idempotency still protect the system if the same command arrives twice.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token validity alone is insufficient. A user may become inactive, lose a role or change a password after the token was created. auth_version and session revocation remove old authority. Mention that two-factor challenges are single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equation on the slide. A recruiter role may permit application review, but the resource must also belong to the same company. For candidates, ownership provides the main scope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recruitment stages. The service never accepts an arbitrary new status. It checks the current stage, requested transition, caller permission and application scope before committing the update and its related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why calling the AI provider directly inside the HTTP request would be fragile. The database first records the job. A dispatcher and worker can then retry safely, while the user checks job status later.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a failure after the application stage changes but before the email provider responds. The domain change stays committed, and the email row remains available for retry. Encryption protects queued data, while dedupe and provider idempotency prevent duplicate messages.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that there are two WebSocket endpoint types, not necessarily two permanent connections for every user. The recruitment socket is scoped to an application. The friend socket is scoped to an accepted friendship. Both use short-lived single-use tickets and store durable history in PostgreSQL.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private storage credentials remain on the backend. A file never becomes public merely because its URL exists. For account deletion, explain the export, reauthentication, cancellation window and final removal or anonymization of personal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public boundary first. Nginx handles TLS and routes traffic to private services. PostgreSQL, Redis and workers do not expose public ports. Then explain how health checks, logs, metrics and startup validation support diagnosis.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claim that test count alone proves quality. Name the risks covered by the suite. For the live demo, follow one connected workflow so the staff can see identity, permissions, transactions, workers and WebSockets in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Finish with the three lessons rather than repeating the technology list. Mention the next improvements honestly. Invite questions about any layer of the backend, and be ready to open the code or demonstrate one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ea9b44dc1543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c5a658dfde04e4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23ef0aeabb7475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0141755f4704a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12117b74f644ec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079ef4918da493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C1E5A7-1214-4DCF-8A9C-43C83A124A2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593FDA4-7A14-4A9F-83E5-8E0496F0F22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019693F-BA03-4D7E-9551-DE1202E7510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796E68-0E33-4F28-A98B-0AA3B67A7E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DC75568-2101-4E53-8137-789FB4D2E17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4DB65D-220E-420C-9DB7-54FC8DC27B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AE8154-846E-4D0B-8D73-152F44775F5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9A4B2FA-BED3-4341-B5F1-5E7D4588101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67DF9E-AB0F-4FFB-BA08-8773A0B7E43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A7FA0D8-341D-4316-A504-F32DC22A96B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257f6fe12841d5" /><Relationship Type="http://schemas.openxmlformats.org/officeDocument/2006/relationships/slideLayout" Target="/ppt/slideLayouts/slideLayout1.xml" Id="Rac241bdd74264dcc" /><Relationship Type="http://schemas.openxmlformats.org/officeDocument/2006/relationships/slideLayout" Target="/ppt/slideLayouts/slideLayout2.xml" Id="Rb974862808d046fb" /><Relationship Type="http://schemas.openxmlformats.org/officeDocument/2006/relationships/slideLayout" Target="/ppt/slideLayouts/slideLayout3.xml" Id="R5ea1639dde244739" /><Relationship Type="http://schemas.openxmlformats.org/officeDocument/2006/relationships/slideLayout" Target="/ppt/slideLayouts/slideLayout4.xml" Id="R97b53ad88e464dc0" /><Relationship Type="http://schemas.openxmlformats.org/officeDocument/2006/relationships/slideLayout" Target="/ppt/slideLayouts/slideLayout5.xml" Id="Ree3e235db6af4b2a" /><Relationship Type="http://schemas.openxmlformats.org/officeDocument/2006/relationships/slideLayout" Target="/ppt/slideLayouts/slideLayout6.xml" Id="R6890c0297351465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241bdd74264dcc"/>
    <p:sldLayoutId xmlns:r="http://schemas.openxmlformats.org/officeDocument/2006/relationships" id="2147483650" r:id="Rb974862808d046fb"/>
    <p:sldLayoutId xmlns:r="http://schemas.openxmlformats.org/officeDocument/2006/relationships" id="2147483651" r:id="R5ea1639dde244739"/>
    <p:sldLayoutId xmlns:r="http://schemas.openxmlformats.org/officeDocument/2006/relationships" id="2147483652" r:id="R97b53ad88e464dc0"/>
    <p:sldLayoutId xmlns:r="http://schemas.openxmlformats.org/officeDocument/2006/relationships" id="2147483653" r:id="Ree3e235db6af4b2a"/>
    <p:sldLayoutId xmlns:r="http://schemas.openxmlformats.org/officeDocument/2006/relationships" id="2147483654" r:id="R6890c0297351465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5ae2b9ff77c4522" /><Relationship Type="http://schemas.openxmlformats.org/officeDocument/2006/relationships/image" Target="/ppt/media/image.png" Id="Rc097a466dc8b4db9" /><Relationship Type="http://schemas.openxmlformats.org/officeDocument/2006/relationships/notesSlide" Target="/ppt/notesSlides/notesSlide1.xml" Id="Ra4f91f46544f46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3fb2799b7e94235" /><Relationship Type="http://schemas.openxmlformats.org/officeDocument/2006/relationships/notesSlide" Target="/ppt/notesSlides/notesSlide2.xml" Id="R9d4a503f7b3843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60f0be02db4a25" /><Relationship Type="http://schemas.openxmlformats.org/officeDocument/2006/relationships/image" Target="/ppt/media/image2.png" Id="Rd2f8a1603f0b4ebf" /><Relationship Type="http://schemas.openxmlformats.org/officeDocument/2006/relationships/notesSlide" Target="/ppt/notesSlides/notesSlide3.xml" Id="R321308ce1ca747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811221d67844826" /><Relationship Type="http://schemas.openxmlformats.org/officeDocument/2006/relationships/notesSlide" Target="/ppt/notesSlides/notesSlide4.xml" Id="R7676e9ac4e484e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bee8ff7c9334b32" /><Relationship Type="http://schemas.openxmlformats.org/officeDocument/2006/relationships/notesSlide" Target="/ppt/notesSlides/notesSlide5.xml" Id="Re400c84928524b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200d2dba2d24c42" /><Relationship Type="http://schemas.openxmlformats.org/officeDocument/2006/relationships/notesSlide" Target="/ppt/notesSlides/notesSlide6.xml" Id="R742b22115851407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0829b1577584e18" /><Relationship Type="http://schemas.openxmlformats.org/officeDocument/2006/relationships/notesSlide" Target="/ppt/notesSlides/notesSlide7.xml" Id="Rbb48aa277082443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baa06a509de4364" /><Relationship Type="http://schemas.openxmlformats.org/officeDocument/2006/relationships/notesSlide" Target="/ppt/notesSlides/notesSlide8.xml" Id="Rc236ee75673c449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f406243b09943e3" /><Relationship Type="http://schemas.openxmlformats.org/officeDocument/2006/relationships/notesSlide" Target="/ppt/notesSlides/notesSlide9.xml" Id="R131e7378a2da4f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694d2d9cef34278" /><Relationship Type="http://schemas.openxmlformats.org/officeDocument/2006/relationships/notesSlide" Target="/ppt/notesSlides/notesSlide10.xml" Id="Rf8daa7c31e7448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f986bcf62d746d5" /><Relationship Type="http://schemas.openxmlformats.org/officeDocument/2006/relationships/notesSlide" Target="/ppt/notesSlides/notesSlide11.xml" Id="R433fb6bf993549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05713eb8c9b40c3" /><Relationship Type="http://schemas.openxmlformats.org/officeDocument/2006/relationships/image" Target="/ppt/media/image3.png" Id="R9e70ee345f304ee5" /><Relationship Type="http://schemas.openxmlformats.org/officeDocument/2006/relationships/notesSlide" Target="/ppt/notesSlides/notesSlide12.xml" Id="R462a642d36ff4f3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9348e1cdf034ae8" /><Relationship Type="http://schemas.openxmlformats.org/officeDocument/2006/relationships/notesSlide" Target="/ppt/notesSlides/notesSlide13.xml" Id="Rd4cd414d1e9b489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f37a0cf40bd4443" /><Relationship Type="http://schemas.openxmlformats.org/officeDocument/2006/relationships/notesSlide" Target="/ppt/notesSlides/notesSlide14.xml" Id="R63a0f86d2f1443c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e626a6f5b5c74708" /><Relationship Type="http://schemas.openxmlformats.org/officeDocument/2006/relationships/image" Target="/ppt/media/image.bin" Id="R8ab689b2c8154407" /><Relationship Type="http://schemas.openxmlformats.org/officeDocument/2006/relationships/notesSlide" Target="/ppt/notesSlides/notesSlide15.xml" Id="R1d2f29be7cf34d3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30b82ea75ca4b56" /><Relationship Type="http://schemas.openxmlformats.org/officeDocument/2006/relationships/notesSlide" Target="/ppt/notesSlides/notesSlide16.xml" Id="R94b471cfe7f8437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349a7216e3244a8c" /><Relationship Type="http://schemas.openxmlformats.org/officeDocument/2006/relationships/notesSlide" Target="/ppt/notesSlides/notesSlide17.xml" Id="R60e6d14504e842c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4bd480cc82d44aa" /><Relationship Type="http://schemas.openxmlformats.org/officeDocument/2006/relationships/image" Target="/ppt/media/image4.png" Id="Rc159f4519c94401a" /><Relationship Type="http://schemas.openxmlformats.org/officeDocument/2006/relationships/image" Target="/ppt/media/image.svg" Id="R7c09b67d2ece47b7" /><Relationship Type="http://schemas.openxmlformats.org/officeDocument/2006/relationships/notesSlide" Target="/ppt/notesSlides/notesSlide18.xml" Id="R13bd17160c80473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b79bf928ba5642f7" /><Relationship Type="http://schemas.openxmlformats.org/officeDocument/2006/relationships/image" Target="/ppt/media/image5.png" Id="R2f382b3bcb434782" /><Relationship Type="http://schemas.openxmlformats.org/officeDocument/2006/relationships/image" Target="/ppt/media/image2.svg" Id="Rb2421d516c8b40cf" /><Relationship Type="http://schemas.openxmlformats.org/officeDocument/2006/relationships/notesSlide" Target="/ppt/notesSlides/notesSlide19.xml" Id="R3b21cdd0a6214d55"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54BC06E-BD59-48F5-9112-E7B6B020C317}"/>
              </a:ext>
            </a:extLst>
          </p:cNvPr>
          <p:cNvPicPr>
            <a:picLocks xmlns:a="http://schemas.openxmlformats.org/drawingml/2006/main" noChangeAspect="1"/>
          </p:cNvPicPr>
          <p:nvPr/>
        </p:nvPicPr>
        <p:blipFill>
          <a:blip xmlns:r="http://schemas.openxmlformats.org/officeDocument/2006/relationships" xmlns:a="http://schemas.openxmlformats.org/drawingml/2006/main" r:embed="Rc097a466dc8b4db9"/>
          <a:srcRect xmlns:a="http://schemas.openxmlformats.org/drawingml/2006/main" l="23828" t="0" r="23828" b="0"/>
          <a:stretch xmlns:a="http://schemas.openxmlformats.org/drawingml/2006/main">
            <a:fillRect l="0" t="0" r="0" b="0"/>
          </a:stretch>
        </p:blipFill>
        <p:spPr>
          <a:xfrm xmlns:a="http://schemas.openxmlformats.org/drawingml/2006/main">
            <a:off x="5810250" y="0"/>
            <a:ext cx="638175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DCBA41D-ADA0-4E4D-8443-0DA0E108DFBF}"/>
              </a:ext>
            </a:extLst>
          </p:cNvPr>
          <p:cNvSpPr>
            <a:spLocks xmlns:a="http://schemas.openxmlformats.org/drawingml/2006/main" noGrp="1"/>
          </p:cNvSpPr>
          <p:nvPr/>
        </p:nvSpPr>
        <p:spPr>
          <a:xfrm xmlns:a="http://schemas.openxmlformats.org/drawingml/2006/main">
            <a:off x="0" y="0"/>
            <a:ext cx="6381750" cy="6858000"/>
          </a:xfrm>
          <a:prstGeom xmlns:a="http://schemas.openxmlformats.org/drawingml/2006/main" prst="rect">
            <a:avLst/>
          </a:prstGeom>
          <a:solidFill xmlns:a="http://schemas.openxmlformats.org/drawingml/2006/main">
            <a:srgbClr val="F8F8F3"/>
          </a:solidFill>
          <a:ln xmlns:a="http://schemas.openxmlformats.org/drawingml/2006/main" w="0">
            <a:solidFill>
              <a:srgbClr val="F8F8F3"/>
            </a:solidFill>
            <a:prstDash val="solid"/>
          </a:ln>
        </p:spPr>
      </p:sp>
      <p:sp>
        <p:nvSpPr>
          <p:cNvPr id="3" name="">
            <a:extLst xmlns:a="http://schemas.openxmlformats.org/drawingml/2006/main">
              <a:ext uri="{FF2B5EF4-FFF2-40B4-BE49-F238E27FC236}">
                <a16:creationId xmlns:a16="http://schemas.microsoft.com/office/drawing/2014/main" id="{D9E7FD7B-C872-432C-AD6F-B2D046A8AE3C}"/>
              </a:ext>
            </a:extLst>
          </p:cNvPr>
          <p:cNvSpPr>
            <a:spLocks xmlns:a="http://schemas.openxmlformats.org/drawingml/2006/main" noGrp="1"/>
          </p:cNvSpPr>
          <p:nvPr/>
        </p:nvSpPr>
        <p:spPr>
          <a:xfrm xmlns:a="http://schemas.openxmlformats.org/drawingml/2006/main">
            <a:off x="609600" y="666750"/>
            <a:ext cx="495300" cy="57150"/>
          </a:xfrm>
          <a:prstGeom xmlns:a="http://schemas.openxmlformats.org/drawingml/2006/main" prst="roundRect">
            <a:avLst>
              <a:gd name="adj" fmla="val 50000"/>
            </a:avLst>
          </a:prstGeom>
          <a:solidFill xmlns:a="http://schemas.openxmlformats.org/drawingml/2006/main">
            <a:srgbClr val="A25C38"/>
          </a:solidFill>
          <a:ln xmlns:a="http://schemas.openxmlformats.org/drawingml/2006/main" w="0">
            <a:solidFill>
              <a:srgbClr val="A25C38"/>
            </a:solidFill>
            <a:prstDash val="solid"/>
          </a:ln>
        </p:spPr>
      </p:sp>
      <p:sp>
        <p:nvSpPr>
          <p:cNvPr id="4" name="">
            <a:extLst xmlns:a="http://schemas.openxmlformats.org/drawingml/2006/main">
              <a:ext uri="{FF2B5EF4-FFF2-40B4-BE49-F238E27FC236}">
                <a16:creationId xmlns:a16="http://schemas.microsoft.com/office/drawing/2014/main" id="{42C2111D-0A53-44F5-B69D-725516A7B92D}"/>
              </a:ext>
            </a:extLst>
          </p:cNvPr>
          <p:cNvSpPr>
            <a:spLocks xmlns:a="http://schemas.openxmlformats.org/drawingml/2006/main" noGrp="1"/>
          </p:cNvSpPr>
          <p:nvPr/>
        </p:nvSpPr>
        <p:spPr>
          <a:xfrm xmlns:a="http://schemas.openxmlformats.org/drawingml/2006/main">
            <a:off x="609600" y="8382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CODITENT PROJECT PRESENTATION  /  BACKEND SECTION</a:t>
            </a:r>
          </a:p>
        </p:txBody>
      </p:sp>
      <p:sp>
        <p:nvSpPr>
          <p:cNvPr id="5" name="">
            <a:extLst xmlns:a="http://schemas.openxmlformats.org/drawingml/2006/main">
              <a:ext uri="{FF2B5EF4-FFF2-40B4-BE49-F238E27FC236}">
                <a16:creationId xmlns:a16="http://schemas.microsoft.com/office/drawing/2014/main" id="{94EE1E58-6800-4FA2-B971-2BDD77A1E4DB}"/>
              </a:ext>
            </a:extLst>
          </p:cNvPr>
          <p:cNvSpPr>
            <a:spLocks xmlns:a="http://schemas.openxmlformats.org/drawingml/2006/main" noGrp="1"/>
          </p:cNvSpPr>
          <p:nvPr/>
        </p:nvSpPr>
        <p:spPr>
          <a:xfrm xmlns:a="http://schemas.openxmlformats.org/drawingml/2006/main">
            <a:off x="609600" y="1466850"/>
            <a:ext cx="504825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3000" b="1">
                <a:solidFill>
                  <a:srgbClr val="192B23"/>
                </a:solidFill>
                <a:latin typeface="Noto Sans"/>
                <a:ea typeface="Noto Sans"/>
                <a:cs typeface="Noto Sans"/>
              </a:defRPr>
            </a:defPPr>
            <a:lvl1pPr algn="l">
              <a:defRPr sz="3000" b="1">
                <a:solidFill>
                  <a:srgbClr val="192B23"/>
                </a:solidFill>
                <a:latin typeface="Noto Sans"/>
                <a:ea typeface="Noto Sans"/>
                <a:cs typeface="Noto Sans"/>
              </a:defRPr>
            </a:lvl1pPr>
            <a:lvl2pPr algn="l">
              <a:defRPr sz="3000" b="1">
                <a:solidFill>
                  <a:srgbClr val="192B23"/>
                </a:solidFill>
                <a:latin typeface="Noto Sans"/>
                <a:ea typeface="Noto Sans"/>
                <a:cs typeface="Noto Sans"/>
              </a:defRPr>
            </a:lvl2pPr>
            <a:lvl3pPr algn="l">
              <a:defRPr sz="3000" b="1">
                <a:solidFill>
                  <a:srgbClr val="192B23"/>
                </a:solidFill>
                <a:latin typeface="Noto Sans"/>
                <a:ea typeface="Noto Sans"/>
                <a:cs typeface="Noto Sans"/>
              </a:defRPr>
            </a:lvl3pPr>
            <a:lvl4pPr algn="l">
              <a:defRPr sz="3000" b="1">
                <a:solidFill>
                  <a:srgbClr val="192B23"/>
                </a:solidFill>
                <a:latin typeface="Noto Sans"/>
                <a:ea typeface="Noto Sans"/>
                <a:cs typeface="Noto Sans"/>
              </a:defRPr>
            </a:lvl4pPr>
            <a:lvl5pPr algn="l">
              <a:defRPr sz="3000" b="1">
                <a:solidFill>
                  <a:srgbClr val="192B23"/>
                </a:solidFill>
                <a:latin typeface="Noto Sans"/>
                <a:ea typeface="Noto Sans"/>
                <a:cs typeface="Noto Sans"/>
              </a:defRPr>
            </a:lvl5pPr>
            <a:lvl6pPr algn="l">
              <a:defRPr sz="3000" b="1">
                <a:solidFill>
                  <a:srgbClr val="192B23"/>
                </a:solidFill>
                <a:latin typeface="Noto Sans"/>
                <a:ea typeface="Noto Sans"/>
                <a:cs typeface="Noto Sans"/>
              </a:defRPr>
            </a:lvl6pPr>
            <a:lvl7pPr algn="l">
              <a:defRPr sz="3000" b="1">
                <a:solidFill>
                  <a:srgbClr val="192B23"/>
                </a:solidFill>
                <a:latin typeface="Noto Sans"/>
                <a:ea typeface="Noto Sans"/>
                <a:cs typeface="Noto Sans"/>
              </a:defRPr>
            </a:lvl7pPr>
            <a:lvl8pPr algn="l">
              <a:defRPr sz="3000" b="1">
                <a:solidFill>
                  <a:srgbClr val="192B23"/>
                </a:solidFill>
                <a:latin typeface="Noto Sans"/>
                <a:ea typeface="Noto Sans"/>
                <a:cs typeface="Noto Sans"/>
              </a:defRPr>
            </a:lvl8pPr>
            <a:lvl9pPr algn="l">
              <a:defRPr sz="3000" b="1">
                <a:solidFill>
                  <a:srgbClr val="192B23"/>
                </a:solidFill>
                <a:latin typeface="Noto Sans"/>
                <a:ea typeface="Noto Sans"/>
                <a:cs typeface="Noto Sans"/>
              </a:defRPr>
            </a:lvl9pPr>
          </a:lstStyle>
          <a:p xmlns:a="http://schemas.openxmlformats.org/drawingml/2006/main">
            <a:pPr algn="l">
              <a:defRPr sz="3000" b="1">
                <a:solidFill>
                  <a:srgbClr val="192B23"/>
                </a:solidFill>
                <a:latin typeface="Noto Sans"/>
                <a:ea typeface="Noto Sans"/>
                <a:cs typeface="Noto Sans"/>
              </a:defRPr>
            </a:pPr>
            <a:r>
              <a:rPr sz="3000" b="1">
                <a:solidFill>
                  <a:srgbClr val="192B23"/>
                </a:solidFill>
                <a:latin typeface="Noto Sans"/>
                <a:ea typeface="Noto Sans"/>
                <a:cs typeface="Noto Sans"/>
              </a:rPr>
              <a:t>Now, let’s look</a:t>
            </a:r>
          </a:p>
          <a:p xmlns:a="http://schemas.openxmlformats.org/drawingml/2006/main">
            <a:pPr algn="l">
              <a:defRPr sz="3000" b="1">
                <a:solidFill>
                  <a:srgbClr val="192B23"/>
                </a:solidFill>
                <a:latin typeface="Noto Sans"/>
                <a:ea typeface="Noto Sans"/>
                <a:cs typeface="Noto Sans"/>
              </a:defRPr>
            </a:pPr>
            <a:r>
              <a:rPr sz="3000" b="1">
                <a:solidFill>
                  <a:srgbClr val="192B23"/>
                </a:solidFill>
                <a:latin typeface="Noto Sans"/>
                <a:ea typeface="Noto Sans"/>
                <a:cs typeface="Noto Sans"/>
              </a:rPr>
              <a:t>behind the interface</a:t>
            </a:r>
          </a:p>
        </p:txBody>
      </p:sp>
      <p:sp>
        <p:nvSpPr>
          <p:cNvPr id="6" name="">
            <a:extLst xmlns:a="http://schemas.openxmlformats.org/drawingml/2006/main">
              <a:ext uri="{FF2B5EF4-FFF2-40B4-BE49-F238E27FC236}">
                <a16:creationId xmlns:a16="http://schemas.microsoft.com/office/drawing/2014/main" id="{319AA902-3433-4BB9-A5D6-ECDE2180E7DC}"/>
              </a:ext>
            </a:extLst>
          </p:cNvPr>
          <p:cNvSpPr>
            <a:spLocks xmlns:a="http://schemas.openxmlformats.org/drawingml/2006/main" noGrp="1"/>
          </p:cNvSpPr>
          <p:nvPr/>
        </p:nvSpPr>
        <p:spPr>
          <a:xfrm xmlns:a="http://schemas.openxmlformats.org/drawingml/2006/main">
            <a:off x="609600" y="2895600"/>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650" b="1">
                <a:solidFill>
                  <a:srgbClr val="356456"/>
                </a:solidFill>
                <a:latin typeface="Noto Sans"/>
                <a:ea typeface="Noto Sans"/>
                <a:cs typeface="Noto Sans"/>
              </a:defRPr>
            </a:defPPr>
            <a:lvl1pPr algn="l">
              <a:defRPr sz="1650" b="1">
                <a:solidFill>
                  <a:srgbClr val="356456"/>
                </a:solidFill>
                <a:latin typeface="Noto Sans"/>
                <a:ea typeface="Noto Sans"/>
                <a:cs typeface="Noto Sans"/>
              </a:defRPr>
            </a:lvl1pPr>
            <a:lvl2pPr algn="l">
              <a:defRPr sz="1650" b="1">
                <a:solidFill>
                  <a:srgbClr val="356456"/>
                </a:solidFill>
                <a:latin typeface="Noto Sans"/>
                <a:ea typeface="Noto Sans"/>
                <a:cs typeface="Noto Sans"/>
              </a:defRPr>
            </a:lvl2pPr>
            <a:lvl3pPr algn="l">
              <a:defRPr sz="1650" b="1">
                <a:solidFill>
                  <a:srgbClr val="356456"/>
                </a:solidFill>
                <a:latin typeface="Noto Sans"/>
                <a:ea typeface="Noto Sans"/>
                <a:cs typeface="Noto Sans"/>
              </a:defRPr>
            </a:lvl3pPr>
            <a:lvl4pPr algn="l">
              <a:defRPr sz="1650" b="1">
                <a:solidFill>
                  <a:srgbClr val="356456"/>
                </a:solidFill>
                <a:latin typeface="Noto Sans"/>
                <a:ea typeface="Noto Sans"/>
                <a:cs typeface="Noto Sans"/>
              </a:defRPr>
            </a:lvl4pPr>
            <a:lvl5pPr algn="l">
              <a:defRPr sz="1650" b="1">
                <a:solidFill>
                  <a:srgbClr val="356456"/>
                </a:solidFill>
                <a:latin typeface="Noto Sans"/>
                <a:ea typeface="Noto Sans"/>
                <a:cs typeface="Noto Sans"/>
              </a:defRPr>
            </a:lvl5pPr>
            <a:lvl6pPr algn="l">
              <a:defRPr sz="1650" b="1">
                <a:solidFill>
                  <a:srgbClr val="356456"/>
                </a:solidFill>
                <a:latin typeface="Noto Sans"/>
                <a:ea typeface="Noto Sans"/>
                <a:cs typeface="Noto Sans"/>
              </a:defRPr>
            </a:lvl6pPr>
            <a:lvl7pPr algn="l">
              <a:defRPr sz="1650" b="1">
                <a:solidFill>
                  <a:srgbClr val="356456"/>
                </a:solidFill>
                <a:latin typeface="Noto Sans"/>
                <a:ea typeface="Noto Sans"/>
                <a:cs typeface="Noto Sans"/>
              </a:defRPr>
            </a:lvl7pPr>
            <a:lvl8pPr algn="l">
              <a:defRPr sz="1650" b="1">
                <a:solidFill>
                  <a:srgbClr val="356456"/>
                </a:solidFill>
                <a:latin typeface="Noto Sans"/>
                <a:ea typeface="Noto Sans"/>
                <a:cs typeface="Noto Sans"/>
              </a:defRPr>
            </a:lvl8pPr>
            <a:lvl9pPr algn="l">
              <a:defRPr sz="1650" b="1">
                <a:solidFill>
                  <a:srgbClr val="356456"/>
                </a:solidFill>
                <a:latin typeface="Noto Sans"/>
                <a:ea typeface="Noto Sans"/>
                <a:cs typeface="Noto Sans"/>
              </a:defRPr>
            </a:lvl9pPr>
          </a:lstStyle>
          <a:p xmlns:a="http://schemas.openxmlformats.org/drawingml/2006/main">
            <a:pPr algn="l">
              <a:defRPr sz="1650" b="1">
                <a:solidFill>
                  <a:srgbClr val="356456"/>
                </a:solidFill>
                <a:latin typeface="Noto Sans"/>
                <a:ea typeface="Noto Sans"/>
                <a:cs typeface="Noto Sans"/>
              </a:defRPr>
            </a:pPr>
            <a:r>
              <a:rPr sz="1650" b="1">
                <a:solidFill>
                  <a:srgbClr val="356456"/>
                </a:solidFill>
                <a:latin typeface="Noto Sans"/>
                <a:ea typeface="Noto Sans"/>
                <a:cs typeface="Noto Sans"/>
              </a:rPr>
              <a:t>My contribution: backend architecture and engineering</a:t>
            </a:r>
          </a:p>
        </p:txBody>
      </p:sp>
      <p:sp>
        <p:nvSpPr>
          <p:cNvPr id="7" name="">
            <a:extLst xmlns:a="http://schemas.openxmlformats.org/drawingml/2006/main">
              <a:ext uri="{FF2B5EF4-FFF2-40B4-BE49-F238E27FC236}">
                <a16:creationId xmlns:a16="http://schemas.microsoft.com/office/drawing/2014/main" id="{7EB8223B-A2D7-4FAF-8EC6-03E3DE65844A}"/>
              </a:ext>
            </a:extLst>
          </p:cNvPr>
          <p:cNvSpPr>
            <a:spLocks xmlns:a="http://schemas.openxmlformats.org/drawingml/2006/main" noGrp="1"/>
          </p:cNvSpPr>
          <p:nvPr/>
        </p:nvSpPr>
        <p:spPr>
          <a:xfrm xmlns:a="http://schemas.openxmlformats.org/drawingml/2006/main">
            <a:off x="609600" y="363855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I built the services that validate requests, protect data, run background work and support real-time chat.</a:t>
            </a:r>
          </a:p>
        </p:txBody>
      </p:sp>
      <p:sp>
        <p:nvSpPr>
          <p:cNvPr id="8" name="">
            <a:extLst xmlns:a="http://schemas.openxmlformats.org/drawingml/2006/main">
              <a:ext uri="{FF2B5EF4-FFF2-40B4-BE49-F238E27FC236}">
                <a16:creationId xmlns:a16="http://schemas.microsoft.com/office/drawing/2014/main" id="{AC2EB906-EFC4-4B8A-A2B5-B22CC74D1161}"/>
              </a:ext>
            </a:extLst>
          </p:cNvPr>
          <p:cNvSpPr>
            <a:spLocks xmlns:a="http://schemas.openxmlformats.org/drawingml/2006/main" noGrp="1"/>
          </p:cNvSpPr>
          <p:nvPr/>
        </p:nvSpPr>
        <p:spPr>
          <a:xfrm xmlns:a="http://schemas.openxmlformats.org/drawingml/2006/main">
            <a:off x="609600" y="541020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Presented by [Your Name]</a:t>
            </a:r>
          </a:p>
        </p:txBody>
      </p:sp>
      <p:sp>
        <p:nvSpPr>
          <p:cNvPr id="9" name="">
            <a:extLst xmlns:a="http://schemas.openxmlformats.org/drawingml/2006/main">
              <a:ext uri="{FF2B5EF4-FFF2-40B4-BE49-F238E27FC236}">
                <a16:creationId xmlns:a16="http://schemas.microsoft.com/office/drawing/2014/main" id="{2390E5C8-12B8-45C1-BA38-80BA4E88E8E7}"/>
              </a:ext>
            </a:extLst>
          </p:cNvPr>
          <p:cNvSpPr>
            <a:spLocks xmlns:a="http://schemas.openxmlformats.org/drawingml/2006/main" noGrp="1"/>
          </p:cNvSpPr>
          <p:nvPr/>
        </p:nvSpPr>
        <p:spPr>
          <a:xfrm xmlns:a="http://schemas.openxmlformats.org/drawingml/2006/main">
            <a:off x="609600" y="57721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Backend Developer  /  CODITENT Team</a:t>
            </a:r>
          </a:p>
        </p:txBody>
      </p:sp>
    </p:spTree>
    <p:transition spd="med" advClick="1">
      <p:fade/>
    </p:transition>
    <p:extLst>
      <p:ext uri="{BB962C8B-B14F-4D97-AF65-F5344CB8AC3E}">
        <p14:creationId xmlns:p14="http://schemas.microsoft.com/office/powerpoint/2010/main" val="643265937"/>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4B540812-A9A3-43F8-B31D-615503D39B39}"/>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REPOSITORY SNAPSHOT</a:t>
            </a:r>
          </a:p>
        </p:txBody>
      </p:sp>
      <p:sp>
        <p:nvSpPr>
          <p:cNvPr id="2" name="">
            <a:extLst xmlns:a="http://schemas.openxmlformats.org/drawingml/2006/main">
              <a:ext uri="{FF2B5EF4-FFF2-40B4-BE49-F238E27FC236}">
                <a16:creationId xmlns:a16="http://schemas.microsoft.com/office/drawing/2014/main" id="{88B26994-95B3-492E-A1BA-69555A445A0A}"/>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02</a:t>
            </a:r>
          </a:p>
        </p:txBody>
      </p:sp>
      <p:sp>
        <p:nvSpPr>
          <p:cNvPr id="3" name="">
            <a:extLst xmlns:a="http://schemas.openxmlformats.org/drawingml/2006/main">
              <a:ext uri="{FF2B5EF4-FFF2-40B4-BE49-F238E27FC236}">
                <a16:creationId xmlns:a16="http://schemas.microsoft.com/office/drawing/2014/main" id="{ADEE56A4-9C0C-4A32-8F80-B8108D5D9FF6}"/>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Backend at a glance</a:t>
            </a:r>
          </a:p>
        </p:txBody>
      </p:sp>
      <p:sp>
        <p:nvSpPr>
          <p:cNvPr id="4" name="">
            <a:extLst xmlns:a="http://schemas.openxmlformats.org/drawingml/2006/main">
              <a:ext uri="{FF2B5EF4-FFF2-40B4-BE49-F238E27FC236}">
                <a16:creationId xmlns:a16="http://schemas.microsoft.com/office/drawing/2014/main" id="{C9CAABF0-2721-4B87-88EA-DF4D8596BB0F}"/>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DAC1FEE3-31E6-4F2A-81D9-8900D0A5639C}"/>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Current counts taken from the submitted repository.</a:t>
            </a:r>
          </a:p>
        </p:txBody>
      </p:sp>
      <p:sp>
        <p:nvSpPr>
          <p:cNvPr id="6" name="">
            <a:extLst xmlns:a="http://schemas.openxmlformats.org/drawingml/2006/main">
              <a:ext uri="{FF2B5EF4-FFF2-40B4-BE49-F238E27FC236}">
                <a16:creationId xmlns:a16="http://schemas.microsoft.com/office/drawing/2014/main" id="{4A639FAA-612B-48DC-AA8B-86EC3E10F4B5}"/>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CA473CDD-F992-4220-B84D-05E850DEA3AF}"/>
              </a:ext>
            </a:extLst>
          </p:cNvPr>
          <p:cNvSpPr>
            <a:spLocks xmlns:a="http://schemas.openxmlformats.org/drawingml/2006/main" noGrp="1"/>
          </p:cNvSpPr>
          <p:nvPr/>
        </p:nvSpPr>
        <p:spPr>
          <a:xfrm xmlns:a="http://schemas.openxmlformats.org/drawingml/2006/main">
            <a:off x="609600" y="1981200"/>
            <a:ext cx="2286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5850" b="1">
                <a:solidFill>
                  <a:srgbClr val="194D38"/>
                </a:solidFill>
                <a:latin typeface="Noto Sans"/>
                <a:ea typeface="Noto Sans"/>
                <a:cs typeface="Noto Sans"/>
              </a:defRPr>
            </a:defPPr>
            <a:lvl1pPr algn="l">
              <a:defRPr sz="5850" b="1">
                <a:solidFill>
                  <a:srgbClr val="194D38"/>
                </a:solidFill>
                <a:latin typeface="Noto Sans"/>
                <a:ea typeface="Noto Sans"/>
                <a:cs typeface="Noto Sans"/>
              </a:defRPr>
            </a:lvl1pPr>
            <a:lvl2pPr algn="l">
              <a:defRPr sz="5850" b="1">
                <a:solidFill>
                  <a:srgbClr val="194D38"/>
                </a:solidFill>
                <a:latin typeface="Noto Sans"/>
                <a:ea typeface="Noto Sans"/>
                <a:cs typeface="Noto Sans"/>
              </a:defRPr>
            </a:lvl2pPr>
            <a:lvl3pPr algn="l">
              <a:defRPr sz="5850" b="1">
                <a:solidFill>
                  <a:srgbClr val="194D38"/>
                </a:solidFill>
                <a:latin typeface="Noto Sans"/>
                <a:ea typeface="Noto Sans"/>
                <a:cs typeface="Noto Sans"/>
              </a:defRPr>
            </a:lvl3pPr>
            <a:lvl4pPr algn="l">
              <a:defRPr sz="5850" b="1">
                <a:solidFill>
                  <a:srgbClr val="194D38"/>
                </a:solidFill>
                <a:latin typeface="Noto Sans"/>
                <a:ea typeface="Noto Sans"/>
                <a:cs typeface="Noto Sans"/>
              </a:defRPr>
            </a:lvl4pPr>
            <a:lvl5pPr algn="l">
              <a:defRPr sz="5850" b="1">
                <a:solidFill>
                  <a:srgbClr val="194D38"/>
                </a:solidFill>
                <a:latin typeface="Noto Sans"/>
                <a:ea typeface="Noto Sans"/>
                <a:cs typeface="Noto Sans"/>
              </a:defRPr>
            </a:lvl5pPr>
            <a:lvl6pPr algn="l">
              <a:defRPr sz="5850" b="1">
                <a:solidFill>
                  <a:srgbClr val="194D38"/>
                </a:solidFill>
                <a:latin typeface="Noto Sans"/>
                <a:ea typeface="Noto Sans"/>
                <a:cs typeface="Noto Sans"/>
              </a:defRPr>
            </a:lvl6pPr>
            <a:lvl7pPr algn="l">
              <a:defRPr sz="5850" b="1">
                <a:solidFill>
                  <a:srgbClr val="194D38"/>
                </a:solidFill>
                <a:latin typeface="Noto Sans"/>
                <a:ea typeface="Noto Sans"/>
                <a:cs typeface="Noto Sans"/>
              </a:defRPr>
            </a:lvl7pPr>
            <a:lvl8pPr algn="l">
              <a:defRPr sz="5850" b="1">
                <a:solidFill>
                  <a:srgbClr val="194D38"/>
                </a:solidFill>
                <a:latin typeface="Noto Sans"/>
                <a:ea typeface="Noto Sans"/>
                <a:cs typeface="Noto Sans"/>
              </a:defRPr>
            </a:lvl8pPr>
            <a:lvl9pPr algn="l">
              <a:defRPr sz="5850" b="1">
                <a:solidFill>
                  <a:srgbClr val="194D38"/>
                </a:solidFill>
                <a:latin typeface="Noto Sans"/>
                <a:ea typeface="Noto Sans"/>
                <a:cs typeface="Noto Sans"/>
              </a:defRPr>
            </a:lvl9pPr>
          </a:lstStyle>
          <a:p xmlns:a="http://schemas.openxmlformats.org/drawingml/2006/main">
            <a:pPr algn="l">
              <a:defRPr sz="5850" b="1">
                <a:solidFill>
                  <a:srgbClr val="194D38"/>
                </a:solidFill>
                <a:latin typeface="Noto Sans"/>
                <a:ea typeface="Noto Sans"/>
                <a:cs typeface="Noto Sans"/>
              </a:defRPr>
            </a:pPr>
            <a:r>
              <a:rPr sz="5850" b="1">
                <a:solidFill>
                  <a:srgbClr val="194D38"/>
                </a:solidFill>
                <a:latin typeface="Noto Sans"/>
                <a:ea typeface="Noto Sans"/>
                <a:cs typeface="Noto Sans"/>
              </a:rPr>
              <a:t>165</a:t>
            </a:r>
          </a:p>
        </p:txBody>
      </p:sp>
      <p:sp>
        <p:nvSpPr>
          <p:cNvPr id="8" name="">
            <a:extLst xmlns:a="http://schemas.openxmlformats.org/drawingml/2006/main">
              <a:ext uri="{FF2B5EF4-FFF2-40B4-BE49-F238E27FC236}">
                <a16:creationId xmlns:a16="http://schemas.microsoft.com/office/drawing/2014/main" id="{00D94E0F-94EA-43E6-82BB-66BAB5527733}"/>
              </a:ext>
            </a:extLst>
          </p:cNvPr>
          <p:cNvSpPr>
            <a:spLocks xmlns:a="http://schemas.openxmlformats.org/drawingml/2006/main" noGrp="1"/>
          </p:cNvSpPr>
          <p:nvPr/>
        </p:nvSpPr>
        <p:spPr>
          <a:xfrm xmlns:a="http://schemas.openxmlformats.org/drawingml/2006/main">
            <a:off x="666750" y="2990850"/>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application routes</a:t>
            </a:r>
          </a:p>
        </p:txBody>
      </p:sp>
      <p:sp>
        <p:nvSpPr>
          <p:cNvPr id="9" name="">
            <a:extLst xmlns:a="http://schemas.openxmlformats.org/drawingml/2006/main">
              <a:ext uri="{FF2B5EF4-FFF2-40B4-BE49-F238E27FC236}">
                <a16:creationId xmlns:a16="http://schemas.microsoft.com/office/drawing/2014/main" id="{8F757A5A-90F3-4440-A0AA-AF9B6151C0C2}"/>
              </a:ext>
            </a:extLst>
          </p:cNvPr>
          <p:cNvSpPr>
            <a:spLocks xmlns:a="http://schemas.openxmlformats.org/drawingml/2006/main" noGrp="1"/>
          </p:cNvSpPr>
          <p:nvPr/>
        </p:nvSpPr>
        <p:spPr>
          <a:xfrm xmlns:a="http://schemas.openxmlformats.org/drawingml/2006/main">
            <a:off x="666750" y="3333750"/>
            <a:ext cx="2571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617369"/>
                </a:solidFill>
                <a:latin typeface="Noto Sans"/>
                <a:ea typeface="Noto Sans"/>
                <a:cs typeface="Noto Sans"/>
              </a:defRPr>
            </a:defPPr>
            <a:lvl1pPr algn="l">
              <a:defRPr sz="1275" b="0">
                <a:solidFill>
                  <a:srgbClr val="617369"/>
                </a:solidFill>
                <a:latin typeface="Noto Sans"/>
                <a:ea typeface="Noto Sans"/>
                <a:cs typeface="Noto Sans"/>
              </a:defRPr>
            </a:lvl1pPr>
            <a:lvl2pPr algn="l">
              <a:defRPr sz="1275" b="0">
                <a:solidFill>
                  <a:srgbClr val="617369"/>
                </a:solidFill>
                <a:latin typeface="Noto Sans"/>
                <a:ea typeface="Noto Sans"/>
                <a:cs typeface="Noto Sans"/>
              </a:defRPr>
            </a:lvl2pPr>
            <a:lvl3pPr algn="l">
              <a:defRPr sz="1275" b="0">
                <a:solidFill>
                  <a:srgbClr val="617369"/>
                </a:solidFill>
                <a:latin typeface="Noto Sans"/>
                <a:ea typeface="Noto Sans"/>
                <a:cs typeface="Noto Sans"/>
              </a:defRPr>
            </a:lvl3pPr>
            <a:lvl4pPr algn="l">
              <a:defRPr sz="1275" b="0">
                <a:solidFill>
                  <a:srgbClr val="617369"/>
                </a:solidFill>
                <a:latin typeface="Noto Sans"/>
                <a:ea typeface="Noto Sans"/>
                <a:cs typeface="Noto Sans"/>
              </a:defRPr>
            </a:lvl4pPr>
            <a:lvl5pPr algn="l">
              <a:defRPr sz="1275" b="0">
                <a:solidFill>
                  <a:srgbClr val="617369"/>
                </a:solidFill>
                <a:latin typeface="Noto Sans"/>
                <a:ea typeface="Noto Sans"/>
                <a:cs typeface="Noto Sans"/>
              </a:defRPr>
            </a:lvl5pPr>
            <a:lvl6pPr algn="l">
              <a:defRPr sz="1275" b="0">
                <a:solidFill>
                  <a:srgbClr val="617369"/>
                </a:solidFill>
                <a:latin typeface="Noto Sans"/>
                <a:ea typeface="Noto Sans"/>
                <a:cs typeface="Noto Sans"/>
              </a:defRPr>
            </a:lvl6pPr>
            <a:lvl7pPr algn="l">
              <a:defRPr sz="1275" b="0">
                <a:solidFill>
                  <a:srgbClr val="617369"/>
                </a:solidFill>
                <a:latin typeface="Noto Sans"/>
                <a:ea typeface="Noto Sans"/>
                <a:cs typeface="Noto Sans"/>
              </a:defRPr>
            </a:lvl7pPr>
            <a:lvl8pPr algn="l">
              <a:defRPr sz="1275" b="0">
                <a:solidFill>
                  <a:srgbClr val="617369"/>
                </a:solidFill>
                <a:latin typeface="Noto Sans"/>
                <a:ea typeface="Noto Sans"/>
                <a:cs typeface="Noto Sans"/>
              </a:defRPr>
            </a:lvl8pPr>
            <a:lvl9pPr algn="l">
              <a:defRPr sz="1275" b="0">
                <a:solidFill>
                  <a:srgbClr val="617369"/>
                </a:solidFill>
                <a:latin typeface="Noto Sans"/>
                <a:ea typeface="Noto Sans"/>
                <a:cs typeface="Noto Sans"/>
              </a:defRPr>
            </a:lvl9pPr>
          </a:lstStyle>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163 HTTP endpoints</a:t>
            </a:r>
          </a:p>
          <a:p xmlns:a="http://schemas.openxmlformats.org/drawingml/2006/main">
            <a:pPr algn="l">
              <a:defRPr sz="1275" b="0">
                <a:solidFill>
                  <a:srgbClr val="617369"/>
                </a:solidFill>
                <a:latin typeface="Noto Sans"/>
                <a:ea typeface="Noto Sans"/>
                <a:cs typeface="Noto Sans"/>
              </a:defRPr>
            </a:pPr>
            <a:r>
              <a:rPr sz="1275" b="0">
                <a:solidFill>
                  <a:srgbClr val="617369"/>
                </a:solidFill>
                <a:latin typeface="Noto Sans"/>
                <a:ea typeface="Noto Sans"/>
                <a:cs typeface="Noto Sans"/>
              </a:rPr>
              <a:t>2 WebSocket channels</a:t>
            </a:r>
          </a:p>
        </p:txBody>
      </p:sp>
      <p:sp>
        <p:nvSpPr>
          <p:cNvPr id="10" name="">
            <a:extLst xmlns:a="http://schemas.openxmlformats.org/drawingml/2006/main">
              <a:ext uri="{FF2B5EF4-FFF2-40B4-BE49-F238E27FC236}">
                <a16:creationId xmlns:a16="http://schemas.microsoft.com/office/drawing/2014/main" id="{37EBC13C-0F3A-4C28-A1BA-AEA4C573705E}"/>
              </a:ext>
            </a:extLst>
          </p:cNvPr>
          <p:cNvSpPr>
            <a:spLocks xmlns:a="http://schemas.openxmlformats.org/drawingml/2006/main" noGrp="1"/>
          </p:cNvSpPr>
          <p:nvPr/>
        </p:nvSpPr>
        <p:spPr>
          <a:xfrm xmlns:a="http://schemas.openxmlformats.org/drawingml/2006/main">
            <a:off x="3352800" y="1952625"/>
            <a:ext cx="0" cy="3857625"/>
          </a:xfrm>
          <a:prstGeom xmlns:a="http://schemas.openxmlformats.org/drawingml/2006/main" prst="line">
            <a:avLst/>
          </a:prstGeom>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49A06778-48C5-43E0-85DE-1E8115825F6E}"/>
              </a:ext>
            </a:extLst>
          </p:cNvPr>
          <p:cNvSpPr>
            <a:spLocks xmlns:a="http://schemas.openxmlformats.org/drawingml/2006/main" noGrp="1"/>
          </p:cNvSpPr>
          <p:nvPr/>
        </p:nvSpPr>
        <p:spPr>
          <a:xfrm xmlns:a="http://schemas.openxmlformats.org/drawingml/2006/main">
            <a:off x="3810000" y="19240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356456"/>
                </a:solidFill>
                <a:latin typeface="Noto Sans"/>
                <a:ea typeface="Noto Sans"/>
                <a:cs typeface="Noto Sans"/>
              </a:defRPr>
            </a:defPPr>
            <a:lvl1pPr algn="l">
              <a:defRPr sz="2850" b="1">
                <a:solidFill>
                  <a:srgbClr val="356456"/>
                </a:solidFill>
                <a:latin typeface="Noto Sans"/>
                <a:ea typeface="Noto Sans"/>
                <a:cs typeface="Noto Sans"/>
              </a:defRPr>
            </a:lvl1pPr>
            <a:lvl2pPr algn="l">
              <a:defRPr sz="2850" b="1">
                <a:solidFill>
                  <a:srgbClr val="356456"/>
                </a:solidFill>
                <a:latin typeface="Noto Sans"/>
                <a:ea typeface="Noto Sans"/>
                <a:cs typeface="Noto Sans"/>
              </a:defRPr>
            </a:lvl2pPr>
            <a:lvl3pPr algn="l">
              <a:defRPr sz="2850" b="1">
                <a:solidFill>
                  <a:srgbClr val="356456"/>
                </a:solidFill>
                <a:latin typeface="Noto Sans"/>
                <a:ea typeface="Noto Sans"/>
                <a:cs typeface="Noto Sans"/>
              </a:defRPr>
            </a:lvl3pPr>
            <a:lvl4pPr algn="l">
              <a:defRPr sz="2850" b="1">
                <a:solidFill>
                  <a:srgbClr val="356456"/>
                </a:solidFill>
                <a:latin typeface="Noto Sans"/>
                <a:ea typeface="Noto Sans"/>
                <a:cs typeface="Noto Sans"/>
              </a:defRPr>
            </a:lvl4pPr>
            <a:lvl5pPr algn="l">
              <a:defRPr sz="2850" b="1">
                <a:solidFill>
                  <a:srgbClr val="356456"/>
                </a:solidFill>
                <a:latin typeface="Noto Sans"/>
                <a:ea typeface="Noto Sans"/>
                <a:cs typeface="Noto Sans"/>
              </a:defRPr>
            </a:lvl5pPr>
            <a:lvl6pPr algn="l">
              <a:defRPr sz="2850" b="1">
                <a:solidFill>
                  <a:srgbClr val="356456"/>
                </a:solidFill>
                <a:latin typeface="Noto Sans"/>
                <a:ea typeface="Noto Sans"/>
                <a:cs typeface="Noto Sans"/>
              </a:defRPr>
            </a:lvl6pPr>
            <a:lvl7pPr algn="l">
              <a:defRPr sz="2850" b="1">
                <a:solidFill>
                  <a:srgbClr val="356456"/>
                </a:solidFill>
                <a:latin typeface="Noto Sans"/>
                <a:ea typeface="Noto Sans"/>
                <a:cs typeface="Noto Sans"/>
              </a:defRPr>
            </a:lvl7pPr>
            <a:lvl8pPr algn="l">
              <a:defRPr sz="2850" b="1">
                <a:solidFill>
                  <a:srgbClr val="356456"/>
                </a:solidFill>
                <a:latin typeface="Noto Sans"/>
                <a:ea typeface="Noto Sans"/>
                <a:cs typeface="Noto Sans"/>
              </a:defRPr>
            </a:lvl8pPr>
            <a:lvl9pPr algn="l">
              <a:defRPr sz="2850" b="1">
                <a:solidFill>
                  <a:srgbClr val="356456"/>
                </a:solidFill>
                <a:latin typeface="Noto Sans"/>
                <a:ea typeface="Noto Sans"/>
                <a:cs typeface="Noto Sans"/>
              </a:defRPr>
            </a:lvl9pPr>
          </a:lstStyle>
          <a:p xmlns:a="http://schemas.openxmlformats.org/drawingml/2006/main">
            <a:pPr algn="l">
              <a:defRPr sz="2850" b="1">
                <a:solidFill>
                  <a:srgbClr val="356456"/>
                </a:solidFill>
                <a:latin typeface="Noto Sans"/>
                <a:ea typeface="Noto Sans"/>
                <a:cs typeface="Noto Sans"/>
              </a:defRPr>
            </a:pPr>
            <a:r>
              <a:rPr sz="2850" b="1">
                <a:solidFill>
                  <a:srgbClr val="356456"/>
                </a:solidFill>
                <a:latin typeface="Noto Sans"/>
                <a:ea typeface="Noto Sans"/>
                <a:cs typeface="Noto Sans"/>
              </a:rPr>
              <a:t>18</a:t>
            </a:r>
          </a:p>
        </p:txBody>
      </p:sp>
      <p:sp>
        <p:nvSpPr>
          <p:cNvPr id="12" name="">
            <a:extLst xmlns:a="http://schemas.openxmlformats.org/drawingml/2006/main">
              <a:ext uri="{FF2B5EF4-FFF2-40B4-BE49-F238E27FC236}">
                <a16:creationId xmlns:a16="http://schemas.microsoft.com/office/drawing/2014/main" id="{9427FBEE-2D23-4BD3-B0A3-73D5A91BDAFA}"/>
              </a:ext>
            </a:extLst>
          </p:cNvPr>
          <p:cNvSpPr>
            <a:spLocks xmlns:a="http://schemas.openxmlformats.org/drawingml/2006/main" noGrp="1"/>
          </p:cNvSpPr>
          <p:nvPr/>
        </p:nvSpPr>
        <p:spPr>
          <a:xfrm xmlns:a="http://schemas.openxmlformats.org/drawingml/2006/main">
            <a:off x="4857750" y="19431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domain routers</a:t>
            </a:r>
          </a:p>
        </p:txBody>
      </p:sp>
      <p:sp>
        <p:nvSpPr>
          <p:cNvPr id="13" name="">
            <a:extLst xmlns:a="http://schemas.openxmlformats.org/drawingml/2006/main">
              <a:ext uri="{FF2B5EF4-FFF2-40B4-BE49-F238E27FC236}">
                <a16:creationId xmlns:a16="http://schemas.microsoft.com/office/drawing/2014/main" id="{93F4C56B-3C17-4A7F-AE9A-80F8238B631F}"/>
              </a:ext>
            </a:extLst>
          </p:cNvPr>
          <p:cNvSpPr>
            <a:spLocks xmlns:a="http://schemas.openxmlformats.org/drawingml/2006/main" noGrp="1"/>
          </p:cNvSpPr>
          <p:nvPr/>
        </p:nvSpPr>
        <p:spPr>
          <a:xfrm xmlns:a="http://schemas.openxmlformats.org/drawingml/2006/main">
            <a:off x="4857750" y="22479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Authentication, offers, applications, chat and administration</a:t>
            </a:r>
          </a:p>
        </p:txBody>
      </p:sp>
      <p:sp>
        <p:nvSpPr>
          <p:cNvPr id="14" name="">
            <a:extLst xmlns:a="http://schemas.openxmlformats.org/drawingml/2006/main">
              <a:ext uri="{FF2B5EF4-FFF2-40B4-BE49-F238E27FC236}">
                <a16:creationId xmlns:a16="http://schemas.microsoft.com/office/drawing/2014/main" id="{B43FDADE-1811-4A28-96C3-A510452E5728}"/>
              </a:ext>
            </a:extLst>
          </p:cNvPr>
          <p:cNvSpPr>
            <a:spLocks xmlns:a="http://schemas.openxmlformats.org/drawingml/2006/main" noGrp="1"/>
          </p:cNvSpPr>
          <p:nvPr/>
        </p:nvSpPr>
        <p:spPr>
          <a:xfrm xmlns:a="http://schemas.openxmlformats.org/drawingml/2006/main">
            <a:off x="3810000" y="2762250"/>
            <a:ext cx="7334250" cy="0"/>
          </a:xfrm>
          <a:prstGeom xmlns:a="http://schemas.openxmlformats.org/drawingml/2006/main" prst="line">
            <a:avLst/>
          </a:prstGeom>
          <a:ln xmlns:a="http://schemas.openxmlformats.org/drawingml/2006/main" w="9525">
            <a:solidFill>
              <a:srgbClr val="CFDBCF"/>
            </a:solidFill>
            <a:prstDash val="solid"/>
          </a:ln>
        </p:spPr>
      </p:sp>
      <p:sp>
        <p:nvSpPr>
          <p:cNvPr id="15" name="">
            <a:extLst xmlns:a="http://schemas.openxmlformats.org/drawingml/2006/main">
              <a:ext uri="{FF2B5EF4-FFF2-40B4-BE49-F238E27FC236}">
                <a16:creationId xmlns:a16="http://schemas.microsoft.com/office/drawing/2014/main" id="{6BB8A6A7-AAEC-4CB4-BB32-F30A4E4B6E3D}"/>
              </a:ext>
            </a:extLst>
          </p:cNvPr>
          <p:cNvSpPr>
            <a:spLocks xmlns:a="http://schemas.openxmlformats.org/drawingml/2006/main" noGrp="1"/>
          </p:cNvSpPr>
          <p:nvPr/>
        </p:nvSpPr>
        <p:spPr>
          <a:xfrm xmlns:a="http://schemas.openxmlformats.org/drawingml/2006/main">
            <a:off x="3810000" y="29146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A25C38"/>
                </a:solidFill>
                <a:latin typeface="Noto Sans"/>
                <a:ea typeface="Noto Sans"/>
                <a:cs typeface="Noto Sans"/>
              </a:defRPr>
            </a:defPPr>
            <a:lvl1pPr algn="l">
              <a:defRPr sz="2850" b="1">
                <a:solidFill>
                  <a:srgbClr val="A25C38"/>
                </a:solidFill>
                <a:latin typeface="Noto Sans"/>
                <a:ea typeface="Noto Sans"/>
                <a:cs typeface="Noto Sans"/>
              </a:defRPr>
            </a:lvl1pPr>
            <a:lvl2pPr algn="l">
              <a:defRPr sz="2850" b="1">
                <a:solidFill>
                  <a:srgbClr val="A25C38"/>
                </a:solidFill>
                <a:latin typeface="Noto Sans"/>
                <a:ea typeface="Noto Sans"/>
                <a:cs typeface="Noto Sans"/>
              </a:defRPr>
            </a:lvl2pPr>
            <a:lvl3pPr algn="l">
              <a:defRPr sz="2850" b="1">
                <a:solidFill>
                  <a:srgbClr val="A25C38"/>
                </a:solidFill>
                <a:latin typeface="Noto Sans"/>
                <a:ea typeface="Noto Sans"/>
                <a:cs typeface="Noto Sans"/>
              </a:defRPr>
            </a:lvl3pPr>
            <a:lvl4pPr algn="l">
              <a:defRPr sz="2850" b="1">
                <a:solidFill>
                  <a:srgbClr val="A25C38"/>
                </a:solidFill>
                <a:latin typeface="Noto Sans"/>
                <a:ea typeface="Noto Sans"/>
                <a:cs typeface="Noto Sans"/>
              </a:defRPr>
            </a:lvl4pPr>
            <a:lvl5pPr algn="l">
              <a:defRPr sz="2850" b="1">
                <a:solidFill>
                  <a:srgbClr val="A25C38"/>
                </a:solidFill>
                <a:latin typeface="Noto Sans"/>
                <a:ea typeface="Noto Sans"/>
                <a:cs typeface="Noto Sans"/>
              </a:defRPr>
            </a:lvl5pPr>
            <a:lvl6pPr algn="l">
              <a:defRPr sz="2850" b="1">
                <a:solidFill>
                  <a:srgbClr val="A25C38"/>
                </a:solidFill>
                <a:latin typeface="Noto Sans"/>
                <a:ea typeface="Noto Sans"/>
                <a:cs typeface="Noto Sans"/>
              </a:defRPr>
            </a:lvl6pPr>
            <a:lvl7pPr algn="l">
              <a:defRPr sz="2850" b="1">
                <a:solidFill>
                  <a:srgbClr val="A25C38"/>
                </a:solidFill>
                <a:latin typeface="Noto Sans"/>
                <a:ea typeface="Noto Sans"/>
                <a:cs typeface="Noto Sans"/>
              </a:defRPr>
            </a:lvl7pPr>
            <a:lvl8pPr algn="l">
              <a:defRPr sz="2850" b="1">
                <a:solidFill>
                  <a:srgbClr val="A25C38"/>
                </a:solidFill>
                <a:latin typeface="Noto Sans"/>
                <a:ea typeface="Noto Sans"/>
                <a:cs typeface="Noto Sans"/>
              </a:defRPr>
            </a:lvl8pPr>
            <a:lvl9pPr algn="l">
              <a:defRPr sz="2850" b="1">
                <a:solidFill>
                  <a:srgbClr val="A25C38"/>
                </a:solidFill>
                <a:latin typeface="Noto Sans"/>
                <a:ea typeface="Noto Sans"/>
                <a:cs typeface="Noto Sans"/>
              </a:defRPr>
            </a:lvl9pPr>
          </a:lstStyle>
          <a:p xmlns:a="http://schemas.openxmlformats.org/drawingml/2006/main">
            <a:pPr algn="l">
              <a:defRPr sz="2850" b="1">
                <a:solidFill>
                  <a:srgbClr val="A25C38"/>
                </a:solidFill>
                <a:latin typeface="Noto Sans"/>
                <a:ea typeface="Noto Sans"/>
                <a:cs typeface="Noto Sans"/>
              </a:defRPr>
            </a:pPr>
            <a:r>
              <a:rPr sz="2850" b="1">
                <a:solidFill>
                  <a:srgbClr val="A25C38"/>
                </a:solidFill>
                <a:latin typeface="Noto Sans"/>
                <a:ea typeface="Noto Sans"/>
                <a:cs typeface="Noto Sans"/>
              </a:rPr>
              <a:t>29</a:t>
            </a:r>
          </a:p>
        </p:txBody>
      </p:sp>
      <p:sp>
        <p:nvSpPr>
          <p:cNvPr id="16" name="">
            <a:extLst xmlns:a="http://schemas.openxmlformats.org/drawingml/2006/main">
              <a:ext uri="{FF2B5EF4-FFF2-40B4-BE49-F238E27FC236}">
                <a16:creationId xmlns:a16="http://schemas.microsoft.com/office/drawing/2014/main" id="{AEE95624-7E41-4E45-B463-6E0682C373D8}"/>
              </a:ext>
            </a:extLst>
          </p:cNvPr>
          <p:cNvSpPr>
            <a:spLocks xmlns:a="http://schemas.openxmlformats.org/drawingml/2006/main" noGrp="1"/>
          </p:cNvSpPr>
          <p:nvPr/>
        </p:nvSpPr>
        <p:spPr>
          <a:xfrm xmlns:a="http://schemas.openxmlformats.org/drawingml/2006/main">
            <a:off x="4857750" y="29337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database models</a:t>
            </a:r>
          </a:p>
        </p:txBody>
      </p:sp>
      <p:sp>
        <p:nvSpPr>
          <p:cNvPr id="17" name="">
            <a:extLst xmlns:a="http://schemas.openxmlformats.org/drawingml/2006/main">
              <a:ext uri="{FF2B5EF4-FFF2-40B4-BE49-F238E27FC236}">
                <a16:creationId xmlns:a16="http://schemas.microsoft.com/office/drawing/2014/main" id="{CD39AB57-D3E6-4DB9-8EB0-1FBC5E30E2BC}"/>
              </a:ext>
            </a:extLst>
          </p:cNvPr>
          <p:cNvSpPr>
            <a:spLocks xmlns:a="http://schemas.openxmlformats.org/drawingml/2006/main" noGrp="1"/>
          </p:cNvSpPr>
          <p:nvPr/>
        </p:nvSpPr>
        <p:spPr>
          <a:xfrm xmlns:a="http://schemas.openxmlformats.org/drawingml/2006/main">
            <a:off x="4857750" y="32385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Identity, recruitment, communication and operational state</a:t>
            </a:r>
          </a:p>
        </p:txBody>
      </p:sp>
      <p:sp>
        <p:nvSpPr>
          <p:cNvPr id="18" name="">
            <a:extLst xmlns:a="http://schemas.openxmlformats.org/drawingml/2006/main">
              <a:ext uri="{FF2B5EF4-FFF2-40B4-BE49-F238E27FC236}">
                <a16:creationId xmlns:a16="http://schemas.microsoft.com/office/drawing/2014/main" id="{44CF85B7-9E38-46E0-8F0A-B4AD07399480}"/>
              </a:ext>
            </a:extLst>
          </p:cNvPr>
          <p:cNvSpPr>
            <a:spLocks xmlns:a="http://schemas.openxmlformats.org/drawingml/2006/main" noGrp="1"/>
          </p:cNvSpPr>
          <p:nvPr/>
        </p:nvSpPr>
        <p:spPr>
          <a:xfrm xmlns:a="http://schemas.openxmlformats.org/drawingml/2006/main">
            <a:off x="3810000" y="3752850"/>
            <a:ext cx="7334250" cy="0"/>
          </a:xfrm>
          <a:prstGeom xmlns:a="http://schemas.openxmlformats.org/drawingml/2006/main" prst="line">
            <a:avLst/>
          </a:prstGeom>
          <a:ln xmlns:a="http://schemas.openxmlformats.org/drawingml/2006/main" w="9525">
            <a:solidFill>
              <a:srgbClr val="CFDBCF"/>
            </a:solidFill>
            <a:prstDash val="solid"/>
          </a:ln>
        </p:spPr>
      </p:sp>
      <p:sp>
        <p:nvSpPr>
          <p:cNvPr id="19" name="">
            <a:extLst xmlns:a="http://schemas.openxmlformats.org/drawingml/2006/main">
              <a:ext uri="{FF2B5EF4-FFF2-40B4-BE49-F238E27FC236}">
                <a16:creationId xmlns:a16="http://schemas.microsoft.com/office/drawing/2014/main" id="{B530C4DA-9AC9-4FAB-A311-DEF21DB0F072}"/>
              </a:ext>
            </a:extLst>
          </p:cNvPr>
          <p:cNvSpPr>
            <a:spLocks xmlns:a="http://schemas.openxmlformats.org/drawingml/2006/main" noGrp="1"/>
          </p:cNvSpPr>
          <p:nvPr/>
        </p:nvSpPr>
        <p:spPr>
          <a:xfrm xmlns:a="http://schemas.openxmlformats.org/drawingml/2006/main">
            <a:off x="3810000" y="39052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356456"/>
                </a:solidFill>
                <a:latin typeface="Noto Sans"/>
                <a:ea typeface="Noto Sans"/>
                <a:cs typeface="Noto Sans"/>
              </a:defRPr>
            </a:defPPr>
            <a:lvl1pPr algn="l">
              <a:defRPr sz="2850" b="1">
                <a:solidFill>
                  <a:srgbClr val="356456"/>
                </a:solidFill>
                <a:latin typeface="Noto Sans"/>
                <a:ea typeface="Noto Sans"/>
                <a:cs typeface="Noto Sans"/>
              </a:defRPr>
            </a:lvl1pPr>
            <a:lvl2pPr algn="l">
              <a:defRPr sz="2850" b="1">
                <a:solidFill>
                  <a:srgbClr val="356456"/>
                </a:solidFill>
                <a:latin typeface="Noto Sans"/>
                <a:ea typeface="Noto Sans"/>
                <a:cs typeface="Noto Sans"/>
              </a:defRPr>
            </a:lvl2pPr>
            <a:lvl3pPr algn="l">
              <a:defRPr sz="2850" b="1">
                <a:solidFill>
                  <a:srgbClr val="356456"/>
                </a:solidFill>
                <a:latin typeface="Noto Sans"/>
                <a:ea typeface="Noto Sans"/>
                <a:cs typeface="Noto Sans"/>
              </a:defRPr>
            </a:lvl3pPr>
            <a:lvl4pPr algn="l">
              <a:defRPr sz="2850" b="1">
                <a:solidFill>
                  <a:srgbClr val="356456"/>
                </a:solidFill>
                <a:latin typeface="Noto Sans"/>
                <a:ea typeface="Noto Sans"/>
                <a:cs typeface="Noto Sans"/>
              </a:defRPr>
            </a:lvl4pPr>
            <a:lvl5pPr algn="l">
              <a:defRPr sz="2850" b="1">
                <a:solidFill>
                  <a:srgbClr val="356456"/>
                </a:solidFill>
                <a:latin typeface="Noto Sans"/>
                <a:ea typeface="Noto Sans"/>
                <a:cs typeface="Noto Sans"/>
              </a:defRPr>
            </a:lvl5pPr>
            <a:lvl6pPr algn="l">
              <a:defRPr sz="2850" b="1">
                <a:solidFill>
                  <a:srgbClr val="356456"/>
                </a:solidFill>
                <a:latin typeface="Noto Sans"/>
                <a:ea typeface="Noto Sans"/>
                <a:cs typeface="Noto Sans"/>
              </a:defRPr>
            </a:lvl6pPr>
            <a:lvl7pPr algn="l">
              <a:defRPr sz="2850" b="1">
                <a:solidFill>
                  <a:srgbClr val="356456"/>
                </a:solidFill>
                <a:latin typeface="Noto Sans"/>
                <a:ea typeface="Noto Sans"/>
                <a:cs typeface="Noto Sans"/>
              </a:defRPr>
            </a:lvl7pPr>
            <a:lvl8pPr algn="l">
              <a:defRPr sz="2850" b="1">
                <a:solidFill>
                  <a:srgbClr val="356456"/>
                </a:solidFill>
                <a:latin typeface="Noto Sans"/>
                <a:ea typeface="Noto Sans"/>
                <a:cs typeface="Noto Sans"/>
              </a:defRPr>
            </a:lvl8pPr>
            <a:lvl9pPr algn="l">
              <a:defRPr sz="2850" b="1">
                <a:solidFill>
                  <a:srgbClr val="356456"/>
                </a:solidFill>
                <a:latin typeface="Noto Sans"/>
                <a:ea typeface="Noto Sans"/>
                <a:cs typeface="Noto Sans"/>
              </a:defRPr>
            </a:lvl9pPr>
          </a:lstStyle>
          <a:p xmlns:a="http://schemas.openxmlformats.org/drawingml/2006/main">
            <a:pPr algn="l">
              <a:defRPr sz="2850" b="1">
                <a:solidFill>
                  <a:srgbClr val="356456"/>
                </a:solidFill>
                <a:latin typeface="Noto Sans"/>
                <a:ea typeface="Noto Sans"/>
                <a:cs typeface="Noto Sans"/>
              </a:defRPr>
            </a:pPr>
            <a:r>
              <a:rPr sz="2850" b="1">
                <a:solidFill>
                  <a:srgbClr val="356456"/>
                </a:solidFill>
                <a:latin typeface="Noto Sans"/>
                <a:ea typeface="Noto Sans"/>
                <a:cs typeface="Noto Sans"/>
              </a:rPr>
              <a:t>46</a:t>
            </a:r>
          </a:p>
        </p:txBody>
      </p:sp>
      <p:sp>
        <p:nvSpPr>
          <p:cNvPr id="20" name="">
            <a:extLst xmlns:a="http://schemas.openxmlformats.org/drawingml/2006/main">
              <a:ext uri="{FF2B5EF4-FFF2-40B4-BE49-F238E27FC236}">
                <a16:creationId xmlns:a16="http://schemas.microsoft.com/office/drawing/2014/main" id="{77E35C41-D670-4BF5-82C8-DF889764C3C6}"/>
              </a:ext>
            </a:extLst>
          </p:cNvPr>
          <p:cNvSpPr>
            <a:spLocks xmlns:a="http://schemas.openxmlformats.org/drawingml/2006/main" noGrp="1"/>
          </p:cNvSpPr>
          <p:nvPr/>
        </p:nvSpPr>
        <p:spPr>
          <a:xfrm xmlns:a="http://schemas.openxmlformats.org/drawingml/2006/main">
            <a:off x="4857750" y="39243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schema migrations</a:t>
            </a:r>
          </a:p>
        </p:txBody>
      </p:sp>
      <p:sp>
        <p:nvSpPr>
          <p:cNvPr id="21" name="">
            <a:extLst xmlns:a="http://schemas.openxmlformats.org/drawingml/2006/main">
              <a:ext uri="{FF2B5EF4-FFF2-40B4-BE49-F238E27FC236}">
                <a16:creationId xmlns:a16="http://schemas.microsoft.com/office/drawing/2014/main" id="{DA729A15-2630-4918-8883-9A1857113AE5}"/>
              </a:ext>
            </a:extLst>
          </p:cNvPr>
          <p:cNvSpPr>
            <a:spLocks xmlns:a="http://schemas.openxmlformats.org/drawingml/2006/main" noGrp="1"/>
          </p:cNvSpPr>
          <p:nvPr/>
        </p:nvSpPr>
        <p:spPr>
          <a:xfrm xmlns:a="http://schemas.openxmlformats.org/drawingml/2006/main">
            <a:off x="4857750" y="42291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Every database change has an ordered history</a:t>
            </a:r>
          </a:p>
        </p:txBody>
      </p:sp>
      <p:sp>
        <p:nvSpPr>
          <p:cNvPr id="22" name="">
            <a:extLst xmlns:a="http://schemas.openxmlformats.org/drawingml/2006/main">
              <a:ext uri="{FF2B5EF4-FFF2-40B4-BE49-F238E27FC236}">
                <a16:creationId xmlns:a16="http://schemas.microsoft.com/office/drawing/2014/main" id="{46E9E88A-A280-4210-9BF6-9D045553C4FF}"/>
              </a:ext>
            </a:extLst>
          </p:cNvPr>
          <p:cNvSpPr>
            <a:spLocks xmlns:a="http://schemas.openxmlformats.org/drawingml/2006/main" noGrp="1"/>
          </p:cNvSpPr>
          <p:nvPr/>
        </p:nvSpPr>
        <p:spPr>
          <a:xfrm xmlns:a="http://schemas.openxmlformats.org/drawingml/2006/main">
            <a:off x="3810000" y="4743450"/>
            <a:ext cx="7334250" cy="0"/>
          </a:xfrm>
          <a:prstGeom xmlns:a="http://schemas.openxmlformats.org/drawingml/2006/main" prst="line">
            <a:avLst/>
          </a:prstGeom>
          <a:ln xmlns:a="http://schemas.openxmlformats.org/drawingml/2006/main" w="9525">
            <a:solidFill>
              <a:srgbClr val="CFDBCF"/>
            </a:solidFill>
            <a:prstDash val="solid"/>
          </a:ln>
        </p:spPr>
      </p:sp>
      <p:sp>
        <p:nvSpPr>
          <p:cNvPr id="23" name="">
            <a:extLst xmlns:a="http://schemas.openxmlformats.org/drawingml/2006/main">
              <a:ext uri="{FF2B5EF4-FFF2-40B4-BE49-F238E27FC236}">
                <a16:creationId xmlns:a16="http://schemas.microsoft.com/office/drawing/2014/main" id="{FC0E7C97-1C84-4651-842E-8892FD22F7BC}"/>
              </a:ext>
            </a:extLst>
          </p:cNvPr>
          <p:cNvSpPr>
            <a:spLocks xmlns:a="http://schemas.openxmlformats.org/drawingml/2006/main" noGrp="1"/>
          </p:cNvSpPr>
          <p:nvPr/>
        </p:nvSpPr>
        <p:spPr>
          <a:xfrm xmlns:a="http://schemas.openxmlformats.org/drawingml/2006/main">
            <a:off x="3810000" y="4895850"/>
            <a:ext cx="876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850" b="1">
                <a:solidFill>
                  <a:srgbClr val="A25C38"/>
                </a:solidFill>
                <a:latin typeface="Noto Sans"/>
                <a:ea typeface="Noto Sans"/>
                <a:cs typeface="Noto Sans"/>
              </a:defRPr>
            </a:defPPr>
            <a:lvl1pPr algn="l">
              <a:defRPr sz="2850" b="1">
                <a:solidFill>
                  <a:srgbClr val="A25C38"/>
                </a:solidFill>
                <a:latin typeface="Noto Sans"/>
                <a:ea typeface="Noto Sans"/>
                <a:cs typeface="Noto Sans"/>
              </a:defRPr>
            </a:lvl1pPr>
            <a:lvl2pPr algn="l">
              <a:defRPr sz="2850" b="1">
                <a:solidFill>
                  <a:srgbClr val="A25C38"/>
                </a:solidFill>
                <a:latin typeface="Noto Sans"/>
                <a:ea typeface="Noto Sans"/>
                <a:cs typeface="Noto Sans"/>
              </a:defRPr>
            </a:lvl2pPr>
            <a:lvl3pPr algn="l">
              <a:defRPr sz="2850" b="1">
                <a:solidFill>
                  <a:srgbClr val="A25C38"/>
                </a:solidFill>
                <a:latin typeface="Noto Sans"/>
                <a:ea typeface="Noto Sans"/>
                <a:cs typeface="Noto Sans"/>
              </a:defRPr>
            </a:lvl3pPr>
            <a:lvl4pPr algn="l">
              <a:defRPr sz="2850" b="1">
                <a:solidFill>
                  <a:srgbClr val="A25C38"/>
                </a:solidFill>
                <a:latin typeface="Noto Sans"/>
                <a:ea typeface="Noto Sans"/>
                <a:cs typeface="Noto Sans"/>
              </a:defRPr>
            </a:lvl4pPr>
            <a:lvl5pPr algn="l">
              <a:defRPr sz="2850" b="1">
                <a:solidFill>
                  <a:srgbClr val="A25C38"/>
                </a:solidFill>
                <a:latin typeface="Noto Sans"/>
                <a:ea typeface="Noto Sans"/>
                <a:cs typeface="Noto Sans"/>
              </a:defRPr>
            </a:lvl5pPr>
            <a:lvl6pPr algn="l">
              <a:defRPr sz="2850" b="1">
                <a:solidFill>
                  <a:srgbClr val="A25C38"/>
                </a:solidFill>
                <a:latin typeface="Noto Sans"/>
                <a:ea typeface="Noto Sans"/>
                <a:cs typeface="Noto Sans"/>
              </a:defRPr>
            </a:lvl6pPr>
            <a:lvl7pPr algn="l">
              <a:defRPr sz="2850" b="1">
                <a:solidFill>
                  <a:srgbClr val="A25C38"/>
                </a:solidFill>
                <a:latin typeface="Noto Sans"/>
                <a:ea typeface="Noto Sans"/>
                <a:cs typeface="Noto Sans"/>
              </a:defRPr>
            </a:lvl7pPr>
            <a:lvl8pPr algn="l">
              <a:defRPr sz="2850" b="1">
                <a:solidFill>
                  <a:srgbClr val="A25C38"/>
                </a:solidFill>
                <a:latin typeface="Noto Sans"/>
                <a:ea typeface="Noto Sans"/>
                <a:cs typeface="Noto Sans"/>
              </a:defRPr>
            </a:lvl8pPr>
            <a:lvl9pPr algn="l">
              <a:defRPr sz="2850" b="1">
                <a:solidFill>
                  <a:srgbClr val="A25C38"/>
                </a:solidFill>
                <a:latin typeface="Noto Sans"/>
                <a:ea typeface="Noto Sans"/>
                <a:cs typeface="Noto Sans"/>
              </a:defRPr>
            </a:lvl9pPr>
          </a:lstStyle>
          <a:p xmlns:a="http://schemas.openxmlformats.org/drawingml/2006/main">
            <a:pPr algn="l">
              <a:defRPr sz="2850" b="1">
                <a:solidFill>
                  <a:srgbClr val="A25C38"/>
                </a:solidFill>
                <a:latin typeface="Noto Sans"/>
                <a:ea typeface="Noto Sans"/>
                <a:cs typeface="Noto Sans"/>
              </a:defRPr>
            </a:pPr>
            <a:r>
              <a:rPr sz="2850" b="1">
                <a:solidFill>
                  <a:srgbClr val="A25C38"/>
                </a:solidFill>
                <a:latin typeface="Noto Sans"/>
                <a:ea typeface="Noto Sans"/>
                <a:cs typeface="Noto Sans"/>
              </a:rPr>
              <a:t>53</a:t>
            </a:r>
          </a:p>
        </p:txBody>
      </p:sp>
      <p:sp>
        <p:nvSpPr>
          <p:cNvPr id="24" name="">
            <a:extLst xmlns:a="http://schemas.openxmlformats.org/drawingml/2006/main">
              <a:ext uri="{FF2B5EF4-FFF2-40B4-BE49-F238E27FC236}">
                <a16:creationId xmlns:a16="http://schemas.microsoft.com/office/drawing/2014/main" id="{FA36A0A7-288E-4B78-8C9F-CFE0A50D56EF}"/>
              </a:ext>
            </a:extLst>
          </p:cNvPr>
          <p:cNvSpPr>
            <a:spLocks xmlns:a="http://schemas.openxmlformats.org/drawingml/2006/main" noGrp="1"/>
          </p:cNvSpPr>
          <p:nvPr/>
        </p:nvSpPr>
        <p:spPr>
          <a:xfrm xmlns:a="http://schemas.openxmlformats.org/drawingml/2006/main">
            <a:off x="4857750" y="4914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test files</a:t>
            </a:r>
          </a:p>
        </p:txBody>
      </p:sp>
      <p:sp>
        <p:nvSpPr>
          <p:cNvPr id="25" name="">
            <a:extLst xmlns:a="http://schemas.openxmlformats.org/drawingml/2006/main">
              <a:ext uri="{FF2B5EF4-FFF2-40B4-BE49-F238E27FC236}">
                <a16:creationId xmlns:a16="http://schemas.microsoft.com/office/drawing/2014/main" id="{F7A663C3-072C-40A2-8616-85C865FF4CAC}"/>
              </a:ext>
            </a:extLst>
          </p:cNvPr>
          <p:cNvSpPr>
            <a:spLocks xmlns:a="http://schemas.openxmlformats.org/drawingml/2006/main" noGrp="1"/>
          </p:cNvSpPr>
          <p:nvPr/>
        </p:nvSpPr>
        <p:spPr>
          <a:xfrm xmlns:a="http://schemas.openxmlformats.org/drawingml/2006/main">
            <a:off x="4857750" y="5219700"/>
            <a:ext cx="590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372 test functions cover security and business workflows</a:t>
            </a:r>
          </a:p>
        </p:txBody>
      </p:sp>
      <p:sp>
        <p:nvSpPr>
          <p:cNvPr id="26" name="">
            <a:extLst xmlns:a="http://schemas.openxmlformats.org/drawingml/2006/main">
              <a:ext uri="{FF2B5EF4-FFF2-40B4-BE49-F238E27FC236}">
                <a16:creationId xmlns:a16="http://schemas.microsoft.com/office/drawing/2014/main" id="{1AB68B31-39A4-4417-8FB5-8C017CA85F6E}"/>
              </a:ext>
            </a:extLst>
          </p:cNvPr>
          <p:cNvSpPr>
            <a:spLocks xmlns:a="http://schemas.openxmlformats.org/drawingml/2006/main" noGrp="1"/>
          </p:cNvSpPr>
          <p:nvPr/>
        </p:nvSpPr>
        <p:spPr>
          <a:xfrm xmlns:a="http://schemas.openxmlformats.org/drawingml/2006/main">
            <a:off x="609600" y="5772150"/>
            <a:ext cx="10534650" cy="457200"/>
          </a:xfrm>
          <a:prstGeom xmlns:a="http://schemas.openxmlformats.org/drawingml/2006/main" prst="roundRect">
            <a:avLst>
              <a:gd name="adj" fmla="val 25000"/>
            </a:avLst>
          </a:prstGeom>
          <a:solidFill xmlns:a="http://schemas.openxmlformats.org/drawingml/2006/main">
            <a:srgbClr val="EDF1E9"/>
          </a:solidFill>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82D36131-68BD-4672-957C-C8AAC2F8E261}"/>
              </a:ext>
            </a:extLst>
          </p:cNvPr>
          <p:cNvSpPr>
            <a:spLocks xmlns:a="http://schemas.openxmlformats.org/drawingml/2006/main" noGrp="1"/>
          </p:cNvSpPr>
          <p:nvPr/>
        </p:nvSpPr>
        <p:spPr>
          <a:xfrm xmlns:a="http://schemas.openxmlformats.org/drawingml/2006/main">
            <a:off x="800100" y="5876925"/>
            <a:ext cx="1009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Runtime: API, worker, AI dispatcher, Redis, web client and reverse proxy</a:t>
            </a:r>
          </a:p>
        </p:txBody>
      </p:sp>
    </p:spTree>
    <p:transition spd="med" advClick="1">
      <p:fade/>
    </p:transition>
    <p:extLst>
      <p:ext uri="{BB962C8B-B14F-4D97-AF65-F5344CB8AC3E}">
        <p14:creationId xmlns:p14="http://schemas.microsoft.com/office/powerpoint/2010/main" val="202818568"/>
      </p:ext>
    </p:extLst>
  </p:cSld>
</p:sld>
</file>

<file path=ppt/slides/slide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52AA453-E165-4D99-880E-60F7E0AD70F1}"/>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PROJECT SCOPE</a:t>
            </a:r>
          </a:p>
        </p:txBody>
      </p:sp>
      <p:sp>
        <p:nvSpPr>
          <p:cNvPr id="2" name="">
            <a:extLst xmlns:a="http://schemas.openxmlformats.org/drawingml/2006/main">
              <a:ext uri="{FF2B5EF4-FFF2-40B4-BE49-F238E27FC236}">
                <a16:creationId xmlns:a16="http://schemas.microsoft.com/office/drawing/2014/main" id="{301C8D22-6FB9-4596-937A-79189C139A9B}"/>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03</a:t>
            </a:r>
          </a:p>
        </p:txBody>
      </p:sp>
      <p:sp>
        <p:nvSpPr>
          <p:cNvPr id="3" name="">
            <a:extLst xmlns:a="http://schemas.openxmlformats.org/drawingml/2006/main">
              <a:ext uri="{FF2B5EF4-FFF2-40B4-BE49-F238E27FC236}">
                <a16:creationId xmlns:a16="http://schemas.microsoft.com/office/drawing/2014/main" id="{448EEF46-04D5-4AC6-913C-740F3EAD37F3}"/>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One backend, three user groups</a:t>
            </a:r>
          </a:p>
        </p:txBody>
      </p:sp>
      <p:sp>
        <p:nvSpPr>
          <p:cNvPr id="4" name="">
            <a:extLst xmlns:a="http://schemas.openxmlformats.org/drawingml/2006/main">
              <a:ext uri="{FF2B5EF4-FFF2-40B4-BE49-F238E27FC236}">
                <a16:creationId xmlns:a16="http://schemas.microsoft.com/office/drawing/2014/main" id="{EAE2E6D4-E08E-40A6-AD60-2042835823FB}"/>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9912524-72AD-406F-9CFC-3D0CA248E9C6}"/>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API changes its data and permissions according to the authenticated role.</a:t>
            </a:r>
          </a:p>
        </p:txBody>
      </p:sp>
      <p:sp>
        <p:nvSpPr>
          <p:cNvPr id="6" name="">
            <a:extLst xmlns:a="http://schemas.openxmlformats.org/drawingml/2006/main">
              <a:ext uri="{FF2B5EF4-FFF2-40B4-BE49-F238E27FC236}">
                <a16:creationId xmlns:a16="http://schemas.microsoft.com/office/drawing/2014/main" id="{E1F93ECC-C373-4C63-8618-58C566A4E722}"/>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DABDAADF-7105-49D3-ABA3-0571CB8CF757}"/>
              </a:ext>
            </a:extLst>
          </p:cNvPr>
          <p:cNvPicPr>
            <a:picLocks xmlns:a="http://schemas.openxmlformats.org/drawingml/2006/main" noChangeAspect="1"/>
          </p:cNvPicPr>
          <p:nvPr/>
        </p:nvPicPr>
        <p:blipFill>
          <a:blip xmlns:r="http://schemas.openxmlformats.org/officeDocument/2006/relationships" xmlns:a="http://schemas.openxmlformats.org/drawingml/2006/main" r:embed="Rd2f8a1603f0b4ebf"/>
          <a:srcRect xmlns:a="http://schemas.openxmlformats.org/drawingml/2006/main" l="11719" t="0" r="11719" b="0"/>
          <a:stretch xmlns:a="http://schemas.openxmlformats.org/drawingml/2006/main">
            <a:fillRect l="0" t="0" r="0" b="0"/>
          </a:stretch>
        </p:blipFill>
        <p:spPr>
          <a:xfrm xmlns:a="http://schemas.openxmlformats.org/drawingml/2006/main">
            <a:off x="6572250" y="1762125"/>
            <a:ext cx="4667250" cy="3429000"/>
          </a:xfrm>
          <a:prstGeom xmlns:a="http://schemas.openxmlformats.org/drawingml/2006/main" prst="roundRect">
            <a:avLst>
              <a:gd name="adj" fmla="val 3333"/>
            </a:avLst>
          </a:prstGeom>
        </p:spPr>
      </p:pic>
      <p:sp>
        <p:nvSpPr>
          <p:cNvPr id="8" name="">
            <a:extLst xmlns:a="http://schemas.openxmlformats.org/drawingml/2006/main">
              <a:ext uri="{FF2B5EF4-FFF2-40B4-BE49-F238E27FC236}">
                <a16:creationId xmlns:a16="http://schemas.microsoft.com/office/drawing/2014/main" id="{759EDCEE-4A2E-4BE2-956C-66E994AB9055}"/>
              </a:ext>
            </a:extLst>
          </p:cNvPr>
          <p:cNvSpPr>
            <a:spLocks xmlns:a="http://schemas.openxmlformats.org/drawingml/2006/main" noGrp="1"/>
          </p:cNvSpPr>
          <p:nvPr/>
        </p:nvSpPr>
        <p:spPr>
          <a:xfrm xmlns:a="http://schemas.openxmlformats.org/drawingml/2006/main">
            <a:off x="609600" y="1828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Candidates</a:t>
            </a:r>
          </a:p>
        </p:txBody>
      </p:sp>
      <p:sp>
        <p:nvSpPr>
          <p:cNvPr id="9" name="">
            <a:extLst xmlns:a="http://schemas.openxmlformats.org/drawingml/2006/main">
              <a:ext uri="{FF2B5EF4-FFF2-40B4-BE49-F238E27FC236}">
                <a16:creationId xmlns:a16="http://schemas.microsoft.com/office/drawing/2014/main" id="{19BF333C-9A5E-47FA-A1A5-68214D5433CF}"/>
              </a:ext>
            </a:extLst>
          </p:cNvPr>
          <p:cNvSpPr>
            <a:spLocks xmlns:a="http://schemas.openxmlformats.org/drawingml/2006/main" noGrp="1"/>
          </p:cNvSpPr>
          <p:nvPr/>
        </p:nvSpPr>
        <p:spPr>
          <a:xfrm xmlns:a="http://schemas.openxmlformats.org/drawingml/2006/main">
            <a:off x="609600" y="2162175"/>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Profiles and CVs, offer discovery, applications, recommendations, interview progress and chat</a:t>
            </a:r>
          </a:p>
        </p:txBody>
      </p:sp>
      <p:sp>
        <p:nvSpPr>
          <p:cNvPr id="10" name="">
            <a:extLst xmlns:a="http://schemas.openxmlformats.org/drawingml/2006/main">
              <a:ext uri="{FF2B5EF4-FFF2-40B4-BE49-F238E27FC236}">
                <a16:creationId xmlns:a16="http://schemas.microsoft.com/office/drawing/2014/main" id="{DC41753A-6880-4395-89E1-408291C5BF76}"/>
              </a:ext>
            </a:extLst>
          </p:cNvPr>
          <p:cNvSpPr>
            <a:spLocks xmlns:a="http://schemas.openxmlformats.org/drawingml/2006/main" noGrp="1"/>
          </p:cNvSpPr>
          <p:nvPr/>
        </p:nvSpPr>
        <p:spPr>
          <a:xfrm xmlns:a="http://schemas.openxmlformats.org/drawingml/2006/main">
            <a:off x="609600" y="2895600"/>
            <a:ext cx="5295900" cy="0"/>
          </a:xfrm>
          <a:prstGeom xmlns:a="http://schemas.openxmlformats.org/drawingml/2006/main" prst="line">
            <a:avLst/>
          </a:prstGeom>
          <a:ln xmlns:a="http://schemas.openxmlformats.org/drawingml/2006/main" w="9525">
            <a:solidFill>
              <a:srgbClr val="CFDBCF"/>
            </a:solidFill>
            <a:prstDash val="solid"/>
          </a:ln>
        </p:spPr>
      </p:sp>
      <p:sp>
        <p:nvSpPr>
          <p:cNvPr id="11" name="">
            <a:extLst xmlns:a="http://schemas.openxmlformats.org/drawingml/2006/main">
              <a:ext uri="{FF2B5EF4-FFF2-40B4-BE49-F238E27FC236}">
                <a16:creationId xmlns:a16="http://schemas.microsoft.com/office/drawing/2014/main" id="{28218342-7C8B-411B-B8A4-E482B2998BE1}"/>
              </a:ext>
            </a:extLst>
          </p:cNvPr>
          <p:cNvSpPr>
            <a:spLocks xmlns:a="http://schemas.openxmlformats.org/drawingml/2006/main" noGrp="1"/>
          </p:cNvSpPr>
          <p:nvPr/>
        </p:nvSpPr>
        <p:spPr>
          <a:xfrm xmlns:a="http://schemas.openxmlformats.org/drawingml/2006/main">
            <a:off x="60960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A25C38"/>
                </a:solidFill>
                <a:latin typeface="Noto Sans"/>
                <a:ea typeface="Noto Sans"/>
                <a:cs typeface="Noto Sans"/>
              </a:defRPr>
            </a:defPPr>
            <a:lvl1pPr algn="l">
              <a:defRPr sz="1500" b="1">
                <a:solidFill>
                  <a:srgbClr val="A25C38"/>
                </a:solidFill>
                <a:latin typeface="Noto Sans"/>
                <a:ea typeface="Noto Sans"/>
                <a:cs typeface="Noto Sans"/>
              </a:defRPr>
            </a:lvl1pPr>
            <a:lvl2pPr algn="l">
              <a:defRPr sz="1500" b="1">
                <a:solidFill>
                  <a:srgbClr val="A25C38"/>
                </a:solidFill>
                <a:latin typeface="Noto Sans"/>
                <a:ea typeface="Noto Sans"/>
                <a:cs typeface="Noto Sans"/>
              </a:defRPr>
            </a:lvl2pPr>
            <a:lvl3pPr algn="l">
              <a:defRPr sz="1500" b="1">
                <a:solidFill>
                  <a:srgbClr val="A25C38"/>
                </a:solidFill>
                <a:latin typeface="Noto Sans"/>
                <a:ea typeface="Noto Sans"/>
                <a:cs typeface="Noto Sans"/>
              </a:defRPr>
            </a:lvl3pPr>
            <a:lvl4pPr algn="l">
              <a:defRPr sz="1500" b="1">
                <a:solidFill>
                  <a:srgbClr val="A25C38"/>
                </a:solidFill>
                <a:latin typeface="Noto Sans"/>
                <a:ea typeface="Noto Sans"/>
                <a:cs typeface="Noto Sans"/>
              </a:defRPr>
            </a:lvl4pPr>
            <a:lvl5pPr algn="l">
              <a:defRPr sz="1500" b="1">
                <a:solidFill>
                  <a:srgbClr val="A25C38"/>
                </a:solidFill>
                <a:latin typeface="Noto Sans"/>
                <a:ea typeface="Noto Sans"/>
                <a:cs typeface="Noto Sans"/>
              </a:defRPr>
            </a:lvl5pPr>
            <a:lvl6pPr algn="l">
              <a:defRPr sz="1500" b="1">
                <a:solidFill>
                  <a:srgbClr val="A25C38"/>
                </a:solidFill>
                <a:latin typeface="Noto Sans"/>
                <a:ea typeface="Noto Sans"/>
                <a:cs typeface="Noto Sans"/>
              </a:defRPr>
            </a:lvl6pPr>
            <a:lvl7pPr algn="l">
              <a:defRPr sz="1500" b="1">
                <a:solidFill>
                  <a:srgbClr val="A25C38"/>
                </a:solidFill>
                <a:latin typeface="Noto Sans"/>
                <a:ea typeface="Noto Sans"/>
                <a:cs typeface="Noto Sans"/>
              </a:defRPr>
            </a:lvl7pPr>
            <a:lvl8pPr algn="l">
              <a:defRPr sz="1500" b="1">
                <a:solidFill>
                  <a:srgbClr val="A25C38"/>
                </a:solidFill>
                <a:latin typeface="Noto Sans"/>
                <a:ea typeface="Noto Sans"/>
                <a:cs typeface="Noto Sans"/>
              </a:defRPr>
            </a:lvl8pPr>
            <a:lvl9pPr algn="l">
              <a:defRPr sz="1500" b="1">
                <a:solidFill>
                  <a:srgbClr val="A25C38"/>
                </a:solidFill>
                <a:latin typeface="Noto Sans"/>
                <a:ea typeface="Noto Sans"/>
                <a:cs typeface="Noto Sans"/>
              </a:defRPr>
            </a:lvl9pPr>
          </a:lstStyle>
          <a:p xmlns:a="http://schemas.openxmlformats.org/drawingml/2006/main">
            <a:pPr algn="l">
              <a:defRPr sz="1500" b="1">
                <a:solidFill>
                  <a:srgbClr val="A25C38"/>
                </a:solidFill>
                <a:latin typeface="Noto Sans"/>
                <a:ea typeface="Noto Sans"/>
                <a:cs typeface="Noto Sans"/>
              </a:defRPr>
            </a:pPr>
            <a:r>
              <a:rPr sz="1500" b="1">
                <a:solidFill>
                  <a:srgbClr val="A25C38"/>
                </a:solidFill>
                <a:latin typeface="Noto Sans"/>
                <a:ea typeface="Noto Sans"/>
                <a:cs typeface="Noto Sans"/>
              </a:rPr>
              <a:t>Company teams</a:t>
            </a:r>
          </a:p>
        </p:txBody>
      </p:sp>
      <p:sp>
        <p:nvSpPr>
          <p:cNvPr id="12" name="">
            <a:extLst xmlns:a="http://schemas.openxmlformats.org/drawingml/2006/main">
              <a:ext uri="{FF2B5EF4-FFF2-40B4-BE49-F238E27FC236}">
                <a16:creationId xmlns:a16="http://schemas.microsoft.com/office/drawing/2014/main" id="{A5FDCFA2-8624-463A-9095-30EEBD5D8567}"/>
              </a:ext>
            </a:extLst>
          </p:cNvPr>
          <p:cNvSpPr>
            <a:spLocks xmlns:a="http://schemas.openxmlformats.org/drawingml/2006/main" noGrp="1"/>
          </p:cNvSpPr>
          <p:nvPr/>
        </p:nvSpPr>
        <p:spPr>
          <a:xfrm xmlns:a="http://schemas.openxmlformats.org/drawingml/2006/main">
            <a:off x="609600" y="3362325"/>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Offer management, candidate review, hiring stages, feedback, invitations and recruiter chat</a:t>
            </a:r>
          </a:p>
        </p:txBody>
      </p:sp>
      <p:sp>
        <p:nvSpPr>
          <p:cNvPr id="13" name="">
            <a:extLst xmlns:a="http://schemas.openxmlformats.org/drawingml/2006/main">
              <a:ext uri="{FF2B5EF4-FFF2-40B4-BE49-F238E27FC236}">
                <a16:creationId xmlns:a16="http://schemas.microsoft.com/office/drawing/2014/main" id="{9943D0E1-FC32-4C02-A963-B755168C3AFC}"/>
              </a:ext>
            </a:extLst>
          </p:cNvPr>
          <p:cNvSpPr>
            <a:spLocks xmlns:a="http://schemas.openxmlformats.org/drawingml/2006/main" noGrp="1"/>
          </p:cNvSpPr>
          <p:nvPr/>
        </p:nvSpPr>
        <p:spPr>
          <a:xfrm xmlns:a="http://schemas.openxmlformats.org/drawingml/2006/main">
            <a:off x="609600" y="4095750"/>
            <a:ext cx="5295900" cy="0"/>
          </a:xfrm>
          <a:prstGeom xmlns:a="http://schemas.openxmlformats.org/drawingml/2006/main" prst="line">
            <a:avLst/>
          </a:prstGeom>
          <a:ln xmlns:a="http://schemas.openxmlformats.org/drawingml/2006/main" w="9525">
            <a:solidFill>
              <a:srgbClr val="CFDBCF"/>
            </a:solidFill>
            <a:prstDash val="solid"/>
          </a:ln>
        </p:spPr>
      </p:sp>
      <p:sp>
        <p:nvSpPr>
          <p:cNvPr id="14" name="">
            <a:extLst xmlns:a="http://schemas.openxmlformats.org/drawingml/2006/main">
              <a:ext uri="{FF2B5EF4-FFF2-40B4-BE49-F238E27FC236}">
                <a16:creationId xmlns:a16="http://schemas.microsoft.com/office/drawing/2014/main" id="{4530AA54-8F07-4B66-BFD2-31D2302E4DDC}"/>
              </a:ext>
            </a:extLst>
          </p:cNvPr>
          <p:cNvSpPr>
            <a:spLocks xmlns:a="http://schemas.openxmlformats.org/drawingml/2006/main" noGrp="1"/>
          </p:cNvSpPr>
          <p:nvPr/>
        </p:nvSpPr>
        <p:spPr>
          <a:xfrm xmlns:a="http://schemas.openxmlformats.org/drawingml/2006/main">
            <a:off x="609600" y="42291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356456"/>
                </a:solidFill>
                <a:latin typeface="Noto Sans"/>
                <a:ea typeface="Noto Sans"/>
                <a:cs typeface="Noto Sans"/>
              </a:defRPr>
            </a:defPPr>
            <a:lvl1pPr algn="l">
              <a:defRPr sz="1500" b="1">
                <a:solidFill>
                  <a:srgbClr val="356456"/>
                </a:solidFill>
                <a:latin typeface="Noto Sans"/>
                <a:ea typeface="Noto Sans"/>
                <a:cs typeface="Noto Sans"/>
              </a:defRPr>
            </a:lvl1pPr>
            <a:lvl2pPr algn="l">
              <a:defRPr sz="1500" b="1">
                <a:solidFill>
                  <a:srgbClr val="356456"/>
                </a:solidFill>
                <a:latin typeface="Noto Sans"/>
                <a:ea typeface="Noto Sans"/>
                <a:cs typeface="Noto Sans"/>
              </a:defRPr>
            </a:lvl2pPr>
            <a:lvl3pPr algn="l">
              <a:defRPr sz="1500" b="1">
                <a:solidFill>
                  <a:srgbClr val="356456"/>
                </a:solidFill>
                <a:latin typeface="Noto Sans"/>
                <a:ea typeface="Noto Sans"/>
                <a:cs typeface="Noto Sans"/>
              </a:defRPr>
            </a:lvl3pPr>
            <a:lvl4pPr algn="l">
              <a:defRPr sz="1500" b="1">
                <a:solidFill>
                  <a:srgbClr val="356456"/>
                </a:solidFill>
                <a:latin typeface="Noto Sans"/>
                <a:ea typeface="Noto Sans"/>
                <a:cs typeface="Noto Sans"/>
              </a:defRPr>
            </a:lvl4pPr>
            <a:lvl5pPr algn="l">
              <a:defRPr sz="1500" b="1">
                <a:solidFill>
                  <a:srgbClr val="356456"/>
                </a:solidFill>
                <a:latin typeface="Noto Sans"/>
                <a:ea typeface="Noto Sans"/>
                <a:cs typeface="Noto Sans"/>
              </a:defRPr>
            </a:lvl5pPr>
            <a:lvl6pPr algn="l">
              <a:defRPr sz="1500" b="1">
                <a:solidFill>
                  <a:srgbClr val="356456"/>
                </a:solidFill>
                <a:latin typeface="Noto Sans"/>
                <a:ea typeface="Noto Sans"/>
                <a:cs typeface="Noto Sans"/>
              </a:defRPr>
            </a:lvl6pPr>
            <a:lvl7pPr algn="l">
              <a:defRPr sz="1500" b="1">
                <a:solidFill>
                  <a:srgbClr val="356456"/>
                </a:solidFill>
                <a:latin typeface="Noto Sans"/>
                <a:ea typeface="Noto Sans"/>
                <a:cs typeface="Noto Sans"/>
              </a:defRPr>
            </a:lvl7pPr>
            <a:lvl8pPr algn="l">
              <a:defRPr sz="1500" b="1">
                <a:solidFill>
                  <a:srgbClr val="356456"/>
                </a:solidFill>
                <a:latin typeface="Noto Sans"/>
                <a:ea typeface="Noto Sans"/>
                <a:cs typeface="Noto Sans"/>
              </a:defRPr>
            </a:lvl8pPr>
            <a:lvl9pPr algn="l">
              <a:defRPr sz="1500" b="1">
                <a:solidFill>
                  <a:srgbClr val="356456"/>
                </a:solidFill>
                <a:latin typeface="Noto Sans"/>
                <a:ea typeface="Noto Sans"/>
                <a:cs typeface="Noto Sans"/>
              </a:defRPr>
            </a:lvl9pPr>
          </a:lstStyle>
          <a:p xmlns:a="http://schemas.openxmlformats.org/drawingml/2006/main">
            <a:pPr algn="l">
              <a:defRPr sz="1500" b="1">
                <a:solidFill>
                  <a:srgbClr val="356456"/>
                </a:solidFill>
                <a:latin typeface="Noto Sans"/>
                <a:ea typeface="Noto Sans"/>
                <a:cs typeface="Noto Sans"/>
              </a:defRPr>
            </a:pPr>
            <a:r>
              <a:rPr sz="1500" b="1">
                <a:solidFill>
                  <a:srgbClr val="356456"/>
                </a:solidFill>
                <a:latin typeface="Noto Sans"/>
                <a:ea typeface="Noto Sans"/>
                <a:cs typeface="Noto Sans"/>
              </a:rPr>
              <a:t>Platform admins</a:t>
            </a:r>
          </a:p>
        </p:txBody>
      </p:sp>
      <p:sp>
        <p:nvSpPr>
          <p:cNvPr id="15" name="">
            <a:extLst xmlns:a="http://schemas.openxmlformats.org/drawingml/2006/main">
              <a:ext uri="{FF2B5EF4-FFF2-40B4-BE49-F238E27FC236}">
                <a16:creationId xmlns:a16="http://schemas.microsoft.com/office/drawing/2014/main" id="{20469922-14E2-4D75-9558-4AF523DB087C}"/>
              </a:ext>
            </a:extLst>
          </p:cNvPr>
          <p:cNvSpPr>
            <a:spLocks xmlns:a="http://schemas.openxmlformats.org/drawingml/2006/main" noGrp="1"/>
          </p:cNvSpPr>
          <p:nvPr/>
        </p:nvSpPr>
        <p:spPr>
          <a:xfrm xmlns:a="http://schemas.openxmlformats.org/drawingml/2006/main">
            <a:off x="609600" y="4562475"/>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User approvals, companies, support, institutions, missions, subscriptions and audit activity</a:t>
            </a:r>
          </a:p>
        </p:txBody>
      </p:sp>
      <p:sp>
        <p:nvSpPr>
          <p:cNvPr id="16" name="">
            <a:extLst xmlns:a="http://schemas.openxmlformats.org/drawingml/2006/main">
              <a:ext uri="{FF2B5EF4-FFF2-40B4-BE49-F238E27FC236}">
                <a16:creationId xmlns:a16="http://schemas.microsoft.com/office/drawing/2014/main" id="{BF616FDC-C6BE-40F5-813E-B44369E26E13}"/>
              </a:ext>
            </a:extLst>
          </p:cNvPr>
          <p:cNvSpPr>
            <a:spLocks xmlns:a="http://schemas.openxmlformats.org/drawingml/2006/main" noGrp="1"/>
          </p:cNvSpPr>
          <p:nvPr/>
        </p:nvSpPr>
        <p:spPr>
          <a:xfrm xmlns:a="http://schemas.openxmlformats.org/drawingml/2006/main">
            <a:off x="609600" y="5524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My responsibility</a:t>
            </a:r>
          </a:p>
        </p:txBody>
      </p:sp>
      <p:sp>
        <p:nvSpPr>
          <p:cNvPr id="17" name="">
            <a:extLst xmlns:a="http://schemas.openxmlformats.org/drawingml/2006/main">
              <a:ext uri="{FF2B5EF4-FFF2-40B4-BE49-F238E27FC236}">
                <a16:creationId xmlns:a16="http://schemas.microsoft.com/office/drawing/2014/main" id="{1E7E0559-A097-4966-9856-F89FEF87E94C}"/>
              </a:ext>
            </a:extLst>
          </p:cNvPr>
          <p:cNvSpPr>
            <a:spLocks xmlns:a="http://schemas.openxmlformats.org/drawingml/2006/main" noGrp="1"/>
          </p:cNvSpPr>
          <p:nvPr/>
        </p:nvSpPr>
        <p:spPr>
          <a:xfrm xmlns:a="http://schemas.openxmlformats.org/drawingml/2006/main">
            <a:off x="609600" y="5819775"/>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Validate requests, enforce access rules, store durable state and coordinate external services.</a:t>
            </a:r>
          </a:p>
        </p:txBody>
      </p:sp>
    </p:spTree>
    <p:transition spd="med" advClick="1">
      <p:fade/>
    </p:transition>
    <p:extLst>
      <p:ext uri="{BB962C8B-B14F-4D97-AF65-F5344CB8AC3E}">
        <p14:creationId xmlns:p14="http://schemas.microsoft.com/office/powerpoint/2010/main" val="588764690"/>
      </p:ext>
    </p:extLst>
  </p:cSld>
</p:sld>
</file>

<file path=ppt/slides/slide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E299DFE9-FABC-4816-91C3-C5699DFB31F1}"/>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SYSTEM DESIGN</a:t>
            </a:r>
          </a:p>
        </p:txBody>
      </p:sp>
      <p:sp>
        <p:nvSpPr>
          <p:cNvPr id="2" name="">
            <a:extLst xmlns:a="http://schemas.openxmlformats.org/drawingml/2006/main">
              <a:ext uri="{FF2B5EF4-FFF2-40B4-BE49-F238E27FC236}">
                <a16:creationId xmlns:a16="http://schemas.microsoft.com/office/drawing/2014/main" id="{E1025E98-B1D6-4422-8464-2E8D7A015E74}"/>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04</a:t>
            </a:r>
          </a:p>
        </p:txBody>
      </p:sp>
      <p:sp>
        <p:nvSpPr>
          <p:cNvPr id="3" name="">
            <a:extLst xmlns:a="http://schemas.openxmlformats.org/drawingml/2006/main">
              <a:ext uri="{FF2B5EF4-FFF2-40B4-BE49-F238E27FC236}">
                <a16:creationId xmlns:a16="http://schemas.microsoft.com/office/drawing/2014/main" id="{4B666265-C0F3-4B5B-B2A9-8DEDABE3FA97}"/>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Three execution paths</a:t>
            </a:r>
          </a:p>
        </p:txBody>
      </p:sp>
      <p:sp>
        <p:nvSpPr>
          <p:cNvPr id="4" name="">
            <a:extLst xmlns:a="http://schemas.openxmlformats.org/drawingml/2006/main">
              <a:ext uri="{FF2B5EF4-FFF2-40B4-BE49-F238E27FC236}">
                <a16:creationId xmlns:a16="http://schemas.microsoft.com/office/drawing/2014/main" id="{E33E3D0C-B21F-486E-AC51-686957D33CA0}"/>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EC547578-8B2A-4BD5-903A-018F091A2963}"/>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FastAPI handles immediate requests, durable jobs and live communication differently.</a:t>
            </a:r>
          </a:p>
        </p:txBody>
      </p:sp>
      <p:sp>
        <p:nvSpPr>
          <p:cNvPr id="6" name="">
            <a:extLst xmlns:a="http://schemas.openxmlformats.org/drawingml/2006/main">
              <a:ext uri="{FF2B5EF4-FFF2-40B4-BE49-F238E27FC236}">
                <a16:creationId xmlns:a16="http://schemas.microsoft.com/office/drawing/2014/main" id="{DC2E7E7D-A92E-47D2-B6D7-B9A94BBBD869}"/>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625EF4E4-C536-425E-923A-1994172E4F17}"/>
              </a:ext>
            </a:extLst>
          </p:cNvPr>
          <p:cNvSpPr>
            <a:spLocks xmlns:a="http://schemas.openxmlformats.org/drawingml/2006/main" noGrp="1"/>
          </p:cNvSpPr>
          <p:nvPr/>
        </p:nvSpPr>
        <p:spPr>
          <a:xfrm xmlns:a="http://schemas.openxmlformats.org/drawingml/2006/main">
            <a:off x="609600" y="21812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REQUEST</a:t>
            </a:r>
          </a:p>
        </p:txBody>
      </p:sp>
      <p:sp>
        <p:nvSpPr>
          <p:cNvPr id="8" name="">
            <a:extLst xmlns:a="http://schemas.openxmlformats.org/drawingml/2006/main">
              <a:ext uri="{FF2B5EF4-FFF2-40B4-BE49-F238E27FC236}">
                <a16:creationId xmlns:a16="http://schemas.microsoft.com/office/drawing/2014/main" id="{1F86D215-EB69-4E98-8769-BB89B84E60FC}"/>
              </a:ext>
            </a:extLst>
          </p:cNvPr>
          <p:cNvSpPr>
            <a:spLocks xmlns:a="http://schemas.openxmlformats.org/drawingml/2006/main" noGrp="1"/>
          </p:cNvSpPr>
          <p:nvPr/>
        </p:nvSpPr>
        <p:spPr>
          <a:xfrm xmlns:a="http://schemas.openxmlformats.org/drawingml/2006/main">
            <a:off x="1771650" y="2352675"/>
            <a:ext cx="9039225" cy="0"/>
          </a:xfrm>
          <a:prstGeom xmlns:a="http://schemas.openxmlformats.org/drawingml/2006/main" prst="line">
            <a:avLst/>
          </a:prstGeom>
          <a:ln xmlns:a="http://schemas.openxmlformats.org/drawingml/2006/main" w="19050">
            <a:solidFill>
              <a:srgbClr val="CFDBCF"/>
            </a:solidFill>
            <a:prstDash val="solid"/>
          </a:ln>
        </p:spPr>
      </p:sp>
      <p:sp>
        <p:nvSpPr>
          <p:cNvPr id="9" name="">
            <a:extLst xmlns:a="http://schemas.openxmlformats.org/drawingml/2006/main">
              <a:ext uri="{FF2B5EF4-FFF2-40B4-BE49-F238E27FC236}">
                <a16:creationId xmlns:a16="http://schemas.microsoft.com/office/drawing/2014/main" id="{10F6DABF-C25B-4A08-BABA-F60FBC20F428}"/>
              </a:ext>
            </a:extLst>
          </p:cNvPr>
          <p:cNvSpPr>
            <a:spLocks xmlns:a="http://schemas.openxmlformats.org/drawingml/2006/main" noGrp="1"/>
          </p:cNvSpPr>
          <p:nvPr/>
        </p:nvSpPr>
        <p:spPr>
          <a:xfrm xmlns:a="http://schemas.openxmlformats.org/drawingml/2006/main">
            <a:off x="1952625"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2B8CB25C-7C2E-4D4D-881E-E63CF4DAC832}"/>
              </a:ext>
            </a:extLst>
          </p:cNvPr>
          <p:cNvSpPr>
            <a:spLocks xmlns:a="http://schemas.openxmlformats.org/drawingml/2006/main" noGrp="1"/>
          </p:cNvSpPr>
          <p:nvPr/>
        </p:nvSpPr>
        <p:spPr>
          <a:xfrm xmlns:a="http://schemas.openxmlformats.org/drawingml/2006/main">
            <a:off x="2200275"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Browser</a:t>
            </a:r>
          </a:p>
        </p:txBody>
      </p:sp>
      <p:sp>
        <p:nvSpPr>
          <p:cNvPr id="11" name="">
            <a:extLst xmlns:a="http://schemas.openxmlformats.org/drawingml/2006/main">
              <a:ext uri="{FF2B5EF4-FFF2-40B4-BE49-F238E27FC236}">
                <a16:creationId xmlns:a16="http://schemas.microsoft.com/office/drawing/2014/main" id="{1FF04214-4E4C-4FF6-ACDA-8C848AC3B2A7}"/>
              </a:ext>
            </a:extLst>
          </p:cNvPr>
          <p:cNvSpPr>
            <a:spLocks xmlns:a="http://schemas.openxmlformats.org/drawingml/2006/main" noGrp="1"/>
          </p:cNvSpPr>
          <p:nvPr/>
        </p:nvSpPr>
        <p:spPr>
          <a:xfrm xmlns:a="http://schemas.openxmlformats.org/drawingml/2006/main">
            <a:off x="2200275"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Next.js</a:t>
            </a:r>
          </a:p>
        </p:txBody>
      </p:sp>
      <p:sp>
        <p:nvSpPr>
          <p:cNvPr id="12" name="">
            <a:extLst xmlns:a="http://schemas.openxmlformats.org/drawingml/2006/main">
              <a:ext uri="{FF2B5EF4-FFF2-40B4-BE49-F238E27FC236}">
                <a16:creationId xmlns:a16="http://schemas.microsoft.com/office/drawing/2014/main" id="{EBFF9895-0FD3-4F7C-9755-FBBFCCB3EC14}"/>
              </a:ext>
            </a:extLst>
          </p:cNvPr>
          <p:cNvSpPr>
            <a:spLocks xmlns:a="http://schemas.openxmlformats.org/drawingml/2006/main" noGrp="1"/>
          </p:cNvSpPr>
          <p:nvPr/>
        </p:nvSpPr>
        <p:spPr>
          <a:xfrm xmlns:a="http://schemas.openxmlformats.org/drawingml/2006/main">
            <a:off x="4286250"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3DEA5709-2593-428A-BD55-B3116648A03C}"/>
              </a:ext>
            </a:extLst>
          </p:cNvPr>
          <p:cNvSpPr>
            <a:spLocks xmlns:a="http://schemas.openxmlformats.org/drawingml/2006/main" noGrp="1"/>
          </p:cNvSpPr>
          <p:nvPr/>
        </p:nvSpPr>
        <p:spPr>
          <a:xfrm xmlns:a="http://schemas.openxmlformats.org/drawingml/2006/main">
            <a:off x="4533900"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Nginx</a:t>
            </a:r>
          </a:p>
        </p:txBody>
      </p:sp>
      <p:sp>
        <p:nvSpPr>
          <p:cNvPr id="14" name="">
            <a:extLst xmlns:a="http://schemas.openxmlformats.org/drawingml/2006/main">
              <a:ext uri="{FF2B5EF4-FFF2-40B4-BE49-F238E27FC236}">
                <a16:creationId xmlns:a16="http://schemas.microsoft.com/office/drawing/2014/main" id="{74F461A2-F544-4290-A351-973C1CCE183D}"/>
              </a:ext>
            </a:extLst>
          </p:cNvPr>
          <p:cNvSpPr>
            <a:spLocks xmlns:a="http://schemas.openxmlformats.org/drawingml/2006/main" noGrp="1"/>
          </p:cNvSpPr>
          <p:nvPr/>
        </p:nvSpPr>
        <p:spPr>
          <a:xfrm xmlns:a="http://schemas.openxmlformats.org/drawingml/2006/main">
            <a:off x="4533900"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TLS + proxy</a:t>
            </a:r>
          </a:p>
        </p:txBody>
      </p:sp>
      <p:sp>
        <p:nvSpPr>
          <p:cNvPr id="15" name="">
            <a:extLst xmlns:a="http://schemas.openxmlformats.org/drawingml/2006/main">
              <a:ext uri="{FF2B5EF4-FFF2-40B4-BE49-F238E27FC236}">
                <a16:creationId xmlns:a16="http://schemas.microsoft.com/office/drawing/2014/main" id="{64E022CC-0508-4674-8BA8-E174BFADA5A2}"/>
              </a:ext>
            </a:extLst>
          </p:cNvPr>
          <p:cNvSpPr>
            <a:spLocks xmlns:a="http://schemas.openxmlformats.org/drawingml/2006/main" noGrp="1"/>
          </p:cNvSpPr>
          <p:nvPr/>
        </p:nvSpPr>
        <p:spPr>
          <a:xfrm xmlns:a="http://schemas.openxmlformats.org/drawingml/2006/main">
            <a:off x="6619875"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6" name="">
            <a:extLst xmlns:a="http://schemas.openxmlformats.org/drawingml/2006/main">
              <a:ext uri="{FF2B5EF4-FFF2-40B4-BE49-F238E27FC236}">
                <a16:creationId xmlns:a16="http://schemas.microsoft.com/office/drawing/2014/main" id="{3B07101A-4206-42F8-B15B-D53475C67A4B}"/>
              </a:ext>
            </a:extLst>
          </p:cNvPr>
          <p:cNvSpPr>
            <a:spLocks xmlns:a="http://schemas.openxmlformats.org/drawingml/2006/main" noGrp="1"/>
          </p:cNvSpPr>
          <p:nvPr/>
        </p:nvSpPr>
        <p:spPr>
          <a:xfrm xmlns:a="http://schemas.openxmlformats.org/drawingml/2006/main">
            <a:off x="6867525"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FastAPI</a:t>
            </a:r>
          </a:p>
        </p:txBody>
      </p:sp>
      <p:sp>
        <p:nvSpPr>
          <p:cNvPr id="17" name="">
            <a:extLst xmlns:a="http://schemas.openxmlformats.org/drawingml/2006/main">
              <a:ext uri="{FF2B5EF4-FFF2-40B4-BE49-F238E27FC236}">
                <a16:creationId xmlns:a16="http://schemas.microsoft.com/office/drawing/2014/main" id="{B9FD27EE-50FF-497B-8FA3-F2FC6BED6E40}"/>
              </a:ext>
            </a:extLst>
          </p:cNvPr>
          <p:cNvSpPr>
            <a:spLocks xmlns:a="http://schemas.openxmlformats.org/drawingml/2006/main" noGrp="1"/>
          </p:cNvSpPr>
          <p:nvPr/>
        </p:nvSpPr>
        <p:spPr>
          <a:xfrm xmlns:a="http://schemas.openxmlformats.org/drawingml/2006/main">
            <a:off x="6867525"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Rules + transactions</a:t>
            </a:r>
          </a:p>
        </p:txBody>
      </p:sp>
      <p:sp>
        <p:nvSpPr>
          <p:cNvPr id="18" name="">
            <a:extLst xmlns:a="http://schemas.openxmlformats.org/drawingml/2006/main">
              <a:ext uri="{FF2B5EF4-FFF2-40B4-BE49-F238E27FC236}">
                <a16:creationId xmlns:a16="http://schemas.microsoft.com/office/drawing/2014/main" id="{AEB5988A-0346-461B-A78C-D966F88D51E5}"/>
              </a:ext>
            </a:extLst>
          </p:cNvPr>
          <p:cNvSpPr>
            <a:spLocks xmlns:a="http://schemas.openxmlformats.org/drawingml/2006/main" noGrp="1"/>
          </p:cNvSpPr>
          <p:nvPr/>
        </p:nvSpPr>
        <p:spPr>
          <a:xfrm xmlns:a="http://schemas.openxmlformats.org/drawingml/2006/main">
            <a:off x="8953500" y="2276475"/>
            <a:ext cx="152400" cy="1524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9" name="">
            <a:extLst xmlns:a="http://schemas.openxmlformats.org/drawingml/2006/main">
              <a:ext uri="{FF2B5EF4-FFF2-40B4-BE49-F238E27FC236}">
                <a16:creationId xmlns:a16="http://schemas.microsoft.com/office/drawing/2014/main" id="{1E9BC47C-8ECF-4654-AAC9-4C67BD2EF7FF}"/>
              </a:ext>
            </a:extLst>
          </p:cNvPr>
          <p:cNvSpPr>
            <a:spLocks xmlns:a="http://schemas.openxmlformats.org/drawingml/2006/main" noGrp="1"/>
          </p:cNvSpPr>
          <p:nvPr/>
        </p:nvSpPr>
        <p:spPr>
          <a:xfrm xmlns:a="http://schemas.openxmlformats.org/drawingml/2006/main">
            <a:off x="9201150" y="20193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PostgreSQL</a:t>
            </a:r>
          </a:p>
        </p:txBody>
      </p:sp>
      <p:sp>
        <p:nvSpPr>
          <p:cNvPr id="20" name="">
            <a:extLst xmlns:a="http://schemas.openxmlformats.org/drawingml/2006/main">
              <a:ext uri="{FF2B5EF4-FFF2-40B4-BE49-F238E27FC236}">
                <a16:creationId xmlns:a16="http://schemas.microsoft.com/office/drawing/2014/main" id="{769C77DF-2F3D-411F-A46A-5C91472E4556}"/>
              </a:ext>
            </a:extLst>
          </p:cNvPr>
          <p:cNvSpPr>
            <a:spLocks xmlns:a="http://schemas.openxmlformats.org/drawingml/2006/main" noGrp="1"/>
          </p:cNvSpPr>
          <p:nvPr/>
        </p:nvSpPr>
        <p:spPr>
          <a:xfrm xmlns:a="http://schemas.openxmlformats.org/drawingml/2006/main">
            <a:off x="9201150" y="232410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Durable records</a:t>
            </a:r>
          </a:p>
        </p:txBody>
      </p:sp>
      <p:sp>
        <p:nvSpPr>
          <p:cNvPr id="21" name="">
            <a:extLst xmlns:a="http://schemas.openxmlformats.org/drawingml/2006/main">
              <a:ext uri="{FF2B5EF4-FFF2-40B4-BE49-F238E27FC236}">
                <a16:creationId xmlns:a16="http://schemas.microsoft.com/office/drawing/2014/main" id="{678A10BA-4C87-458E-AB02-3F60B3E973E4}"/>
              </a:ext>
            </a:extLst>
          </p:cNvPr>
          <p:cNvSpPr>
            <a:spLocks xmlns:a="http://schemas.openxmlformats.org/drawingml/2006/main" noGrp="1"/>
          </p:cNvSpPr>
          <p:nvPr/>
        </p:nvSpPr>
        <p:spPr>
          <a:xfrm xmlns:a="http://schemas.openxmlformats.org/drawingml/2006/main">
            <a:off x="609600" y="35433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BACKGROUND</a:t>
            </a:r>
          </a:p>
        </p:txBody>
      </p:sp>
      <p:sp>
        <p:nvSpPr>
          <p:cNvPr id="22" name="">
            <a:extLst xmlns:a="http://schemas.openxmlformats.org/drawingml/2006/main">
              <a:ext uri="{FF2B5EF4-FFF2-40B4-BE49-F238E27FC236}">
                <a16:creationId xmlns:a16="http://schemas.microsoft.com/office/drawing/2014/main" id="{BCF8896F-9BE3-45B1-84A3-80F3F2A59747}"/>
              </a:ext>
            </a:extLst>
          </p:cNvPr>
          <p:cNvSpPr>
            <a:spLocks xmlns:a="http://schemas.openxmlformats.org/drawingml/2006/main" noGrp="1"/>
          </p:cNvSpPr>
          <p:nvPr/>
        </p:nvSpPr>
        <p:spPr>
          <a:xfrm xmlns:a="http://schemas.openxmlformats.org/drawingml/2006/main">
            <a:off x="1771650" y="3714750"/>
            <a:ext cx="9039225" cy="0"/>
          </a:xfrm>
          <a:prstGeom xmlns:a="http://schemas.openxmlformats.org/drawingml/2006/main" prst="line">
            <a:avLst/>
          </a:prstGeom>
          <a:ln xmlns:a="http://schemas.openxmlformats.org/drawingml/2006/main" w="19050">
            <a:solidFill>
              <a:srgbClr val="CFDBCF"/>
            </a:solidFill>
            <a:prstDash val="solid"/>
          </a:ln>
        </p:spPr>
      </p:sp>
      <p:sp>
        <p:nvSpPr>
          <p:cNvPr id="23" name="">
            <a:extLst xmlns:a="http://schemas.openxmlformats.org/drawingml/2006/main">
              <a:ext uri="{FF2B5EF4-FFF2-40B4-BE49-F238E27FC236}">
                <a16:creationId xmlns:a16="http://schemas.microsoft.com/office/drawing/2014/main" id="{444BB848-9405-4792-AF6A-78AA6C28985C}"/>
              </a:ext>
            </a:extLst>
          </p:cNvPr>
          <p:cNvSpPr>
            <a:spLocks xmlns:a="http://schemas.openxmlformats.org/drawingml/2006/main" noGrp="1"/>
          </p:cNvSpPr>
          <p:nvPr/>
        </p:nvSpPr>
        <p:spPr>
          <a:xfrm xmlns:a="http://schemas.openxmlformats.org/drawingml/2006/main">
            <a:off x="1952625"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4" name="">
            <a:extLst xmlns:a="http://schemas.openxmlformats.org/drawingml/2006/main">
              <a:ext uri="{FF2B5EF4-FFF2-40B4-BE49-F238E27FC236}">
                <a16:creationId xmlns:a16="http://schemas.microsoft.com/office/drawing/2014/main" id="{5F07AAF4-179E-4220-BEF7-DEAE37700D7B}"/>
              </a:ext>
            </a:extLst>
          </p:cNvPr>
          <p:cNvSpPr>
            <a:spLocks xmlns:a="http://schemas.openxmlformats.org/drawingml/2006/main" noGrp="1"/>
          </p:cNvSpPr>
          <p:nvPr/>
        </p:nvSpPr>
        <p:spPr>
          <a:xfrm xmlns:a="http://schemas.openxmlformats.org/drawingml/2006/main">
            <a:off x="2200275"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API</a:t>
            </a:r>
          </a:p>
        </p:txBody>
      </p:sp>
      <p:sp>
        <p:nvSpPr>
          <p:cNvPr id="25" name="">
            <a:extLst xmlns:a="http://schemas.openxmlformats.org/drawingml/2006/main">
              <a:ext uri="{FF2B5EF4-FFF2-40B4-BE49-F238E27FC236}">
                <a16:creationId xmlns:a16="http://schemas.microsoft.com/office/drawing/2014/main" id="{CC1034DC-F300-4A7B-9180-520F0C8AC889}"/>
              </a:ext>
            </a:extLst>
          </p:cNvPr>
          <p:cNvSpPr>
            <a:spLocks xmlns:a="http://schemas.openxmlformats.org/drawingml/2006/main" noGrp="1"/>
          </p:cNvSpPr>
          <p:nvPr/>
        </p:nvSpPr>
        <p:spPr>
          <a:xfrm xmlns:a="http://schemas.openxmlformats.org/drawingml/2006/main">
            <a:off x="2200275"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 job</a:t>
            </a:r>
          </a:p>
        </p:txBody>
      </p:sp>
      <p:sp>
        <p:nvSpPr>
          <p:cNvPr id="26" name="">
            <a:extLst xmlns:a="http://schemas.openxmlformats.org/drawingml/2006/main">
              <a:ext uri="{FF2B5EF4-FFF2-40B4-BE49-F238E27FC236}">
                <a16:creationId xmlns:a16="http://schemas.microsoft.com/office/drawing/2014/main" id="{1EA41530-E21E-4618-88E0-1D39CC14EA06}"/>
              </a:ext>
            </a:extLst>
          </p:cNvPr>
          <p:cNvSpPr>
            <a:spLocks xmlns:a="http://schemas.openxmlformats.org/drawingml/2006/main" noGrp="1"/>
          </p:cNvSpPr>
          <p:nvPr/>
        </p:nvSpPr>
        <p:spPr>
          <a:xfrm xmlns:a="http://schemas.openxmlformats.org/drawingml/2006/main">
            <a:off x="4286250"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7" name="">
            <a:extLst xmlns:a="http://schemas.openxmlformats.org/drawingml/2006/main">
              <a:ext uri="{FF2B5EF4-FFF2-40B4-BE49-F238E27FC236}">
                <a16:creationId xmlns:a16="http://schemas.microsoft.com/office/drawing/2014/main" id="{B398D81C-5F66-4735-9F36-1660CE53E8D8}"/>
              </a:ext>
            </a:extLst>
          </p:cNvPr>
          <p:cNvSpPr>
            <a:spLocks xmlns:a="http://schemas.openxmlformats.org/drawingml/2006/main" noGrp="1"/>
          </p:cNvSpPr>
          <p:nvPr/>
        </p:nvSpPr>
        <p:spPr>
          <a:xfrm xmlns:a="http://schemas.openxmlformats.org/drawingml/2006/main">
            <a:off x="4533900"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Outbox</a:t>
            </a:r>
          </a:p>
        </p:txBody>
      </p:sp>
      <p:sp>
        <p:nvSpPr>
          <p:cNvPr id="28" name="">
            <a:extLst xmlns:a="http://schemas.openxmlformats.org/drawingml/2006/main">
              <a:ext uri="{FF2B5EF4-FFF2-40B4-BE49-F238E27FC236}">
                <a16:creationId xmlns:a16="http://schemas.microsoft.com/office/drawing/2014/main" id="{7BD65346-8A67-4007-A1D7-D2073DDAE225}"/>
              </a:ext>
            </a:extLst>
          </p:cNvPr>
          <p:cNvSpPr>
            <a:spLocks xmlns:a="http://schemas.openxmlformats.org/drawingml/2006/main" noGrp="1"/>
          </p:cNvSpPr>
          <p:nvPr/>
        </p:nvSpPr>
        <p:spPr>
          <a:xfrm xmlns:a="http://schemas.openxmlformats.org/drawingml/2006/main">
            <a:off x="4533900"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Dedupe + retry</a:t>
            </a:r>
          </a:p>
        </p:txBody>
      </p:sp>
      <p:sp>
        <p:nvSpPr>
          <p:cNvPr id="29" name="">
            <a:extLst xmlns:a="http://schemas.openxmlformats.org/drawingml/2006/main">
              <a:ext uri="{FF2B5EF4-FFF2-40B4-BE49-F238E27FC236}">
                <a16:creationId xmlns:a16="http://schemas.microsoft.com/office/drawing/2014/main" id="{B6DB2472-4E98-4BDC-901E-58B0B5404419}"/>
              </a:ext>
            </a:extLst>
          </p:cNvPr>
          <p:cNvSpPr>
            <a:spLocks xmlns:a="http://schemas.openxmlformats.org/drawingml/2006/main" noGrp="1"/>
          </p:cNvSpPr>
          <p:nvPr/>
        </p:nvSpPr>
        <p:spPr>
          <a:xfrm xmlns:a="http://schemas.openxmlformats.org/drawingml/2006/main">
            <a:off x="6619875"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B4E6F5FF-72E4-4245-A8AB-4CA3D577E082}"/>
              </a:ext>
            </a:extLst>
          </p:cNvPr>
          <p:cNvSpPr>
            <a:spLocks xmlns:a="http://schemas.openxmlformats.org/drawingml/2006/main" noGrp="1"/>
          </p:cNvSpPr>
          <p:nvPr/>
        </p:nvSpPr>
        <p:spPr>
          <a:xfrm xmlns:a="http://schemas.openxmlformats.org/drawingml/2006/main">
            <a:off x="6867525"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Redis</a:t>
            </a:r>
          </a:p>
        </p:txBody>
      </p:sp>
      <p:sp>
        <p:nvSpPr>
          <p:cNvPr id="31" name="">
            <a:extLst xmlns:a="http://schemas.openxmlformats.org/drawingml/2006/main">
              <a:ext uri="{FF2B5EF4-FFF2-40B4-BE49-F238E27FC236}">
                <a16:creationId xmlns:a16="http://schemas.microsoft.com/office/drawing/2014/main" id="{C81D5776-D31C-4336-922B-1193B5066A83}"/>
              </a:ext>
            </a:extLst>
          </p:cNvPr>
          <p:cNvSpPr>
            <a:spLocks xmlns:a="http://schemas.openxmlformats.org/drawingml/2006/main" noGrp="1"/>
          </p:cNvSpPr>
          <p:nvPr/>
        </p:nvSpPr>
        <p:spPr>
          <a:xfrm xmlns:a="http://schemas.openxmlformats.org/drawingml/2006/main">
            <a:off x="6867525"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Broker</a:t>
            </a:r>
          </a:p>
        </p:txBody>
      </p:sp>
      <p:sp>
        <p:nvSpPr>
          <p:cNvPr id="32" name="">
            <a:extLst xmlns:a="http://schemas.openxmlformats.org/drawingml/2006/main">
              <a:ext uri="{FF2B5EF4-FFF2-40B4-BE49-F238E27FC236}">
                <a16:creationId xmlns:a16="http://schemas.microsoft.com/office/drawing/2014/main" id="{902AD3C6-5108-42CD-B0F9-ACDA68CA0668}"/>
              </a:ext>
            </a:extLst>
          </p:cNvPr>
          <p:cNvSpPr>
            <a:spLocks xmlns:a="http://schemas.openxmlformats.org/drawingml/2006/main" noGrp="1"/>
          </p:cNvSpPr>
          <p:nvPr/>
        </p:nvSpPr>
        <p:spPr>
          <a:xfrm xmlns:a="http://schemas.openxmlformats.org/drawingml/2006/main">
            <a:off x="8953500" y="3638550"/>
            <a:ext cx="152400" cy="1524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C4467434-ABDA-46CC-BA3B-698C51A44A2C}"/>
              </a:ext>
            </a:extLst>
          </p:cNvPr>
          <p:cNvSpPr>
            <a:spLocks xmlns:a="http://schemas.openxmlformats.org/drawingml/2006/main" noGrp="1"/>
          </p:cNvSpPr>
          <p:nvPr/>
        </p:nvSpPr>
        <p:spPr>
          <a:xfrm xmlns:a="http://schemas.openxmlformats.org/drawingml/2006/main">
            <a:off x="9201150" y="338137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Celery</a:t>
            </a:r>
          </a:p>
        </p:txBody>
      </p:sp>
      <p:sp>
        <p:nvSpPr>
          <p:cNvPr id="34" name="">
            <a:extLst xmlns:a="http://schemas.openxmlformats.org/drawingml/2006/main">
              <a:ext uri="{FF2B5EF4-FFF2-40B4-BE49-F238E27FC236}">
                <a16:creationId xmlns:a16="http://schemas.microsoft.com/office/drawing/2014/main" id="{CDF342C5-4FC9-4DB2-B386-F601CB7A30E8}"/>
              </a:ext>
            </a:extLst>
          </p:cNvPr>
          <p:cNvSpPr>
            <a:spLocks xmlns:a="http://schemas.openxmlformats.org/drawingml/2006/main" noGrp="1"/>
          </p:cNvSpPr>
          <p:nvPr/>
        </p:nvSpPr>
        <p:spPr>
          <a:xfrm xmlns:a="http://schemas.openxmlformats.org/drawingml/2006/main">
            <a:off x="9201150" y="36861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AI + email</a:t>
            </a:r>
          </a:p>
        </p:txBody>
      </p:sp>
      <p:sp>
        <p:nvSpPr>
          <p:cNvPr id="35" name="">
            <a:extLst xmlns:a="http://schemas.openxmlformats.org/drawingml/2006/main">
              <a:ext uri="{FF2B5EF4-FFF2-40B4-BE49-F238E27FC236}">
                <a16:creationId xmlns:a16="http://schemas.microsoft.com/office/drawing/2014/main" id="{F4BB3074-A111-4B52-BDFC-A603AFCF28CB}"/>
              </a:ext>
            </a:extLst>
          </p:cNvPr>
          <p:cNvSpPr>
            <a:spLocks xmlns:a="http://schemas.openxmlformats.org/drawingml/2006/main" noGrp="1"/>
          </p:cNvSpPr>
          <p:nvPr/>
        </p:nvSpPr>
        <p:spPr>
          <a:xfrm xmlns:a="http://schemas.openxmlformats.org/drawingml/2006/main">
            <a:off x="609600" y="49053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356456"/>
                </a:solidFill>
                <a:latin typeface="Noto Sans"/>
                <a:ea typeface="Noto Sans"/>
                <a:cs typeface="Noto Sans"/>
              </a:defRPr>
            </a:defPPr>
            <a:lvl1pPr algn="l">
              <a:defRPr sz="825" b="1">
                <a:solidFill>
                  <a:srgbClr val="356456"/>
                </a:solidFill>
                <a:latin typeface="Noto Sans"/>
                <a:ea typeface="Noto Sans"/>
                <a:cs typeface="Noto Sans"/>
              </a:defRPr>
            </a:lvl1pPr>
            <a:lvl2pPr algn="l">
              <a:defRPr sz="825" b="1">
                <a:solidFill>
                  <a:srgbClr val="356456"/>
                </a:solidFill>
                <a:latin typeface="Noto Sans"/>
                <a:ea typeface="Noto Sans"/>
                <a:cs typeface="Noto Sans"/>
              </a:defRPr>
            </a:lvl2pPr>
            <a:lvl3pPr algn="l">
              <a:defRPr sz="825" b="1">
                <a:solidFill>
                  <a:srgbClr val="356456"/>
                </a:solidFill>
                <a:latin typeface="Noto Sans"/>
                <a:ea typeface="Noto Sans"/>
                <a:cs typeface="Noto Sans"/>
              </a:defRPr>
            </a:lvl3pPr>
            <a:lvl4pPr algn="l">
              <a:defRPr sz="825" b="1">
                <a:solidFill>
                  <a:srgbClr val="356456"/>
                </a:solidFill>
                <a:latin typeface="Noto Sans"/>
                <a:ea typeface="Noto Sans"/>
                <a:cs typeface="Noto Sans"/>
              </a:defRPr>
            </a:lvl4pPr>
            <a:lvl5pPr algn="l">
              <a:defRPr sz="825" b="1">
                <a:solidFill>
                  <a:srgbClr val="356456"/>
                </a:solidFill>
                <a:latin typeface="Noto Sans"/>
                <a:ea typeface="Noto Sans"/>
                <a:cs typeface="Noto Sans"/>
              </a:defRPr>
            </a:lvl5pPr>
            <a:lvl6pPr algn="l">
              <a:defRPr sz="825" b="1">
                <a:solidFill>
                  <a:srgbClr val="356456"/>
                </a:solidFill>
                <a:latin typeface="Noto Sans"/>
                <a:ea typeface="Noto Sans"/>
                <a:cs typeface="Noto Sans"/>
              </a:defRPr>
            </a:lvl6pPr>
            <a:lvl7pPr algn="l">
              <a:defRPr sz="825" b="1">
                <a:solidFill>
                  <a:srgbClr val="356456"/>
                </a:solidFill>
                <a:latin typeface="Noto Sans"/>
                <a:ea typeface="Noto Sans"/>
                <a:cs typeface="Noto Sans"/>
              </a:defRPr>
            </a:lvl7pPr>
            <a:lvl8pPr algn="l">
              <a:defRPr sz="825" b="1">
                <a:solidFill>
                  <a:srgbClr val="356456"/>
                </a:solidFill>
                <a:latin typeface="Noto Sans"/>
                <a:ea typeface="Noto Sans"/>
                <a:cs typeface="Noto Sans"/>
              </a:defRPr>
            </a:lvl8pPr>
            <a:lvl9pPr algn="l">
              <a:defRPr sz="825" b="1">
                <a:solidFill>
                  <a:srgbClr val="356456"/>
                </a:solidFill>
                <a:latin typeface="Noto Sans"/>
                <a:ea typeface="Noto Sans"/>
                <a:cs typeface="Noto Sans"/>
              </a:defRPr>
            </a:lvl9pPr>
          </a:lstStyle>
          <a:p xmlns:a="http://schemas.openxmlformats.org/drawingml/2006/main">
            <a:pPr algn="l">
              <a:defRPr sz="825" b="1">
                <a:solidFill>
                  <a:srgbClr val="356456"/>
                </a:solidFill>
                <a:latin typeface="Noto Sans"/>
                <a:ea typeface="Noto Sans"/>
                <a:cs typeface="Noto Sans"/>
              </a:defRPr>
            </a:pPr>
            <a:r>
              <a:rPr sz="825" b="1">
                <a:solidFill>
                  <a:srgbClr val="356456"/>
                </a:solidFill>
                <a:latin typeface="Noto Sans"/>
                <a:ea typeface="Noto Sans"/>
                <a:cs typeface="Noto Sans"/>
              </a:rPr>
              <a:t>REAL TIME</a:t>
            </a:r>
          </a:p>
        </p:txBody>
      </p:sp>
      <p:sp>
        <p:nvSpPr>
          <p:cNvPr id="36" name="">
            <a:extLst xmlns:a="http://schemas.openxmlformats.org/drawingml/2006/main">
              <a:ext uri="{FF2B5EF4-FFF2-40B4-BE49-F238E27FC236}">
                <a16:creationId xmlns:a16="http://schemas.microsoft.com/office/drawing/2014/main" id="{2FFAAAA4-4AAD-4D5A-A9EF-D6D9AE67060F}"/>
              </a:ext>
            </a:extLst>
          </p:cNvPr>
          <p:cNvSpPr>
            <a:spLocks xmlns:a="http://schemas.openxmlformats.org/drawingml/2006/main" noGrp="1"/>
          </p:cNvSpPr>
          <p:nvPr/>
        </p:nvSpPr>
        <p:spPr>
          <a:xfrm xmlns:a="http://schemas.openxmlformats.org/drawingml/2006/main">
            <a:off x="1771650" y="5076825"/>
            <a:ext cx="9039225" cy="0"/>
          </a:xfrm>
          <a:prstGeom xmlns:a="http://schemas.openxmlformats.org/drawingml/2006/main" prst="line">
            <a:avLst/>
          </a:prstGeom>
          <a:ln xmlns:a="http://schemas.openxmlformats.org/drawingml/2006/main" w="19050">
            <a:solidFill>
              <a:srgbClr val="CFDBCF"/>
            </a:solidFill>
            <a:prstDash val="solid"/>
          </a:ln>
        </p:spPr>
      </p:sp>
      <p:sp>
        <p:nvSpPr>
          <p:cNvPr id="37" name="">
            <a:extLst xmlns:a="http://schemas.openxmlformats.org/drawingml/2006/main">
              <a:ext uri="{FF2B5EF4-FFF2-40B4-BE49-F238E27FC236}">
                <a16:creationId xmlns:a16="http://schemas.microsoft.com/office/drawing/2014/main" id="{CAFFD500-69EC-4F66-9048-0D8223C4A6E1}"/>
              </a:ext>
            </a:extLst>
          </p:cNvPr>
          <p:cNvSpPr>
            <a:spLocks xmlns:a="http://schemas.openxmlformats.org/drawingml/2006/main" noGrp="1"/>
          </p:cNvSpPr>
          <p:nvPr/>
        </p:nvSpPr>
        <p:spPr>
          <a:xfrm xmlns:a="http://schemas.openxmlformats.org/drawingml/2006/main">
            <a:off x="1952625"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8" name="">
            <a:extLst xmlns:a="http://schemas.openxmlformats.org/drawingml/2006/main">
              <a:ext uri="{FF2B5EF4-FFF2-40B4-BE49-F238E27FC236}">
                <a16:creationId xmlns:a16="http://schemas.microsoft.com/office/drawing/2014/main" id="{F925423F-CB32-4ABE-BA5A-CECD33ED3399}"/>
              </a:ext>
            </a:extLst>
          </p:cNvPr>
          <p:cNvSpPr>
            <a:spLocks xmlns:a="http://schemas.openxmlformats.org/drawingml/2006/main" noGrp="1"/>
          </p:cNvSpPr>
          <p:nvPr/>
        </p:nvSpPr>
        <p:spPr>
          <a:xfrm xmlns:a="http://schemas.openxmlformats.org/drawingml/2006/main">
            <a:off x="2200275"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Ticket</a:t>
            </a:r>
          </a:p>
        </p:txBody>
      </p:sp>
      <p:sp>
        <p:nvSpPr>
          <p:cNvPr id="39" name="">
            <a:extLst xmlns:a="http://schemas.openxmlformats.org/drawingml/2006/main">
              <a:ext uri="{FF2B5EF4-FFF2-40B4-BE49-F238E27FC236}">
                <a16:creationId xmlns:a16="http://schemas.microsoft.com/office/drawing/2014/main" id="{F9483A96-A209-4517-8859-D8F302A2F881}"/>
              </a:ext>
            </a:extLst>
          </p:cNvPr>
          <p:cNvSpPr>
            <a:spLocks xmlns:a="http://schemas.openxmlformats.org/drawingml/2006/main" noGrp="1"/>
          </p:cNvSpPr>
          <p:nvPr/>
        </p:nvSpPr>
        <p:spPr>
          <a:xfrm xmlns:a="http://schemas.openxmlformats.org/drawingml/2006/main">
            <a:off x="2200275"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Single use</a:t>
            </a:r>
          </a:p>
        </p:txBody>
      </p:sp>
      <p:sp>
        <p:nvSpPr>
          <p:cNvPr id="40" name="">
            <a:extLst xmlns:a="http://schemas.openxmlformats.org/drawingml/2006/main">
              <a:ext uri="{FF2B5EF4-FFF2-40B4-BE49-F238E27FC236}">
                <a16:creationId xmlns:a16="http://schemas.microsoft.com/office/drawing/2014/main" id="{B9337AC5-977E-4305-A5AA-060D1C4E7CDC}"/>
              </a:ext>
            </a:extLst>
          </p:cNvPr>
          <p:cNvSpPr>
            <a:spLocks xmlns:a="http://schemas.openxmlformats.org/drawingml/2006/main" noGrp="1"/>
          </p:cNvSpPr>
          <p:nvPr/>
        </p:nvSpPr>
        <p:spPr>
          <a:xfrm xmlns:a="http://schemas.openxmlformats.org/drawingml/2006/main">
            <a:off x="4286250"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1" name="">
            <a:extLst xmlns:a="http://schemas.openxmlformats.org/drawingml/2006/main">
              <a:ext uri="{FF2B5EF4-FFF2-40B4-BE49-F238E27FC236}">
                <a16:creationId xmlns:a16="http://schemas.microsoft.com/office/drawing/2014/main" id="{D9CC287D-3349-4FC2-A1BE-E64C95F9B639}"/>
              </a:ext>
            </a:extLst>
          </p:cNvPr>
          <p:cNvSpPr>
            <a:spLocks xmlns:a="http://schemas.openxmlformats.org/drawingml/2006/main" noGrp="1"/>
          </p:cNvSpPr>
          <p:nvPr/>
        </p:nvSpPr>
        <p:spPr>
          <a:xfrm xmlns:a="http://schemas.openxmlformats.org/drawingml/2006/main">
            <a:off x="4533900"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WebSocket</a:t>
            </a:r>
          </a:p>
        </p:txBody>
      </p:sp>
      <p:sp>
        <p:nvSpPr>
          <p:cNvPr id="42" name="">
            <a:extLst xmlns:a="http://schemas.openxmlformats.org/drawingml/2006/main">
              <a:ext uri="{FF2B5EF4-FFF2-40B4-BE49-F238E27FC236}">
                <a16:creationId xmlns:a16="http://schemas.microsoft.com/office/drawing/2014/main" id="{3FCC0223-8558-4462-ACE7-C05159B56B9E}"/>
              </a:ext>
            </a:extLst>
          </p:cNvPr>
          <p:cNvSpPr>
            <a:spLocks xmlns:a="http://schemas.openxmlformats.org/drawingml/2006/main" noGrp="1"/>
          </p:cNvSpPr>
          <p:nvPr/>
        </p:nvSpPr>
        <p:spPr>
          <a:xfrm xmlns:a="http://schemas.openxmlformats.org/drawingml/2006/main">
            <a:off x="4533900"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Access check</a:t>
            </a:r>
          </a:p>
        </p:txBody>
      </p:sp>
      <p:sp>
        <p:nvSpPr>
          <p:cNvPr id="43" name="">
            <a:extLst xmlns:a="http://schemas.openxmlformats.org/drawingml/2006/main">
              <a:ext uri="{FF2B5EF4-FFF2-40B4-BE49-F238E27FC236}">
                <a16:creationId xmlns:a16="http://schemas.microsoft.com/office/drawing/2014/main" id="{296D73D4-BCD5-487E-8EE5-C150DE087E1E}"/>
              </a:ext>
            </a:extLst>
          </p:cNvPr>
          <p:cNvSpPr>
            <a:spLocks xmlns:a="http://schemas.openxmlformats.org/drawingml/2006/main" noGrp="1"/>
          </p:cNvSpPr>
          <p:nvPr/>
        </p:nvSpPr>
        <p:spPr>
          <a:xfrm xmlns:a="http://schemas.openxmlformats.org/drawingml/2006/main">
            <a:off x="6619875"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4" name="">
            <a:extLst xmlns:a="http://schemas.openxmlformats.org/drawingml/2006/main">
              <a:ext uri="{FF2B5EF4-FFF2-40B4-BE49-F238E27FC236}">
                <a16:creationId xmlns:a16="http://schemas.microsoft.com/office/drawing/2014/main" id="{A81EB456-6F21-4B2E-BFB8-EB12976D203B}"/>
              </a:ext>
            </a:extLst>
          </p:cNvPr>
          <p:cNvSpPr>
            <a:spLocks xmlns:a="http://schemas.openxmlformats.org/drawingml/2006/main" noGrp="1"/>
          </p:cNvSpPr>
          <p:nvPr/>
        </p:nvSpPr>
        <p:spPr>
          <a:xfrm xmlns:a="http://schemas.openxmlformats.org/drawingml/2006/main">
            <a:off x="6867525"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PostgreSQL</a:t>
            </a:r>
          </a:p>
        </p:txBody>
      </p:sp>
      <p:sp>
        <p:nvSpPr>
          <p:cNvPr id="45" name="">
            <a:extLst xmlns:a="http://schemas.openxmlformats.org/drawingml/2006/main">
              <a:ext uri="{FF2B5EF4-FFF2-40B4-BE49-F238E27FC236}">
                <a16:creationId xmlns:a16="http://schemas.microsoft.com/office/drawing/2014/main" id="{A2B7FF6F-124E-477D-948A-7A26A5EF034D}"/>
              </a:ext>
            </a:extLst>
          </p:cNvPr>
          <p:cNvSpPr>
            <a:spLocks xmlns:a="http://schemas.openxmlformats.org/drawingml/2006/main" noGrp="1"/>
          </p:cNvSpPr>
          <p:nvPr/>
        </p:nvSpPr>
        <p:spPr>
          <a:xfrm xmlns:a="http://schemas.openxmlformats.org/drawingml/2006/main">
            <a:off x="6867525"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Message history</a:t>
            </a:r>
          </a:p>
        </p:txBody>
      </p:sp>
      <p:sp>
        <p:nvSpPr>
          <p:cNvPr id="46" name="">
            <a:extLst xmlns:a="http://schemas.openxmlformats.org/drawingml/2006/main">
              <a:ext uri="{FF2B5EF4-FFF2-40B4-BE49-F238E27FC236}">
                <a16:creationId xmlns:a16="http://schemas.microsoft.com/office/drawing/2014/main" id="{BAC5FAE6-849A-49DB-AA33-1BD1C4997D01}"/>
              </a:ext>
            </a:extLst>
          </p:cNvPr>
          <p:cNvSpPr>
            <a:spLocks xmlns:a="http://schemas.openxmlformats.org/drawingml/2006/main" noGrp="1"/>
          </p:cNvSpPr>
          <p:nvPr/>
        </p:nvSpPr>
        <p:spPr>
          <a:xfrm xmlns:a="http://schemas.openxmlformats.org/drawingml/2006/main">
            <a:off x="8953500" y="5000625"/>
            <a:ext cx="152400" cy="1524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47" name="">
            <a:extLst xmlns:a="http://schemas.openxmlformats.org/drawingml/2006/main">
              <a:ext uri="{FF2B5EF4-FFF2-40B4-BE49-F238E27FC236}">
                <a16:creationId xmlns:a16="http://schemas.microsoft.com/office/drawing/2014/main" id="{EC78E414-8C73-4C92-A1D9-30B30E740D36}"/>
              </a:ext>
            </a:extLst>
          </p:cNvPr>
          <p:cNvSpPr>
            <a:spLocks xmlns:a="http://schemas.openxmlformats.org/drawingml/2006/main" noGrp="1"/>
          </p:cNvSpPr>
          <p:nvPr/>
        </p:nvSpPr>
        <p:spPr>
          <a:xfrm xmlns:a="http://schemas.openxmlformats.org/drawingml/2006/main">
            <a:off x="9201150" y="47434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Redis</a:t>
            </a:r>
          </a:p>
        </p:txBody>
      </p:sp>
      <p:sp>
        <p:nvSpPr>
          <p:cNvPr id="48" name="">
            <a:extLst xmlns:a="http://schemas.openxmlformats.org/drawingml/2006/main">
              <a:ext uri="{FF2B5EF4-FFF2-40B4-BE49-F238E27FC236}">
                <a16:creationId xmlns:a16="http://schemas.microsoft.com/office/drawing/2014/main" id="{39E341EA-AE74-4960-B409-3711D3C1526D}"/>
              </a:ext>
            </a:extLst>
          </p:cNvPr>
          <p:cNvSpPr>
            <a:spLocks xmlns:a="http://schemas.openxmlformats.org/drawingml/2006/main" noGrp="1"/>
          </p:cNvSpPr>
          <p:nvPr/>
        </p:nvSpPr>
        <p:spPr>
          <a:xfrm xmlns:a="http://schemas.openxmlformats.org/drawingml/2006/main">
            <a:off x="9201150" y="5048250"/>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Presence + fan-out</a:t>
            </a:r>
          </a:p>
        </p:txBody>
      </p:sp>
      <p:sp>
        <p:nvSpPr>
          <p:cNvPr id="49" name="">
            <a:extLst xmlns:a="http://schemas.openxmlformats.org/drawingml/2006/main">
              <a:ext uri="{FF2B5EF4-FFF2-40B4-BE49-F238E27FC236}">
                <a16:creationId xmlns:a16="http://schemas.microsoft.com/office/drawing/2014/main" id="{5F453927-67A9-43A4-9A0E-9211C231CC62}"/>
              </a:ext>
            </a:extLst>
          </p:cNvPr>
          <p:cNvSpPr>
            <a:spLocks xmlns:a="http://schemas.openxmlformats.org/drawingml/2006/main" noGrp="1"/>
          </p:cNvSpPr>
          <p:nvPr/>
        </p:nvSpPr>
        <p:spPr>
          <a:xfrm xmlns:a="http://schemas.openxmlformats.org/drawingml/2006/main">
            <a:off x="609600" y="5905500"/>
            <a:ext cx="10572750" cy="400050"/>
          </a:xfrm>
          <a:prstGeom xmlns:a="http://schemas.openxmlformats.org/drawingml/2006/main" prst="roundRect">
            <a:avLst>
              <a:gd name="adj" fmla="val 28571"/>
            </a:avLst>
          </a:prstGeom>
          <a:solidFill xmlns:a="http://schemas.openxmlformats.org/drawingml/2006/main">
            <a:srgbClr val="EDF1E9"/>
          </a:solidFill>
          <a:ln xmlns:a="http://schemas.openxmlformats.org/drawingml/2006/main" w="9525">
            <a:solidFill>
              <a:srgbClr val="CFDBCF"/>
            </a:solidFill>
            <a:prstDash val="solid"/>
          </a:ln>
        </p:spPr>
      </p:sp>
      <p:sp>
        <p:nvSpPr>
          <p:cNvPr id="50" name="">
            <a:extLst xmlns:a="http://schemas.openxmlformats.org/drawingml/2006/main">
              <a:ext uri="{FF2B5EF4-FFF2-40B4-BE49-F238E27FC236}">
                <a16:creationId xmlns:a16="http://schemas.microsoft.com/office/drawing/2014/main" id="{FF1340D7-09EB-4E7F-98F6-2F15794127B5}"/>
              </a:ext>
            </a:extLst>
          </p:cNvPr>
          <p:cNvSpPr>
            <a:spLocks xmlns:a="http://schemas.openxmlformats.org/drawingml/2006/main" noGrp="1"/>
          </p:cNvSpPr>
          <p:nvPr/>
        </p:nvSpPr>
        <p:spPr>
          <a:xfrm xmlns:a="http://schemas.openxmlformats.org/drawingml/2006/main">
            <a:off x="800100" y="5991225"/>
            <a:ext cx="10191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PostgreSQL owns durable state. Redis coordinates temporary work and delivery between processes.</a:t>
            </a:r>
          </a:p>
        </p:txBody>
      </p:sp>
    </p:spTree>
    <p:transition spd="med" advClick="1">
      <p:fade/>
    </p:transition>
    <p:extLst>
      <p:ext uri="{BB962C8B-B14F-4D97-AF65-F5344CB8AC3E}">
        <p14:creationId xmlns:p14="http://schemas.microsoft.com/office/powerpoint/2010/main" val="1548990181"/>
      </p:ext>
    </p:extLst>
  </p:cSld>
</p:sld>
</file>

<file path=ppt/slides/slide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96038F18-1B57-4F7F-99C1-69BCE05A0B9A}"/>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MAINTAINABILITY</a:t>
            </a:r>
          </a:p>
        </p:txBody>
      </p:sp>
      <p:sp>
        <p:nvSpPr>
          <p:cNvPr id="2" name="">
            <a:extLst xmlns:a="http://schemas.openxmlformats.org/drawingml/2006/main">
              <a:ext uri="{FF2B5EF4-FFF2-40B4-BE49-F238E27FC236}">
                <a16:creationId xmlns:a16="http://schemas.microsoft.com/office/drawing/2014/main" id="{97C0CD24-BC45-4D20-9064-360AC893742A}"/>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05</a:t>
            </a:r>
          </a:p>
        </p:txBody>
      </p:sp>
      <p:sp>
        <p:nvSpPr>
          <p:cNvPr id="3" name="">
            <a:extLst xmlns:a="http://schemas.openxmlformats.org/drawingml/2006/main">
              <a:ext uri="{FF2B5EF4-FFF2-40B4-BE49-F238E27FC236}">
                <a16:creationId xmlns:a16="http://schemas.microsoft.com/office/drawing/2014/main" id="{ADF3C4B6-F923-4F5B-9A31-401490D7EE1B}"/>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Clear ownership between code layers</a:t>
            </a:r>
          </a:p>
        </p:txBody>
      </p:sp>
      <p:sp>
        <p:nvSpPr>
          <p:cNvPr id="4" name="">
            <a:extLst xmlns:a="http://schemas.openxmlformats.org/drawingml/2006/main">
              <a:ext uri="{FF2B5EF4-FFF2-40B4-BE49-F238E27FC236}">
                <a16:creationId xmlns:a16="http://schemas.microsoft.com/office/drawing/2014/main" id="{85DCE9C9-2A94-45BB-A9F5-A3302C48DD57}"/>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ABDA4BE-BB87-42C0-938F-9CB9259A4B99}"/>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Each layer answers a different question, which keeps large features easier to change and test.</a:t>
            </a:r>
          </a:p>
        </p:txBody>
      </p:sp>
      <p:sp>
        <p:nvSpPr>
          <p:cNvPr id="6" name="">
            <a:extLst xmlns:a="http://schemas.openxmlformats.org/drawingml/2006/main">
              <a:ext uri="{FF2B5EF4-FFF2-40B4-BE49-F238E27FC236}">
                <a16:creationId xmlns:a16="http://schemas.microsoft.com/office/drawing/2014/main" id="{0DB424AC-5FB7-40A2-94B9-2381E2D88B7D}"/>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7EFC4031-435A-4F07-9D78-73F813DF03B4}"/>
              </a:ext>
            </a:extLst>
          </p:cNvPr>
          <p:cNvSpPr>
            <a:spLocks xmlns:a="http://schemas.openxmlformats.org/drawingml/2006/main" noGrp="1"/>
          </p:cNvSpPr>
          <p:nvPr/>
        </p:nvSpPr>
        <p:spPr>
          <a:xfrm xmlns:a="http://schemas.openxmlformats.org/drawingml/2006/main">
            <a:off x="609600" y="19145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8428AC23-0318-41CA-8E39-B26DF2CD9D9B}"/>
              </a:ext>
            </a:extLst>
          </p:cNvPr>
          <p:cNvSpPr>
            <a:spLocks xmlns:a="http://schemas.openxmlformats.org/drawingml/2006/main" noGrp="1"/>
          </p:cNvSpPr>
          <p:nvPr/>
        </p:nvSpPr>
        <p:spPr>
          <a:xfrm xmlns:a="http://schemas.openxmlformats.org/drawingml/2006/main">
            <a:off x="1123950" y="1885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Routers</a:t>
            </a:r>
          </a:p>
        </p:txBody>
      </p:sp>
      <p:sp>
        <p:nvSpPr>
          <p:cNvPr id="9" name="">
            <a:extLst xmlns:a="http://schemas.openxmlformats.org/drawingml/2006/main">
              <a:ext uri="{FF2B5EF4-FFF2-40B4-BE49-F238E27FC236}">
                <a16:creationId xmlns:a16="http://schemas.microsoft.com/office/drawing/2014/main" id="{1D4FDD5A-3DDD-423B-97E0-8997BFFB563C}"/>
              </a:ext>
            </a:extLst>
          </p:cNvPr>
          <p:cNvSpPr>
            <a:spLocks xmlns:a="http://schemas.openxmlformats.org/drawingml/2006/main" noGrp="1"/>
          </p:cNvSpPr>
          <p:nvPr/>
        </p:nvSpPr>
        <p:spPr>
          <a:xfrm xmlns:a="http://schemas.openxmlformats.org/drawingml/2006/main">
            <a:off x="3048000" y="18859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94D38"/>
                </a:solidFill>
                <a:latin typeface="Noto Sans"/>
                <a:ea typeface="Noto Sans"/>
                <a:cs typeface="Noto Sans"/>
              </a:defRPr>
            </a:defPPr>
            <a:lvl1pPr algn="l">
              <a:defRPr sz="1275" b="1">
                <a:solidFill>
                  <a:srgbClr val="194D38"/>
                </a:solidFill>
                <a:latin typeface="Noto Sans"/>
                <a:ea typeface="Noto Sans"/>
                <a:cs typeface="Noto Sans"/>
              </a:defRPr>
            </a:lvl1pPr>
            <a:lvl2pPr algn="l">
              <a:defRPr sz="1275" b="1">
                <a:solidFill>
                  <a:srgbClr val="194D38"/>
                </a:solidFill>
                <a:latin typeface="Noto Sans"/>
                <a:ea typeface="Noto Sans"/>
                <a:cs typeface="Noto Sans"/>
              </a:defRPr>
            </a:lvl2pPr>
            <a:lvl3pPr algn="l">
              <a:defRPr sz="1275" b="1">
                <a:solidFill>
                  <a:srgbClr val="194D38"/>
                </a:solidFill>
                <a:latin typeface="Noto Sans"/>
                <a:ea typeface="Noto Sans"/>
                <a:cs typeface="Noto Sans"/>
              </a:defRPr>
            </a:lvl3pPr>
            <a:lvl4pPr algn="l">
              <a:defRPr sz="1275" b="1">
                <a:solidFill>
                  <a:srgbClr val="194D38"/>
                </a:solidFill>
                <a:latin typeface="Noto Sans"/>
                <a:ea typeface="Noto Sans"/>
                <a:cs typeface="Noto Sans"/>
              </a:defRPr>
            </a:lvl4pPr>
            <a:lvl5pPr algn="l">
              <a:defRPr sz="1275" b="1">
                <a:solidFill>
                  <a:srgbClr val="194D38"/>
                </a:solidFill>
                <a:latin typeface="Noto Sans"/>
                <a:ea typeface="Noto Sans"/>
                <a:cs typeface="Noto Sans"/>
              </a:defRPr>
            </a:lvl5pPr>
            <a:lvl6pPr algn="l">
              <a:defRPr sz="1275" b="1">
                <a:solidFill>
                  <a:srgbClr val="194D38"/>
                </a:solidFill>
                <a:latin typeface="Noto Sans"/>
                <a:ea typeface="Noto Sans"/>
                <a:cs typeface="Noto Sans"/>
              </a:defRPr>
            </a:lvl6pPr>
            <a:lvl7pPr algn="l">
              <a:defRPr sz="1275" b="1">
                <a:solidFill>
                  <a:srgbClr val="194D38"/>
                </a:solidFill>
                <a:latin typeface="Noto Sans"/>
                <a:ea typeface="Noto Sans"/>
                <a:cs typeface="Noto Sans"/>
              </a:defRPr>
            </a:lvl7pPr>
            <a:lvl8pPr algn="l">
              <a:defRPr sz="1275" b="1">
                <a:solidFill>
                  <a:srgbClr val="194D38"/>
                </a:solidFill>
                <a:latin typeface="Noto Sans"/>
                <a:ea typeface="Noto Sans"/>
                <a:cs typeface="Noto Sans"/>
              </a:defRPr>
            </a:lvl8pPr>
            <a:lvl9pPr algn="l">
              <a:defRPr sz="1275" b="1">
                <a:solidFill>
                  <a:srgbClr val="194D38"/>
                </a:solidFill>
                <a:latin typeface="Noto Sans"/>
                <a:ea typeface="Noto Sans"/>
                <a:cs typeface="Noto Sans"/>
              </a:defRPr>
            </a:lvl9pPr>
          </a:lstStyle>
          <a:p xmlns:a="http://schemas.openxmlformats.org/drawingml/2006/main">
            <a:pPr algn="l">
              <a:defRPr sz="1275" b="1">
                <a:solidFill>
                  <a:srgbClr val="194D38"/>
                </a:solidFill>
                <a:latin typeface="Noto Sans"/>
                <a:ea typeface="Noto Sans"/>
                <a:cs typeface="Noto Sans"/>
              </a:defRPr>
            </a:pPr>
            <a:r>
              <a:rPr sz="1275" b="1">
                <a:solidFill>
                  <a:srgbClr val="194D38"/>
                </a:solidFill>
                <a:latin typeface="Noto Sans"/>
                <a:ea typeface="Noto Sans"/>
                <a:cs typeface="Noto Sans"/>
              </a:rPr>
              <a:t>How does the request enter?</a:t>
            </a:r>
          </a:p>
        </p:txBody>
      </p:sp>
      <p:sp>
        <p:nvSpPr>
          <p:cNvPr id="10" name="">
            <a:extLst xmlns:a="http://schemas.openxmlformats.org/drawingml/2006/main">
              <a:ext uri="{FF2B5EF4-FFF2-40B4-BE49-F238E27FC236}">
                <a16:creationId xmlns:a16="http://schemas.microsoft.com/office/drawing/2014/main" id="{A802CF49-3EA0-4BFD-B38B-CEAB508F1DA0}"/>
              </a:ext>
            </a:extLst>
          </p:cNvPr>
          <p:cNvSpPr>
            <a:spLocks xmlns:a="http://schemas.openxmlformats.org/drawingml/2006/main" noGrp="1"/>
          </p:cNvSpPr>
          <p:nvPr/>
        </p:nvSpPr>
        <p:spPr>
          <a:xfrm xmlns:a="http://schemas.openxmlformats.org/drawingml/2006/main">
            <a:off x="6762750" y="18859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HTTP, WebSocket and response schemas</a:t>
            </a:r>
          </a:p>
        </p:txBody>
      </p:sp>
      <p:sp>
        <p:nvSpPr>
          <p:cNvPr id="11" name="">
            <a:extLst xmlns:a="http://schemas.openxmlformats.org/drawingml/2006/main">
              <a:ext uri="{FF2B5EF4-FFF2-40B4-BE49-F238E27FC236}">
                <a16:creationId xmlns:a16="http://schemas.microsoft.com/office/drawing/2014/main" id="{B6BAF9BA-42D5-4954-8767-0B3463A9AB10}"/>
              </a:ext>
            </a:extLst>
          </p:cNvPr>
          <p:cNvSpPr>
            <a:spLocks xmlns:a="http://schemas.openxmlformats.org/drawingml/2006/main" noGrp="1"/>
          </p:cNvSpPr>
          <p:nvPr/>
        </p:nvSpPr>
        <p:spPr>
          <a:xfrm xmlns:a="http://schemas.openxmlformats.org/drawingml/2006/main">
            <a:off x="1123950" y="2390775"/>
            <a:ext cx="1002030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1CC4EFFE-7A5A-472B-AA78-51CF826D39F6}"/>
              </a:ext>
            </a:extLst>
          </p:cNvPr>
          <p:cNvSpPr>
            <a:spLocks xmlns:a="http://schemas.openxmlformats.org/drawingml/2006/main" noGrp="1"/>
          </p:cNvSpPr>
          <p:nvPr/>
        </p:nvSpPr>
        <p:spPr>
          <a:xfrm xmlns:a="http://schemas.openxmlformats.org/drawingml/2006/main">
            <a:off x="609600" y="26574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356456"/>
                </a:solidFill>
                <a:latin typeface="Noto Sans"/>
                <a:ea typeface="Noto Sans"/>
                <a:cs typeface="Noto Sans"/>
              </a:defRPr>
            </a:defPPr>
            <a:lvl1pPr algn="l">
              <a:defRPr sz="900" b="1">
                <a:solidFill>
                  <a:srgbClr val="356456"/>
                </a:solidFill>
                <a:latin typeface="Noto Sans"/>
                <a:ea typeface="Noto Sans"/>
                <a:cs typeface="Noto Sans"/>
              </a:defRPr>
            </a:lvl1pPr>
            <a:lvl2pPr algn="l">
              <a:defRPr sz="900" b="1">
                <a:solidFill>
                  <a:srgbClr val="356456"/>
                </a:solidFill>
                <a:latin typeface="Noto Sans"/>
                <a:ea typeface="Noto Sans"/>
                <a:cs typeface="Noto Sans"/>
              </a:defRPr>
            </a:lvl2pPr>
            <a:lvl3pPr algn="l">
              <a:defRPr sz="900" b="1">
                <a:solidFill>
                  <a:srgbClr val="356456"/>
                </a:solidFill>
                <a:latin typeface="Noto Sans"/>
                <a:ea typeface="Noto Sans"/>
                <a:cs typeface="Noto Sans"/>
              </a:defRPr>
            </a:lvl3pPr>
            <a:lvl4pPr algn="l">
              <a:defRPr sz="900" b="1">
                <a:solidFill>
                  <a:srgbClr val="356456"/>
                </a:solidFill>
                <a:latin typeface="Noto Sans"/>
                <a:ea typeface="Noto Sans"/>
                <a:cs typeface="Noto Sans"/>
              </a:defRPr>
            </a:lvl4pPr>
            <a:lvl5pPr algn="l">
              <a:defRPr sz="900" b="1">
                <a:solidFill>
                  <a:srgbClr val="356456"/>
                </a:solidFill>
                <a:latin typeface="Noto Sans"/>
                <a:ea typeface="Noto Sans"/>
                <a:cs typeface="Noto Sans"/>
              </a:defRPr>
            </a:lvl5pPr>
            <a:lvl6pPr algn="l">
              <a:defRPr sz="900" b="1">
                <a:solidFill>
                  <a:srgbClr val="356456"/>
                </a:solidFill>
                <a:latin typeface="Noto Sans"/>
                <a:ea typeface="Noto Sans"/>
                <a:cs typeface="Noto Sans"/>
              </a:defRPr>
            </a:lvl6pPr>
            <a:lvl7pPr algn="l">
              <a:defRPr sz="900" b="1">
                <a:solidFill>
                  <a:srgbClr val="356456"/>
                </a:solidFill>
                <a:latin typeface="Noto Sans"/>
                <a:ea typeface="Noto Sans"/>
                <a:cs typeface="Noto Sans"/>
              </a:defRPr>
            </a:lvl7pPr>
            <a:lvl8pPr algn="l">
              <a:defRPr sz="900" b="1">
                <a:solidFill>
                  <a:srgbClr val="356456"/>
                </a:solidFill>
                <a:latin typeface="Noto Sans"/>
                <a:ea typeface="Noto Sans"/>
                <a:cs typeface="Noto Sans"/>
              </a:defRPr>
            </a:lvl8pPr>
            <a:lvl9pPr algn="l">
              <a:defRPr sz="900" b="1">
                <a:solidFill>
                  <a:srgbClr val="356456"/>
                </a:solidFill>
                <a:latin typeface="Noto Sans"/>
                <a:ea typeface="Noto Sans"/>
                <a:cs typeface="Noto Sans"/>
              </a:defRPr>
            </a:lvl9pPr>
          </a:lstStyle>
          <a:p xmlns:a="http://schemas.openxmlformats.org/drawingml/2006/main">
            <a:pPr algn="l">
              <a:defRPr sz="900" b="1">
                <a:solidFill>
                  <a:srgbClr val="356456"/>
                </a:solidFill>
                <a:latin typeface="Noto Sans"/>
                <a:ea typeface="Noto Sans"/>
                <a:cs typeface="Noto Sans"/>
              </a:defRPr>
            </a:pPr>
            <a:r>
              <a:rPr sz="900" b="1">
                <a:solidFill>
                  <a:srgbClr val="356456"/>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0DA76489-03A1-46C8-964B-54A928CE21F2}"/>
              </a:ext>
            </a:extLst>
          </p:cNvPr>
          <p:cNvSpPr>
            <a:spLocks xmlns:a="http://schemas.openxmlformats.org/drawingml/2006/main" noGrp="1"/>
          </p:cNvSpPr>
          <p:nvPr/>
        </p:nvSpPr>
        <p:spPr>
          <a:xfrm xmlns:a="http://schemas.openxmlformats.org/drawingml/2006/main">
            <a:off x="1123950" y="26289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Dependencies</a:t>
            </a:r>
          </a:p>
        </p:txBody>
      </p:sp>
      <p:sp>
        <p:nvSpPr>
          <p:cNvPr id="14" name="">
            <a:extLst xmlns:a="http://schemas.openxmlformats.org/drawingml/2006/main">
              <a:ext uri="{FF2B5EF4-FFF2-40B4-BE49-F238E27FC236}">
                <a16:creationId xmlns:a16="http://schemas.microsoft.com/office/drawing/2014/main" id="{33758CBB-8E50-458B-8ACD-88508A5BAAB1}"/>
              </a:ext>
            </a:extLst>
          </p:cNvPr>
          <p:cNvSpPr>
            <a:spLocks xmlns:a="http://schemas.openxmlformats.org/drawingml/2006/main" noGrp="1"/>
          </p:cNvSpPr>
          <p:nvPr/>
        </p:nvSpPr>
        <p:spPr>
          <a:xfrm xmlns:a="http://schemas.openxmlformats.org/drawingml/2006/main">
            <a:off x="3048000" y="26289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356456"/>
                </a:solidFill>
                <a:latin typeface="Noto Sans"/>
                <a:ea typeface="Noto Sans"/>
                <a:cs typeface="Noto Sans"/>
              </a:defRPr>
            </a:defPPr>
            <a:lvl1pPr algn="l">
              <a:defRPr sz="1275" b="1">
                <a:solidFill>
                  <a:srgbClr val="356456"/>
                </a:solidFill>
                <a:latin typeface="Noto Sans"/>
                <a:ea typeface="Noto Sans"/>
                <a:cs typeface="Noto Sans"/>
              </a:defRPr>
            </a:lvl1pPr>
            <a:lvl2pPr algn="l">
              <a:defRPr sz="1275" b="1">
                <a:solidFill>
                  <a:srgbClr val="356456"/>
                </a:solidFill>
                <a:latin typeface="Noto Sans"/>
                <a:ea typeface="Noto Sans"/>
                <a:cs typeface="Noto Sans"/>
              </a:defRPr>
            </a:lvl2pPr>
            <a:lvl3pPr algn="l">
              <a:defRPr sz="1275" b="1">
                <a:solidFill>
                  <a:srgbClr val="356456"/>
                </a:solidFill>
                <a:latin typeface="Noto Sans"/>
                <a:ea typeface="Noto Sans"/>
                <a:cs typeface="Noto Sans"/>
              </a:defRPr>
            </a:lvl3pPr>
            <a:lvl4pPr algn="l">
              <a:defRPr sz="1275" b="1">
                <a:solidFill>
                  <a:srgbClr val="356456"/>
                </a:solidFill>
                <a:latin typeface="Noto Sans"/>
                <a:ea typeface="Noto Sans"/>
                <a:cs typeface="Noto Sans"/>
              </a:defRPr>
            </a:lvl4pPr>
            <a:lvl5pPr algn="l">
              <a:defRPr sz="1275" b="1">
                <a:solidFill>
                  <a:srgbClr val="356456"/>
                </a:solidFill>
                <a:latin typeface="Noto Sans"/>
                <a:ea typeface="Noto Sans"/>
                <a:cs typeface="Noto Sans"/>
              </a:defRPr>
            </a:lvl5pPr>
            <a:lvl6pPr algn="l">
              <a:defRPr sz="1275" b="1">
                <a:solidFill>
                  <a:srgbClr val="356456"/>
                </a:solidFill>
                <a:latin typeface="Noto Sans"/>
                <a:ea typeface="Noto Sans"/>
                <a:cs typeface="Noto Sans"/>
              </a:defRPr>
            </a:lvl6pPr>
            <a:lvl7pPr algn="l">
              <a:defRPr sz="1275" b="1">
                <a:solidFill>
                  <a:srgbClr val="356456"/>
                </a:solidFill>
                <a:latin typeface="Noto Sans"/>
                <a:ea typeface="Noto Sans"/>
                <a:cs typeface="Noto Sans"/>
              </a:defRPr>
            </a:lvl7pPr>
            <a:lvl8pPr algn="l">
              <a:defRPr sz="1275" b="1">
                <a:solidFill>
                  <a:srgbClr val="356456"/>
                </a:solidFill>
                <a:latin typeface="Noto Sans"/>
                <a:ea typeface="Noto Sans"/>
                <a:cs typeface="Noto Sans"/>
              </a:defRPr>
            </a:lvl8pPr>
            <a:lvl9pPr algn="l">
              <a:defRPr sz="1275" b="1">
                <a:solidFill>
                  <a:srgbClr val="356456"/>
                </a:solidFill>
                <a:latin typeface="Noto Sans"/>
                <a:ea typeface="Noto Sans"/>
                <a:cs typeface="Noto Sans"/>
              </a:defRPr>
            </a:lvl9pPr>
          </a:lstStyle>
          <a:p xmlns:a="http://schemas.openxmlformats.org/drawingml/2006/main">
            <a:pPr algn="l">
              <a:defRPr sz="1275" b="1">
                <a:solidFill>
                  <a:srgbClr val="356456"/>
                </a:solidFill>
                <a:latin typeface="Noto Sans"/>
                <a:ea typeface="Noto Sans"/>
                <a:cs typeface="Noto Sans"/>
              </a:defRPr>
            </a:pPr>
            <a:r>
              <a:rPr sz="1275" b="1">
                <a:solidFill>
                  <a:srgbClr val="356456"/>
                </a:solidFill>
                <a:latin typeface="Noto Sans"/>
                <a:ea typeface="Noto Sans"/>
                <a:cs typeface="Noto Sans"/>
              </a:rPr>
              <a:t>Who is calling?</a:t>
            </a:r>
          </a:p>
        </p:txBody>
      </p:sp>
      <p:sp>
        <p:nvSpPr>
          <p:cNvPr id="15" name="">
            <a:extLst xmlns:a="http://schemas.openxmlformats.org/drawingml/2006/main">
              <a:ext uri="{FF2B5EF4-FFF2-40B4-BE49-F238E27FC236}">
                <a16:creationId xmlns:a16="http://schemas.microsoft.com/office/drawing/2014/main" id="{6DAB2BCF-FAEC-425B-A42D-329132E1DBD3}"/>
              </a:ext>
            </a:extLst>
          </p:cNvPr>
          <p:cNvSpPr>
            <a:spLocks xmlns:a="http://schemas.openxmlformats.org/drawingml/2006/main" noGrp="1"/>
          </p:cNvSpPr>
          <p:nvPr/>
        </p:nvSpPr>
        <p:spPr>
          <a:xfrm xmlns:a="http://schemas.openxmlformats.org/drawingml/2006/main">
            <a:off x="6762750" y="262890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User, session, company context and shared guards</a:t>
            </a:r>
          </a:p>
        </p:txBody>
      </p:sp>
      <p:sp>
        <p:nvSpPr>
          <p:cNvPr id="16" name="">
            <a:extLst xmlns:a="http://schemas.openxmlformats.org/drawingml/2006/main">
              <a:ext uri="{FF2B5EF4-FFF2-40B4-BE49-F238E27FC236}">
                <a16:creationId xmlns:a16="http://schemas.microsoft.com/office/drawing/2014/main" id="{DD734BDA-04CE-4C97-969F-AE550474F683}"/>
              </a:ext>
            </a:extLst>
          </p:cNvPr>
          <p:cNvSpPr>
            <a:spLocks xmlns:a="http://schemas.openxmlformats.org/drawingml/2006/main" noGrp="1"/>
          </p:cNvSpPr>
          <p:nvPr/>
        </p:nvSpPr>
        <p:spPr>
          <a:xfrm xmlns:a="http://schemas.openxmlformats.org/drawingml/2006/main">
            <a:off x="1123950" y="3133725"/>
            <a:ext cx="10020300" cy="0"/>
          </a:xfrm>
          <a:prstGeom xmlns:a="http://schemas.openxmlformats.org/drawingml/2006/main" prst="line">
            <a:avLst/>
          </a:prstGeom>
          <a:ln xmlns:a="http://schemas.openxmlformats.org/drawingml/2006/main" w="9525">
            <a:solidFill>
              <a:srgbClr val="CFDBCF"/>
            </a:solidFill>
            <a:prstDash val="solid"/>
          </a:ln>
        </p:spPr>
      </p:sp>
      <p:sp>
        <p:nvSpPr>
          <p:cNvPr id="17" name="">
            <a:extLst xmlns:a="http://schemas.openxmlformats.org/drawingml/2006/main">
              <a:ext uri="{FF2B5EF4-FFF2-40B4-BE49-F238E27FC236}">
                <a16:creationId xmlns:a16="http://schemas.microsoft.com/office/drawing/2014/main" id="{E47BDB0A-0E37-429D-9425-A85262050B05}"/>
              </a:ext>
            </a:extLst>
          </p:cNvPr>
          <p:cNvSpPr>
            <a:spLocks xmlns:a="http://schemas.openxmlformats.org/drawingml/2006/main" noGrp="1"/>
          </p:cNvSpPr>
          <p:nvPr/>
        </p:nvSpPr>
        <p:spPr>
          <a:xfrm xmlns:a="http://schemas.openxmlformats.org/drawingml/2006/main">
            <a:off x="609600" y="34004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03</a:t>
            </a:r>
          </a:p>
        </p:txBody>
      </p:sp>
      <p:sp>
        <p:nvSpPr>
          <p:cNvPr id="18" name="">
            <a:extLst xmlns:a="http://schemas.openxmlformats.org/drawingml/2006/main">
              <a:ext uri="{FF2B5EF4-FFF2-40B4-BE49-F238E27FC236}">
                <a16:creationId xmlns:a16="http://schemas.microsoft.com/office/drawing/2014/main" id="{17B83C8E-76BC-4DDE-B7BD-5F575CE5FD20}"/>
              </a:ext>
            </a:extLst>
          </p:cNvPr>
          <p:cNvSpPr>
            <a:spLocks xmlns:a="http://schemas.openxmlformats.org/drawingml/2006/main" noGrp="1"/>
          </p:cNvSpPr>
          <p:nvPr/>
        </p:nvSpPr>
        <p:spPr>
          <a:xfrm xmlns:a="http://schemas.openxmlformats.org/drawingml/2006/main">
            <a:off x="1123950" y="33718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Services</a:t>
            </a:r>
          </a:p>
        </p:txBody>
      </p:sp>
      <p:sp>
        <p:nvSpPr>
          <p:cNvPr id="19" name="">
            <a:extLst xmlns:a="http://schemas.openxmlformats.org/drawingml/2006/main">
              <a:ext uri="{FF2B5EF4-FFF2-40B4-BE49-F238E27FC236}">
                <a16:creationId xmlns:a16="http://schemas.microsoft.com/office/drawing/2014/main" id="{30CA15A1-C7B5-4F04-B0F1-C98BC9306F79}"/>
              </a:ext>
            </a:extLst>
          </p:cNvPr>
          <p:cNvSpPr>
            <a:spLocks xmlns:a="http://schemas.openxmlformats.org/drawingml/2006/main" noGrp="1"/>
          </p:cNvSpPr>
          <p:nvPr/>
        </p:nvSpPr>
        <p:spPr>
          <a:xfrm xmlns:a="http://schemas.openxmlformats.org/drawingml/2006/main">
            <a:off x="3048000" y="3371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A25C38"/>
                </a:solidFill>
                <a:latin typeface="Noto Sans"/>
                <a:ea typeface="Noto Sans"/>
                <a:cs typeface="Noto Sans"/>
              </a:defRPr>
            </a:defPPr>
            <a:lvl1pPr algn="l">
              <a:defRPr sz="1275" b="1">
                <a:solidFill>
                  <a:srgbClr val="A25C38"/>
                </a:solidFill>
                <a:latin typeface="Noto Sans"/>
                <a:ea typeface="Noto Sans"/>
                <a:cs typeface="Noto Sans"/>
              </a:defRPr>
            </a:lvl1pPr>
            <a:lvl2pPr algn="l">
              <a:defRPr sz="1275" b="1">
                <a:solidFill>
                  <a:srgbClr val="A25C38"/>
                </a:solidFill>
                <a:latin typeface="Noto Sans"/>
                <a:ea typeface="Noto Sans"/>
                <a:cs typeface="Noto Sans"/>
              </a:defRPr>
            </a:lvl2pPr>
            <a:lvl3pPr algn="l">
              <a:defRPr sz="1275" b="1">
                <a:solidFill>
                  <a:srgbClr val="A25C38"/>
                </a:solidFill>
                <a:latin typeface="Noto Sans"/>
                <a:ea typeface="Noto Sans"/>
                <a:cs typeface="Noto Sans"/>
              </a:defRPr>
            </a:lvl3pPr>
            <a:lvl4pPr algn="l">
              <a:defRPr sz="1275" b="1">
                <a:solidFill>
                  <a:srgbClr val="A25C38"/>
                </a:solidFill>
                <a:latin typeface="Noto Sans"/>
                <a:ea typeface="Noto Sans"/>
                <a:cs typeface="Noto Sans"/>
              </a:defRPr>
            </a:lvl4pPr>
            <a:lvl5pPr algn="l">
              <a:defRPr sz="1275" b="1">
                <a:solidFill>
                  <a:srgbClr val="A25C38"/>
                </a:solidFill>
                <a:latin typeface="Noto Sans"/>
                <a:ea typeface="Noto Sans"/>
                <a:cs typeface="Noto Sans"/>
              </a:defRPr>
            </a:lvl5pPr>
            <a:lvl6pPr algn="l">
              <a:defRPr sz="1275" b="1">
                <a:solidFill>
                  <a:srgbClr val="A25C38"/>
                </a:solidFill>
                <a:latin typeface="Noto Sans"/>
                <a:ea typeface="Noto Sans"/>
                <a:cs typeface="Noto Sans"/>
              </a:defRPr>
            </a:lvl6pPr>
            <a:lvl7pPr algn="l">
              <a:defRPr sz="1275" b="1">
                <a:solidFill>
                  <a:srgbClr val="A25C38"/>
                </a:solidFill>
                <a:latin typeface="Noto Sans"/>
                <a:ea typeface="Noto Sans"/>
                <a:cs typeface="Noto Sans"/>
              </a:defRPr>
            </a:lvl7pPr>
            <a:lvl8pPr algn="l">
              <a:defRPr sz="1275" b="1">
                <a:solidFill>
                  <a:srgbClr val="A25C38"/>
                </a:solidFill>
                <a:latin typeface="Noto Sans"/>
                <a:ea typeface="Noto Sans"/>
                <a:cs typeface="Noto Sans"/>
              </a:defRPr>
            </a:lvl8pPr>
            <a:lvl9pPr algn="l">
              <a:defRPr sz="1275" b="1">
                <a:solidFill>
                  <a:srgbClr val="A25C38"/>
                </a:solidFill>
                <a:latin typeface="Noto Sans"/>
                <a:ea typeface="Noto Sans"/>
                <a:cs typeface="Noto Sans"/>
              </a:defRPr>
            </a:lvl9pPr>
          </a:lstStyle>
          <a:p xmlns:a="http://schemas.openxmlformats.org/drawingml/2006/main">
            <a:pPr algn="l">
              <a:defRPr sz="1275" b="1">
                <a:solidFill>
                  <a:srgbClr val="A25C38"/>
                </a:solidFill>
                <a:latin typeface="Noto Sans"/>
                <a:ea typeface="Noto Sans"/>
                <a:cs typeface="Noto Sans"/>
              </a:defRPr>
            </a:pPr>
            <a:r>
              <a:rPr sz="1275" b="1">
                <a:solidFill>
                  <a:srgbClr val="A25C38"/>
                </a:solidFill>
                <a:latin typeface="Noto Sans"/>
                <a:ea typeface="Noto Sans"/>
                <a:cs typeface="Noto Sans"/>
              </a:rPr>
              <a:t>May this business action happen?</a:t>
            </a:r>
          </a:p>
        </p:txBody>
      </p:sp>
      <p:sp>
        <p:nvSpPr>
          <p:cNvPr id="20" name="">
            <a:extLst xmlns:a="http://schemas.openxmlformats.org/drawingml/2006/main">
              <a:ext uri="{FF2B5EF4-FFF2-40B4-BE49-F238E27FC236}">
                <a16:creationId xmlns:a16="http://schemas.microsoft.com/office/drawing/2014/main" id="{437F9712-D0D4-4591-BA51-E88CCF487901}"/>
              </a:ext>
            </a:extLst>
          </p:cNvPr>
          <p:cNvSpPr>
            <a:spLocks xmlns:a="http://schemas.openxmlformats.org/drawingml/2006/main" noGrp="1"/>
          </p:cNvSpPr>
          <p:nvPr/>
        </p:nvSpPr>
        <p:spPr>
          <a:xfrm xmlns:a="http://schemas.openxmlformats.org/drawingml/2006/main">
            <a:off x="6762750" y="33718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Permissions, workflow transitions and domain rules</a:t>
            </a:r>
          </a:p>
        </p:txBody>
      </p:sp>
      <p:sp>
        <p:nvSpPr>
          <p:cNvPr id="21" name="">
            <a:extLst xmlns:a="http://schemas.openxmlformats.org/drawingml/2006/main">
              <a:ext uri="{FF2B5EF4-FFF2-40B4-BE49-F238E27FC236}">
                <a16:creationId xmlns:a16="http://schemas.microsoft.com/office/drawing/2014/main" id="{84BF8879-BEB8-48BC-9710-B8C60DAC1734}"/>
              </a:ext>
            </a:extLst>
          </p:cNvPr>
          <p:cNvSpPr>
            <a:spLocks xmlns:a="http://schemas.openxmlformats.org/drawingml/2006/main" noGrp="1"/>
          </p:cNvSpPr>
          <p:nvPr/>
        </p:nvSpPr>
        <p:spPr>
          <a:xfrm xmlns:a="http://schemas.openxmlformats.org/drawingml/2006/main">
            <a:off x="1123950" y="3876675"/>
            <a:ext cx="10020300" cy="0"/>
          </a:xfrm>
          <a:prstGeom xmlns:a="http://schemas.openxmlformats.org/drawingml/2006/main" prst="line">
            <a:avLst/>
          </a:prstGeom>
          <a:ln xmlns:a="http://schemas.openxmlformats.org/drawingml/2006/main" w="9525">
            <a:solidFill>
              <a:srgbClr val="CFDBCF"/>
            </a:solidFill>
            <a:prstDash val="solid"/>
          </a:ln>
        </p:spPr>
      </p:sp>
      <p:sp>
        <p:nvSpPr>
          <p:cNvPr id="22" name="">
            <a:extLst xmlns:a="http://schemas.openxmlformats.org/drawingml/2006/main">
              <a:ext uri="{FF2B5EF4-FFF2-40B4-BE49-F238E27FC236}">
                <a16:creationId xmlns:a16="http://schemas.microsoft.com/office/drawing/2014/main" id="{B8A5A00D-EECA-4271-9FB3-C952BB5C1F89}"/>
              </a:ext>
            </a:extLst>
          </p:cNvPr>
          <p:cNvSpPr>
            <a:spLocks xmlns:a="http://schemas.openxmlformats.org/drawingml/2006/main" noGrp="1"/>
          </p:cNvSpPr>
          <p:nvPr/>
        </p:nvSpPr>
        <p:spPr>
          <a:xfrm xmlns:a="http://schemas.openxmlformats.org/drawingml/2006/main">
            <a:off x="609600" y="414337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5803D"/>
                </a:solidFill>
                <a:latin typeface="Noto Sans"/>
                <a:ea typeface="Noto Sans"/>
                <a:cs typeface="Noto Sans"/>
              </a:defRPr>
            </a:defPPr>
            <a:lvl1pPr algn="l">
              <a:defRPr sz="900" b="1">
                <a:solidFill>
                  <a:srgbClr val="15803D"/>
                </a:solidFill>
                <a:latin typeface="Noto Sans"/>
                <a:ea typeface="Noto Sans"/>
                <a:cs typeface="Noto Sans"/>
              </a:defRPr>
            </a:lvl1pPr>
            <a:lvl2pPr algn="l">
              <a:defRPr sz="900" b="1">
                <a:solidFill>
                  <a:srgbClr val="15803D"/>
                </a:solidFill>
                <a:latin typeface="Noto Sans"/>
                <a:ea typeface="Noto Sans"/>
                <a:cs typeface="Noto Sans"/>
              </a:defRPr>
            </a:lvl2pPr>
            <a:lvl3pPr algn="l">
              <a:defRPr sz="900" b="1">
                <a:solidFill>
                  <a:srgbClr val="15803D"/>
                </a:solidFill>
                <a:latin typeface="Noto Sans"/>
                <a:ea typeface="Noto Sans"/>
                <a:cs typeface="Noto Sans"/>
              </a:defRPr>
            </a:lvl3pPr>
            <a:lvl4pPr algn="l">
              <a:defRPr sz="900" b="1">
                <a:solidFill>
                  <a:srgbClr val="15803D"/>
                </a:solidFill>
                <a:latin typeface="Noto Sans"/>
                <a:ea typeface="Noto Sans"/>
                <a:cs typeface="Noto Sans"/>
              </a:defRPr>
            </a:lvl4pPr>
            <a:lvl5pPr algn="l">
              <a:defRPr sz="900" b="1">
                <a:solidFill>
                  <a:srgbClr val="15803D"/>
                </a:solidFill>
                <a:latin typeface="Noto Sans"/>
                <a:ea typeface="Noto Sans"/>
                <a:cs typeface="Noto Sans"/>
              </a:defRPr>
            </a:lvl5pPr>
            <a:lvl6pPr algn="l">
              <a:defRPr sz="900" b="1">
                <a:solidFill>
                  <a:srgbClr val="15803D"/>
                </a:solidFill>
                <a:latin typeface="Noto Sans"/>
                <a:ea typeface="Noto Sans"/>
                <a:cs typeface="Noto Sans"/>
              </a:defRPr>
            </a:lvl6pPr>
            <a:lvl7pPr algn="l">
              <a:defRPr sz="900" b="1">
                <a:solidFill>
                  <a:srgbClr val="15803D"/>
                </a:solidFill>
                <a:latin typeface="Noto Sans"/>
                <a:ea typeface="Noto Sans"/>
                <a:cs typeface="Noto Sans"/>
              </a:defRPr>
            </a:lvl7pPr>
            <a:lvl8pPr algn="l">
              <a:defRPr sz="900" b="1">
                <a:solidFill>
                  <a:srgbClr val="15803D"/>
                </a:solidFill>
                <a:latin typeface="Noto Sans"/>
                <a:ea typeface="Noto Sans"/>
                <a:cs typeface="Noto Sans"/>
              </a:defRPr>
            </a:lvl8pPr>
            <a:lvl9pPr algn="l">
              <a:defRPr sz="900" b="1">
                <a:solidFill>
                  <a:srgbClr val="15803D"/>
                </a:solidFill>
                <a:latin typeface="Noto Sans"/>
                <a:ea typeface="Noto Sans"/>
                <a:cs typeface="Noto Sans"/>
              </a:defRPr>
            </a:lvl9pPr>
          </a:lstStyle>
          <a:p xmlns:a="http://schemas.openxmlformats.org/drawingml/2006/main">
            <a:pPr algn="l">
              <a:defRPr sz="900" b="1">
                <a:solidFill>
                  <a:srgbClr val="15803D"/>
                </a:solidFill>
                <a:latin typeface="Noto Sans"/>
                <a:ea typeface="Noto Sans"/>
                <a:cs typeface="Noto Sans"/>
              </a:defRPr>
            </a:pPr>
            <a:r>
              <a:rPr sz="900" b="1">
                <a:solidFill>
                  <a:srgbClr val="15803D"/>
                </a:solidFill>
                <a:latin typeface="Noto Sans"/>
                <a:ea typeface="Noto Sans"/>
                <a:cs typeface="Noto Sans"/>
              </a:rPr>
              <a:t>04</a:t>
            </a:r>
          </a:p>
        </p:txBody>
      </p:sp>
      <p:sp>
        <p:nvSpPr>
          <p:cNvPr id="23" name="">
            <a:extLst xmlns:a="http://schemas.openxmlformats.org/drawingml/2006/main">
              <a:ext uri="{FF2B5EF4-FFF2-40B4-BE49-F238E27FC236}">
                <a16:creationId xmlns:a16="http://schemas.microsoft.com/office/drawing/2014/main" id="{4933838F-47A1-49D7-985B-1260B3EC412F}"/>
              </a:ext>
            </a:extLst>
          </p:cNvPr>
          <p:cNvSpPr>
            <a:spLocks xmlns:a="http://schemas.openxmlformats.org/drawingml/2006/main" noGrp="1"/>
          </p:cNvSpPr>
          <p:nvPr/>
        </p:nvSpPr>
        <p:spPr>
          <a:xfrm xmlns:a="http://schemas.openxmlformats.org/drawingml/2006/main">
            <a:off x="1123950" y="41148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Models</a:t>
            </a:r>
          </a:p>
        </p:txBody>
      </p:sp>
      <p:sp>
        <p:nvSpPr>
          <p:cNvPr id="24" name="">
            <a:extLst xmlns:a="http://schemas.openxmlformats.org/drawingml/2006/main">
              <a:ext uri="{FF2B5EF4-FFF2-40B4-BE49-F238E27FC236}">
                <a16:creationId xmlns:a16="http://schemas.microsoft.com/office/drawing/2014/main" id="{1D6F92B8-5432-401E-A468-5D1FF66DFF31}"/>
              </a:ext>
            </a:extLst>
          </p:cNvPr>
          <p:cNvSpPr>
            <a:spLocks xmlns:a="http://schemas.openxmlformats.org/drawingml/2006/main" noGrp="1"/>
          </p:cNvSpPr>
          <p:nvPr/>
        </p:nvSpPr>
        <p:spPr>
          <a:xfrm xmlns:a="http://schemas.openxmlformats.org/drawingml/2006/main">
            <a:off x="3048000" y="41148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15803D"/>
                </a:solidFill>
                <a:latin typeface="Noto Sans"/>
                <a:ea typeface="Noto Sans"/>
                <a:cs typeface="Noto Sans"/>
              </a:defRPr>
            </a:defPPr>
            <a:lvl1pPr algn="l">
              <a:defRPr sz="1275" b="1">
                <a:solidFill>
                  <a:srgbClr val="15803D"/>
                </a:solidFill>
                <a:latin typeface="Noto Sans"/>
                <a:ea typeface="Noto Sans"/>
                <a:cs typeface="Noto Sans"/>
              </a:defRPr>
            </a:lvl1pPr>
            <a:lvl2pPr algn="l">
              <a:defRPr sz="1275" b="1">
                <a:solidFill>
                  <a:srgbClr val="15803D"/>
                </a:solidFill>
                <a:latin typeface="Noto Sans"/>
                <a:ea typeface="Noto Sans"/>
                <a:cs typeface="Noto Sans"/>
              </a:defRPr>
            </a:lvl2pPr>
            <a:lvl3pPr algn="l">
              <a:defRPr sz="1275" b="1">
                <a:solidFill>
                  <a:srgbClr val="15803D"/>
                </a:solidFill>
                <a:latin typeface="Noto Sans"/>
                <a:ea typeface="Noto Sans"/>
                <a:cs typeface="Noto Sans"/>
              </a:defRPr>
            </a:lvl3pPr>
            <a:lvl4pPr algn="l">
              <a:defRPr sz="1275" b="1">
                <a:solidFill>
                  <a:srgbClr val="15803D"/>
                </a:solidFill>
                <a:latin typeface="Noto Sans"/>
                <a:ea typeface="Noto Sans"/>
                <a:cs typeface="Noto Sans"/>
              </a:defRPr>
            </a:lvl4pPr>
            <a:lvl5pPr algn="l">
              <a:defRPr sz="1275" b="1">
                <a:solidFill>
                  <a:srgbClr val="15803D"/>
                </a:solidFill>
                <a:latin typeface="Noto Sans"/>
                <a:ea typeface="Noto Sans"/>
                <a:cs typeface="Noto Sans"/>
              </a:defRPr>
            </a:lvl5pPr>
            <a:lvl6pPr algn="l">
              <a:defRPr sz="1275" b="1">
                <a:solidFill>
                  <a:srgbClr val="15803D"/>
                </a:solidFill>
                <a:latin typeface="Noto Sans"/>
                <a:ea typeface="Noto Sans"/>
                <a:cs typeface="Noto Sans"/>
              </a:defRPr>
            </a:lvl6pPr>
            <a:lvl7pPr algn="l">
              <a:defRPr sz="1275" b="1">
                <a:solidFill>
                  <a:srgbClr val="15803D"/>
                </a:solidFill>
                <a:latin typeface="Noto Sans"/>
                <a:ea typeface="Noto Sans"/>
                <a:cs typeface="Noto Sans"/>
              </a:defRPr>
            </a:lvl7pPr>
            <a:lvl8pPr algn="l">
              <a:defRPr sz="1275" b="1">
                <a:solidFill>
                  <a:srgbClr val="15803D"/>
                </a:solidFill>
                <a:latin typeface="Noto Sans"/>
                <a:ea typeface="Noto Sans"/>
                <a:cs typeface="Noto Sans"/>
              </a:defRPr>
            </a:lvl8pPr>
            <a:lvl9pPr algn="l">
              <a:defRPr sz="1275" b="1">
                <a:solidFill>
                  <a:srgbClr val="15803D"/>
                </a:solidFill>
                <a:latin typeface="Noto Sans"/>
                <a:ea typeface="Noto Sans"/>
                <a:cs typeface="Noto Sans"/>
              </a:defRPr>
            </a:lvl9pPr>
          </a:lstStyle>
          <a:p xmlns:a="http://schemas.openxmlformats.org/drawingml/2006/main">
            <a:pPr algn="l">
              <a:defRPr sz="1275" b="1">
                <a:solidFill>
                  <a:srgbClr val="15803D"/>
                </a:solidFill>
                <a:latin typeface="Noto Sans"/>
                <a:ea typeface="Noto Sans"/>
                <a:cs typeface="Noto Sans"/>
              </a:defRPr>
            </a:pPr>
            <a:r>
              <a:rPr sz="1275" b="1">
                <a:solidFill>
                  <a:srgbClr val="15803D"/>
                </a:solidFill>
                <a:latin typeface="Noto Sans"/>
                <a:ea typeface="Noto Sans"/>
                <a:cs typeface="Noto Sans"/>
              </a:rPr>
              <a:t>What state must remain valid?</a:t>
            </a:r>
          </a:p>
        </p:txBody>
      </p:sp>
      <p:sp>
        <p:nvSpPr>
          <p:cNvPr id="25" name="">
            <a:extLst xmlns:a="http://schemas.openxmlformats.org/drawingml/2006/main">
              <a:ext uri="{FF2B5EF4-FFF2-40B4-BE49-F238E27FC236}">
                <a16:creationId xmlns:a16="http://schemas.microsoft.com/office/drawing/2014/main" id="{41AC7C64-E6E9-4212-965A-5520A2971FFC}"/>
              </a:ext>
            </a:extLst>
          </p:cNvPr>
          <p:cNvSpPr>
            <a:spLocks xmlns:a="http://schemas.openxmlformats.org/drawingml/2006/main" noGrp="1"/>
          </p:cNvSpPr>
          <p:nvPr/>
        </p:nvSpPr>
        <p:spPr>
          <a:xfrm xmlns:a="http://schemas.openxmlformats.org/drawingml/2006/main">
            <a:off x="6762750" y="411480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Relationships, constraints and transactions</a:t>
            </a:r>
          </a:p>
        </p:txBody>
      </p:sp>
      <p:sp>
        <p:nvSpPr>
          <p:cNvPr id="26" name="">
            <a:extLst xmlns:a="http://schemas.openxmlformats.org/drawingml/2006/main">
              <a:ext uri="{FF2B5EF4-FFF2-40B4-BE49-F238E27FC236}">
                <a16:creationId xmlns:a16="http://schemas.microsoft.com/office/drawing/2014/main" id="{C1C26CC3-80B4-4620-AD68-94CC535CCF13}"/>
              </a:ext>
            </a:extLst>
          </p:cNvPr>
          <p:cNvSpPr>
            <a:spLocks xmlns:a="http://schemas.openxmlformats.org/drawingml/2006/main" noGrp="1"/>
          </p:cNvSpPr>
          <p:nvPr/>
        </p:nvSpPr>
        <p:spPr>
          <a:xfrm xmlns:a="http://schemas.openxmlformats.org/drawingml/2006/main">
            <a:off x="1123950" y="4619625"/>
            <a:ext cx="10020300" cy="0"/>
          </a:xfrm>
          <a:prstGeom xmlns:a="http://schemas.openxmlformats.org/drawingml/2006/main" prst="line">
            <a:avLst/>
          </a:prstGeom>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BA843655-F40A-41D2-AE57-C9CF32E9038D}"/>
              </a:ext>
            </a:extLst>
          </p:cNvPr>
          <p:cNvSpPr>
            <a:spLocks xmlns:a="http://schemas.openxmlformats.org/drawingml/2006/main" noGrp="1"/>
          </p:cNvSpPr>
          <p:nvPr/>
        </p:nvSpPr>
        <p:spPr>
          <a:xfrm xmlns:a="http://schemas.openxmlformats.org/drawingml/2006/main">
            <a:off x="609600" y="4886325"/>
            <a:ext cx="4191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9B651B"/>
                </a:solidFill>
                <a:latin typeface="Noto Sans"/>
                <a:ea typeface="Noto Sans"/>
                <a:cs typeface="Noto Sans"/>
              </a:defRPr>
            </a:defPPr>
            <a:lvl1pPr algn="l">
              <a:defRPr sz="900" b="1">
                <a:solidFill>
                  <a:srgbClr val="9B651B"/>
                </a:solidFill>
                <a:latin typeface="Noto Sans"/>
                <a:ea typeface="Noto Sans"/>
                <a:cs typeface="Noto Sans"/>
              </a:defRPr>
            </a:lvl1pPr>
            <a:lvl2pPr algn="l">
              <a:defRPr sz="900" b="1">
                <a:solidFill>
                  <a:srgbClr val="9B651B"/>
                </a:solidFill>
                <a:latin typeface="Noto Sans"/>
                <a:ea typeface="Noto Sans"/>
                <a:cs typeface="Noto Sans"/>
              </a:defRPr>
            </a:lvl2pPr>
            <a:lvl3pPr algn="l">
              <a:defRPr sz="900" b="1">
                <a:solidFill>
                  <a:srgbClr val="9B651B"/>
                </a:solidFill>
                <a:latin typeface="Noto Sans"/>
                <a:ea typeface="Noto Sans"/>
                <a:cs typeface="Noto Sans"/>
              </a:defRPr>
            </a:lvl3pPr>
            <a:lvl4pPr algn="l">
              <a:defRPr sz="900" b="1">
                <a:solidFill>
                  <a:srgbClr val="9B651B"/>
                </a:solidFill>
                <a:latin typeface="Noto Sans"/>
                <a:ea typeface="Noto Sans"/>
                <a:cs typeface="Noto Sans"/>
              </a:defRPr>
            </a:lvl4pPr>
            <a:lvl5pPr algn="l">
              <a:defRPr sz="900" b="1">
                <a:solidFill>
                  <a:srgbClr val="9B651B"/>
                </a:solidFill>
                <a:latin typeface="Noto Sans"/>
                <a:ea typeface="Noto Sans"/>
                <a:cs typeface="Noto Sans"/>
              </a:defRPr>
            </a:lvl5pPr>
            <a:lvl6pPr algn="l">
              <a:defRPr sz="900" b="1">
                <a:solidFill>
                  <a:srgbClr val="9B651B"/>
                </a:solidFill>
                <a:latin typeface="Noto Sans"/>
                <a:ea typeface="Noto Sans"/>
                <a:cs typeface="Noto Sans"/>
              </a:defRPr>
            </a:lvl6pPr>
            <a:lvl7pPr algn="l">
              <a:defRPr sz="900" b="1">
                <a:solidFill>
                  <a:srgbClr val="9B651B"/>
                </a:solidFill>
                <a:latin typeface="Noto Sans"/>
                <a:ea typeface="Noto Sans"/>
                <a:cs typeface="Noto Sans"/>
              </a:defRPr>
            </a:lvl7pPr>
            <a:lvl8pPr algn="l">
              <a:defRPr sz="900" b="1">
                <a:solidFill>
                  <a:srgbClr val="9B651B"/>
                </a:solidFill>
                <a:latin typeface="Noto Sans"/>
                <a:ea typeface="Noto Sans"/>
                <a:cs typeface="Noto Sans"/>
              </a:defRPr>
            </a:lvl8pPr>
            <a:lvl9pPr algn="l">
              <a:defRPr sz="900" b="1">
                <a:solidFill>
                  <a:srgbClr val="9B651B"/>
                </a:solidFill>
                <a:latin typeface="Noto Sans"/>
                <a:ea typeface="Noto Sans"/>
                <a:cs typeface="Noto Sans"/>
              </a:defRPr>
            </a:lvl9pPr>
          </a:lstStyle>
          <a:p xmlns:a="http://schemas.openxmlformats.org/drawingml/2006/main">
            <a:pPr algn="l">
              <a:defRPr sz="900" b="1">
                <a:solidFill>
                  <a:srgbClr val="9B651B"/>
                </a:solidFill>
                <a:latin typeface="Noto Sans"/>
                <a:ea typeface="Noto Sans"/>
                <a:cs typeface="Noto Sans"/>
              </a:defRPr>
            </a:pPr>
            <a:r>
              <a:rPr sz="900" b="1">
                <a:solidFill>
                  <a:srgbClr val="9B651B"/>
                </a:solidFill>
                <a:latin typeface="Noto Sans"/>
                <a:ea typeface="Noto Sans"/>
                <a:cs typeface="Noto Sans"/>
              </a:rPr>
              <a:t>05</a:t>
            </a:r>
          </a:p>
        </p:txBody>
      </p:sp>
      <p:sp>
        <p:nvSpPr>
          <p:cNvPr id="28" name="">
            <a:extLst xmlns:a="http://schemas.openxmlformats.org/drawingml/2006/main">
              <a:ext uri="{FF2B5EF4-FFF2-40B4-BE49-F238E27FC236}">
                <a16:creationId xmlns:a16="http://schemas.microsoft.com/office/drawing/2014/main" id="{D3364A09-7C08-43A7-9C6C-504F69CB785C}"/>
              </a:ext>
            </a:extLst>
          </p:cNvPr>
          <p:cNvSpPr>
            <a:spLocks xmlns:a="http://schemas.openxmlformats.org/drawingml/2006/main" noGrp="1"/>
          </p:cNvSpPr>
          <p:nvPr/>
        </p:nvSpPr>
        <p:spPr>
          <a:xfrm xmlns:a="http://schemas.openxmlformats.org/drawingml/2006/main">
            <a:off x="1123950" y="48577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Workers</a:t>
            </a:r>
          </a:p>
        </p:txBody>
      </p:sp>
      <p:sp>
        <p:nvSpPr>
          <p:cNvPr id="29" name="">
            <a:extLst xmlns:a="http://schemas.openxmlformats.org/drawingml/2006/main">
              <a:ext uri="{FF2B5EF4-FFF2-40B4-BE49-F238E27FC236}">
                <a16:creationId xmlns:a16="http://schemas.microsoft.com/office/drawing/2014/main" id="{9F91441C-DBFB-4C53-81B9-3A507F5F7259}"/>
              </a:ext>
            </a:extLst>
          </p:cNvPr>
          <p:cNvSpPr>
            <a:spLocks xmlns:a="http://schemas.openxmlformats.org/drawingml/2006/main" noGrp="1"/>
          </p:cNvSpPr>
          <p:nvPr/>
        </p:nvSpPr>
        <p:spPr>
          <a:xfrm xmlns:a="http://schemas.openxmlformats.org/drawingml/2006/main">
            <a:off x="3048000" y="48577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1">
                <a:solidFill>
                  <a:srgbClr val="9B651B"/>
                </a:solidFill>
                <a:latin typeface="Noto Sans"/>
                <a:ea typeface="Noto Sans"/>
                <a:cs typeface="Noto Sans"/>
              </a:defRPr>
            </a:defPPr>
            <a:lvl1pPr algn="l">
              <a:defRPr sz="1275" b="1">
                <a:solidFill>
                  <a:srgbClr val="9B651B"/>
                </a:solidFill>
                <a:latin typeface="Noto Sans"/>
                <a:ea typeface="Noto Sans"/>
                <a:cs typeface="Noto Sans"/>
              </a:defRPr>
            </a:lvl1pPr>
            <a:lvl2pPr algn="l">
              <a:defRPr sz="1275" b="1">
                <a:solidFill>
                  <a:srgbClr val="9B651B"/>
                </a:solidFill>
                <a:latin typeface="Noto Sans"/>
                <a:ea typeface="Noto Sans"/>
                <a:cs typeface="Noto Sans"/>
              </a:defRPr>
            </a:lvl2pPr>
            <a:lvl3pPr algn="l">
              <a:defRPr sz="1275" b="1">
                <a:solidFill>
                  <a:srgbClr val="9B651B"/>
                </a:solidFill>
                <a:latin typeface="Noto Sans"/>
                <a:ea typeface="Noto Sans"/>
                <a:cs typeface="Noto Sans"/>
              </a:defRPr>
            </a:lvl3pPr>
            <a:lvl4pPr algn="l">
              <a:defRPr sz="1275" b="1">
                <a:solidFill>
                  <a:srgbClr val="9B651B"/>
                </a:solidFill>
                <a:latin typeface="Noto Sans"/>
                <a:ea typeface="Noto Sans"/>
                <a:cs typeface="Noto Sans"/>
              </a:defRPr>
            </a:lvl4pPr>
            <a:lvl5pPr algn="l">
              <a:defRPr sz="1275" b="1">
                <a:solidFill>
                  <a:srgbClr val="9B651B"/>
                </a:solidFill>
                <a:latin typeface="Noto Sans"/>
                <a:ea typeface="Noto Sans"/>
                <a:cs typeface="Noto Sans"/>
              </a:defRPr>
            </a:lvl5pPr>
            <a:lvl6pPr algn="l">
              <a:defRPr sz="1275" b="1">
                <a:solidFill>
                  <a:srgbClr val="9B651B"/>
                </a:solidFill>
                <a:latin typeface="Noto Sans"/>
                <a:ea typeface="Noto Sans"/>
                <a:cs typeface="Noto Sans"/>
              </a:defRPr>
            </a:lvl6pPr>
            <a:lvl7pPr algn="l">
              <a:defRPr sz="1275" b="1">
                <a:solidFill>
                  <a:srgbClr val="9B651B"/>
                </a:solidFill>
                <a:latin typeface="Noto Sans"/>
                <a:ea typeface="Noto Sans"/>
                <a:cs typeface="Noto Sans"/>
              </a:defRPr>
            </a:lvl7pPr>
            <a:lvl8pPr algn="l">
              <a:defRPr sz="1275" b="1">
                <a:solidFill>
                  <a:srgbClr val="9B651B"/>
                </a:solidFill>
                <a:latin typeface="Noto Sans"/>
                <a:ea typeface="Noto Sans"/>
                <a:cs typeface="Noto Sans"/>
              </a:defRPr>
            </a:lvl8pPr>
            <a:lvl9pPr algn="l">
              <a:defRPr sz="1275" b="1">
                <a:solidFill>
                  <a:srgbClr val="9B651B"/>
                </a:solidFill>
                <a:latin typeface="Noto Sans"/>
                <a:ea typeface="Noto Sans"/>
                <a:cs typeface="Noto Sans"/>
              </a:defRPr>
            </a:lvl9pPr>
          </a:lstStyle>
          <a:p xmlns:a="http://schemas.openxmlformats.org/drawingml/2006/main">
            <a:pPr algn="l">
              <a:defRPr sz="1275" b="1">
                <a:solidFill>
                  <a:srgbClr val="9B651B"/>
                </a:solidFill>
                <a:latin typeface="Noto Sans"/>
                <a:ea typeface="Noto Sans"/>
                <a:cs typeface="Noto Sans"/>
              </a:defRPr>
            </a:pPr>
            <a:r>
              <a:rPr sz="1275" b="1">
                <a:solidFill>
                  <a:srgbClr val="9B651B"/>
                </a:solidFill>
                <a:latin typeface="Noto Sans"/>
                <a:ea typeface="Noto Sans"/>
                <a:cs typeface="Noto Sans"/>
              </a:rPr>
              <a:t>What can finish later?</a:t>
            </a:r>
          </a:p>
        </p:txBody>
      </p:sp>
      <p:sp>
        <p:nvSpPr>
          <p:cNvPr id="30" name="">
            <a:extLst xmlns:a="http://schemas.openxmlformats.org/drawingml/2006/main">
              <a:ext uri="{FF2B5EF4-FFF2-40B4-BE49-F238E27FC236}">
                <a16:creationId xmlns:a16="http://schemas.microsoft.com/office/drawing/2014/main" id="{65ABCF6F-D750-4F08-A792-414ECEE06D5F}"/>
              </a:ext>
            </a:extLst>
          </p:cNvPr>
          <p:cNvSpPr>
            <a:spLocks xmlns:a="http://schemas.openxmlformats.org/drawingml/2006/main" noGrp="1"/>
          </p:cNvSpPr>
          <p:nvPr/>
        </p:nvSpPr>
        <p:spPr>
          <a:xfrm xmlns:a="http://schemas.openxmlformats.org/drawingml/2006/main">
            <a:off x="6762750" y="4857750"/>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AI, email and durable scheduled work</a:t>
            </a:r>
          </a:p>
        </p:txBody>
      </p:sp>
      <p:sp>
        <p:nvSpPr>
          <p:cNvPr id="31" name="">
            <a:extLst xmlns:a="http://schemas.openxmlformats.org/drawingml/2006/main">
              <a:ext uri="{FF2B5EF4-FFF2-40B4-BE49-F238E27FC236}">
                <a16:creationId xmlns:a16="http://schemas.microsoft.com/office/drawing/2014/main" id="{82765043-2777-4953-A844-DD3ED11FEA35}"/>
              </a:ext>
            </a:extLst>
          </p:cNvPr>
          <p:cNvSpPr>
            <a:spLocks xmlns:a="http://schemas.openxmlformats.org/drawingml/2006/main" noGrp="1"/>
          </p:cNvSpPr>
          <p:nvPr/>
        </p:nvSpPr>
        <p:spPr>
          <a:xfrm xmlns:a="http://schemas.openxmlformats.org/drawingml/2006/main">
            <a:off x="609600" y="5715000"/>
            <a:ext cx="10572750" cy="590550"/>
          </a:xfrm>
          <a:prstGeom xmlns:a="http://schemas.openxmlformats.org/drawingml/2006/main" prst="roundRect">
            <a:avLst>
              <a:gd name="adj" fmla="val 19355"/>
            </a:avLst>
          </a:prstGeom>
          <a:solidFill xmlns:a="http://schemas.openxmlformats.org/drawingml/2006/main">
            <a:srgbClr val="FFFEFA"/>
          </a:solidFill>
          <a:ln xmlns:a="http://schemas.openxmlformats.org/drawingml/2006/main" w="19050">
            <a:solidFill>
              <a:srgbClr val="A25C38"/>
            </a:solidFill>
            <a:prstDash val="solid"/>
          </a:ln>
        </p:spPr>
      </p:sp>
      <p:sp>
        <p:nvSpPr>
          <p:cNvPr id="32" name="">
            <a:extLst xmlns:a="http://schemas.openxmlformats.org/drawingml/2006/main">
              <a:ext uri="{FF2B5EF4-FFF2-40B4-BE49-F238E27FC236}">
                <a16:creationId xmlns:a16="http://schemas.microsoft.com/office/drawing/2014/main" id="{902643F6-D877-40F7-8E34-0D3EFF817661}"/>
              </a:ext>
            </a:extLst>
          </p:cNvPr>
          <p:cNvSpPr>
            <a:spLocks xmlns:a="http://schemas.openxmlformats.org/drawingml/2006/main" noGrp="1"/>
          </p:cNvSpPr>
          <p:nvPr/>
        </p:nvSpPr>
        <p:spPr>
          <a:xfrm xmlns:a="http://schemas.openxmlformats.org/drawingml/2006/main">
            <a:off x="800100" y="58769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A25C38"/>
                </a:solidFill>
                <a:latin typeface="Noto Sans"/>
                <a:ea typeface="Noto Sans"/>
                <a:cs typeface="Noto Sans"/>
              </a:defRPr>
            </a:defPPr>
            <a:lvl1pPr algn="l">
              <a:defRPr sz="975" b="1">
                <a:solidFill>
                  <a:srgbClr val="A25C38"/>
                </a:solidFill>
                <a:latin typeface="Noto Sans"/>
                <a:ea typeface="Noto Sans"/>
                <a:cs typeface="Noto Sans"/>
              </a:defRPr>
            </a:lvl1pPr>
            <a:lvl2pPr algn="l">
              <a:defRPr sz="975" b="1">
                <a:solidFill>
                  <a:srgbClr val="A25C38"/>
                </a:solidFill>
                <a:latin typeface="Noto Sans"/>
                <a:ea typeface="Noto Sans"/>
                <a:cs typeface="Noto Sans"/>
              </a:defRPr>
            </a:lvl2pPr>
            <a:lvl3pPr algn="l">
              <a:defRPr sz="975" b="1">
                <a:solidFill>
                  <a:srgbClr val="A25C38"/>
                </a:solidFill>
                <a:latin typeface="Noto Sans"/>
                <a:ea typeface="Noto Sans"/>
                <a:cs typeface="Noto Sans"/>
              </a:defRPr>
            </a:lvl3pPr>
            <a:lvl4pPr algn="l">
              <a:defRPr sz="975" b="1">
                <a:solidFill>
                  <a:srgbClr val="A25C38"/>
                </a:solidFill>
                <a:latin typeface="Noto Sans"/>
                <a:ea typeface="Noto Sans"/>
                <a:cs typeface="Noto Sans"/>
              </a:defRPr>
            </a:lvl4pPr>
            <a:lvl5pPr algn="l">
              <a:defRPr sz="975" b="1">
                <a:solidFill>
                  <a:srgbClr val="A25C38"/>
                </a:solidFill>
                <a:latin typeface="Noto Sans"/>
                <a:ea typeface="Noto Sans"/>
                <a:cs typeface="Noto Sans"/>
              </a:defRPr>
            </a:lvl5pPr>
            <a:lvl6pPr algn="l">
              <a:defRPr sz="975" b="1">
                <a:solidFill>
                  <a:srgbClr val="A25C38"/>
                </a:solidFill>
                <a:latin typeface="Noto Sans"/>
                <a:ea typeface="Noto Sans"/>
                <a:cs typeface="Noto Sans"/>
              </a:defRPr>
            </a:lvl6pPr>
            <a:lvl7pPr algn="l">
              <a:defRPr sz="975" b="1">
                <a:solidFill>
                  <a:srgbClr val="A25C38"/>
                </a:solidFill>
                <a:latin typeface="Noto Sans"/>
                <a:ea typeface="Noto Sans"/>
                <a:cs typeface="Noto Sans"/>
              </a:defRPr>
            </a:lvl7pPr>
            <a:lvl8pPr algn="l">
              <a:defRPr sz="975" b="1">
                <a:solidFill>
                  <a:srgbClr val="A25C38"/>
                </a:solidFill>
                <a:latin typeface="Noto Sans"/>
                <a:ea typeface="Noto Sans"/>
                <a:cs typeface="Noto Sans"/>
              </a:defRPr>
            </a:lvl8pPr>
            <a:lvl9pPr algn="l">
              <a:defRPr sz="975" b="1">
                <a:solidFill>
                  <a:srgbClr val="A25C38"/>
                </a:solidFill>
                <a:latin typeface="Noto Sans"/>
                <a:ea typeface="Noto Sans"/>
                <a:cs typeface="Noto Sans"/>
              </a:defRPr>
            </a:lvl9pPr>
          </a:lstStyle>
          <a:p xmlns:a="http://schemas.openxmlformats.org/drawingml/2006/main">
            <a:pPr algn="l">
              <a:defRPr sz="975" b="1">
                <a:solidFill>
                  <a:srgbClr val="A25C38"/>
                </a:solidFill>
                <a:latin typeface="Noto Sans"/>
                <a:ea typeface="Noto Sans"/>
                <a:cs typeface="Noto Sans"/>
              </a:defRPr>
            </a:pPr>
            <a:r>
              <a:rPr sz="975" b="1">
                <a:solidFill>
                  <a:srgbClr val="A25C38"/>
                </a:solidFill>
                <a:latin typeface="Noto Sans"/>
                <a:ea typeface="Noto Sans"/>
                <a:cs typeface="Noto Sans"/>
              </a:rPr>
              <a:t>Example</a:t>
            </a:r>
          </a:p>
        </p:txBody>
      </p:sp>
      <p:sp>
        <p:nvSpPr>
          <p:cNvPr id="33" name="">
            <a:extLst xmlns:a="http://schemas.openxmlformats.org/drawingml/2006/main">
              <a:ext uri="{FF2B5EF4-FFF2-40B4-BE49-F238E27FC236}">
                <a16:creationId xmlns:a16="http://schemas.microsoft.com/office/drawing/2014/main" id="{5C15C9D4-BD7D-4D4B-97FE-57A4145E74A0}"/>
              </a:ext>
            </a:extLst>
          </p:cNvPr>
          <p:cNvSpPr>
            <a:spLocks xmlns:a="http://schemas.openxmlformats.org/drawingml/2006/main" noGrp="1"/>
          </p:cNvSpPr>
          <p:nvPr/>
        </p:nvSpPr>
        <p:spPr>
          <a:xfrm xmlns:a="http://schemas.openxmlformats.org/drawingml/2006/main">
            <a:off x="1695450" y="5829300"/>
            <a:ext cx="923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Changing an application stage loads context, checks the transition, locks the row, writes the update and queues notifications in one transaction.</a:t>
            </a:r>
          </a:p>
        </p:txBody>
      </p:sp>
    </p:spTree>
    <p:transition spd="med" advClick="1">
      <p:fade/>
    </p:transition>
    <p:extLst>
      <p:ext uri="{BB962C8B-B14F-4D97-AF65-F5344CB8AC3E}">
        <p14:creationId xmlns:p14="http://schemas.microsoft.com/office/powerpoint/2010/main" val="2020472845"/>
      </p:ext>
    </p:extLst>
  </p:cSld>
</p:sld>
</file>

<file path=ppt/slides/slide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4F24F2C-5C3B-4D80-9D06-E60E7D80B959}"/>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ENGINEERING DECISIONS</a:t>
            </a:r>
          </a:p>
        </p:txBody>
      </p:sp>
      <p:sp>
        <p:nvSpPr>
          <p:cNvPr id="2" name="">
            <a:extLst xmlns:a="http://schemas.openxmlformats.org/drawingml/2006/main">
              <a:ext uri="{FF2B5EF4-FFF2-40B4-BE49-F238E27FC236}">
                <a16:creationId xmlns:a16="http://schemas.microsoft.com/office/drawing/2014/main" id="{58315860-D3C1-4E92-907F-709817E8FE15}"/>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06</a:t>
            </a:r>
          </a:p>
        </p:txBody>
      </p:sp>
      <p:sp>
        <p:nvSpPr>
          <p:cNvPr id="3" name="">
            <a:extLst xmlns:a="http://schemas.openxmlformats.org/drawingml/2006/main">
              <a:ext uri="{FF2B5EF4-FFF2-40B4-BE49-F238E27FC236}">
                <a16:creationId xmlns:a16="http://schemas.microsoft.com/office/drawing/2014/main" id="{4382C2FC-28AD-42A5-9AF2-9FB2881D9CBB}"/>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Technology choices and their cost</a:t>
            </a:r>
          </a:p>
        </p:txBody>
      </p:sp>
      <p:sp>
        <p:nvSpPr>
          <p:cNvPr id="4" name="">
            <a:extLst xmlns:a="http://schemas.openxmlformats.org/drawingml/2006/main">
              <a:ext uri="{FF2B5EF4-FFF2-40B4-BE49-F238E27FC236}">
                <a16:creationId xmlns:a16="http://schemas.microsoft.com/office/drawing/2014/main" id="{45FDFD15-85BF-4BE6-B4DE-C27F4E15E30B}"/>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C84965EF-8575-4E2D-A5EB-AC7AC994F6E9}"/>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Every dependency solves a specific backend problem and adds an operational responsibility.</a:t>
            </a:r>
          </a:p>
        </p:txBody>
      </p:sp>
      <p:sp>
        <p:nvSpPr>
          <p:cNvPr id="6" name="">
            <a:extLst xmlns:a="http://schemas.openxmlformats.org/drawingml/2006/main">
              <a:ext uri="{FF2B5EF4-FFF2-40B4-BE49-F238E27FC236}">
                <a16:creationId xmlns:a16="http://schemas.microsoft.com/office/drawing/2014/main" id="{A7EBCBAC-E8D7-45C8-8AB9-6EE236017550}"/>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EC764E5E-894B-4DF7-BB6C-3855C4B6EEAF}"/>
              </a:ext>
            </a:extLst>
          </p:cNvPr>
          <p:cNvSpPr>
            <a:spLocks xmlns:a="http://schemas.openxmlformats.org/drawingml/2006/main" noGrp="1"/>
          </p:cNvSpPr>
          <p:nvPr/>
        </p:nvSpPr>
        <p:spPr>
          <a:xfrm xmlns:a="http://schemas.openxmlformats.org/drawingml/2006/main">
            <a:off x="609600" y="18288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617369"/>
                </a:solidFill>
                <a:latin typeface="Noto Sans"/>
                <a:ea typeface="Noto Sans"/>
                <a:cs typeface="Noto Sans"/>
              </a:defRPr>
            </a:defPPr>
            <a:lvl1pPr algn="l">
              <a:defRPr sz="825" b="1">
                <a:solidFill>
                  <a:srgbClr val="617369"/>
                </a:solidFill>
                <a:latin typeface="Noto Sans"/>
                <a:ea typeface="Noto Sans"/>
                <a:cs typeface="Noto Sans"/>
              </a:defRPr>
            </a:lvl1pPr>
            <a:lvl2pPr algn="l">
              <a:defRPr sz="825" b="1">
                <a:solidFill>
                  <a:srgbClr val="617369"/>
                </a:solidFill>
                <a:latin typeface="Noto Sans"/>
                <a:ea typeface="Noto Sans"/>
                <a:cs typeface="Noto Sans"/>
              </a:defRPr>
            </a:lvl2pPr>
            <a:lvl3pPr algn="l">
              <a:defRPr sz="825" b="1">
                <a:solidFill>
                  <a:srgbClr val="617369"/>
                </a:solidFill>
                <a:latin typeface="Noto Sans"/>
                <a:ea typeface="Noto Sans"/>
                <a:cs typeface="Noto Sans"/>
              </a:defRPr>
            </a:lvl3pPr>
            <a:lvl4pPr algn="l">
              <a:defRPr sz="825" b="1">
                <a:solidFill>
                  <a:srgbClr val="617369"/>
                </a:solidFill>
                <a:latin typeface="Noto Sans"/>
                <a:ea typeface="Noto Sans"/>
                <a:cs typeface="Noto Sans"/>
              </a:defRPr>
            </a:lvl4pPr>
            <a:lvl5pPr algn="l">
              <a:defRPr sz="825" b="1">
                <a:solidFill>
                  <a:srgbClr val="617369"/>
                </a:solidFill>
                <a:latin typeface="Noto Sans"/>
                <a:ea typeface="Noto Sans"/>
                <a:cs typeface="Noto Sans"/>
              </a:defRPr>
            </a:lvl5pPr>
            <a:lvl6pPr algn="l">
              <a:defRPr sz="825" b="1">
                <a:solidFill>
                  <a:srgbClr val="617369"/>
                </a:solidFill>
                <a:latin typeface="Noto Sans"/>
                <a:ea typeface="Noto Sans"/>
                <a:cs typeface="Noto Sans"/>
              </a:defRPr>
            </a:lvl6pPr>
            <a:lvl7pPr algn="l">
              <a:defRPr sz="825" b="1">
                <a:solidFill>
                  <a:srgbClr val="617369"/>
                </a:solidFill>
                <a:latin typeface="Noto Sans"/>
                <a:ea typeface="Noto Sans"/>
                <a:cs typeface="Noto Sans"/>
              </a:defRPr>
            </a:lvl7pPr>
            <a:lvl8pPr algn="l">
              <a:defRPr sz="825" b="1">
                <a:solidFill>
                  <a:srgbClr val="617369"/>
                </a:solidFill>
                <a:latin typeface="Noto Sans"/>
                <a:ea typeface="Noto Sans"/>
                <a:cs typeface="Noto Sans"/>
              </a:defRPr>
            </a:lvl8pPr>
            <a:lvl9pPr algn="l">
              <a:defRPr sz="825" b="1">
                <a:solidFill>
                  <a:srgbClr val="617369"/>
                </a:solidFill>
                <a:latin typeface="Noto Sans"/>
                <a:ea typeface="Noto Sans"/>
                <a:cs typeface="Noto Sans"/>
              </a:defRPr>
            </a:lvl9pPr>
          </a:lstStyle>
          <a:p xmlns:a="http://schemas.openxmlformats.org/drawingml/2006/main">
            <a:pPr algn="l">
              <a:defRPr sz="825" b="1">
                <a:solidFill>
                  <a:srgbClr val="617369"/>
                </a:solidFill>
                <a:latin typeface="Noto Sans"/>
                <a:ea typeface="Noto Sans"/>
                <a:cs typeface="Noto Sans"/>
              </a:defRPr>
            </a:pPr>
            <a:r>
              <a:rPr sz="825" b="1">
                <a:solidFill>
                  <a:srgbClr val="617369"/>
                </a:solidFill>
                <a:latin typeface="Noto Sans"/>
                <a:ea typeface="Noto Sans"/>
                <a:cs typeface="Noto Sans"/>
              </a:rPr>
              <a:t>CHOICE</a:t>
            </a:r>
          </a:p>
        </p:txBody>
      </p:sp>
      <p:sp>
        <p:nvSpPr>
          <p:cNvPr id="8" name="">
            <a:extLst xmlns:a="http://schemas.openxmlformats.org/drawingml/2006/main">
              <a:ext uri="{FF2B5EF4-FFF2-40B4-BE49-F238E27FC236}">
                <a16:creationId xmlns:a16="http://schemas.microsoft.com/office/drawing/2014/main" id="{DACB1433-49C0-43B6-987F-A34BB295E34C}"/>
              </a:ext>
            </a:extLst>
          </p:cNvPr>
          <p:cNvSpPr>
            <a:spLocks xmlns:a="http://schemas.openxmlformats.org/drawingml/2006/main" noGrp="1"/>
          </p:cNvSpPr>
          <p:nvPr/>
        </p:nvSpPr>
        <p:spPr>
          <a:xfrm xmlns:a="http://schemas.openxmlformats.org/drawingml/2006/main">
            <a:off x="2857500" y="1828800"/>
            <a:ext cx="4476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617369"/>
                </a:solidFill>
                <a:latin typeface="Noto Sans"/>
                <a:ea typeface="Noto Sans"/>
                <a:cs typeface="Noto Sans"/>
              </a:defRPr>
            </a:defPPr>
            <a:lvl1pPr algn="l">
              <a:defRPr sz="825" b="1">
                <a:solidFill>
                  <a:srgbClr val="617369"/>
                </a:solidFill>
                <a:latin typeface="Noto Sans"/>
                <a:ea typeface="Noto Sans"/>
                <a:cs typeface="Noto Sans"/>
              </a:defRPr>
            </a:lvl1pPr>
            <a:lvl2pPr algn="l">
              <a:defRPr sz="825" b="1">
                <a:solidFill>
                  <a:srgbClr val="617369"/>
                </a:solidFill>
                <a:latin typeface="Noto Sans"/>
                <a:ea typeface="Noto Sans"/>
                <a:cs typeface="Noto Sans"/>
              </a:defRPr>
            </a:lvl2pPr>
            <a:lvl3pPr algn="l">
              <a:defRPr sz="825" b="1">
                <a:solidFill>
                  <a:srgbClr val="617369"/>
                </a:solidFill>
                <a:latin typeface="Noto Sans"/>
                <a:ea typeface="Noto Sans"/>
                <a:cs typeface="Noto Sans"/>
              </a:defRPr>
            </a:lvl3pPr>
            <a:lvl4pPr algn="l">
              <a:defRPr sz="825" b="1">
                <a:solidFill>
                  <a:srgbClr val="617369"/>
                </a:solidFill>
                <a:latin typeface="Noto Sans"/>
                <a:ea typeface="Noto Sans"/>
                <a:cs typeface="Noto Sans"/>
              </a:defRPr>
            </a:lvl4pPr>
            <a:lvl5pPr algn="l">
              <a:defRPr sz="825" b="1">
                <a:solidFill>
                  <a:srgbClr val="617369"/>
                </a:solidFill>
                <a:latin typeface="Noto Sans"/>
                <a:ea typeface="Noto Sans"/>
                <a:cs typeface="Noto Sans"/>
              </a:defRPr>
            </a:lvl5pPr>
            <a:lvl6pPr algn="l">
              <a:defRPr sz="825" b="1">
                <a:solidFill>
                  <a:srgbClr val="617369"/>
                </a:solidFill>
                <a:latin typeface="Noto Sans"/>
                <a:ea typeface="Noto Sans"/>
                <a:cs typeface="Noto Sans"/>
              </a:defRPr>
            </a:lvl6pPr>
            <a:lvl7pPr algn="l">
              <a:defRPr sz="825" b="1">
                <a:solidFill>
                  <a:srgbClr val="617369"/>
                </a:solidFill>
                <a:latin typeface="Noto Sans"/>
                <a:ea typeface="Noto Sans"/>
                <a:cs typeface="Noto Sans"/>
              </a:defRPr>
            </a:lvl7pPr>
            <a:lvl8pPr algn="l">
              <a:defRPr sz="825" b="1">
                <a:solidFill>
                  <a:srgbClr val="617369"/>
                </a:solidFill>
                <a:latin typeface="Noto Sans"/>
                <a:ea typeface="Noto Sans"/>
                <a:cs typeface="Noto Sans"/>
              </a:defRPr>
            </a:lvl8pPr>
            <a:lvl9pPr algn="l">
              <a:defRPr sz="825" b="1">
                <a:solidFill>
                  <a:srgbClr val="617369"/>
                </a:solidFill>
                <a:latin typeface="Noto Sans"/>
                <a:ea typeface="Noto Sans"/>
                <a:cs typeface="Noto Sans"/>
              </a:defRPr>
            </a:lvl9pPr>
          </a:lstStyle>
          <a:p xmlns:a="http://schemas.openxmlformats.org/drawingml/2006/main">
            <a:pPr algn="l">
              <a:defRPr sz="825" b="1">
                <a:solidFill>
                  <a:srgbClr val="617369"/>
                </a:solidFill>
                <a:latin typeface="Noto Sans"/>
                <a:ea typeface="Noto Sans"/>
                <a:cs typeface="Noto Sans"/>
              </a:defRPr>
            </a:pPr>
            <a:r>
              <a:rPr sz="825" b="1">
                <a:solidFill>
                  <a:srgbClr val="617369"/>
                </a:solidFill>
                <a:latin typeface="Noto Sans"/>
                <a:ea typeface="Noto Sans"/>
                <a:cs typeface="Noto Sans"/>
              </a:rPr>
              <a:t>WHY IT FITS</a:t>
            </a:r>
          </a:p>
        </p:txBody>
      </p:sp>
      <p:sp>
        <p:nvSpPr>
          <p:cNvPr id="9" name="">
            <a:extLst xmlns:a="http://schemas.openxmlformats.org/drawingml/2006/main">
              <a:ext uri="{FF2B5EF4-FFF2-40B4-BE49-F238E27FC236}">
                <a16:creationId xmlns:a16="http://schemas.microsoft.com/office/drawing/2014/main" id="{2DBC9D64-F0A4-4BDC-A273-98A06171DF35}"/>
              </a:ext>
            </a:extLst>
          </p:cNvPr>
          <p:cNvSpPr>
            <a:spLocks xmlns:a="http://schemas.openxmlformats.org/drawingml/2006/main" noGrp="1"/>
          </p:cNvSpPr>
          <p:nvPr/>
        </p:nvSpPr>
        <p:spPr>
          <a:xfrm xmlns:a="http://schemas.openxmlformats.org/drawingml/2006/main">
            <a:off x="7810500" y="18288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617369"/>
                </a:solidFill>
                <a:latin typeface="Noto Sans"/>
                <a:ea typeface="Noto Sans"/>
                <a:cs typeface="Noto Sans"/>
              </a:defRPr>
            </a:defPPr>
            <a:lvl1pPr algn="l">
              <a:defRPr sz="825" b="1">
                <a:solidFill>
                  <a:srgbClr val="617369"/>
                </a:solidFill>
                <a:latin typeface="Noto Sans"/>
                <a:ea typeface="Noto Sans"/>
                <a:cs typeface="Noto Sans"/>
              </a:defRPr>
            </a:lvl1pPr>
            <a:lvl2pPr algn="l">
              <a:defRPr sz="825" b="1">
                <a:solidFill>
                  <a:srgbClr val="617369"/>
                </a:solidFill>
                <a:latin typeface="Noto Sans"/>
                <a:ea typeface="Noto Sans"/>
                <a:cs typeface="Noto Sans"/>
              </a:defRPr>
            </a:lvl2pPr>
            <a:lvl3pPr algn="l">
              <a:defRPr sz="825" b="1">
                <a:solidFill>
                  <a:srgbClr val="617369"/>
                </a:solidFill>
                <a:latin typeface="Noto Sans"/>
                <a:ea typeface="Noto Sans"/>
                <a:cs typeface="Noto Sans"/>
              </a:defRPr>
            </a:lvl3pPr>
            <a:lvl4pPr algn="l">
              <a:defRPr sz="825" b="1">
                <a:solidFill>
                  <a:srgbClr val="617369"/>
                </a:solidFill>
                <a:latin typeface="Noto Sans"/>
                <a:ea typeface="Noto Sans"/>
                <a:cs typeface="Noto Sans"/>
              </a:defRPr>
            </a:lvl4pPr>
            <a:lvl5pPr algn="l">
              <a:defRPr sz="825" b="1">
                <a:solidFill>
                  <a:srgbClr val="617369"/>
                </a:solidFill>
                <a:latin typeface="Noto Sans"/>
                <a:ea typeface="Noto Sans"/>
                <a:cs typeface="Noto Sans"/>
              </a:defRPr>
            </a:lvl5pPr>
            <a:lvl6pPr algn="l">
              <a:defRPr sz="825" b="1">
                <a:solidFill>
                  <a:srgbClr val="617369"/>
                </a:solidFill>
                <a:latin typeface="Noto Sans"/>
                <a:ea typeface="Noto Sans"/>
                <a:cs typeface="Noto Sans"/>
              </a:defRPr>
            </a:lvl6pPr>
            <a:lvl7pPr algn="l">
              <a:defRPr sz="825" b="1">
                <a:solidFill>
                  <a:srgbClr val="617369"/>
                </a:solidFill>
                <a:latin typeface="Noto Sans"/>
                <a:ea typeface="Noto Sans"/>
                <a:cs typeface="Noto Sans"/>
              </a:defRPr>
            </a:lvl7pPr>
            <a:lvl8pPr algn="l">
              <a:defRPr sz="825" b="1">
                <a:solidFill>
                  <a:srgbClr val="617369"/>
                </a:solidFill>
                <a:latin typeface="Noto Sans"/>
                <a:ea typeface="Noto Sans"/>
                <a:cs typeface="Noto Sans"/>
              </a:defRPr>
            </a:lvl8pPr>
            <a:lvl9pPr algn="l">
              <a:defRPr sz="825" b="1">
                <a:solidFill>
                  <a:srgbClr val="617369"/>
                </a:solidFill>
                <a:latin typeface="Noto Sans"/>
                <a:ea typeface="Noto Sans"/>
                <a:cs typeface="Noto Sans"/>
              </a:defRPr>
            </a:lvl9pPr>
          </a:lstStyle>
          <a:p xmlns:a="http://schemas.openxmlformats.org/drawingml/2006/main">
            <a:pPr algn="l">
              <a:defRPr sz="825" b="1">
                <a:solidFill>
                  <a:srgbClr val="617369"/>
                </a:solidFill>
                <a:latin typeface="Noto Sans"/>
                <a:ea typeface="Noto Sans"/>
                <a:cs typeface="Noto Sans"/>
              </a:defRPr>
            </a:pPr>
            <a:r>
              <a:rPr sz="825" b="1">
                <a:solidFill>
                  <a:srgbClr val="617369"/>
                </a:solidFill>
                <a:latin typeface="Noto Sans"/>
                <a:ea typeface="Noto Sans"/>
                <a:cs typeface="Noto Sans"/>
              </a:rPr>
              <a:t>COST TO MANAGE</a:t>
            </a:r>
          </a:p>
        </p:txBody>
      </p:sp>
      <p:sp>
        <p:nvSpPr>
          <p:cNvPr id="10" name="">
            <a:extLst xmlns:a="http://schemas.openxmlformats.org/drawingml/2006/main">
              <a:ext uri="{FF2B5EF4-FFF2-40B4-BE49-F238E27FC236}">
                <a16:creationId xmlns:a16="http://schemas.microsoft.com/office/drawing/2014/main" id="{C134F1E5-478F-4FE1-BD8E-77249312286C}"/>
              </a:ext>
            </a:extLst>
          </p:cNvPr>
          <p:cNvSpPr>
            <a:spLocks xmlns:a="http://schemas.openxmlformats.org/drawingml/2006/main" noGrp="1"/>
          </p:cNvSpPr>
          <p:nvPr/>
        </p:nvSpPr>
        <p:spPr>
          <a:xfrm xmlns:a="http://schemas.openxmlformats.org/drawingml/2006/main">
            <a:off x="495300" y="2114550"/>
            <a:ext cx="107632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0">
            <a:solidFill>
              <a:srgbClr val="EDF1E9"/>
            </a:solidFill>
            <a:prstDash val="solid"/>
          </a:ln>
        </p:spPr>
      </p:sp>
      <p:sp>
        <p:nvSpPr>
          <p:cNvPr id="11" name="">
            <a:extLst xmlns:a="http://schemas.openxmlformats.org/drawingml/2006/main">
              <a:ext uri="{FF2B5EF4-FFF2-40B4-BE49-F238E27FC236}">
                <a16:creationId xmlns:a16="http://schemas.microsoft.com/office/drawing/2014/main" id="{FF32FC37-EBC3-4FD7-A9D3-3153BCCA9259}"/>
              </a:ext>
            </a:extLst>
          </p:cNvPr>
          <p:cNvSpPr>
            <a:spLocks xmlns:a="http://schemas.openxmlformats.org/drawingml/2006/main" noGrp="1"/>
          </p:cNvSpPr>
          <p:nvPr/>
        </p:nvSpPr>
        <p:spPr>
          <a:xfrm xmlns:a="http://schemas.openxmlformats.org/drawingml/2006/main">
            <a:off x="609600" y="21907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FastAPI</a:t>
            </a:r>
          </a:p>
        </p:txBody>
      </p:sp>
      <p:sp>
        <p:nvSpPr>
          <p:cNvPr id="12" name="">
            <a:extLst xmlns:a="http://schemas.openxmlformats.org/drawingml/2006/main">
              <a:ext uri="{FF2B5EF4-FFF2-40B4-BE49-F238E27FC236}">
                <a16:creationId xmlns:a16="http://schemas.microsoft.com/office/drawing/2014/main" id="{AA450218-6D3F-4591-9DF8-E67AB9CDCE4C}"/>
              </a:ext>
            </a:extLst>
          </p:cNvPr>
          <p:cNvSpPr>
            <a:spLocks xmlns:a="http://schemas.openxmlformats.org/drawingml/2006/main" noGrp="1"/>
          </p:cNvSpPr>
          <p:nvPr/>
        </p:nvSpPr>
        <p:spPr>
          <a:xfrm xmlns:a="http://schemas.openxmlformats.org/drawingml/2006/main">
            <a:off x="2857500" y="21907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Async endpoints, validation, dependency injection and OpenAPI</a:t>
            </a:r>
          </a:p>
        </p:txBody>
      </p:sp>
      <p:sp>
        <p:nvSpPr>
          <p:cNvPr id="13" name="">
            <a:extLst xmlns:a="http://schemas.openxmlformats.org/drawingml/2006/main">
              <a:ext uri="{FF2B5EF4-FFF2-40B4-BE49-F238E27FC236}">
                <a16:creationId xmlns:a16="http://schemas.microsoft.com/office/drawing/2014/main" id="{BBB8ED82-62E1-4366-8BFB-E3FBECC3A0DD}"/>
              </a:ext>
            </a:extLst>
          </p:cNvPr>
          <p:cNvSpPr>
            <a:spLocks xmlns:a="http://schemas.openxmlformats.org/drawingml/2006/main" noGrp="1"/>
          </p:cNvSpPr>
          <p:nvPr/>
        </p:nvSpPr>
        <p:spPr>
          <a:xfrm xmlns:a="http://schemas.openxmlformats.org/drawingml/2006/main">
            <a:off x="7810500" y="21907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Careful async boundaries and dependency design</a:t>
            </a:r>
          </a:p>
        </p:txBody>
      </p:sp>
      <p:sp>
        <p:nvSpPr>
          <p:cNvPr id="14" name="">
            <a:extLst xmlns:a="http://schemas.openxmlformats.org/drawingml/2006/main">
              <a:ext uri="{FF2B5EF4-FFF2-40B4-BE49-F238E27FC236}">
                <a16:creationId xmlns:a16="http://schemas.microsoft.com/office/drawing/2014/main" id="{8BEB2E8A-A811-4A41-8D0A-A183940F33BF}"/>
              </a:ext>
            </a:extLst>
          </p:cNvPr>
          <p:cNvSpPr>
            <a:spLocks xmlns:a="http://schemas.openxmlformats.org/drawingml/2006/main" noGrp="1"/>
          </p:cNvSpPr>
          <p:nvPr/>
        </p:nvSpPr>
        <p:spPr>
          <a:xfrm xmlns:a="http://schemas.openxmlformats.org/drawingml/2006/main">
            <a:off x="609600" y="28956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PostgreSQL</a:t>
            </a:r>
          </a:p>
        </p:txBody>
      </p:sp>
      <p:sp>
        <p:nvSpPr>
          <p:cNvPr id="15" name="">
            <a:extLst xmlns:a="http://schemas.openxmlformats.org/drawingml/2006/main">
              <a:ext uri="{FF2B5EF4-FFF2-40B4-BE49-F238E27FC236}">
                <a16:creationId xmlns:a16="http://schemas.microsoft.com/office/drawing/2014/main" id="{D339D6A4-8FD5-4E55-B7E0-49F4A3E88DED}"/>
              </a:ext>
            </a:extLst>
          </p:cNvPr>
          <p:cNvSpPr>
            <a:spLocks xmlns:a="http://schemas.openxmlformats.org/drawingml/2006/main" noGrp="1"/>
          </p:cNvSpPr>
          <p:nvPr/>
        </p:nvSpPr>
        <p:spPr>
          <a:xfrm xmlns:a="http://schemas.openxmlformats.org/drawingml/2006/main">
            <a:off x="2857500" y="28956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Transactions and relational integrity fit recruitment workflows</a:t>
            </a:r>
          </a:p>
        </p:txBody>
      </p:sp>
      <p:sp>
        <p:nvSpPr>
          <p:cNvPr id="16" name="">
            <a:extLst xmlns:a="http://schemas.openxmlformats.org/drawingml/2006/main">
              <a:ext uri="{FF2B5EF4-FFF2-40B4-BE49-F238E27FC236}">
                <a16:creationId xmlns:a16="http://schemas.microsoft.com/office/drawing/2014/main" id="{26390FA9-85E2-4A78-9273-281C94E8BDAF}"/>
              </a:ext>
            </a:extLst>
          </p:cNvPr>
          <p:cNvSpPr>
            <a:spLocks xmlns:a="http://schemas.openxmlformats.org/drawingml/2006/main" noGrp="1"/>
          </p:cNvSpPr>
          <p:nvPr/>
        </p:nvSpPr>
        <p:spPr>
          <a:xfrm xmlns:a="http://schemas.openxmlformats.org/drawingml/2006/main">
            <a:off x="7810500" y="28956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Indexes, migrations and lock behavior</a:t>
            </a:r>
          </a:p>
        </p:txBody>
      </p:sp>
      <p:sp>
        <p:nvSpPr>
          <p:cNvPr id="17" name="">
            <a:extLst xmlns:a="http://schemas.openxmlformats.org/drawingml/2006/main">
              <a:ext uri="{FF2B5EF4-FFF2-40B4-BE49-F238E27FC236}">
                <a16:creationId xmlns:a16="http://schemas.microsoft.com/office/drawing/2014/main" id="{9432EA63-6AF5-4547-A4CD-D7D0CD8C62F8}"/>
              </a:ext>
            </a:extLst>
          </p:cNvPr>
          <p:cNvSpPr>
            <a:spLocks xmlns:a="http://schemas.openxmlformats.org/drawingml/2006/main" noGrp="1"/>
          </p:cNvSpPr>
          <p:nvPr/>
        </p:nvSpPr>
        <p:spPr>
          <a:xfrm xmlns:a="http://schemas.openxmlformats.org/drawingml/2006/main">
            <a:off x="495300" y="3524250"/>
            <a:ext cx="107632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0">
            <a:solidFill>
              <a:srgbClr val="EDF1E9"/>
            </a:solidFill>
            <a:prstDash val="solid"/>
          </a:ln>
        </p:spPr>
      </p:sp>
      <p:sp>
        <p:nvSpPr>
          <p:cNvPr id="18" name="">
            <a:extLst xmlns:a="http://schemas.openxmlformats.org/drawingml/2006/main">
              <a:ext uri="{FF2B5EF4-FFF2-40B4-BE49-F238E27FC236}">
                <a16:creationId xmlns:a16="http://schemas.microsoft.com/office/drawing/2014/main" id="{676476FB-FDA9-4B9D-BEC5-AA8240302D9B}"/>
              </a:ext>
            </a:extLst>
          </p:cNvPr>
          <p:cNvSpPr>
            <a:spLocks xmlns:a="http://schemas.openxmlformats.org/drawingml/2006/main" noGrp="1"/>
          </p:cNvSpPr>
          <p:nvPr/>
        </p:nvSpPr>
        <p:spPr>
          <a:xfrm xmlns:a="http://schemas.openxmlformats.org/drawingml/2006/main">
            <a:off x="609600" y="36004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Redis + Celery</a:t>
            </a:r>
          </a:p>
        </p:txBody>
      </p:sp>
      <p:sp>
        <p:nvSpPr>
          <p:cNvPr id="19" name="">
            <a:extLst xmlns:a="http://schemas.openxmlformats.org/drawingml/2006/main">
              <a:ext uri="{FF2B5EF4-FFF2-40B4-BE49-F238E27FC236}">
                <a16:creationId xmlns:a16="http://schemas.microsoft.com/office/drawing/2014/main" id="{878DC432-5CA0-4C7A-922A-B9A80A1B6FC0}"/>
              </a:ext>
            </a:extLst>
          </p:cNvPr>
          <p:cNvSpPr>
            <a:spLocks xmlns:a="http://schemas.openxmlformats.org/drawingml/2006/main" noGrp="1"/>
          </p:cNvSpPr>
          <p:nvPr/>
        </p:nvSpPr>
        <p:spPr>
          <a:xfrm xmlns:a="http://schemas.openxmlformats.org/drawingml/2006/main">
            <a:off x="2857500" y="36004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AI and email leave the request path without losing work</a:t>
            </a:r>
          </a:p>
        </p:txBody>
      </p:sp>
      <p:sp>
        <p:nvSpPr>
          <p:cNvPr id="20" name="">
            <a:extLst xmlns:a="http://schemas.openxmlformats.org/drawingml/2006/main">
              <a:ext uri="{FF2B5EF4-FFF2-40B4-BE49-F238E27FC236}">
                <a16:creationId xmlns:a16="http://schemas.microsoft.com/office/drawing/2014/main" id="{65935CC2-BEFF-45D6-8EDA-59DB9AAE2E88}"/>
              </a:ext>
            </a:extLst>
          </p:cNvPr>
          <p:cNvSpPr>
            <a:spLocks xmlns:a="http://schemas.openxmlformats.org/drawingml/2006/main" noGrp="1"/>
          </p:cNvSpPr>
          <p:nvPr/>
        </p:nvSpPr>
        <p:spPr>
          <a:xfrm xmlns:a="http://schemas.openxmlformats.org/drawingml/2006/main">
            <a:off x="7810500" y="36004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Retries, monitoring and worker capacity</a:t>
            </a:r>
          </a:p>
        </p:txBody>
      </p:sp>
      <p:sp>
        <p:nvSpPr>
          <p:cNvPr id="21" name="">
            <a:extLst xmlns:a="http://schemas.openxmlformats.org/drawingml/2006/main">
              <a:ext uri="{FF2B5EF4-FFF2-40B4-BE49-F238E27FC236}">
                <a16:creationId xmlns:a16="http://schemas.microsoft.com/office/drawing/2014/main" id="{6BE1334D-F820-42DD-8424-7E478E5D00ED}"/>
              </a:ext>
            </a:extLst>
          </p:cNvPr>
          <p:cNvSpPr>
            <a:spLocks xmlns:a="http://schemas.openxmlformats.org/drawingml/2006/main" noGrp="1"/>
          </p:cNvSpPr>
          <p:nvPr/>
        </p:nvSpPr>
        <p:spPr>
          <a:xfrm xmlns:a="http://schemas.openxmlformats.org/drawingml/2006/main">
            <a:off x="609600" y="43053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Supabase storage</a:t>
            </a:r>
          </a:p>
        </p:txBody>
      </p:sp>
      <p:sp>
        <p:nvSpPr>
          <p:cNvPr id="22" name="">
            <a:extLst xmlns:a="http://schemas.openxmlformats.org/drawingml/2006/main">
              <a:ext uri="{FF2B5EF4-FFF2-40B4-BE49-F238E27FC236}">
                <a16:creationId xmlns:a16="http://schemas.microsoft.com/office/drawing/2014/main" id="{63245C53-47C9-4DE0-8218-E7A0C01B9BFB}"/>
              </a:ext>
            </a:extLst>
          </p:cNvPr>
          <p:cNvSpPr>
            <a:spLocks xmlns:a="http://schemas.openxmlformats.org/drawingml/2006/main" noGrp="1"/>
          </p:cNvSpPr>
          <p:nvPr/>
        </p:nvSpPr>
        <p:spPr>
          <a:xfrm xmlns:a="http://schemas.openxmlformats.org/drawingml/2006/main">
            <a:off x="2857500" y="430530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Private CV and image objects stay outside the database</a:t>
            </a:r>
          </a:p>
        </p:txBody>
      </p:sp>
      <p:sp>
        <p:nvSpPr>
          <p:cNvPr id="23" name="">
            <a:extLst xmlns:a="http://schemas.openxmlformats.org/drawingml/2006/main">
              <a:ext uri="{FF2B5EF4-FFF2-40B4-BE49-F238E27FC236}">
                <a16:creationId xmlns:a16="http://schemas.microsoft.com/office/drawing/2014/main" id="{11D8DCA2-D45C-4C6A-88CA-70BB1B831A42}"/>
              </a:ext>
            </a:extLst>
          </p:cNvPr>
          <p:cNvSpPr>
            <a:spLocks xmlns:a="http://schemas.openxmlformats.org/drawingml/2006/main" noGrp="1"/>
          </p:cNvSpPr>
          <p:nvPr/>
        </p:nvSpPr>
        <p:spPr>
          <a:xfrm xmlns:a="http://schemas.openxmlformats.org/drawingml/2006/main">
            <a:off x="7810500" y="430530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Access policies and cleanup lifecycle</a:t>
            </a:r>
          </a:p>
        </p:txBody>
      </p:sp>
      <p:sp>
        <p:nvSpPr>
          <p:cNvPr id="24" name="">
            <a:extLst xmlns:a="http://schemas.openxmlformats.org/drawingml/2006/main">
              <a:ext uri="{FF2B5EF4-FFF2-40B4-BE49-F238E27FC236}">
                <a16:creationId xmlns:a16="http://schemas.microsoft.com/office/drawing/2014/main" id="{6649D9B5-3001-42E3-AFDA-82554E746500}"/>
              </a:ext>
            </a:extLst>
          </p:cNvPr>
          <p:cNvSpPr>
            <a:spLocks xmlns:a="http://schemas.openxmlformats.org/drawingml/2006/main" noGrp="1"/>
          </p:cNvSpPr>
          <p:nvPr/>
        </p:nvSpPr>
        <p:spPr>
          <a:xfrm xmlns:a="http://schemas.openxmlformats.org/drawingml/2006/main">
            <a:off x="495300" y="4933950"/>
            <a:ext cx="10763250" cy="590550"/>
          </a:xfrm>
          <a:prstGeom xmlns:a="http://schemas.openxmlformats.org/drawingml/2006/main" prst="roundRect">
            <a:avLst>
              <a:gd name="adj" fmla="val 19355"/>
            </a:avLst>
          </a:prstGeom>
          <a:solidFill xmlns:a="http://schemas.openxmlformats.org/drawingml/2006/main">
            <a:srgbClr val="EDF1E9"/>
          </a:solidFill>
          <a:ln xmlns:a="http://schemas.openxmlformats.org/drawingml/2006/main" w="0">
            <a:solidFill>
              <a:srgbClr val="EDF1E9"/>
            </a:solidFill>
            <a:prstDash val="solid"/>
          </a:ln>
        </p:spPr>
      </p:sp>
      <p:sp>
        <p:nvSpPr>
          <p:cNvPr id="25" name="">
            <a:extLst xmlns:a="http://schemas.openxmlformats.org/drawingml/2006/main">
              <a:ext uri="{FF2B5EF4-FFF2-40B4-BE49-F238E27FC236}">
                <a16:creationId xmlns:a16="http://schemas.microsoft.com/office/drawing/2014/main" id="{70F13AE8-A6ED-4E4B-A517-B3FBAE4B77D7}"/>
              </a:ext>
            </a:extLst>
          </p:cNvPr>
          <p:cNvSpPr>
            <a:spLocks xmlns:a="http://schemas.openxmlformats.org/drawingml/2006/main" noGrp="1"/>
          </p:cNvSpPr>
          <p:nvPr/>
        </p:nvSpPr>
        <p:spPr>
          <a:xfrm xmlns:a="http://schemas.openxmlformats.org/drawingml/2006/main">
            <a:off x="609600" y="50101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Docker + Ansible</a:t>
            </a:r>
          </a:p>
        </p:txBody>
      </p:sp>
      <p:sp>
        <p:nvSpPr>
          <p:cNvPr id="26" name="">
            <a:extLst xmlns:a="http://schemas.openxmlformats.org/drawingml/2006/main">
              <a:ext uri="{FF2B5EF4-FFF2-40B4-BE49-F238E27FC236}">
                <a16:creationId xmlns:a16="http://schemas.microsoft.com/office/drawing/2014/main" id="{405589DE-68B1-4BF3-B368-FE63F5E7F4DA}"/>
              </a:ext>
            </a:extLst>
          </p:cNvPr>
          <p:cNvSpPr>
            <a:spLocks xmlns:a="http://schemas.openxmlformats.org/drawingml/2006/main" noGrp="1"/>
          </p:cNvSpPr>
          <p:nvPr/>
        </p:nvSpPr>
        <p:spPr>
          <a:xfrm xmlns:a="http://schemas.openxmlformats.org/drawingml/2006/main">
            <a:off x="2857500" y="5010150"/>
            <a:ext cx="4476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Repeatable environments and controlled deployment</a:t>
            </a:r>
          </a:p>
        </p:txBody>
      </p:sp>
      <p:sp>
        <p:nvSpPr>
          <p:cNvPr id="27" name="">
            <a:extLst xmlns:a="http://schemas.openxmlformats.org/drawingml/2006/main">
              <a:ext uri="{FF2B5EF4-FFF2-40B4-BE49-F238E27FC236}">
                <a16:creationId xmlns:a16="http://schemas.microsoft.com/office/drawing/2014/main" id="{388348FB-1812-42DD-B75A-D66008149DCB}"/>
              </a:ext>
            </a:extLst>
          </p:cNvPr>
          <p:cNvSpPr>
            <a:spLocks xmlns:a="http://schemas.openxmlformats.org/drawingml/2006/main" noGrp="1"/>
          </p:cNvSpPr>
          <p:nvPr/>
        </p:nvSpPr>
        <p:spPr>
          <a:xfrm xmlns:a="http://schemas.openxmlformats.org/drawingml/2006/main">
            <a:off x="7810500" y="50101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Configuration and secret management</a:t>
            </a:r>
          </a:p>
        </p:txBody>
      </p:sp>
      <p:sp>
        <p:nvSpPr>
          <p:cNvPr id="28" name="">
            <a:extLst xmlns:a="http://schemas.openxmlformats.org/drawingml/2006/main">
              <a:ext uri="{FF2B5EF4-FFF2-40B4-BE49-F238E27FC236}">
                <a16:creationId xmlns:a16="http://schemas.microsoft.com/office/drawing/2014/main" id="{77C4BFD9-3B51-471A-8659-02033363A5BB}"/>
              </a:ext>
            </a:extLst>
          </p:cNvPr>
          <p:cNvSpPr>
            <a:spLocks xmlns:a="http://schemas.openxmlformats.org/drawingml/2006/main" noGrp="1"/>
          </p:cNvSpPr>
          <p:nvPr/>
        </p:nvSpPr>
        <p:spPr>
          <a:xfrm xmlns:a="http://schemas.openxmlformats.org/drawingml/2006/main">
            <a:off x="609600" y="5924550"/>
            <a:ext cx="1047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The architecture gained reliability, but deployment and failure handling became part of the backend job.</a:t>
            </a:r>
          </a:p>
        </p:txBody>
      </p:sp>
    </p:spTree>
    <p:transition spd="med" advClick="1">
      <p:fade/>
    </p:transition>
    <p:extLst>
      <p:ext uri="{BB962C8B-B14F-4D97-AF65-F5344CB8AC3E}">
        <p14:creationId xmlns:p14="http://schemas.microsoft.com/office/powerpoint/2010/main" val="1979657634"/>
      </p:ext>
    </p:extLst>
  </p:cSld>
</p:sld>
</file>

<file path=ppt/slides/slide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DB621C3-2687-4183-BD26-3A62E55156DE}"/>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REQUEST LIFECYCLE</a:t>
            </a:r>
          </a:p>
        </p:txBody>
      </p:sp>
      <p:sp>
        <p:nvSpPr>
          <p:cNvPr id="2" name="">
            <a:extLst xmlns:a="http://schemas.openxmlformats.org/drawingml/2006/main">
              <a:ext uri="{FF2B5EF4-FFF2-40B4-BE49-F238E27FC236}">
                <a16:creationId xmlns:a16="http://schemas.microsoft.com/office/drawing/2014/main" id="{73AF727D-D9E5-4901-AB92-4FB4EDE62C6B}"/>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07</a:t>
            </a:r>
          </a:p>
        </p:txBody>
      </p:sp>
      <p:sp>
        <p:nvSpPr>
          <p:cNvPr id="3" name="">
            <a:extLst xmlns:a="http://schemas.openxmlformats.org/drawingml/2006/main">
              <a:ext uri="{FF2B5EF4-FFF2-40B4-BE49-F238E27FC236}">
                <a16:creationId xmlns:a16="http://schemas.microsoft.com/office/drawing/2014/main" id="{84E4EC09-103B-49E5-989D-CCDDC85B31DD}"/>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 protected API request</a:t>
            </a:r>
          </a:p>
        </p:txBody>
      </p:sp>
      <p:sp>
        <p:nvSpPr>
          <p:cNvPr id="4" name="">
            <a:extLst xmlns:a="http://schemas.openxmlformats.org/drawingml/2006/main">
              <a:ext uri="{FF2B5EF4-FFF2-40B4-BE49-F238E27FC236}">
                <a16:creationId xmlns:a16="http://schemas.microsoft.com/office/drawing/2014/main" id="{C41F7CC7-212B-47B2-9295-44D94B700F75}"/>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16921E96-C87D-445D-A371-446185E1FE37}"/>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same boundary protects all sensitive HTTP endpoints.</a:t>
            </a:r>
          </a:p>
        </p:txBody>
      </p:sp>
      <p:sp>
        <p:nvSpPr>
          <p:cNvPr id="6" name="">
            <a:extLst xmlns:a="http://schemas.openxmlformats.org/drawingml/2006/main">
              <a:ext uri="{FF2B5EF4-FFF2-40B4-BE49-F238E27FC236}">
                <a16:creationId xmlns:a16="http://schemas.microsoft.com/office/drawing/2014/main" id="{EF2FE9B5-3689-4EFE-9586-E1D76039B152}"/>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72A72F19-F0C0-4CF3-AFE4-9D44BFCC55FC}"/>
              </a:ext>
            </a:extLst>
          </p:cNvPr>
          <p:cNvSpPr>
            <a:spLocks xmlns:a="http://schemas.openxmlformats.org/drawingml/2006/main" noGrp="1"/>
          </p:cNvSpPr>
          <p:nvPr/>
        </p:nvSpPr>
        <p:spPr>
          <a:xfrm xmlns:a="http://schemas.openxmlformats.org/drawingml/2006/main">
            <a:off x="876300" y="2781300"/>
            <a:ext cx="10344150"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9A639F4D-E8E2-4A27-88A0-37DCC7793395}"/>
              </a:ext>
            </a:extLst>
          </p:cNvPr>
          <p:cNvSpPr>
            <a:spLocks xmlns:a="http://schemas.openxmlformats.org/drawingml/2006/main" noGrp="1"/>
          </p:cNvSpPr>
          <p:nvPr/>
        </p:nvSpPr>
        <p:spPr>
          <a:xfrm xmlns:a="http://schemas.openxmlformats.org/drawingml/2006/main">
            <a:off x="1085850"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520307FC-6360-43D3-A33C-B489D545A14A}"/>
              </a:ext>
            </a:extLst>
          </p:cNvPr>
          <p:cNvSpPr>
            <a:spLocks xmlns:a="http://schemas.openxmlformats.org/drawingml/2006/main" noGrp="1"/>
          </p:cNvSpPr>
          <p:nvPr/>
        </p:nvSpPr>
        <p:spPr>
          <a:xfrm xmlns:a="http://schemas.openxmlformats.org/drawingml/2006/main">
            <a:off x="1085850"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760BDB79-87A9-45BF-AEC6-71F0D533DC6C}"/>
              </a:ext>
            </a:extLst>
          </p:cNvPr>
          <p:cNvSpPr>
            <a:spLocks xmlns:a="http://schemas.openxmlformats.org/drawingml/2006/main" noGrp="1"/>
          </p:cNvSpPr>
          <p:nvPr/>
        </p:nvSpPr>
        <p:spPr>
          <a:xfrm xmlns:a="http://schemas.openxmlformats.org/drawingml/2006/main">
            <a:off x="628650" y="31242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Route</a:t>
            </a:r>
          </a:p>
        </p:txBody>
      </p:sp>
      <p:sp>
        <p:nvSpPr>
          <p:cNvPr id="11" name="">
            <a:extLst xmlns:a="http://schemas.openxmlformats.org/drawingml/2006/main">
              <a:ext uri="{FF2B5EF4-FFF2-40B4-BE49-F238E27FC236}">
                <a16:creationId xmlns:a16="http://schemas.microsoft.com/office/drawing/2014/main" id="{059C6DCA-B714-4605-A10F-DD8D0F2A24B4}"/>
              </a:ext>
            </a:extLst>
          </p:cNvPr>
          <p:cNvSpPr>
            <a:spLocks xmlns:a="http://schemas.openxmlformats.org/drawingml/2006/main" noGrp="1"/>
          </p:cNvSpPr>
          <p:nvPr/>
        </p:nvSpPr>
        <p:spPr>
          <a:xfrm xmlns:a="http://schemas.openxmlformats.org/drawingml/2006/main">
            <a:off x="647700"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Match method</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path</a:t>
            </a:r>
          </a:p>
        </p:txBody>
      </p:sp>
      <p:sp>
        <p:nvSpPr>
          <p:cNvPr id="12" name="">
            <a:extLst xmlns:a="http://schemas.openxmlformats.org/drawingml/2006/main">
              <a:ext uri="{FF2B5EF4-FFF2-40B4-BE49-F238E27FC236}">
                <a16:creationId xmlns:a16="http://schemas.microsoft.com/office/drawing/2014/main" id="{9FF8044A-79F2-422B-BDD4-C684275172F2}"/>
              </a:ext>
            </a:extLst>
          </p:cNvPr>
          <p:cNvSpPr>
            <a:spLocks xmlns:a="http://schemas.openxmlformats.org/drawingml/2006/main" noGrp="1"/>
          </p:cNvSpPr>
          <p:nvPr/>
        </p:nvSpPr>
        <p:spPr>
          <a:xfrm xmlns:a="http://schemas.openxmlformats.org/drawingml/2006/main">
            <a:off x="3038475"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69B663BF-5FF0-4E4A-B337-1AFAB8C9476F}"/>
              </a:ext>
            </a:extLst>
          </p:cNvPr>
          <p:cNvSpPr>
            <a:spLocks xmlns:a="http://schemas.openxmlformats.org/drawingml/2006/main" noGrp="1"/>
          </p:cNvSpPr>
          <p:nvPr/>
        </p:nvSpPr>
        <p:spPr>
          <a:xfrm xmlns:a="http://schemas.openxmlformats.org/drawingml/2006/main">
            <a:off x="3038475"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0DBE775E-16A9-431D-8823-7CB4E422DD6A}"/>
              </a:ext>
            </a:extLst>
          </p:cNvPr>
          <p:cNvSpPr>
            <a:spLocks xmlns:a="http://schemas.openxmlformats.org/drawingml/2006/main" noGrp="1"/>
          </p:cNvSpPr>
          <p:nvPr/>
        </p:nvSpPr>
        <p:spPr>
          <a:xfrm xmlns:a="http://schemas.openxmlformats.org/drawingml/2006/main">
            <a:off x="2581275" y="31242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Validate</a:t>
            </a:r>
          </a:p>
        </p:txBody>
      </p:sp>
      <p:sp>
        <p:nvSpPr>
          <p:cNvPr id="15" name="">
            <a:extLst xmlns:a="http://schemas.openxmlformats.org/drawingml/2006/main">
              <a:ext uri="{FF2B5EF4-FFF2-40B4-BE49-F238E27FC236}">
                <a16:creationId xmlns:a16="http://schemas.microsoft.com/office/drawing/2014/main" id="{C4BA1AED-F01E-4C50-B5A5-25DE8B4D65C7}"/>
              </a:ext>
            </a:extLst>
          </p:cNvPr>
          <p:cNvSpPr>
            <a:spLocks xmlns:a="http://schemas.openxmlformats.org/drawingml/2006/main" noGrp="1"/>
          </p:cNvSpPr>
          <p:nvPr/>
        </p:nvSpPr>
        <p:spPr>
          <a:xfrm xmlns:a="http://schemas.openxmlformats.org/drawingml/2006/main">
            <a:off x="2600325"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Parse body, query</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path data</a:t>
            </a:r>
          </a:p>
        </p:txBody>
      </p:sp>
      <p:sp>
        <p:nvSpPr>
          <p:cNvPr id="16" name="">
            <a:extLst xmlns:a="http://schemas.openxmlformats.org/drawingml/2006/main">
              <a:ext uri="{FF2B5EF4-FFF2-40B4-BE49-F238E27FC236}">
                <a16:creationId xmlns:a16="http://schemas.microsoft.com/office/drawing/2014/main" id="{C9AC69E2-5CEE-45B0-B56B-EF9931CBE1B4}"/>
              </a:ext>
            </a:extLst>
          </p:cNvPr>
          <p:cNvSpPr>
            <a:spLocks xmlns:a="http://schemas.openxmlformats.org/drawingml/2006/main" noGrp="1"/>
          </p:cNvSpPr>
          <p:nvPr/>
        </p:nvSpPr>
        <p:spPr>
          <a:xfrm xmlns:a="http://schemas.openxmlformats.org/drawingml/2006/main">
            <a:off x="4991100"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7BEE8595-40DE-4E8C-8EB7-2B1A210AAD34}"/>
              </a:ext>
            </a:extLst>
          </p:cNvPr>
          <p:cNvSpPr>
            <a:spLocks xmlns:a="http://schemas.openxmlformats.org/drawingml/2006/main" noGrp="1"/>
          </p:cNvSpPr>
          <p:nvPr/>
        </p:nvSpPr>
        <p:spPr>
          <a:xfrm xmlns:a="http://schemas.openxmlformats.org/drawingml/2006/main">
            <a:off x="4991100"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C8DF4B0E-72AF-48A7-B0F0-22FFB63E4676}"/>
              </a:ext>
            </a:extLst>
          </p:cNvPr>
          <p:cNvSpPr>
            <a:spLocks xmlns:a="http://schemas.openxmlformats.org/drawingml/2006/main" noGrp="1"/>
          </p:cNvSpPr>
          <p:nvPr/>
        </p:nvSpPr>
        <p:spPr>
          <a:xfrm xmlns:a="http://schemas.openxmlformats.org/drawingml/2006/main">
            <a:off x="4533900" y="31242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Authenticate</a:t>
            </a:r>
          </a:p>
        </p:txBody>
      </p:sp>
      <p:sp>
        <p:nvSpPr>
          <p:cNvPr id="19" name="">
            <a:extLst xmlns:a="http://schemas.openxmlformats.org/drawingml/2006/main">
              <a:ext uri="{FF2B5EF4-FFF2-40B4-BE49-F238E27FC236}">
                <a16:creationId xmlns:a16="http://schemas.microsoft.com/office/drawing/2014/main" id="{D5041B71-4F38-40CF-B278-5DD5FB25F65B}"/>
              </a:ext>
            </a:extLst>
          </p:cNvPr>
          <p:cNvSpPr>
            <a:spLocks xmlns:a="http://schemas.openxmlformats.org/drawingml/2006/main" noGrp="1"/>
          </p:cNvSpPr>
          <p:nvPr/>
        </p:nvSpPr>
        <p:spPr>
          <a:xfrm xmlns:a="http://schemas.openxmlformats.org/drawingml/2006/main">
            <a:off x="4552950"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Resolve session</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current user</a:t>
            </a:r>
          </a:p>
        </p:txBody>
      </p:sp>
      <p:sp>
        <p:nvSpPr>
          <p:cNvPr id="20" name="">
            <a:extLst xmlns:a="http://schemas.openxmlformats.org/drawingml/2006/main">
              <a:ext uri="{FF2B5EF4-FFF2-40B4-BE49-F238E27FC236}">
                <a16:creationId xmlns:a16="http://schemas.microsoft.com/office/drawing/2014/main" id="{D500AABB-6B16-4B08-A831-C546A8CD610B}"/>
              </a:ext>
            </a:extLst>
          </p:cNvPr>
          <p:cNvSpPr>
            <a:spLocks xmlns:a="http://schemas.openxmlformats.org/drawingml/2006/main" noGrp="1"/>
          </p:cNvSpPr>
          <p:nvPr/>
        </p:nvSpPr>
        <p:spPr>
          <a:xfrm xmlns:a="http://schemas.openxmlformats.org/drawingml/2006/main">
            <a:off x="6943725" y="26289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1" name="">
            <a:extLst xmlns:a="http://schemas.openxmlformats.org/drawingml/2006/main">
              <a:ext uri="{FF2B5EF4-FFF2-40B4-BE49-F238E27FC236}">
                <a16:creationId xmlns:a16="http://schemas.microsoft.com/office/drawing/2014/main" id="{366A3706-913A-4CC6-A923-1E03C181D60B}"/>
              </a:ext>
            </a:extLst>
          </p:cNvPr>
          <p:cNvSpPr>
            <a:spLocks xmlns:a="http://schemas.openxmlformats.org/drawingml/2006/main" noGrp="1"/>
          </p:cNvSpPr>
          <p:nvPr/>
        </p:nvSpPr>
        <p:spPr>
          <a:xfrm xmlns:a="http://schemas.openxmlformats.org/drawingml/2006/main">
            <a:off x="6943725"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5AE5D6B3-8A39-4B97-AD6B-27F9D69AF4B9}"/>
              </a:ext>
            </a:extLst>
          </p:cNvPr>
          <p:cNvSpPr>
            <a:spLocks xmlns:a="http://schemas.openxmlformats.org/drawingml/2006/main" noGrp="1"/>
          </p:cNvSpPr>
          <p:nvPr/>
        </p:nvSpPr>
        <p:spPr>
          <a:xfrm xmlns:a="http://schemas.openxmlformats.org/drawingml/2006/main">
            <a:off x="6486525" y="31242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Authorize</a:t>
            </a:r>
          </a:p>
        </p:txBody>
      </p:sp>
      <p:sp>
        <p:nvSpPr>
          <p:cNvPr id="23" name="">
            <a:extLst xmlns:a="http://schemas.openxmlformats.org/drawingml/2006/main">
              <a:ext uri="{FF2B5EF4-FFF2-40B4-BE49-F238E27FC236}">
                <a16:creationId xmlns:a16="http://schemas.microsoft.com/office/drawing/2014/main" id="{D310A197-467B-43D8-9C69-A42C8CA46BB7}"/>
              </a:ext>
            </a:extLst>
          </p:cNvPr>
          <p:cNvSpPr>
            <a:spLocks xmlns:a="http://schemas.openxmlformats.org/drawingml/2006/main" noGrp="1"/>
          </p:cNvSpPr>
          <p:nvPr/>
        </p:nvSpPr>
        <p:spPr>
          <a:xfrm xmlns:a="http://schemas.openxmlformats.org/drawingml/2006/main">
            <a:off x="6505575"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Check role, tenant</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ownership</a:t>
            </a:r>
          </a:p>
        </p:txBody>
      </p:sp>
      <p:sp>
        <p:nvSpPr>
          <p:cNvPr id="24" name="">
            <a:extLst xmlns:a="http://schemas.openxmlformats.org/drawingml/2006/main">
              <a:ext uri="{FF2B5EF4-FFF2-40B4-BE49-F238E27FC236}">
                <a16:creationId xmlns:a16="http://schemas.microsoft.com/office/drawing/2014/main" id="{AABCEE06-F6AE-4B8A-8CED-7748D1B87DD4}"/>
              </a:ext>
            </a:extLst>
          </p:cNvPr>
          <p:cNvSpPr>
            <a:spLocks xmlns:a="http://schemas.openxmlformats.org/drawingml/2006/main" noGrp="1"/>
          </p:cNvSpPr>
          <p:nvPr/>
        </p:nvSpPr>
        <p:spPr>
          <a:xfrm xmlns:a="http://schemas.openxmlformats.org/drawingml/2006/main">
            <a:off x="8896350"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C1531388-7EA1-4A94-8DAD-58C530D96FBE}"/>
              </a:ext>
            </a:extLst>
          </p:cNvPr>
          <p:cNvSpPr>
            <a:spLocks xmlns:a="http://schemas.openxmlformats.org/drawingml/2006/main" noGrp="1"/>
          </p:cNvSpPr>
          <p:nvPr/>
        </p:nvSpPr>
        <p:spPr>
          <a:xfrm xmlns:a="http://schemas.openxmlformats.org/drawingml/2006/main">
            <a:off x="8896350"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6A8C2C50-F5B8-4E64-8B8D-DEA594794C1F}"/>
              </a:ext>
            </a:extLst>
          </p:cNvPr>
          <p:cNvSpPr>
            <a:spLocks xmlns:a="http://schemas.openxmlformats.org/drawingml/2006/main" noGrp="1"/>
          </p:cNvSpPr>
          <p:nvPr/>
        </p:nvSpPr>
        <p:spPr>
          <a:xfrm xmlns:a="http://schemas.openxmlformats.org/drawingml/2006/main">
            <a:off x="8439150" y="31242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Execute</a:t>
            </a:r>
          </a:p>
        </p:txBody>
      </p:sp>
      <p:sp>
        <p:nvSpPr>
          <p:cNvPr id="27" name="">
            <a:extLst xmlns:a="http://schemas.openxmlformats.org/drawingml/2006/main">
              <a:ext uri="{FF2B5EF4-FFF2-40B4-BE49-F238E27FC236}">
                <a16:creationId xmlns:a16="http://schemas.microsoft.com/office/drawing/2014/main" id="{F2758640-E0E9-483E-B677-D82AAF5EE43E}"/>
              </a:ext>
            </a:extLst>
          </p:cNvPr>
          <p:cNvSpPr>
            <a:spLocks xmlns:a="http://schemas.openxmlformats.org/drawingml/2006/main" noGrp="1"/>
          </p:cNvSpPr>
          <p:nvPr/>
        </p:nvSpPr>
        <p:spPr>
          <a:xfrm xmlns:a="http://schemas.openxmlformats.org/drawingml/2006/main">
            <a:off x="8458200"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Run service logic</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transaction</a:t>
            </a:r>
          </a:p>
        </p:txBody>
      </p:sp>
      <p:sp>
        <p:nvSpPr>
          <p:cNvPr id="28" name="">
            <a:extLst xmlns:a="http://schemas.openxmlformats.org/drawingml/2006/main">
              <a:ext uri="{FF2B5EF4-FFF2-40B4-BE49-F238E27FC236}">
                <a16:creationId xmlns:a16="http://schemas.microsoft.com/office/drawing/2014/main" id="{AE705C4A-0606-4A01-9537-87204390C8B1}"/>
              </a:ext>
            </a:extLst>
          </p:cNvPr>
          <p:cNvSpPr>
            <a:spLocks xmlns:a="http://schemas.openxmlformats.org/drawingml/2006/main" noGrp="1"/>
          </p:cNvSpPr>
          <p:nvPr/>
        </p:nvSpPr>
        <p:spPr>
          <a:xfrm xmlns:a="http://schemas.openxmlformats.org/drawingml/2006/main">
            <a:off x="10848975" y="26289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9" name="">
            <a:extLst xmlns:a="http://schemas.openxmlformats.org/drawingml/2006/main">
              <a:ext uri="{FF2B5EF4-FFF2-40B4-BE49-F238E27FC236}">
                <a16:creationId xmlns:a16="http://schemas.microsoft.com/office/drawing/2014/main" id="{6CBD2125-D2C5-4599-B222-71A8E1ACD333}"/>
              </a:ext>
            </a:extLst>
          </p:cNvPr>
          <p:cNvSpPr>
            <a:spLocks xmlns:a="http://schemas.openxmlformats.org/drawingml/2006/main" noGrp="1"/>
          </p:cNvSpPr>
          <p:nvPr/>
        </p:nvSpPr>
        <p:spPr>
          <a:xfrm xmlns:a="http://schemas.openxmlformats.org/drawingml/2006/main">
            <a:off x="10848975" y="26670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B47565EE-0C8C-48A1-83A6-2ECFC9CBB306}"/>
              </a:ext>
            </a:extLst>
          </p:cNvPr>
          <p:cNvSpPr>
            <a:spLocks xmlns:a="http://schemas.openxmlformats.org/drawingml/2006/main" noGrp="1"/>
          </p:cNvSpPr>
          <p:nvPr/>
        </p:nvSpPr>
        <p:spPr>
          <a:xfrm xmlns:a="http://schemas.openxmlformats.org/drawingml/2006/main">
            <a:off x="10391775" y="31242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Respond</a:t>
            </a:r>
          </a:p>
        </p:txBody>
      </p:sp>
      <p:sp>
        <p:nvSpPr>
          <p:cNvPr id="31" name="">
            <a:extLst xmlns:a="http://schemas.openxmlformats.org/drawingml/2006/main">
              <a:ext uri="{FF2B5EF4-FFF2-40B4-BE49-F238E27FC236}">
                <a16:creationId xmlns:a16="http://schemas.microsoft.com/office/drawing/2014/main" id="{D313D525-608B-4A1D-AF36-581B36D319F4}"/>
              </a:ext>
            </a:extLst>
          </p:cNvPr>
          <p:cNvSpPr>
            <a:spLocks xmlns:a="http://schemas.openxmlformats.org/drawingml/2006/main" noGrp="1"/>
          </p:cNvSpPr>
          <p:nvPr/>
        </p:nvSpPr>
        <p:spPr>
          <a:xfrm xmlns:a="http://schemas.openxmlformats.org/drawingml/2006/main">
            <a:off x="10410825" y="3448050"/>
            <a:ext cx="1524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Typed result</a:t>
            </a:r>
          </a:p>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or safe error</a:t>
            </a:r>
          </a:p>
        </p:txBody>
      </p:sp>
      <p:sp>
        <p:nvSpPr>
          <p:cNvPr id="32" name="">
            <a:extLst xmlns:a="http://schemas.openxmlformats.org/drawingml/2006/main">
              <a:ext uri="{FF2B5EF4-FFF2-40B4-BE49-F238E27FC236}">
                <a16:creationId xmlns:a16="http://schemas.microsoft.com/office/drawing/2014/main" id="{DA1935A9-0B9E-48EA-960C-D3C217BEC50A}"/>
              </a:ext>
            </a:extLst>
          </p:cNvPr>
          <p:cNvSpPr>
            <a:spLocks xmlns:a="http://schemas.openxmlformats.org/drawingml/2006/main" noGrp="1"/>
          </p:cNvSpPr>
          <p:nvPr/>
        </p:nvSpPr>
        <p:spPr>
          <a:xfrm xmlns:a="http://schemas.openxmlformats.org/drawingml/2006/main">
            <a:off x="609600" y="4591050"/>
            <a:ext cx="50101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9525">
            <a:solidFill>
              <a:srgbClr val="CFDBCF"/>
            </a:solidFill>
            <a:prstDash val="solid"/>
          </a:ln>
        </p:spPr>
      </p:sp>
      <p:sp>
        <p:nvSpPr>
          <p:cNvPr id="33" name="">
            <a:extLst xmlns:a="http://schemas.openxmlformats.org/drawingml/2006/main">
              <a:ext uri="{FF2B5EF4-FFF2-40B4-BE49-F238E27FC236}">
                <a16:creationId xmlns:a16="http://schemas.microsoft.com/office/drawing/2014/main" id="{BB56BB92-FA8B-4CF9-963A-3FC65D259D1A}"/>
              </a:ext>
            </a:extLst>
          </p:cNvPr>
          <p:cNvSpPr>
            <a:spLocks xmlns:a="http://schemas.openxmlformats.org/drawingml/2006/main" noGrp="1"/>
          </p:cNvSpPr>
          <p:nvPr/>
        </p:nvSpPr>
        <p:spPr>
          <a:xfrm xmlns:a="http://schemas.openxmlformats.org/drawingml/2006/main">
            <a:off x="819150" y="47625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Cookie mutations</a:t>
            </a:r>
          </a:p>
        </p:txBody>
      </p:sp>
      <p:sp>
        <p:nvSpPr>
          <p:cNvPr id="34" name="">
            <a:extLst xmlns:a="http://schemas.openxmlformats.org/drawingml/2006/main">
              <a:ext uri="{FF2B5EF4-FFF2-40B4-BE49-F238E27FC236}">
                <a16:creationId xmlns:a16="http://schemas.microsoft.com/office/drawing/2014/main" id="{B045B57A-133F-4C78-AB96-B5CF260846E0}"/>
              </a:ext>
            </a:extLst>
          </p:cNvPr>
          <p:cNvSpPr>
            <a:spLocks xmlns:a="http://schemas.openxmlformats.org/drawingml/2006/main" noGrp="1"/>
          </p:cNvSpPr>
          <p:nvPr/>
        </p:nvSpPr>
        <p:spPr>
          <a:xfrm xmlns:a="http://schemas.openxmlformats.org/drawingml/2006/main">
            <a:off x="819150" y="510540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Approved Origin plus matching CSRF cookie and X-CSRF-Token header.</a:t>
            </a:r>
          </a:p>
        </p:txBody>
      </p:sp>
      <p:sp>
        <p:nvSpPr>
          <p:cNvPr id="35" name="">
            <a:extLst xmlns:a="http://schemas.openxmlformats.org/drawingml/2006/main">
              <a:ext uri="{FF2B5EF4-FFF2-40B4-BE49-F238E27FC236}">
                <a16:creationId xmlns:a16="http://schemas.microsoft.com/office/drawing/2014/main" id="{2D7333BD-DCEA-4E17-91D1-A88D9D26304D}"/>
              </a:ext>
            </a:extLst>
          </p:cNvPr>
          <p:cNvSpPr>
            <a:spLocks xmlns:a="http://schemas.openxmlformats.org/drawingml/2006/main" noGrp="1"/>
          </p:cNvSpPr>
          <p:nvPr/>
        </p:nvSpPr>
        <p:spPr>
          <a:xfrm xmlns:a="http://schemas.openxmlformats.org/drawingml/2006/main">
            <a:off x="5981700" y="4591050"/>
            <a:ext cx="520065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9525">
            <a:solidFill>
              <a:srgbClr val="CFDBCF"/>
            </a:solidFill>
            <a:prstDash val="solid"/>
          </a:ln>
        </p:spPr>
      </p:sp>
      <p:sp>
        <p:nvSpPr>
          <p:cNvPr id="36" name="">
            <a:extLst xmlns:a="http://schemas.openxmlformats.org/drawingml/2006/main">
              <a:ext uri="{FF2B5EF4-FFF2-40B4-BE49-F238E27FC236}">
                <a16:creationId xmlns:a16="http://schemas.microsoft.com/office/drawing/2014/main" id="{3C129954-8302-4901-8C23-A3D6F6BECC41}"/>
              </a:ext>
            </a:extLst>
          </p:cNvPr>
          <p:cNvSpPr>
            <a:spLocks xmlns:a="http://schemas.openxmlformats.org/drawingml/2006/main" noGrp="1"/>
          </p:cNvSpPr>
          <p:nvPr/>
        </p:nvSpPr>
        <p:spPr>
          <a:xfrm xmlns:a="http://schemas.openxmlformats.org/drawingml/2006/main">
            <a:off x="6191250" y="476250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Failure behavior</a:t>
            </a:r>
          </a:p>
        </p:txBody>
      </p:sp>
      <p:sp>
        <p:nvSpPr>
          <p:cNvPr id="37" name="">
            <a:extLst xmlns:a="http://schemas.openxmlformats.org/drawingml/2006/main">
              <a:ext uri="{FF2B5EF4-FFF2-40B4-BE49-F238E27FC236}">
                <a16:creationId xmlns:a16="http://schemas.microsoft.com/office/drawing/2014/main" id="{E6C3C421-B6CC-4FA5-8E94-6D02C1522B2F}"/>
              </a:ext>
            </a:extLst>
          </p:cNvPr>
          <p:cNvSpPr>
            <a:spLocks xmlns:a="http://schemas.openxmlformats.org/drawingml/2006/main" noGrp="1"/>
          </p:cNvSpPr>
          <p:nvPr/>
        </p:nvSpPr>
        <p:spPr>
          <a:xfrm xmlns:a="http://schemas.openxmlformats.org/drawingml/2006/main">
            <a:off x="6191250" y="510540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Expected errors stay explicit. Unexpected failures return a safe message and traceable error ID.</a:t>
            </a:r>
          </a:p>
        </p:txBody>
      </p:sp>
    </p:spTree>
    <p:transition spd="med" advClick="1">
      <p:fade/>
    </p:transition>
    <p:extLst>
      <p:ext uri="{BB962C8B-B14F-4D97-AF65-F5344CB8AC3E}">
        <p14:creationId xmlns:p14="http://schemas.microsoft.com/office/powerpoint/2010/main" val="1361206968"/>
      </p:ext>
    </p:extLst>
  </p:cSld>
</p:sld>
</file>

<file path=ppt/slides/slide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0AA98A7A-305B-496B-91E8-1E8ADA98D285}"/>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DATABASE DESIGN</a:t>
            </a:r>
          </a:p>
        </p:txBody>
      </p:sp>
      <p:sp>
        <p:nvSpPr>
          <p:cNvPr id="2" name="">
            <a:extLst xmlns:a="http://schemas.openxmlformats.org/drawingml/2006/main">
              <a:ext uri="{FF2B5EF4-FFF2-40B4-BE49-F238E27FC236}">
                <a16:creationId xmlns:a16="http://schemas.microsoft.com/office/drawing/2014/main" id="{4A39A4DD-D039-44D3-8D58-D03B9563A3CF}"/>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08</a:t>
            </a:r>
          </a:p>
        </p:txBody>
      </p:sp>
      <p:sp>
        <p:nvSpPr>
          <p:cNvPr id="3" name="">
            <a:extLst xmlns:a="http://schemas.openxmlformats.org/drawingml/2006/main">
              <a:ext uri="{FF2B5EF4-FFF2-40B4-BE49-F238E27FC236}">
                <a16:creationId xmlns:a16="http://schemas.microsoft.com/office/drawing/2014/main" id="{2356C12F-582B-44B4-871B-3FC717D6DF29}"/>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Application as the recruitment record</a:t>
            </a:r>
          </a:p>
        </p:txBody>
      </p:sp>
      <p:sp>
        <p:nvSpPr>
          <p:cNvPr id="4" name="">
            <a:extLst xmlns:a="http://schemas.openxmlformats.org/drawingml/2006/main">
              <a:ext uri="{FF2B5EF4-FFF2-40B4-BE49-F238E27FC236}">
                <a16:creationId xmlns:a16="http://schemas.microsoft.com/office/drawing/2014/main" id="{E4BFBA5E-1D45-4114-A82B-DE8D259A9E5A}"/>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021B74F8-8C78-4D97-A1E8-9FE6575DCCDD}"/>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One application links the candidate, offer, CV snapshot, workflow history, AI screening and interviews.</a:t>
            </a:r>
          </a:p>
        </p:txBody>
      </p:sp>
      <p:sp>
        <p:nvSpPr>
          <p:cNvPr id="6" name="">
            <a:extLst xmlns:a="http://schemas.openxmlformats.org/drawingml/2006/main">
              <a:ext uri="{FF2B5EF4-FFF2-40B4-BE49-F238E27FC236}">
                <a16:creationId xmlns:a16="http://schemas.microsoft.com/office/drawing/2014/main" id="{A405AE0A-1F57-4045-8D74-A2309B9A9439}"/>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F85071CC-CE48-4E8F-A451-5F17AC2A4AAB}"/>
              </a:ext>
            </a:extLst>
          </p:cNvPr>
          <p:cNvSpPr>
            <a:spLocks xmlns:a="http://schemas.openxmlformats.org/drawingml/2006/main" noGrp="1"/>
          </p:cNvSpPr>
          <p:nvPr/>
        </p:nvSpPr>
        <p:spPr>
          <a:xfrm xmlns:a="http://schemas.openxmlformats.org/drawingml/2006/main">
            <a:off x="4476750" y="2209800"/>
            <a:ext cx="3238500" cy="2381250"/>
          </a:xfrm>
          <a:prstGeom xmlns:a="http://schemas.openxmlformats.org/drawingml/2006/main" prst="roundRect">
            <a:avLst>
              <a:gd name="adj" fmla="val 4800"/>
            </a:avLst>
          </a:prstGeom>
          <a:solidFill xmlns:a="http://schemas.openxmlformats.org/drawingml/2006/main">
            <a:srgbClr val="EDF1E9"/>
          </a:solidFill>
          <a:ln xmlns:a="http://schemas.openxmlformats.org/drawingml/2006/main" w="19050">
            <a:solidFill>
              <a:srgbClr val="194D38"/>
            </a:solidFill>
            <a:prstDash val="solid"/>
          </a:ln>
        </p:spPr>
      </p:sp>
      <p:sp>
        <p:nvSpPr>
          <p:cNvPr id="8" name="">
            <a:extLst xmlns:a="http://schemas.openxmlformats.org/drawingml/2006/main">
              <a:ext uri="{FF2B5EF4-FFF2-40B4-BE49-F238E27FC236}">
                <a16:creationId xmlns:a16="http://schemas.microsoft.com/office/drawing/2014/main" id="{0032AA86-F117-4757-98FE-E73134DAF94F}"/>
              </a:ext>
            </a:extLst>
          </p:cNvPr>
          <p:cNvSpPr>
            <a:spLocks xmlns:a="http://schemas.openxmlformats.org/drawingml/2006/main" noGrp="1"/>
          </p:cNvSpPr>
          <p:nvPr/>
        </p:nvSpPr>
        <p:spPr>
          <a:xfrm xmlns:a="http://schemas.openxmlformats.org/drawingml/2006/main">
            <a:off x="4705350" y="2381250"/>
            <a:ext cx="276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APPLICATION</a:t>
            </a:r>
          </a:p>
        </p:txBody>
      </p:sp>
      <p:sp>
        <p:nvSpPr>
          <p:cNvPr id="9" name="">
            <a:extLst xmlns:a="http://schemas.openxmlformats.org/drawingml/2006/main">
              <a:ext uri="{FF2B5EF4-FFF2-40B4-BE49-F238E27FC236}">
                <a16:creationId xmlns:a16="http://schemas.microsoft.com/office/drawing/2014/main" id="{5F358B97-E29D-47B0-BC5C-FFFAD5CDAC67}"/>
              </a:ext>
            </a:extLst>
          </p:cNvPr>
          <p:cNvSpPr>
            <a:spLocks xmlns:a="http://schemas.openxmlformats.org/drawingml/2006/main" noGrp="1"/>
          </p:cNvSpPr>
          <p:nvPr/>
        </p:nvSpPr>
        <p:spPr>
          <a:xfrm xmlns:a="http://schemas.openxmlformats.org/drawingml/2006/main">
            <a:off x="4705350" y="2781300"/>
            <a:ext cx="276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candidate_id  +  opportunity_id</a:t>
            </a:r>
          </a:p>
        </p:txBody>
      </p:sp>
      <p:sp>
        <p:nvSpPr>
          <p:cNvPr id="10" name="">
            <a:extLst xmlns:a="http://schemas.openxmlformats.org/drawingml/2006/main">
              <a:ext uri="{FF2B5EF4-FFF2-40B4-BE49-F238E27FC236}">
                <a16:creationId xmlns:a16="http://schemas.microsoft.com/office/drawing/2014/main" id="{3784BCA3-AFA1-4CD9-BD41-E5C96FEE9EB0}"/>
              </a:ext>
            </a:extLst>
          </p:cNvPr>
          <p:cNvSpPr>
            <a:spLocks xmlns:a="http://schemas.openxmlformats.org/drawingml/2006/main" noGrp="1"/>
          </p:cNvSpPr>
          <p:nvPr/>
        </p:nvSpPr>
        <p:spPr>
          <a:xfrm xmlns:a="http://schemas.openxmlformats.org/drawingml/2006/main">
            <a:off x="4705350" y="3105150"/>
            <a:ext cx="2762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company_id  /  cv_asset_id</a:t>
            </a:r>
          </a:p>
        </p:txBody>
      </p:sp>
      <p:sp>
        <p:nvSpPr>
          <p:cNvPr id="11" name="">
            <a:extLst xmlns:a="http://schemas.openxmlformats.org/drawingml/2006/main">
              <a:ext uri="{FF2B5EF4-FFF2-40B4-BE49-F238E27FC236}">
                <a16:creationId xmlns:a16="http://schemas.microsoft.com/office/drawing/2014/main" id="{8C8D5485-8C7F-4AE4-A5B2-37DB29C2AB14}"/>
              </a:ext>
            </a:extLst>
          </p:cNvPr>
          <p:cNvSpPr>
            <a:spLocks xmlns:a="http://schemas.openxmlformats.org/drawingml/2006/main" noGrp="1"/>
          </p:cNvSpPr>
          <p:nvPr/>
        </p:nvSpPr>
        <p:spPr>
          <a:xfrm xmlns:a="http://schemas.openxmlformats.org/drawingml/2006/main">
            <a:off x="4705350" y="3486150"/>
            <a:ext cx="272415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09F07CC8-3687-4A1D-A083-B462A3873BCA}"/>
              </a:ext>
            </a:extLst>
          </p:cNvPr>
          <p:cNvSpPr>
            <a:spLocks xmlns:a="http://schemas.openxmlformats.org/drawingml/2006/main" noGrp="1"/>
          </p:cNvSpPr>
          <p:nvPr/>
        </p:nvSpPr>
        <p:spPr>
          <a:xfrm xmlns:a="http://schemas.openxmlformats.org/drawingml/2006/main">
            <a:off x="4705350" y="3657600"/>
            <a:ext cx="2762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status  /  stage_version</a:t>
            </a:r>
          </a:p>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AI status, score and report</a:t>
            </a:r>
          </a:p>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interview schedule and notes</a:t>
            </a:r>
          </a:p>
        </p:txBody>
      </p:sp>
      <p:sp>
        <p:nvSpPr>
          <p:cNvPr id="13" name="">
            <a:extLst xmlns:a="http://schemas.openxmlformats.org/drawingml/2006/main">
              <a:ext uri="{FF2B5EF4-FFF2-40B4-BE49-F238E27FC236}">
                <a16:creationId xmlns:a16="http://schemas.microsoft.com/office/drawing/2014/main" id="{158DC8E6-36D9-4430-A807-82388D5CB5D0}"/>
              </a:ext>
            </a:extLst>
          </p:cNvPr>
          <p:cNvSpPr>
            <a:spLocks xmlns:a="http://schemas.openxmlformats.org/drawingml/2006/main" noGrp="1"/>
          </p:cNvSpPr>
          <p:nvPr/>
        </p:nvSpPr>
        <p:spPr>
          <a:xfrm xmlns:a="http://schemas.openxmlformats.org/drawingml/2006/main">
            <a:off x="895350" y="20764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194D38"/>
            </a:solidFill>
            <a:prstDash val="solid"/>
          </a:ln>
        </p:spPr>
      </p:sp>
      <p:sp>
        <p:nvSpPr>
          <p:cNvPr id="14" name="">
            <a:extLst xmlns:a="http://schemas.openxmlformats.org/drawingml/2006/main">
              <a:ext uri="{FF2B5EF4-FFF2-40B4-BE49-F238E27FC236}">
                <a16:creationId xmlns:a16="http://schemas.microsoft.com/office/drawing/2014/main" id="{3273EF57-0EFE-468A-A72C-235881B9DA6A}"/>
              </a:ext>
            </a:extLst>
          </p:cNvPr>
          <p:cNvSpPr>
            <a:spLocks xmlns:a="http://schemas.openxmlformats.org/drawingml/2006/main" noGrp="1"/>
          </p:cNvSpPr>
          <p:nvPr/>
        </p:nvSpPr>
        <p:spPr>
          <a:xfrm xmlns:a="http://schemas.openxmlformats.org/drawingml/2006/main">
            <a:off x="1085850" y="22479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4D38"/>
                </a:solidFill>
                <a:latin typeface="Noto Sans"/>
                <a:ea typeface="Noto Sans"/>
                <a:cs typeface="Noto Sans"/>
              </a:defRPr>
            </a:defPPr>
            <a:lvl1pPr algn="l">
              <a:defRPr sz="1350" b="1">
                <a:solidFill>
                  <a:srgbClr val="194D38"/>
                </a:solidFill>
                <a:latin typeface="Noto Sans"/>
                <a:ea typeface="Noto Sans"/>
                <a:cs typeface="Noto Sans"/>
              </a:defRPr>
            </a:lvl1pPr>
            <a:lvl2pPr algn="l">
              <a:defRPr sz="1350" b="1">
                <a:solidFill>
                  <a:srgbClr val="194D38"/>
                </a:solidFill>
                <a:latin typeface="Noto Sans"/>
                <a:ea typeface="Noto Sans"/>
                <a:cs typeface="Noto Sans"/>
              </a:defRPr>
            </a:lvl2pPr>
            <a:lvl3pPr algn="l">
              <a:defRPr sz="1350" b="1">
                <a:solidFill>
                  <a:srgbClr val="194D38"/>
                </a:solidFill>
                <a:latin typeface="Noto Sans"/>
                <a:ea typeface="Noto Sans"/>
                <a:cs typeface="Noto Sans"/>
              </a:defRPr>
            </a:lvl3pPr>
            <a:lvl4pPr algn="l">
              <a:defRPr sz="1350" b="1">
                <a:solidFill>
                  <a:srgbClr val="194D38"/>
                </a:solidFill>
                <a:latin typeface="Noto Sans"/>
                <a:ea typeface="Noto Sans"/>
                <a:cs typeface="Noto Sans"/>
              </a:defRPr>
            </a:lvl4pPr>
            <a:lvl5pPr algn="l">
              <a:defRPr sz="1350" b="1">
                <a:solidFill>
                  <a:srgbClr val="194D38"/>
                </a:solidFill>
                <a:latin typeface="Noto Sans"/>
                <a:ea typeface="Noto Sans"/>
                <a:cs typeface="Noto Sans"/>
              </a:defRPr>
            </a:lvl5pPr>
            <a:lvl6pPr algn="l">
              <a:defRPr sz="1350" b="1">
                <a:solidFill>
                  <a:srgbClr val="194D38"/>
                </a:solidFill>
                <a:latin typeface="Noto Sans"/>
                <a:ea typeface="Noto Sans"/>
                <a:cs typeface="Noto Sans"/>
              </a:defRPr>
            </a:lvl6pPr>
            <a:lvl7pPr algn="l">
              <a:defRPr sz="1350" b="1">
                <a:solidFill>
                  <a:srgbClr val="194D38"/>
                </a:solidFill>
                <a:latin typeface="Noto Sans"/>
                <a:ea typeface="Noto Sans"/>
                <a:cs typeface="Noto Sans"/>
              </a:defRPr>
            </a:lvl7pPr>
            <a:lvl8pPr algn="l">
              <a:defRPr sz="1350" b="1">
                <a:solidFill>
                  <a:srgbClr val="194D38"/>
                </a:solidFill>
                <a:latin typeface="Noto Sans"/>
                <a:ea typeface="Noto Sans"/>
                <a:cs typeface="Noto Sans"/>
              </a:defRPr>
            </a:lvl8pPr>
            <a:lvl9pPr algn="l">
              <a:defRPr sz="1350" b="1">
                <a:solidFill>
                  <a:srgbClr val="194D38"/>
                </a:solidFill>
                <a:latin typeface="Noto Sans"/>
                <a:ea typeface="Noto Sans"/>
                <a:cs typeface="Noto Sans"/>
              </a:defRPr>
            </a:lvl9pPr>
          </a:lstStyle>
          <a:p xmlns:a="http://schemas.openxmlformats.org/drawingml/2006/main">
            <a:pPr algn="l">
              <a:defRPr sz="1350" b="1">
                <a:solidFill>
                  <a:srgbClr val="194D38"/>
                </a:solidFill>
                <a:latin typeface="Noto Sans"/>
                <a:ea typeface="Noto Sans"/>
                <a:cs typeface="Noto Sans"/>
              </a:defRPr>
            </a:pPr>
            <a:r>
              <a:rPr sz="1350" b="1">
                <a:solidFill>
                  <a:srgbClr val="194D38"/>
                </a:solidFill>
                <a:latin typeface="Noto Sans"/>
                <a:ea typeface="Noto Sans"/>
                <a:cs typeface="Noto Sans"/>
              </a:rPr>
              <a:t>Candidate</a:t>
            </a:r>
          </a:p>
        </p:txBody>
      </p:sp>
      <p:sp>
        <p:nvSpPr>
          <p:cNvPr id="15" name="">
            <a:extLst xmlns:a="http://schemas.openxmlformats.org/drawingml/2006/main">
              <a:ext uri="{FF2B5EF4-FFF2-40B4-BE49-F238E27FC236}">
                <a16:creationId xmlns:a16="http://schemas.microsoft.com/office/drawing/2014/main" id="{B26338C7-4772-453F-964C-5D65A63097EF}"/>
              </a:ext>
            </a:extLst>
          </p:cNvPr>
          <p:cNvSpPr>
            <a:spLocks xmlns:a="http://schemas.openxmlformats.org/drawingml/2006/main" noGrp="1"/>
          </p:cNvSpPr>
          <p:nvPr/>
        </p:nvSpPr>
        <p:spPr>
          <a:xfrm xmlns:a="http://schemas.openxmlformats.org/drawingml/2006/main">
            <a:off x="1085850" y="26098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Owns profile and CV</a:t>
            </a:r>
          </a:p>
        </p:txBody>
      </p:sp>
      <p:sp>
        <p:nvSpPr>
          <p:cNvPr id="16" name="">
            <a:extLst xmlns:a="http://schemas.openxmlformats.org/drawingml/2006/main">
              <a:ext uri="{FF2B5EF4-FFF2-40B4-BE49-F238E27FC236}">
                <a16:creationId xmlns:a16="http://schemas.microsoft.com/office/drawing/2014/main" id="{291AE766-0F9A-44F6-B0A0-15B65D12C6E4}"/>
              </a:ext>
            </a:extLst>
          </p:cNvPr>
          <p:cNvSpPr>
            <a:spLocks xmlns:a="http://schemas.openxmlformats.org/drawingml/2006/main" noGrp="1"/>
          </p:cNvSpPr>
          <p:nvPr/>
        </p:nvSpPr>
        <p:spPr>
          <a:xfrm xmlns:a="http://schemas.openxmlformats.org/drawingml/2006/main">
            <a:off x="3562350" y="2609850"/>
            <a:ext cx="914400" cy="0"/>
          </a:xfrm>
          <a:prstGeom xmlns:a="http://schemas.openxmlformats.org/drawingml/2006/main" prst="line">
            <a:avLst/>
          </a:prstGeom>
          <a:ln xmlns:a="http://schemas.openxmlformats.org/drawingml/2006/main" w="19050">
            <a:solidFill>
              <a:srgbClr val="CFDBCF"/>
            </a:solidFill>
            <a:prstDash val="solid"/>
          </a:ln>
        </p:spPr>
      </p:sp>
      <p:sp>
        <p:nvSpPr>
          <p:cNvPr id="17" name="">
            <a:extLst xmlns:a="http://schemas.openxmlformats.org/drawingml/2006/main">
              <a:ext uri="{FF2B5EF4-FFF2-40B4-BE49-F238E27FC236}">
                <a16:creationId xmlns:a16="http://schemas.microsoft.com/office/drawing/2014/main" id="{2D99AAC5-E002-4786-AE03-5F6F816ED564}"/>
              </a:ext>
            </a:extLst>
          </p:cNvPr>
          <p:cNvSpPr>
            <a:spLocks xmlns:a="http://schemas.openxmlformats.org/drawingml/2006/main" noGrp="1"/>
          </p:cNvSpPr>
          <p:nvPr/>
        </p:nvSpPr>
        <p:spPr>
          <a:xfrm xmlns:a="http://schemas.openxmlformats.org/drawingml/2006/main">
            <a:off x="895350" y="39433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A25C38"/>
            </a:solidFill>
            <a:prstDash val="solid"/>
          </a:ln>
        </p:spPr>
      </p:sp>
      <p:sp>
        <p:nvSpPr>
          <p:cNvPr id="18" name="">
            <a:extLst xmlns:a="http://schemas.openxmlformats.org/drawingml/2006/main">
              <a:ext uri="{FF2B5EF4-FFF2-40B4-BE49-F238E27FC236}">
                <a16:creationId xmlns:a16="http://schemas.microsoft.com/office/drawing/2014/main" id="{5259EF6C-C25A-4594-93F8-AFAC53EB4FDF}"/>
              </a:ext>
            </a:extLst>
          </p:cNvPr>
          <p:cNvSpPr>
            <a:spLocks xmlns:a="http://schemas.openxmlformats.org/drawingml/2006/main" noGrp="1"/>
          </p:cNvSpPr>
          <p:nvPr/>
        </p:nvSpPr>
        <p:spPr>
          <a:xfrm xmlns:a="http://schemas.openxmlformats.org/drawingml/2006/main">
            <a:off x="1085850" y="41148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A25C38"/>
                </a:solidFill>
                <a:latin typeface="Noto Sans"/>
                <a:ea typeface="Noto Sans"/>
                <a:cs typeface="Noto Sans"/>
              </a:defRPr>
            </a:defPPr>
            <a:lvl1pPr algn="l">
              <a:defRPr sz="1350" b="1">
                <a:solidFill>
                  <a:srgbClr val="A25C38"/>
                </a:solidFill>
                <a:latin typeface="Noto Sans"/>
                <a:ea typeface="Noto Sans"/>
                <a:cs typeface="Noto Sans"/>
              </a:defRPr>
            </a:lvl1pPr>
            <a:lvl2pPr algn="l">
              <a:defRPr sz="1350" b="1">
                <a:solidFill>
                  <a:srgbClr val="A25C38"/>
                </a:solidFill>
                <a:latin typeface="Noto Sans"/>
                <a:ea typeface="Noto Sans"/>
                <a:cs typeface="Noto Sans"/>
              </a:defRPr>
            </a:lvl2pPr>
            <a:lvl3pPr algn="l">
              <a:defRPr sz="1350" b="1">
                <a:solidFill>
                  <a:srgbClr val="A25C38"/>
                </a:solidFill>
                <a:latin typeface="Noto Sans"/>
                <a:ea typeface="Noto Sans"/>
                <a:cs typeface="Noto Sans"/>
              </a:defRPr>
            </a:lvl3pPr>
            <a:lvl4pPr algn="l">
              <a:defRPr sz="1350" b="1">
                <a:solidFill>
                  <a:srgbClr val="A25C38"/>
                </a:solidFill>
                <a:latin typeface="Noto Sans"/>
                <a:ea typeface="Noto Sans"/>
                <a:cs typeface="Noto Sans"/>
              </a:defRPr>
            </a:lvl4pPr>
            <a:lvl5pPr algn="l">
              <a:defRPr sz="1350" b="1">
                <a:solidFill>
                  <a:srgbClr val="A25C38"/>
                </a:solidFill>
                <a:latin typeface="Noto Sans"/>
                <a:ea typeface="Noto Sans"/>
                <a:cs typeface="Noto Sans"/>
              </a:defRPr>
            </a:lvl5pPr>
            <a:lvl6pPr algn="l">
              <a:defRPr sz="1350" b="1">
                <a:solidFill>
                  <a:srgbClr val="A25C38"/>
                </a:solidFill>
                <a:latin typeface="Noto Sans"/>
                <a:ea typeface="Noto Sans"/>
                <a:cs typeface="Noto Sans"/>
              </a:defRPr>
            </a:lvl6pPr>
            <a:lvl7pPr algn="l">
              <a:defRPr sz="1350" b="1">
                <a:solidFill>
                  <a:srgbClr val="A25C38"/>
                </a:solidFill>
                <a:latin typeface="Noto Sans"/>
                <a:ea typeface="Noto Sans"/>
                <a:cs typeface="Noto Sans"/>
              </a:defRPr>
            </a:lvl7pPr>
            <a:lvl8pPr algn="l">
              <a:defRPr sz="1350" b="1">
                <a:solidFill>
                  <a:srgbClr val="A25C38"/>
                </a:solidFill>
                <a:latin typeface="Noto Sans"/>
                <a:ea typeface="Noto Sans"/>
                <a:cs typeface="Noto Sans"/>
              </a:defRPr>
            </a:lvl8pPr>
            <a:lvl9pPr algn="l">
              <a:defRPr sz="1350" b="1">
                <a:solidFill>
                  <a:srgbClr val="A25C38"/>
                </a:solidFill>
                <a:latin typeface="Noto Sans"/>
                <a:ea typeface="Noto Sans"/>
                <a:cs typeface="Noto Sans"/>
              </a:defRPr>
            </a:lvl9pPr>
          </a:lstStyle>
          <a:p xmlns:a="http://schemas.openxmlformats.org/drawingml/2006/main">
            <a:pPr algn="l">
              <a:defRPr sz="1350" b="1">
                <a:solidFill>
                  <a:srgbClr val="A25C38"/>
                </a:solidFill>
                <a:latin typeface="Noto Sans"/>
                <a:ea typeface="Noto Sans"/>
                <a:cs typeface="Noto Sans"/>
              </a:defRPr>
            </a:pPr>
            <a:r>
              <a:rPr sz="1350" b="1">
                <a:solidFill>
                  <a:srgbClr val="A25C38"/>
                </a:solidFill>
                <a:latin typeface="Noto Sans"/>
                <a:ea typeface="Noto Sans"/>
                <a:cs typeface="Noto Sans"/>
              </a:rPr>
              <a:t>Offer</a:t>
            </a:r>
          </a:p>
        </p:txBody>
      </p:sp>
      <p:sp>
        <p:nvSpPr>
          <p:cNvPr id="19" name="">
            <a:extLst xmlns:a="http://schemas.openxmlformats.org/drawingml/2006/main">
              <a:ext uri="{FF2B5EF4-FFF2-40B4-BE49-F238E27FC236}">
                <a16:creationId xmlns:a16="http://schemas.microsoft.com/office/drawing/2014/main" id="{E3D79247-7AB6-4BB6-B965-2C8B20A77F15}"/>
              </a:ext>
            </a:extLst>
          </p:cNvPr>
          <p:cNvSpPr>
            <a:spLocks xmlns:a="http://schemas.openxmlformats.org/drawingml/2006/main" noGrp="1"/>
          </p:cNvSpPr>
          <p:nvPr/>
        </p:nvSpPr>
        <p:spPr>
          <a:xfrm xmlns:a="http://schemas.openxmlformats.org/drawingml/2006/main">
            <a:off x="1085850" y="44767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Defines company and role</a:t>
            </a:r>
          </a:p>
        </p:txBody>
      </p:sp>
      <p:sp>
        <p:nvSpPr>
          <p:cNvPr id="20" name="">
            <a:extLst xmlns:a="http://schemas.openxmlformats.org/drawingml/2006/main">
              <a:ext uri="{FF2B5EF4-FFF2-40B4-BE49-F238E27FC236}">
                <a16:creationId xmlns:a16="http://schemas.microsoft.com/office/drawing/2014/main" id="{BDF83B19-E18A-41C1-86FF-BA553006027F}"/>
              </a:ext>
            </a:extLst>
          </p:cNvPr>
          <p:cNvSpPr>
            <a:spLocks xmlns:a="http://schemas.openxmlformats.org/drawingml/2006/main" noGrp="1"/>
          </p:cNvSpPr>
          <p:nvPr/>
        </p:nvSpPr>
        <p:spPr>
          <a:xfrm xmlns:a="http://schemas.openxmlformats.org/drawingml/2006/main">
            <a:off x="3562350" y="4476750"/>
            <a:ext cx="914400" cy="0"/>
          </a:xfrm>
          <a:prstGeom xmlns:a="http://schemas.openxmlformats.org/drawingml/2006/main" prst="line">
            <a:avLst/>
          </a:prstGeom>
          <a:ln xmlns:a="http://schemas.openxmlformats.org/drawingml/2006/main" w="19050">
            <a:solidFill>
              <a:srgbClr val="CFDBCF"/>
            </a:solidFill>
            <a:prstDash val="solid"/>
          </a:ln>
        </p:spPr>
      </p:sp>
      <p:sp>
        <p:nvSpPr>
          <p:cNvPr id="21" name="">
            <a:extLst xmlns:a="http://schemas.openxmlformats.org/drawingml/2006/main">
              <a:ext uri="{FF2B5EF4-FFF2-40B4-BE49-F238E27FC236}">
                <a16:creationId xmlns:a16="http://schemas.microsoft.com/office/drawing/2014/main" id="{F667866B-1535-4317-964F-93DEAB198192}"/>
              </a:ext>
            </a:extLst>
          </p:cNvPr>
          <p:cNvSpPr>
            <a:spLocks xmlns:a="http://schemas.openxmlformats.org/drawingml/2006/main" noGrp="1"/>
          </p:cNvSpPr>
          <p:nvPr/>
        </p:nvSpPr>
        <p:spPr>
          <a:xfrm xmlns:a="http://schemas.openxmlformats.org/drawingml/2006/main">
            <a:off x="8439150" y="20764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356456"/>
            </a:solidFill>
            <a:prstDash val="solid"/>
          </a:ln>
        </p:spPr>
      </p:sp>
      <p:sp>
        <p:nvSpPr>
          <p:cNvPr id="22" name="">
            <a:extLst xmlns:a="http://schemas.openxmlformats.org/drawingml/2006/main">
              <a:ext uri="{FF2B5EF4-FFF2-40B4-BE49-F238E27FC236}">
                <a16:creationId xmlns:a16="http://schemas.microsoft.com/office/drawing/2014/main" id="{55A52D48-FEE8-436F-BE2A-CDF891C08842}"/>
              </a:ext>
            </a:extLst>
          </p:cNvPr>
          <p:cNvSpPr>
            <a:spLocks xmlns:a="http://schemas.openxmlformats.org/drawingml/2006/main" noGrp="1"/>
          </p:cNvSpPr>
          <p:nvPr/>
        </p:nvSpPr>
        <p:spPr>
          <a:xfrm xmlns:a="http://schemas.openxmlformats.org/drawingml/2006/main">
            <a:off x="8629650" y="22479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356456"/>
                </a:solidFill>
                <a:latin typeface="Noto Sans"/>
                <a:ea typeface="Noto Sans"/>
                <a:cs typeface="Noto Sans"/>
              </a:defRPr>
            </a:defPPr>
            <a:lvl1pPr algn="l">
              <a:defRPr sz="1350" b="1">
                <a:solidFill>
                  <a:srgbClr val="356456"/>
                </a:solidFill>
                <a:latin typeface="Noto Sans"/>
                <a:ea typeface="Noto Sans"/>
                <a:cs typeface="Noto Sans"/>
              </a:defRPr>
            </a:lvl1pPr>
            <a:lvl2pPr algn="l">
              <a:defRPr sz="1350" b="1">
                <a:solidFill>
                  <a:srgbClr val="356456"/>
                </a:solidFill>
                <a:latin typeface="Noto Sans"/>
                <a:ea typeface="Noto Sans"/>
                <a:cs typeface="Noto Sans"/>
              </a:defRPr>
            </a:lvl2pPr>
            <a:lvl3pPr algn="l">
              <a:defRPr sz="1350" b="1">
                <a:solidFill>
                  <a:srgbClr val="356456"/>
                </a:solidFill>
                <a:latin typeface="Noto Sans"/>
                <a:ea typeface="Noto Sans"/>
                <a:cs typeface="Noto Sans"/>
              </a:defRPr>
            </a:lvl3pPr>
            <a:lvl4pPr algn="l">
              <a:defRPr sz="1350" b="1">
                <a:solidFill>
                  <a:srgbClr val="356456"/>
                </a:solidFill>
                <a:latin typeface="Noto Sans"/>
                <a:ea typeface="Noto Sans"/>
                <a:cs typeface="Noto Sans"/>
              </a:defRPr>
            </a:lvl4pPr>
            <a:lvl5pPr algn="l">
              <a:defRPr sz="1350" b="1">
                <a:solidFill>
                  <a:srgbClr val="356456"/>
                </a:solidFill>
                <a:latin typeface="Noto Sans"/>
                <a:ea typeface="Noto Sans"/>
                <a:cs typeface="Noto Sans"/>
              </a:defRPr>
            </a:lvl5pPr>
            <a:lvl6pPr algn="l">
              <a:defRPr sz="1350" b="1">
                <a:solidFill>
                  <a:srgbClr val="356456"/>
                </a:solidFill>
                <a:latin typeface="Noto Sans"/>
                <a:ea typeface="Noto Sans"/>
                <a:cs typeface="Noto Sans"/>
              </a:defRPr>
            </a:lvl6pPr>
            <a:lvl7pPr algn="l">
              <a:defRPr sz="1350" b="1">
                <a:solidFill>
                  <a:srgbClr val="356456"/>
                </a:solidFill>
                <a:latin typeface="Noto Sans"/>
                <a:ea typeface="Noto Sans"/>
                <a:cs typeface="Noto Sans"/>
              </a:defRPr>
            </a:lvl7pPr>
            <a:lvl8pPr algn="l">
              <a:defRPr sz="1350" b="1">
                <a:solidFill>
                  <a:srgbClr val="356456"/>
                </a:solidFill>
                <a:latin typeface="Noto Sans"/>
                <a:ea typeface="Noto Sans"/>
                <a:cs typeface="Noto Sans"/>
              </a:defRPr>
            </a:lvl8pPr>
            <a:lvl9pPr algn="l">
              <a:defRPr sz="1350" b="1">
                <a:solidFill>
                  <a:srgbClr val="356456"/>
                </a:solidFill>
                <a:latin typeface="Noto Sans"/>
                <a:ea typeface="Noto Sans"/>
                <a:cs typeface="Noto Sans"/>
              </a:defRPr>
            </a:lvl9pPr>
          </a:lstStyle>
          <a:p xmlns:a="http://schemas.openxmlformats.org/drawingml/2006/main">
            <a:pPr algn="l">
              <a:defRPr sz="1350" b="1">
                <a:solidFill>
                  <a:srgbClr val="356456"/>
                </a:solidFill>
                <a:latin typeface="Noto Sans"/>
                <a:ea typeface="Noto Sans"/>
                <a:cs typeface="Noto Sans"/>
              </a:defRPr>
            </a:pPr>
            <a:r>
              <a:rPr sz="1350" b="1">
                <a:solidFill>
                  <a:srgbClr val="356456"/>
                </a:solidFill>
                <a:latin typeface="Noto Sans"/>
                <a:ea typeface="Noto Sans"/>
                <a:cs typeface="Noto Sans"/>
              </a:rPr>
              <a:t>InterviewFeedback</a:t>
            </a:r>
          </a:p>
        </p:txBody>
      </p:sp>
      <p:sp>
        <p:nvSpPr>
          <p:cNvPr id="23" name="">
            <a:extLst xmlns:a="http://schemas.openxmlformats.org/drawingml/2006/main">
              <a:ext uri="{FF2B5EF4-FFF2-40B4-BE49-F238E27FC236}">
                <a16:creationId xmlns:a16="http://schemas.microsoft.com/office/drawing/2014/main" id="{5A709DE1-F1F5-47B1-868E-02ABD7EB3989}"/>
              </a:ext>
            </a:extLst>
          </p:cNvPr>
          <p:cNvSpPr>
            <a:spLocks xmlns:a="http://schemas.openxmlformats.org/drawingml/2006/main" noGrp="1"/>
          </p:cNvSpPr>
          <p:nvPr/>
        </p:nvSpPr>
        <p:spPr>
          <a:xfrm xmlns:a="http://schemas.openxmlformats.org/drawingml/2006/main">
            <a:off x="8629650" y="26098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One review per reviewer</a:t>
            </a:r>
          </a:p>
        </p:txBody>
      </p:sp>
      <p:sp>
        <p:nvSpPr>
          <p:cNvPr id="24" name="">
            <a:extLst xmlns:a="http://schemas.openxmlformats.org/drawingml/2006/main">
              <a:ext uri="{FF2B5EF4-FFF2-40B4-BE49-F238E27FC236}">
                <a16:creationId xmlns:a16="http://schemas.microsoft.com/office/drawing/2014/main" id="{E3792BCF-6D22-41A6-B454-9E2B9CD0A3ED}"/>
              </a:ext>
            </a:extLst>
          </p:cNvPr>
          <p:cNvSpPr>
            <a:spLocks xmlns:a="http://schemas.openxmlformats.org/drawingml/2006/main" noGrp="1"/>
          </p:cNvSpPr>
          <p:nvPr/>
        </p:nvSpPr>
        <p:spPr>
          <a:xfrm xmlns:a="http://schemas.openxmlformats.org/drawingml/2006/main">
            <a:off x="7715250" y="2609850"/>
            <a:ext cx="723900" cy="0"/>
          </a:xfrm>
          <a:prstGeom xmlns:a="http://schemas.openxmlformats.org/drawingml/2006/main" prst="line">
            <a:avLst/>
          </a:prstGeom>
          <a:ln xmlns:a="http://schemas.openxmlformats.org/drawingml/2006/main" w="19050">
            <a:solidFill>
              <a:srgbClr val="CFDBCF"/>
            </a:solidFill>
            <a:prstDash val="solid"/>
          </a:ln>
        </p:spPr>
      </p:sp>
      <p:sp>
        <p:nvSpPr>
          <p:cNvPr id="25" name="">
            <a:extLst xmlns:a="http://schemas.openxmlformats.org/drawingml/2006/main">
              <a:ext uri="{FF2B5EF4-FFF2-40B4-BE49-F238E27FC236}">
                <a16:creationId xmlns:a16="http://schemas.microsoft.com/office/drawing/2014/main" id="{E9CCE273-BA00-4598-A6E3-59CBC2B24FD4}"/>
              </a:ext>
            </a:extLst>
          </p:cNvPr>
          <p:cNvSpPr>
            <a:spLocks xmlns:a="http://schemas.openxmlformats.org/drawingml/2006/main" noGrp="1"/>
          </p:cNvSpPr>
          <p:nvPr/>
        </p:nvSpPr>
        <p:spPr>
          <a:xfrm xmlns:a="http://schemas.openxmlformats.org/drawingml/2006/main">
            <a:off x="8439150" y="3943350"/>
            <a:ext cx="2667000" cy="1066800"/>
          </a:xfrm>
          <a:prstGeom xmlns:a="http://schemas.openxmlformats.org/drawingml/2006/main" prst="roundRect">
            <a:avLst>
              <a:gd name="adj" fmla="val 10714"/>
            </a:avLst>
          </a:prstGeom>
          <a:solidFill xmlns:a="http://schemas.openxmlformats.org/drawingml/2006/main">
            <a:srgbClr val="FFFEFA"/>
          </a:solidFill>
          <a:ln xmlns:a="http://schemas.openxmlformats.org/drawingml/2006/main" w="19050">
            <a:solidFill>
              <a:srgbClr val="9B651B"/>
            </a:solidFill>
            <a:prstDash val="solid"/>
          </a:ln>
        </p:spPr>
      </p:sp>
      <p:sp>
        <p:nvSpPr>
          <p:cNvPr id="26" name="">
            <a:extLst xmlns:a="http://schemas.openxmlformats.org/drawingml/2006/main">
              <a:ext uri="{FF2B5EF4-FFF2-40B4-BE49-F238E27FC236}">
                <a16:creationId xmlns:a16="http://schemas.microsoft.com/office/drawing/2014/main" id="{27F11086-F66B-4CE7-956B-3A882CA23510}"/>
              </a:ext>
            </a:extLst>
          </p:cNvPr>
          <p:cNvSpPr>
            <a:spLocks xmlns:a="http://schemas.openxmlformats.org/drawingml/2006/main" noGrp="1"/>
          </p:cNvSpPr>
          <p:nvPr/>
        </p:nvSpPr>
        <p:spPr>
          <a:xfrm xmlns:a="http://schemas.openxmlformats.org/drawingml/2006/main">
            <a:off x="8629650" y="4114800"/>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9B651B"/>
                </a:solidFill>
                <a:latin typeface="Noto Sans"/>
                <a:ea typeface="Noto Sans"/>
                <a:cs typeface="Noto Sans"/>
              </a:defRPr>
            </a:defPPr>
            <a:lvl1pPr algn="l">
              <a:defRPr sz="1350" b="1">
                <a:solidFill>
                  <a:srgbClr val="9B651B"/>
                </a:solidFill>
                <a:latin typeface="Noto Sans"/>
                <a:ea typeface="Noto Sans"/>
                <a:cs typeface="Noto Sans"/>
              </a:defRPr>
            </a:lvl1pPr>
            <a:lvl2pPr algn="l">
              <a:defRPr sz="1350" b="1">
                <a:solidFill>
                  <a:srgbClr val="9B651B"/>
                </a:solidFill>
                <a:latin typeface="Noto Sans"/>
                <a:ea typeface="Noto Sans"/>
                <a:cs typeface="Noto Sans"/>
              </a:defRPr>
            </a:lvl2pPr>
            <a:lvl3pPr algn="l">
              <a:defRPr sz="1350" b="1">
                <a:solidFill>
                  <a:srgbClr val="9B651B"/>
                </a:solidFill>
                <a:latin typeface="Noto Sans"/>
                <a:ea typeface="Noto Sans"/>
                <a:cs typeface="Noto Sans"/>
              </a:defRPr>
            </a:lvl3pPr>
            <a:lvl4pPr algn="l">
              <a:defRPr sz="1350" b="1">
                <a:solidFill>
                  <a:srgbClr val="9B651B"/>
                </a:solidFill>
                <a:latin typeface="Noto Sans"/>
                <a:ea typeface="Noto Sans"/>
                <a:cs typeface="Noto Sans"/>
              </a:defRPr>
            </a:lvl4pPr>
            <a:lvl5pPr algn="l">
              <a:defRPr sz="1350" b="1">
                <a:solidFill>
                  <a:srgbClr val="9B651B"/>
                </a:solidFill>
                <a:latin typeface="Noto Sans"/>
                <a:ea typeface="Noto Sans"/>
                <a:cs typeface="Noto Sans"/>
              </a:defRPr>
            </a:lvl5pPr>
            <a:lvl6pPr algn="l">
              <a:defRPr sz="1350" b="1">
                <a:solidFill>
                  <a:srgbClr val="9B651B"/>
                </a:solidFill>
                <a:latin typeface="Noto Sans"/>
                <a:ea typeface="Noto Sans"/>
                <a:cs typeface="Noto Sans"/>
              </a:defRPr>
            </a:lvl6pPr>
            <a:lvl7pPr algn="l">
              <a:defRPr sz="1350" b="1">
                <a:solidFill>
                  <a:srgbClr val="9B651B"/>
                </a:solidFill>
                <a:latin typeface="Noto Sans"/>
                <a:ea typeface="Noto Sans"/>
                <a:cs typeface="Noto Sans"/>
              </a:defRPr>
            </a:lvl7pPr>
            <a:lvl8pPr algn="l">
              <a:defRPr sz="1350" b="1">
                <a:solidFill>
                  <a:srgbClr val="9B651B"/>
                </a:solidFill>
                <a:latin typeface="Noto Sans"/>
                <a:ea typeface="Noto Sans"/>
                <a:cs typeface="Noto Sans"/>
              </a:defRPr>
            </a:lvl8pPr>
            <a:lvl9pPr algn="l">
              <a:defRPr sz="1350" b="1">
                <a:solidFill>
                  <a:srgbClr val="9B651B"/>
                </a:solidFill>
                <a:latin typeface="Noto Sans"/>
                <a:ea typeface="Noto Sans"/>
                <a:cs typeface="Noto Sans"/>
              </a:defRPr>
            </a:lvl9pPr>
          </a:lstStyle>
          <a:p xmlns:a="http://schemas.openxmlformats.org/drawingml/2006/main">
            <a:pPr algn="l">
              <a:defRPr sz="1350" b="1">
                <a:solidFill>
                  <a:srgbClr val="9B651B"/>
                </a:solidFill>
                <a:latin typeface="Noto Sans"/>
                <a:ea typeface="Noto Sans"/>
                <a:cs typeface="Noto Sans"/>
              </a:defRPr>
            </a:pPr>
            <a:r>
              <a:rPr sz="1350" b="1">
                <a:solidFill>
                  <a:srgbClr val="9B651B"/>
                </a:solidFill>
                <a:latin typeface="Noto Sans"/>
                <a:ea typeface="Noto Sans"/>
                <a:cs typeface="Noto Sans"/>
              </a:rPr>
              <a:t>ChatMessage</a:t>
            </a:r>
          </a:p>
        </p:txBody>
      </p:sp>
      <p:sp>
        <p:nvSpPr>
          <p:cNvPr id="27" name="">
            <a:extLst xmlns:a="http://schemas.openxmlformats.org/drawingml/2006/main">
              <a:ext uri="{FF2B5EF4-FFF2-40B4-BE49-F238E27FC236}">
                <a16:creationId xmlns:a16="http://schemas.microsoft.com/office/drawing/2014/main" id="{BFC92EF1-89A6-4CFD-A0D3-7983E699D1C9}"/>
              </a:ext>
            </a:extLst>
          </p:cNvPr>
          <p:cNvSpPr>
            <a:spLocks xmlns:a="http://schemas.openxmlformats.org/drawingml/2006/main" noGrp="1"/>
          </p:cNvSpPr>
          <p:nvPr/>
        </p:nvSpPr>
        <p:spPr>
          <a:xfrm xmlns:a="http://schemas.openxmlformats.org/drawingml/2006/main">
            <a:off x="8629650" y="44767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Ordered conversation history</a:t>
            </a:r>
          </a:p>
        </p:txBody>
      </p:sp>
      <p:sp>
        <p:nvSpPr>
          <p:cNvPr id="28" name="">
            <a:extLst xmlns:a="http://schemas.openxmlformats.org/drawingml/2006/main">
              <a:ext uri="{FF2B5EF4-FFF2-40B4-BE49-F238E27FC236}">
                <a16:creationId xmlns:a16="http://schemas.microsoft.com/office/drawing/2014/main" id="{3667D138-2A80-432D-92DE-9CEF4175507A}"/>
              </a:ext>
            </a:extLst>
          </p:cNvPr>
          <p:cNvSpPr>
            <a:spLocks xmlns:a="http://schemas.openxmlformats.org/drawingml/2006/main" noGrp="1"/>
          </p:cNvSpPr>
          <p:nvPr/>
        </p:nvSpPr>
        <p:spPr>
          <a:xfrm xmlns:a="http://schemas.openxmlformats.org/drawingml/2006/main">
            <a:off x="7715250" y="4476750"/>
            <a:ext cx="723900" cy="0"/>
          </a:xfrm>
          <a:prstGeom xmlns:a="http://schemas.openxmlformats.org/drawingml/2006/main" prst="line">
            <a:avLst/>
          </a:prstGeom>
          <a:ln xmlns:a="http://schemas.openxmlformats.org/drawingml/2006/main" w="19050">
            <a:solidFill>
              <a:srgbClr val="CFDBCF"/>
            </a:solidFill>
            <a:prstDash val="solid"/>
          </a:ln>
        </p:spPr>
      </p:sp>
      <p:sp>
        <p:nvSpPr>
          <p:cNvPr id="29" name="">
            <a:extLst xmlns:a="http://schemas.openxmlformats.org/drawingml/2006/main">
              <a:ext uri="{FF2B5EF4-FFF2-40B4-BE49-F238E27FC236}">
                <a16:creationId xmlns:a16="http://schemas.microsoft.com/office/drawing/2014/main" id="{2CC87393-39E3-4990-BC95-262F70CC07DC}"/>
              </a:ext>
            </a:extLst>
          </p:cNvPr>
          <p:cNvSpPr>
            <a:spLocks xmlns:a="http://schemas.openxmlformats.org/drawingml/2006/main" noGrp="1"/>
          </p:cNvSpPr>
          <p:nvPr/>
        </p:nvSpPr>
        <p:spPr>
          <a:xfrm xmlns:a="http://schemas.openxmlformats.org/drawingml/2006/main">
            <a:off x="895350" y="5391150"/>
            <a:ext cx="10210800" cy="742950"/>
          </a:xfrm>
          <a:prstGeom xmlns:a="http://schemas.openxmlformats.org/drawingml/2006/main" prst="roundRect">
            <a:avLst>
              <a:gd name="adj" fmla="val 15385"/>
            </a:avLst>
          </a:prstGeom>
          <a:solidFill xmlns:a="http://schemas.openxmlformats.org/drawingml/2006/main">
            <a:srgbClr val="FFFEFA"/>
          </a:solidFill>
          <a:ln xmlns:a="http://schemas.openxmlformats.org/drawingml/2006/main" w="9525">
            <a:solidFill>
              <a:srgbClr val="CFDBCF"/>
            </a:solidFill>
            <a:prstDash val="solid"/>
          </a:ln>
        </p:spPr>
      </p:sp>
      <p:sp>
        <p:nvSpPr>
          <p:cNvPr id="30" name="">
            <a:extLst xmlns:a="http://schemas.openxmlformats.org/drawingml/2006/main">
              <a:ext uri="{FF2B5EF4-FFF2-40B4-BE49-F238E27FC236}">
                <a16:creationId xmlns:a16="http://schemas.microsoft.com/office/drawing/2014/main" id="{DFDD704D-95D0-4755-A005-709756AD9AB9}"/>
              </a:ext>
            </a:extLst>
          </p:cNvPr>
          <p:cNvSpPr>
            <a:spLocks xmlns:a="http://schemas.openxmlformats.org/drawingml/2006/main" noGrp="1"/>
          </p:cNvSpPr>
          <p:nvPr/>
        </p:nvSpPr>
        <p:spPr>
          <a:xfrm xmlns:a="http://schemas.openxmlformats.org/drawingml/2006/main">
            <a:off x="1104900" y="55626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A25C38"/>
                </a:solidFill>
                <a:latin typeface="Noto Sans"/>
                <a:ea typeface="Noto Sans"/>
                <a:cs typeface="Noto Sans"/>
              </a:defRPr>
            </a:defPPr>
            <a:lvl1pPr algn="l">
              <a:defRPr sz="1125" b="1">
                <a:solidFill>
                  <a:srgbClr val="A25C38"/>
                </a:solidFill>
                <a:latin typeface="Noto Sans"/>
                <a:ea typeface="Noto Sans"/>
                <a:cs typeface="Noto Sans"/>
              </a:defRPr>
            </a:lvl1pPr>
            <a:lvl2pPr algn="l">
              <a:defRPr sz="1125" b="1">
                <a:solidFill>
                  <a:srgbClr val="A25C38"/>
                </a:solidFill>
                <a:latin typeface="Noto Sans"/>
                <a:ea typeface="Noto Sans"/>
                <a:cs typeface="Noto Sans"/>
              </a:defRPr>
            </a:lvl2pPr>
            <a:lvl3pPr algn="l">
              <a:defRPr sz="1125" b="1">
                <a:solidFill>
                  <a:srgbClr val="A25C38"/>
                </a:solidFill>
                <a:latin typeface="Noto Sans"/>
                <a:ea typeface="Noto Sans"/>
                <a:cs typeface="Noto Sans"/>
              </a:defRPr>
            </a:lvl3pPr>
            <a:lvl4pPr algn="l">
              <a:defRPr sz="1125" b="1">
                <a:solidFill>
                  <a:srgbClr val="A25C38"/>
                </a:solidFill>
                <a:latin typeface="Noto Sans"/>
                <a:ea typeface="Noto Sans"/>
                <a:cs typeface="Noto Sans"/>
              </a:defRPr>
            </a:lvl4pPr>
            <a:lvl5pPr algn="l">
              <a:defRPr sz="1125" b="1">
                <a:solidFill>
                  <a:srgbClr val="A25C38"/>
                </a:solidFill>
                <a:latin typeface="Noto Sans"/>
                <a:ea typeface="Noto Sans"/>
                <a:cs typeface="Noto Sans"/>
              </a:defRPr>
            </a:lvl5pPr>
            <a:lvl6pPr algn="l">
              <a:defRPr sz="1125" b="1">
                <a:solidFill>
                  <a:srgbClr val="A25C38"/>
                </a:solidFill>
                <a:latin typeface="Noto Sans"/>
                <a:ea typeface="Noto Sans"/>
                <a:cs typeface="Noto Sans"/>
              </a:defRPr>
            </a:lvl6pPr>
            <a:lvl7pPr algn="l">
              <a:defRPr sz="1125" b="1">
                <a:solidFill>
                  <a:srgbClr val="A25C38"/>
                </a:solidFill>
                <a:latin typeface="Noto Sans"/>
                <a:ea typeface="Noto Sans"/>
                <a:cs typeface="Noto Sans"/>
              </a:defRPr>
            </a:lvl7pPr>
            <a:lvl8pPr algn="l">
              <a:defRPr sz="1125" b="1">
                <a:solidFill>
                  <a:srgbClr val="A25C38"/>
                </a:solidFill>
                <a:latin typeface="Noto Sans"/>
                <a:ea typeface="Noto Sans"/>
                <a:cs typeface="Noto Sans"/>
              </a:defRPr>
            </a:lvl8pPr>
            <a:lvl9pPr algn="l">
              <a:defRPr sz="1125" b="1">
                <a:solidFill>
                  <a:srgbClr val="A25C38"/>
                </a:solidFill>
                <a:latin typeface="Noto Sans"/>
                <a:ea typeface="Noto Sans"/>
                <a:cs typeface="Noto Sans"/>
              </a:defRPr>
            </a:lvl9pPr>
          </a:lstStyle>
          <a:p xmlns:a="http://schemas.openxmlformats.org/drawingml/2006/main">
            <a:pPr algn="l">
              <a:defRPr sz="1125" b="1">
                <a:solidFill>
                  <a:srgbClr val="A25C38"/>
                </a:solidFill>
                <a:latin typeface="Noto Sans"/>
                <a:ea typeface="Noto Sans"/>
                <a:cs typeface="Noto Sans"/>
              </a:defRPr>
            </a:pPr>
            <a:r>
              <a:rPr sz="1125" b="1">
                <a:solidFill>
                  <a:srgbClr val="A25C38"/>
                </a:solidFill>
                <a:latin typeface="Noto Sans"/>
                <a:ea typeface="Noto Sans"/>
                <a:cs typeface="Noto Sans"/>
              </a:rPr>
              <a:t>Database guarantees</a:t>
            </a:r>
          </a:p>
        </p:txBody>
      </p:sp>
      <p:sp>
        <p:nvSpPr>
          <p:cNvPr id="31" name="">
            <a:extLst xmlns:a="http://schemas.openxmlformats.org/drawingml/2006/main">
              <a:ext uri="{FF2B5EF4-FFF2-40B4-BE49-F238E27FC236}">
                <a16:creationId xmlns:a16="http://schemas.microsoft.com/office/drawing/2014/main" id="{A903B439-17FD-4B9A-9AA2-574AB356BEFB}"/>
              </a:ext>
            </a:extLst>
          </p:cNvPr>
          <p:cNvSpPr>
            <a:spLocks xmlns:a="http://schemas.openxmlformats.org/drawingml/2006/main" noGrp="1"/>
          </p:cNvSpPr>
          <p:nvPr/>
        </p:nvSpPr>
        <p:spPr>
          <a:xfrm xmlns:a="http://schemas.openxmlformats.org/drawingml/2006/main">
            <a:off x="3009900" y="5514975"/>
            <a:ext cx="7810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192B23"/>
                </a:solidFill>
                <a:latin typeface="Noto Sans"/>
                <a:ea typeface="Noto Sans"/>
                <a:cs typeface="Noto Sans"/>
              </a:defRPr>
            </a:defPPr>
            <a:lvl1pPr algn="l">
              <a:defRPr sz="1200" b="1">
                <a:solidFill>
                  <a:srgbClr val="192B23"/>
                </a:solidFill>
                <a:latin typeface="Noto Sans"/>
                <a:ea typeface="Noto Sans"/>
                <a:cs typeface="Noto Sans"/>
              </a:defRPr>
            </a:lvl1pPr>
            <a:lvl2pPr algn="l">
              <a:defRPr sz="1200" b="1">
                <a:solidFill>
                  <a:srgbClr val="192B23"/>
                </a:solidFill>
                <a:latin typeface="Noto Sans"/>
                <a:ea typeface="Noto Sans"/>
                <a:cs typeface="Noto Sans"/>
              </a:defRPr>
            </a:lvl2pPr>
            <a:lvl3pPr algn="l">
              <a:defRPr sz="1200" b="1">
                <a:solidFill>
                  <a:srgbClr val="192B23"/>
                </a:solidFill>
                <a:latin typeface="Noto Sans"/>
                <a:ea typeface="Noto Sans"/>
                <a:cs typeface="Noto Sans"/>
              </a:defRPr>
            </a:lvl3pPr>
            <a:lvl4pPr algn="l">
              <a:defRPr sz="1200" b="1">
                <a:solidFill>
                  <a:srgbClr val="192B23"/>
                </a:solidFill>
                <a:latin typeface="Noto Sans"/>
                <a:ea typeface="Noto Sans"/>
                <a:cs typeface="Noto Sans"/>
              </a:defRPr>
            </a:lvl4pPr>
            <a:lvl5pPr algn="l">
              <a:defRPr sz="1200" b="1">
                <a:solidFill>
                  <a:srgbClr val="192B23"/>
                </a:solidFill>
                <a:latin typeface="Noto Sans"/>
                <a:ea typeface="Noto Sans"/>
                <a:cs typeface="Noto Sans"/>
              </a:defRPr>
            </a:lvl5pPr>
            <a:lvl6pPr algn="l">
              <a:defRPr sz="1200" b="1">
                <a:solidFill>
                  <a:srgbClr val="192B23"/>
                </a:solidFill>
                <a:latin typeface="Noto Sans"/>
                <a:ea typeface="Noto Sans"/>
                <a:cs typeface="Noto Sans"/>
              </a:defRPr>
            </a:lvl6pPr>
            <a:lvl7pPr algn="l">
              <a:defRPr sz="1200" b="1">
                <a:solidFill>
                  <a:srgbClr val="192B23"/>
                </a:solidFill>
                <a:latin typeface="Noto Sans"/>
                <a:ea typeface="Noto Sans"/>
                <a:cs typeface="Noto Sans"/>
              </a:defRPr>
            </a:lvl7pPr>
            <a:lvl8pPr algn="l">
              <a:defRPr sz="1200" b="1">
                <a:solidFill>
                  <a:srgbClr val="192B23"/>
                </a:solidFill>
                <a:latin typeface="Noto Sans"/>
                <a:ea typeface="Noto Sans"/>
                <a:cs typeface="Noto Sans"/>
              </a:defRPr>
            </a:lvl8pPr>
            <a:lvl9pPr algn="l">
              <a:defRPr sz="1200" b="1">
                <a:solidFill>
                  <a:srgbClr val="192B23"/>
                </a:solidFill>
                <a:latin typeface="Noto Sans"/>
                <a:ea typeface="Noto Sans"/>
                <a:cs typeface="Noto Sans"/>
              </a:defRPr>
            </a:lvl9pPr>
          </a:lstStyle>
          <a:p xmlns:a="http://schemas.openxmlformats.org/drawingml/2006/main">
            <a:pPr algn="l">
              <a:defRPr sz="1200" b="1">
                <a:solidFill>
                  <a:srgbClr val="192B23"/>
                </a:solidFill>
                <a:latin typeface="Noto Sans"/>
                <a:ea typeface="Noto Sans"/>
                <a:cs typeface="Noto Sans"/>
              </a:defRPr>
            </a:pPr>
            <a:r>
              <a:rPr sz="1200" b="1">
                <a:solidFill>
                  <a:srgbClr val="192B23"/>
                </a:solidFill>
                <a:latin typeface="Noto Sans"/>
                <a:ea typeface="Noto Sans"/>
                <a:cs typeface="Noto Sans"/>
              </a:rPr>
              <a:t>No duplicate application  /  valid status  /  AI score from 0 to 100  /  CV must belong to the candidate</a:t>
            </a:r>
          </a:p>
        </p:txBody>
      </p:sp>
    </p:spTree>
    <p:transition spd="med" advClick="1">
      <p:fade/>
    </p:transition>
    <p:extLst>
      <p:ext uri="{BB962C8B-B14F-4D97-AF65-F5344CB8AC3E}">
        <p14:creationId xmlns:p14="http://schemas.microsoft.com/office/powerpoint/2010/main" val="961465914"/>
      </p:ext>
    </p:extLst>
  </p:cSld>
</p:sld>
</file>

<file path=ppt/slides/slide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2EE66DA1-5B1D-4C77-8BD7-2075ADBE8936}"/>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DATA CORRECTNESS</a:t>
            </a:r>
          </a:p>
        </p:txBody>
      </p:sp>
      <p:sp>
        <p:nvSpPr>
          <p:cNvPr id="2" name="">
            <a:extLst xmlns:a="http://schemas.openxmlformats.org/drawingml/2006/main">
              <a:ext uri="{FF2B5EF4-FFF2-40B4-BE49-F238E27FC236}">
                <a16:creationId xmlns:a16="http://schemas.microsoft.com/office/drawing/2014/main" id="{B180B8A1-652D-417D-89E2-B9797B8CAD0D}"/>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09</a:t>
            </a:r>
          </a:p>
        </p:txBody>
      </p:sp>
      <p:sp>
        <p:nvSpPr>
          <p:cNvPr id="3" name="">
            <a:extLst xmlns:a="http://schemas.openxmlformats.org/drawingml/2006/main">
              <a:ext uri="{FF2B5EF4-FFF2-40B4-BE49-F238E27FC236}">
                <a16:creationId xmlns:a16="http://schemas.microsoft.com/office/drawing/2014/main" id="{3FC3EBA2-0E2F-42E0-B4BE-4896D8CFCE3B}"/>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Safe updates under concurrency</a:t>
            </a:r>
          </a:p>
        </p:txBody>
      </p:sp>
      <p:sp>
        <p:nvSpPr>
          <p:cNvPr id="4" name="">
            <a:extLst xmlns:a="http://schemas.openxmlformats.org/drawingml/2006/main">
              <a:ext uri="{FF2B5EF4-FFF2-40B4-BE49-F238E27FC236}">
                <a16:creationId xmlns:a16="http://schemas.microsoft.com/office/drawing/2014/main" id="{91E69FAF-0713-4620-B94B-71E2AC8185BF}"/>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89AEB01-2BB6-4EFF-9C5C-88390561F0BD}"/>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Two users or workers can act at the same time, so correctness cannot depend on request order.</a:t>
            </a:r>
          </a:p>
        </p:txBody>
      </p:sp>
      <p:sp>
        <p:nvSpPr>
          <p:cNvPr id="6" name="">
            <a:extLst xmlns:a="http://schemas.openxmlformats.org/drawingml/2006/main">
              <a:ext uri="{FF2B5EF4-FFF2-40B4-BE49-F238E27FC236}">
                <a16:creationId xmlns:a16="http://schemas.microsoft.com/office/drawing/2014/main" id="{645F0D26-0CDF-4CD8-A066-EBC24D6121CE}"/>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746EB11A-68ED-4CE6-B89E-3D0D3234028D}"/>
              </a:ext>
            </a:extLst>
          </p:cNvPr>
          <p:cNvSpPr>
            <a:spLocks xmlns:a="http://schemas.openxmlformats.org/drawingml/2006/main" noGrp="1"/>
          </p:cNvSpPr>
          <p:nvPr/>
        </p:nvSpPr>
        <p:spPr>
          <a:xfrm xmlns:a="http://schemas.openxmlformats.org/drawingml/2006/main">
            <a:off x="609600" y="19240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Example: two recruiters change the same application</a:t>
            </a:r>
          </a:p>
        </p:txBody>
      </p:sp>
      <p:sp>
        <p:nvSpPr>
          <p:cNvPr id="8" name="">
            <a:extLst xmlns:a="http://schemas.openxmlformats.org/drawingml/2006/main">
              <a:ext uri="{FF2B5EF4-FFF2-40B4-BE49-F238E27FC236}">
                <a16:creationId xmlns:a16="http://schemas.microsoft.com/office/drawing/2014/main" id="{43F503A6-CBCF-4B51-B27F-546AB4CCA91F}"/>
              </a:ext>
            </a:extLst>
          </p:cNvPr>
          <p:cNvSpPr>
            <a:spLocks xmlns:a="http://schemas.openxmlformats.org/drawingml/2006/main" noGrp="1"/>
          </p:cNvSpPr>
          <p:nvPr/>
        </p:nvSpPr>
        <p:spPr>
          <a:xfrm xmlns:a="http://schemas.openxmlformats.org/drawingml/2006/main">
            <a:off x="1238250" y="2895600"/>
            <a:ext cx="962025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B7DAB5D3-8F89-45E1-B45D-4EEFB8CC3EEA}"/>
              </a:ext>
            </a:extLst>
          </p:cNvPr>
          <p:cNvSpPr>
            <a:spLocks xmlns:a="http://schemas.openxmlformats.org/drawingml/2006/main" noGrp="1"/>
          </p:cNvSpPr>
          <p:nvPr/>
        </p:nvSpPr>
        <p:spPr>
          <a:xfrm xmlns:a="http://schemas.openxmlformats.org/drawingml/2006/main">
            <a:off x="1257300"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8D525BC1-AA87-45AF-B9F6-128D44883E15}"/>
              </a:ext>
            </a:extLst>
          </p:cNvPr>
          <p:cNvSpPr>
            <a:spLocks xmlns:a="http://schemas.openxmlformats.org/drawingml/2006/main" noGrp="1"/>
          </p:cNvSpPr>
          <p:nvPr/>
        </p:nvSpPr>
        <p:spPr>
          <a:xfrm xmlns:a="http://schemas.openxmlformats.org/drawingml/2006/main">
            <a:off x="1257300"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18F77A30-567F-4CD3-8E5A-42C9B438DF89}"/>
              </a:ext>
            </a:extLst>
          </p:cNvPr>
          <p:cNvSpPr>
            <a:spLocks xmlns:a="http://schemas.openxmlformats.org/drawingml/2006/main" noGrp="1"/>
          </p:cNvSpPr>
          <p:nvPr/>
        </p:nvSpPr>
        <p:spPr>
          <a:xfrm xmlns:a="http://schemas.openxmlformats.org/drawingml/2006/main">
            <a:off x="742950" y="32194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Lock row</a:t>
            </a:r>
          </a:p>
        </p:txBody>
      </p:sp>
      <p:sp>
        <p:nvSpPr>
          <p:cNvPr id="12" name="">
            <a:extLst xmlns:a="http://schemas.openxmlformats.org/drawingml/2006/main">
              <a:ext uri="{FF2B5EF4-FFF2-40B4-BE49-F238E27FC236}">
                <a16:creationId xmlns:a16="http://schemas.microsoft.com/office/drawing/2014/main" id="{AA40EA19-5C91-4AA2-A996-5268FAF8A334}"/>
              </a:ext>
            </a:extLst>
          </p:cNvPr>
          <p:cNvSpPr>
            <a:spLocks xmlns:a="http://schemas.openxmlformats.org/drawingml/2006/main" noGrp="1"/>
          </p:cNvSpPr>
          <p:nvPr/>
        </p:nvSpPr>
        <p:spPr>
          <a:xfrm xmlns:a="http://schemas.openxmlformats.org/drawingml/2006/main">
            <a:off x="666750" y="37147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SELECT FOR UPDATE</a:t>
            </a:r>
          </a:p>
        </p:txBody>
      </p:sp>
      <p:sp>
        <p:nvSpPr>
          <p:cNvPr id="13" name="">
            <a:extLst xmlns:a="http://schemas.openxmlformats.org/drawingml/2006/main">
              <a:ext uri="{FF2B5EF4-FFF2-40B4-BE49-F238E27FC236}">
                <a16:creationId xmlns:a16="http://schemas.microsoft.com/office/drawing/2014/main" id="{8D7EBFD5-21FB-4F39-B46F-DAA418E74123}"/>
              </a:ext>
            </a:extLst>
          </p:cNvPr>
          <p:cNvSpPr>
            <a:spLocks xmlns:a="http://schemas.openxmlformats.org/drawingml/2006/main" noGrp="1"/>
          </p:cNvSpPr>
          <p:nvPr/>
        </p:nvSpPr>
        <p:spPr>
          <a:xfrm xmlns:a="http://schemas.openxmlformats.org/drawingml/2006/main">
            <a:off x="3590925" y="2733675"/>
            <a:ext cx="323850" cy="32385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4" name="">
            <a:extLst xmlns:a="http://schemas.openxmlformats.org/drawingml/2006/main">
              <a:ext uri="{FF2B5EF4-FFF2-40B4-BE49-F238E27FC236}">
                <a16:creationId xmlns:a16="http://schemas.microsoft.com/office/drawing/2014/main" id="{23EE2E19-D9AF-4241-8C71-359AD3E91A0A}"/>
              </a:ext>
            </a:extLst>
          </p:cNvPr>
          <p:cNvSpPr>
            <a:spLocks xmlns:a="http://schemas.openxmlformats.org/drawingml/2006/main" noGrp="1"/>
          </p:cNvSpPr>
          <p:nvPr/>
        </p:nvSpPr>
        <p:spPr>
          <a:xfrm xmlns:a="http://schemas.openxmlformats.org/drawingml/2006/main">
            <a:off x="3590925"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BCC8E318-C611-4E01-B1A5-3E2D3CA2D09F}"/>
              </a:ext>
            </a:extLst>
          </p:cNvPr>
          <p:cNvSpPr>
            <a:spLocks xmlns:a="http://schemas.openxmlformats.org/drawingml/2006/main" noGrp="1"/>
          </p:cNvSpPr>
          <p:nvPr/>
        </p:nvSpPr>
        <p:spPr>
          <a:xfrm xmlns:a="http://schemas.openxmlformats.org/drawingml/2006/main">
            <a:off x="3076575" y="32194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Read version</a:t>
            </a:r>
          </a:p>
        </p:txBody>
      </p:sp>
      <p:sp>
        <p:nvSpPr>
          <p:cNvPr id="16" name="">
            <a:extLst xmlns:a="http://schemas.openxmlformats.org/drawingml/2006/main">
              <a:ext uri="{FF2B5EF4-FFF2-40B4-BE49-F238E27FC236}">
                <a16:creationId xmlns:a16="http://schemas.microsoft.com/office/drawing/2014/main" id="{1E06067A-107B-426A-9116-714B4731D0E8}"/>
              </a:ext>
            </a:extLst>
          </p:cNvPr>
          <p:cNvSpPr>
            <a:spLocks xmlns:a="http://schemas.openxmlformats.org/drawingml/2006/main" noGrp="1"/>
          </p:cNvSpPr>
          <p:nvPr/>
        </p:nvSpPr>
        <p:spPr>
          <a:xfrm xmlns:a="http://schemas.openxmlformats.org/drawingml/2006/main">
            <a:off x="3000375" y="37147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Reject stale state</a:t>
            </a:r>
          </a:p>
        </p:txBody>
      </p:sp>
      <p:sp>
        <p:nvSpPr>
          <p:cNvPr id="17" name="">
            <a:extLst xmlns:a="http://schemas.openxmlformats.org/drawingml/2006/main">
              <a:ext uri="{FF2B5EF4-FFF2-40B4-BE49-F238E27FC236}">
                <a16:creationId xmlns:a16="http://schemas.microsoft.com/office/drawing/2014/main" id="{C439CFA0-3454-4F8A-B556-F943B3794586}"/>
              </a:ext>
            </a:extLst>
          </p:cNvPr>
          <p:cNvSpPr>
            <a:spLocks xmlns:a="http://schemas.openxmlformats.org/drawingml/2006/main" noGrp="1"/>
          </p:cNvSpPr>
          <p:nvPr/>
        </p:nvSpPr>
        <p:spPr>
          <a:xfrm xmlns:a="http://schemas.openxmlformats.org/drawingml/2006/main">
            <a:off x="5924550"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41B68E97-93B1-4FED-98C7-AD0AB46A1539}"/>
              </a:ext>
            </a:extLst>
          </p:cNvPr>
          <p:cNvSpPr>
            <a:spLocks xmlns:a="http://schemas.openxmlformats.org/drawingml/2006/main" noGrp="1"/>
          </p:cNvSpPr>
          <p:nvPr/>
        </p:nvSpPr>
        <p:spPr>
          <a:xfrm xmlns:a="http://schemas.openxmlformats.org/drawingml/2006/main">
            <a:off x="5924550"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0CD94B34-0242-4CA5-92EF-BB0F3F46418A}"/>
              </a:ext>
            </a:extLst>
          </p:cNvPr>
          <p:cNvSpPr>
            <a:spLocks xmlns:a="http://schemas.openxmlformats.org/drawingml/2006/main" noGrp="1"/>
          </p:cNvSpPr>
          <p:nvPr/>
        </p:nvSpPr>
        <p:spPr>
          <a:xfrm xmlns:a="http://schemas.openxmlformats.org/drawingml/2006/main">
            <a:off x="5410200" y="32194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Validate move</a:t>
            </a:r>
          </a:p>
        </p:txBody>
      </p:sp>
      <p:sp>
        <p:nvSpPr>
          <p:cNvPr id="20" name="">
            <a:extLst xmlns:a="http://schemas.openxmlformats.org/drawingml/2006/main">
              <a:ext uri="{FF2B5EF4-FFF2-40B4-BE49-F238E27FC236}">
                <a16:creationId xmlns:a16="http://schemas.microsoft.com/office/drawing/2014/main" id="{132FD524-99A0-46AF-A390-633772CBBCA9}"/>
              </a:ext>
            </a:extLst>
          </p:cNvPr>
          <p:cNvSpPr>
            <a:spLocks xmlns:a="http://schemas.openxmlformats.org/drawingml/2006/main" noGrp="1"/>
          </p:cNvSpPr>
          <p:nvPr/>
        </p:nvSpPr>
        <p:spPr>
          <a:xfrm xmlns:a="http://schemas.openxmlformats.org/drawingml/2006/main">
            <a:off x="5334000" y="37147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Only allowed transition</a:t>
            </a:r>
          </a:p>
        </p:txBody>
      </p:sp>
      <p:sp>
        <p:nvSpPr>
          <p:cNvPr id="21" name="">
            <a:extLst xmlns:a="http://schemas.openxmlformats.org/drawingml/2006/main">
              <a:ext uri="{FF2B5EF4-FFF2-40B4-BE49-F238E27FC236}">
                <a16:creationId xmlns:a16="http://schemas.microsoft.com/office/drawing/2014/main" id="{F8821059-A5CF-4334-9EB2-315AFC82F3CE}"/>
              </a:ext>
            </a:extLst>
          </p:cNvPr>
          <p:cNvSpPr>
            <a:spLocks xmlns:a="http://schemas.openxmlformats.org/drawingml/2006/main" noGrp="1"/>
          </p:cNvSpPr>
          <p:nvPr/>
        </p:nvSpPr>
        <p:spPr>
          <a:xfrm xmlns:a="http://schemas.openxmlformats.org/drawingml/2006/main">
            <a:off x="8258175"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8776D4AE-79FD-4A39-BFC0-FC3389E734C0}"/>
              </a:ext>
            </a:extLst>
          </p:cNvPr>
          <p:cNvSpPr>
            <a:spLocks xmlns:a="http://schemas.openxmlformats.org/drawingml/2006/main" noGrp="1"/>
          </p:cNvSpPr>
          <p:nvPr/>
        </p:nvSpPr>
        <p:spPr>
          <a:xfrm xmlns:a="http://schemas.openxmlformats.org/drawingml/2006/main">
            <a:off x="8258175"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FFFC1218-D2BF-4AEA-A5BD-0BA90430E1CF}"/>
              </a:ext>
            </a:extLst>
          </p:cNvPr>
          <p:cNvSpPr>
            <a:spLocks xmlns:a="http://schemas.openxmlformats.org/drawingml/2006/main" noGrp="1"/>
          </p:cNvSpPr>
          <p:nvPr/>
        </p:nvSpPr>
        <p:spPr>
          <a:xfrm xmlns:a="http://schemas.openxmlformats.org/drawingml/2006/main">
            <a:off x="7743825" y="32194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Write together</a:t>
            </a:r>
          </a:p>
        </p:txBody>
      </p:sp>
      <p:sp>
        <p:nvSpPr>
          <p:cNvPr id="24" name="">
            <a:extLst xmlns:a="http://schemas.openxmlformats.org/drawingml/2006/main">
              <a:ext uri="{FF2B5EF4-FFF2-40B4-BE49-F238E27FC236}">
                <a16:creationId xmlns:a16="http://schemas.microsoft.com/office/drawing/2014/main" id="{E78E6A08-F574-429A-9FD0-F9895A1FA868}"/>
              </a:ext>
            </a:extLst>
          </p:cNvPr>
          <p:cNvSpPr>
            <a:spLocks xmlns:a="http://schemas.openxmlformats.org/drawingml/2006/main" noGrp="1"/>
          </p:cNvSpPr>
          <p:nvPr/>
        </p:nvSpPr>
        <p:spPr>
          <a:xfrm xmlns:a="http://schemas.openxmlformats.org/drawingml/2006/main">
            <a:off x="7667625" y="37147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Stage + audit + notification</a:t>
            </a:r>
          </a:p>
        </p:txBody>
      </p:sp>
      <p:sp>
        <p:nvSpPr>
          <p:cNvPr id="25" name="">
            <a:extLst xmlns:a="http://schemas.openxmlformats.org/drawingml/2006/main">
              <a:ext uri="{FF2B5EF4-FFF2-40B4-BE49-F238E27FC236}">
                <a16:creationId xmlns:a16="http://schemas.microsoft.com/office/drawing/2014/main" id="{8363FD6D-96D8-46FC-9271-931E97B5E24E}"/>
              </a:ext>
            </a:extLst>
          </p:cNvPr>
          <p:cNvSpPr>
            <a:spLocks xmlns:a="http://schemas.openxmlformats.org/drawingml/2006/main" noGrp="1"/>
          </p:cNvSpPr>
          <p:nvPr/>
        </p:nvSpPr>
        <p:spPr>
          <a:xfrm xmlns:a="http://schemas.openxmlformats.org/drawingml/2006/main">
            <a:off x="10591800" y="2733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8575ABF1-5935-43DB-A820-E1FAF7AFF55E}"/>
              </a:ext>
            </a:extLst>
          </p:cNvPr>
          <p:cNvSpPr>
            <a:spLocks xmlns:a="http://schemas.openxmlformats.org/drawingml/2006/main" noGrp="1"/>
          </p:cNvSpPr>
          <p:nvPr/>
        </p:nvSpPr>
        <p:spPr>
          <a:xfrm xmlns:a="http://schemas.openxmlformats.org/drawingml/2006/main">
            <a:off x="10591800" y="2771775"/>
            <a:ext cx="3238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AFCD2FF8-B0DE-4F12-BAE3-8D28E3E387D4}"/>
              </a:ext>
            </a:extLst>
          </p:cNvPr>
          <p:cNvSpPr>
            <a:spLocks xmlns:a="http://schemas.openxmlformats.org/drawingml/2006/main" noGrp="1"/>
          </p:cNvSpPr>
          <p:nvPr/>
        </p:nvSpPr>
        <p:spPr>
          <a:xfrm xmlns:a="http://schemas.openxmlformats.org/drawingml/2006/main">
            <a:off x="10077450" y="32194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Commit once</a:t>
            </a:r>
          </a:p>
        </p:txBody>
      </p:sp>
      <p:sp>
        <p:nvSpPr>
          <p:cNvPr id="28" name="">
            <a:extLst xmlns:a="http://schemas.openxmlformats.org/drawingml/2006/main">
              <a:ext uri="{FF2B5EF4-FFF2-40B4-BE49-F238E27FC236}">
                <a16:creationId xmlns:a16="http://schemas.microsoft.com/office/drawing/2014/main" id="{C15A463D-19C6-4898-8532-CC98C95FD497}"/>
              </a:ext>
            </a:extLst>
          </p:cNvPr>
          <p:cNvSpPr>
            <a:spLocks xmlns:a="http://schemas.openxmlformats.org/drawingml/2006/main" noGrp="1"/>
          </p:cNvSpPr>
          <p:nvPr/>
        </p:nvSpPr>
        <p:spPr>
          <a:xfrm xmlns:a="http://schemas.openxmlformats.org/drawingml/2006/main">
            <a:off x="10001250" y="37147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One visible result</a:t>
            </a:r>
          </a:p>
        </p:txBody>
      </p:sp>
      <p:sp>
        <p:nvSpPr>
          <p:cNvPr id="29" name="">
            <a:extLst xmlns:a="http://schemas.openxmlformats.org/drawingml/2006/main">
              <a:ext uri="{FF2B5EF4-FFF2-40B4-BE49-F238E27FC236}">
                <a16:creationId xmlns:a16="http://schemas.microsoft.com/office/drawing/2014/main" id="{6150BA97-4632-4BB9-A921-925A6F26459C}"/>
              </a:ext>
            </a:extLst>
          </p:cNvPr>
          <p:cNvSpPr>
            <a:spLocks xmlns:a="http://schemas.openxmlformats.org/drawingml/2006/main" noGrp="1"/>
          </p:cNvSpPr>
          <p:nvPr/>
        </p:nvSpPr>
        <p:spPr>
          <a:xfrm xmlns:a="http://schemas.openxmlformats.org/drawingml/2006/main">
            <a:off x="609600" y="4552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Durable rules</a:t>
            </a:r>
          </a:p>
        </p:txBody>
      </p:sp>
      <p:sp>
        <p:nvSpPr>
          <p:cNvPr id="30" name="">
            <a:extLst xmlns:a="http://schemas.openxmlformats.org/drawingml/2006/main">
              <a:ext uri="{FF2B5EF4-FFF2-40B4-BE49-F238E27FC236}">
                <a16:creationId xmlns:a16="http://schemas.microsoft.com/office/drawing/2014/main" id="{B7631D4C-1AF3-4A7C-BD64-51DFDC437DBF}"/>
              </a:ext>
            </a:extLst>
          </p:cNvPr>
          <p:cNvSpPr>
            <a:spLocks xmlns:a="http://schemas.openxmlformats.org/drawingml/2006/main" noGrp="1"/>
          </p:cNvSpPr>
          <p:nvPr/>
        </p:nvSpPr>
        <p:spPr>
          <a:xfrm xmlns:a="http://schemas.openxmlformats.org/drawingml/2006/main">
            <a:off x="609600" y="50196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1" name="">
            <a:extLst xmlns:a="http://schemas.openxmlformats.org/drawingml/2006/main">
              <a:ext uri="{FF2B5EF4-FFF2-40B4-BE49-F238E27FC236}">
                <a16:creationId xmlns:a16="http://schemas.microsoft.com/office/drawing/2014/main" id="{73BD98ED-A271-446A-B651-CD2C881FB5A0}"/>
              </a:ext>
            </a:extLst>
          </p:cNvPr>
          <p:cNvSpPr>
            <a:spLocks xmlns:a="http://schemas.openxmlformats.org/drawingml/2006/main" noGrp="1"/>
          </p:cNvSpPr>
          <p:nvPr/>
        </p:nvSpPr>
        <p:spPr>
          <a:xfrm xmlns:a="http://schemas.openxmlformats.org/drawingml/2006/main">
            <a:off x="800100" y="49530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Foreign keys reject broken relationships</a:t>
            </a:r>
          </a:p>
        </p:txBody>
      </p:sp>
      <p:sp>
        <p:nvSpPr>
          <p:cNvPr id="32" name="">
            <a:extLst xmlns:a="http://schemas.openxmlformats.org/drawingml/2006/main">
              <a:ext uri="{FF2B5EF4-FFF2-40B4-BE49-F238E27FC236}">
                <a16:creationId xmlns:a16="http://schemas.microsoft.com/office/drawing/2014/main" id="{2FE1174C-34BF-4BD9-9FE8-85CDB0810147}"/>
              </a:ext>
            </a:extLst>
          </p:cNvPr>
          <p:cNvSpPr>
            <a:spLocks xmlns:a="http://schemas.openxmlformats.org/drawingml/2006/main" noGrp="1"/>
          </p:cNvSpPr>
          <p:nvPr/>
        </p:nvSpPr>
        <p:spPr>
          <a:xfrm xmlns:a="http://schemas.openxmlformats.org/drawingml/2006/main">
            <a:off x="609600" y="54197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EAE00C27-DFDB-4CAA-8177-8A2B139262D5}"/>
              </a:ext>
            </a:extLst>
          </p:cNvPr>
          <p:cNvSpPr>
            <a:spLocks xmlns:a="http://schemas.openxmlformats.org/drawingml/2006/main" noGrp="1"/>
          </p:cNvSpPr>
          <p:nvPr/>
        </p:nvSpPr>
        <p:spPr>
          <a:xfrm xmlns:a="http://schemas.openxmlformats.org/drawingml/2006/main">
            <a:off x="800100" y="53530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Unique constraints block duplicate work</a:t>
            </a:r>
          </a:p>
        </p:txBody>
      </p:sp>
      <p:sp>
        <p:nvSpPr>
          <p:cNvPr id="34" name="">
            <a:extLst xmlns:a="http://schemas.openxmlformats.org/drawingml/2006/main">
              <a:ext uri="{FF2B5EF4-FFF2-40B4-BE49-F238E27FC236}">
                <a16:creationId xmlns:a16="http://schemas.microsoft.com/office/drawing/2014/main" id="{47B23B4A-E250-4CED-B5EB-973BA1C33AF3}"/>
              </a:ext>
            </a:extLst>
          </p:cNvPr>
          <p:cNvSpPr>
            <a:spLocks xmlns:a="http://schemas.openxmlformats.org/drawingml/2006/main" noGrp="1"/>
          </p:cNvSpPr>
          <p:nvPr/>
        </p:nvSpPr>
        <p:spPr>
          <a:xfrm xmlns:a="http://schemas.openxmlformats.org/drawingml/2006/main">
            <a:off x="6381750" y="4552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Worker rules</a:t>
            </a:r>
          </a:p>
        </p:txBody>
      </p:sp>
      <p:sp>
        <p:nvSpPr>
          <p:cNvPr id="35" name="">
            <a:extLst xmlns:a="http://schemas.openxmlformats.org/drawingml/2006/main">
              <a:ext uri="{FF2B5EF4-FFF2-40B4-BE49-F238E27FC236}">
                <a16:creationId xmlns:a16="http://schemas.microsoft.com/office/drawing/2014/main" id="{CC90E2FE-12A6-4B20-BC6C-F5B83EEC2ECD}"/>
              </a:ext>
            </a:extLst>
          </p:cNvPr>
          <p:cNvSpPr>
            <a:spLocks xmlns:a="http://schemas.openxmlformats.org/drawingml/2006/main" noGrp="1"/>
          </p:cNvSpPr>
          <p:nvPr/>
        </p:nvSpPr>
        <p:spPr>
          <a:xfrm xmlns:a="http://schemas.openxmlformats.org/drawingml/2006/main">
            <a:off x="6381750" y="50196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6" name="">
            <a:extLst xmlns:a="http://schemas.openxmlformats.org/drawingml/2006/main">
              <a:ext uri="{FF2B5EF4-FFF2-40B4-BE49-F238E27FC236}">
                <a16:creationId xmlns:a16="http://schemas.microsoft.com/office/drawing/2014/main" id="{BCAD5E0D-8D40-4FC1-812D-9CB0C1D14CAF}"/>
              </a:ext>
            </a:extLst>
          </p:cNvPr>
          <p:cNvSpPr>
            <a:spLocks xmlns:a="http://schemas.openxmlformats.org/drawingml/2006/main" noGrp="1"/>
          </p:cNvSpPr>
          <p:nvPr/>
        </p:nvSpPr>
        <p:spPr>
          <a:xfrm xmlns:a="http://schemas.openxmlformats.org/drawingml/2006/main">
            <a:off x="6572250" y="49530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SKIP LOCKED lets workers claim different rows</a:t>
            </a:r>
          </a:p>
        </p:txBody>
      </p:sp>
      <p:sp>
        <p:nvSpPr>
          <p:cNvPr id="37" name="">
            <a:extLst xmlns:a="http://schemas.openxmlformats.org/drawingml/2006/main">
              <a:ext uri="{FF2B5EF4-FFF2-40B4-BE49-F238E27FC236}">
                <a16:creationId xmlns:a16="http://schemas.microsoft.com/office/drawing/2014/main" id="{67F5665E-4C4A-4955-A118-C3FCEC17BFE9}"/>
              </a:ext>
            </a:extLst>
          </p:cNvPr>
          <p:cNvSpPr>
            <a:spLocks xmlns:a="http://schemas.openxmlformats.org/drawingml/2006/main" noGrp="1"/>
          </p:cNvSpPr>
          <p:nvPr/>
        </p:nvSpPr>
        <p:spPr>
          <a:xfrm xmlns:a="http://schemas.openxmlformats.org/drawingml/2006/main">
            <a:off x="6381750" y="54197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8" name="">
            <a:extLst xmlns:a="http://schemas.openxmlformats.org/drawingml/2006/main">
              <a:ext uri="{FF2B5EF4-FFF2-40B4-BE49-F238E27FC236}">
                <a16:creationId xmlns:a16="http://schemas.microsoft.com/office/drawing/2014/main" id="{42DF3985-4611-4258-A65D-81F09482BEA1}"/>
              </a:ext>
            </a:extLst>
          </p:cNvPr>
          <p:cNvSpPr>
            <a:spLocks xmlns:a="http://schemas.openxmlformats.org/drawingml/2006/main" noGrp="1"/>
          </p:cNvSpPr>
          <p:nvPr/>
        </p:nvSpPr>
        <p:spPr>
          <a:xfrm xmlns:a="http://schemas.openxmlformats.org/drawingml/2006/main">
            <a:off x="6572250" y="53530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Idempotency makes repeated delivery harmless</a:t>
            </a:r>
          </a:p>
        </p:txBody>
      </p:sp>
    </p:spTree>
    <p:transition spd="med" advClick="1">
      <p:fade/>
    </p:transition>
    <p:extLst>
      <p:ext uri="{BB962C8B-B14F-4D97-AF65-F5344CB8AC3E}">
        <p14:creationId xmlns:p14="http://schemas.microsoft.com/office/powerpoint/2010/main" val="1405440374"/>
      </p:ext>
    </p:extLst>
  </p:cSld>
</p:sld>
</file>

<file path=ppt/slides/slide10.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FA70E137-9D26-4692-BAEB-2F2A56DDFEDB}"/>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IDENTITY</a:t>
            </a:r>
          </a:p>
        </p:txBody>
      </p:sp>
      <p:sp>
        <p:nvSpPr>
          <p:cNvPr id="2" name="">
            <a:extLst xmlns:a="http://schemas.openxmlformats.org/drawingml/2006/main">
              <a:ext uri="{FF2B5EF4-FFF2-40B4-BE49-F238E27FC236}">
                <a16:creationId xmlns:a16="http://schemas.microsoft.com/office/drawing/2014/main" id="{10191FA5-1FC5-43B8-9777-286610A940EF}"/>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10</a:t>
            </a:r>
          </a:p>
        </p:txBody>
      </p:sp>
      <p:sp>
        <p:nvSpPr>
          <p:cNvPr id="3" name="">
            <a:extLst xmlns:a="http://schemas.openxmlformats.org/drawingml/2006/main">
              <a:ext uri="{FF2B5EF4-FFF2-40B4-BE49-F238E27FC236}">
                <a16:creationId xmlns:a16="http://schemas.microsoft.com/office/drawing/2014/main" id="{B514CA30-847F-49CD-8050-803F59831876}"/>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Session authority changes with account state</a:t>
            </a:r>
          </a:p>
        </p:txBody>
      </p:sp>
      <p:sp>
        <p:nvSpPr>
          <p:cNvPr id="4" name="">
            <a:extLst xmlns:a="http://schemas.openxmlformats.org/drawingml/2006/main">
              <a:ext uri="{FF2B5EF4-FFF2-40B4-BE49-F238E27FC236}">
                <a16:creationId xmlns:a16="http://schemas.microsoft.com/office/drawing/2014/main" id="{8B3F6236-0E03-45CB-80F2-DEDED9088363}"/>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3FDDE3B-0606-4A54-AE61-11AFEE99D9CA}"/>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 valid token identifies a session, while current database state decides what that session may still do.</a:t>
            </a:r>
          </a:p>
        </p:txBody>
      </p:sp>
      <p:sp>
        <p:nvSpPr>
          <p:cNvPr id="6" name="">
            <a:extLst xmlns:a="http://schemas.openxmlformats.org/drawingml/2006/main">
              <a:ext uri="{FF2B5EF4-FFF2-40B4-BE49-F238E27FC236}">
                <a16:creationId xmlns:a16="http://schemas.microsoft.com/office/drawing/2014/main" id="{948EFEAB-6C14-46FB-8152-7EB81D4054B6}"/>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EC4E9659-22AB-445F-B6CC-D18EAB393C18}"/>
              </a:ext>
            </a:extLst>
          </p:cNvPr>
          <p:cNvSpPr>
            <a:spLocks xmlns:a="http://schemas.openxmlformats.org/drawingml/2006/main" noGrp="1"/>
          </p:cNvSpPr>
          <p:nvPr/>
        </p:nvSpPr>
        <p:spPr>
          <a:xfrm xmlns:a="http://schemas.openxmlformats.org/drawingml/2006/main">
            <a:off x="1047750" y="2667000"/>
            <a:ext cx="10001250"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1FDC6F34-A7A8-4B4A-9110-369731670BCC}"/>
              </a:ext>
            </a:extLst>
          </p:cNvPr>
          <p:cNvSpPr>
            <a:spLocks xmlns:a="http://schemas.openxmlformats.org/drawingml/2006/main" noGrp="1"/>
          </p:cNvSpPr>
          <p:nvPr/>
        </p:nvSpPr>
        <p:spPr>
          <a:xfrm xmlns:a="http://schemas.openxmlformats.org/drawingml/2006/main">
            <a:off x="1104900"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8E35D9EA-1CAF-4D34-AF1F-82786E00EA94}"/>
              </a:ext>
            </a:extLst>
          </p:cNvPr>
          <p:cNvSpPr>
            <a:spLocks xmlns:a="http://schemas.openxmlformats.org/drawingml/2006/main" noGrp="1"/>
          </p:cNvSpPr>
          <p:nvPr/>
        </p:nvSpPr>
        <p:spPr>
          <a:xfrm xmlns:a="http://schemas.openxmlformats.org/drawingml/2006/main">
            <a:off x="1104900"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FDBE317F-CACA-45C7-AD06-944D068D8E08}"/>
              </a:ext>
            </a:extLst>
          </p:cNvPr>
          <p:cNvSpPr>
            <a:spLocks xmlns:a="http://schemas.openxmlformats.org/drawingml/2006/main" noGrp="1"/>
          </p:cNvSpPr>
          <p:nvPr/>
        </p:nvSpPr>
        <p:spPr>
          <a:xfrm xmlns:a="http://schemas.openxmlformats.org/drawingml/2006/main">
            <a:off x="514350" y="30289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Register</a:t>
            </a:r>
          </a:p>
        </p:txBody>
      </p:sp>
      <p:sp>
        <p:nvSpPr>
          <p:cNvPr id="11" name="">
            <a:extLst xmlns:a="http://schemas.openxmlformats.org/drawingml/2006/main">
              <a:ext uri="{FF2B5EF4-FFF2-40B4-BE49-F238E27FC236}">
                <a16:creationId xmlns:a16="http://schemas.microsoft.com/office/drawing/2014/main" id="{668B6DAA-BABD-4447-8D5B-03D95C296DAF}"/>
              </a:ext>
            </a:extLst>
          </p:cNvPr>
          <p:cNvSpPr>
            <a:spLocks xmlns:a="http://schemas.openxmlformats.org/drawingml/2006/main" noGrp="1"/>
          </p:cNvSpPr>
          <p:nvPr/>
        </p:nvSpPr>
        <p:spPr>
          <a:xfrm xmlns:a="http://schemas.openxmlformats.org/drawingml/2006/main">
            <a:off x="495300"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Validated account</a:t>
            </a:r>
          </a:p>
        </p:txBody>
      </p:sp>
      <p:sp>
        <p:nvSpPr>
          <p:cNvPr id="12" name="">
            <a:extLst xmlns:a="http://schemas.openxmlformats.org/drawingml/2006/main">
              <a:ext uri="{FF2B5EF4-FFF2-40B4-BE49-F238E27FC236}">
                <a16:creationId xmlns:a16="http://schemas.microsoft.com/office/drawing/2014/main" id="{FBC046BE-EAF6-43DE-A10F-C3FF2694085A}"/>
              </a:ext>
            </a:extLst>
          </p:cNvPr>
          <p:cNvSpPr>
            <a:spLocks xmlns:a="http://schemas.openxmlformats.org/drawingml/2006/main" noGrp="1"/>
          </p:cNvSpPr>
          <p:nvPr/>
        </p:nvSpPr>
        <p:spPr>
          <a:xfrm xmlns:a="http://schemas.openxmlformats.org/drawingml/2006/main">
            <a:off x="3057525"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EF1A9155-3DD9-4866-8792-DB4B74509E5E}"/>
              </a:ext>
            </a:extLst>
          </p:cNvPr>
          <p:cNvSpPr>
            <a:spLocks xmlns:a="http://schemas.openxmlformats.org/drawingml/2006/main" noGrp="1"/>
          </p:cNvSpPr>
          <p:nvPr/>
        </p:nvSpPr>
        <p:spPr>
          <a:xfrm xmlns:a="http://schemas.openxmlformats.org/drawingml/2006/main">
            <a:off x="3057525"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0BE26C07-3E4E-4645-A56D-B020258F4A6F}"/>
              </a:ext>
            </a:extLst>
          </p:cNvPr>
          <p:cNvSpPr>
            <a:spLocks xmlns:a="http://schemas.openxmlformats.org/drawingml/2006/main" noGrp="1"/>
          </p:cNvSpPr>
          <p:nvPr/>
        </p:nvSpPr>
        <p:spPr>
          <a:xfrm xmlns:a="http://schemas.openxmlformats.org/drawingml/2006/main">
            <a:off x="2466975" y="30289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Verify email</a:t>
            </a:r>
          </a:p>
        </p:txBody>
      </p:sp>
      <p:sp>
        <p:nvSpPr>
          <p:cNvPr id="15" name="">
            <a:extLst xmlns:a="http://schemas.openxmlformats.org/drawingml/2006/main">
              <a:ext uri="{FF2B5EF4-FFF2-40B4-BE49-F238E27FC236}">
                <a16:creationId xmlns:a16="http://schemas.microsoft.com/office/drawing/2014/main" id="{015ED533-66A4-4566-9E9C-02FA9E596830}"/>
              </a:ext>
            </a:extLst>
          </p:cNvPr>
          <p:cNvSpPr>
            <a:spLocks xmlns:a="http://schemas.openxmlformats.org/drawingml/2006/main" noGrp="1"/>
          </p:cNvSpPr>
          <p:nvPr/>
        </p:nvSpPr>
        <p:spPr>
          <a:xfrm xmlns:a="http://schemas.openxmlformats.org/drawingml/2006/main">
            <a:off x="2447925"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One-time code</a:t>
            </a:r>
          </a:p>
        </p:txBody>
      </p:sp>
      <p:sp>
        <p:nvSpPr>
          <p:cNvPr id="16" name="">
            <a:extLst xmlns:a="http://schemas.openxmlformats.org/drawingml/2006/main">
              <a:ext uri="{FF2B5EF4-FFF2-40B4-BE49-F238E27FC236}">
                <a16:creationId xmlns:a16="http://schemas.microsoft.com/office/drawing/2014/main" id="{B888735E-3BC6-4EAE-B659-6A7CB5686CDD}"/>
              </a:ext>
            </a:extLst>
          </p:cNvPr>
          <p:cNvSpPr>
            <a:spLocks xmlns:a="http://schemas.openxmlformats.org/drawingml/2006/main" noGrp="1"/>
          </p:cNvSpPr>
          <p:nvPr/>
        </p:nvSpPr>
        <p:spPr>
          <a:xfrm xmlns:a="http://schemas.openxmlformats.org/drawingml/2006/main">
            <a:off x="5010150"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8ED2E7EA-1A19-4864-9247-A1481D0FC8F7}"/>
              </a:ext>
            </a:extLst>
          </p:cNvPr>
          <p:cNvSpPr>
            <a:spLocks xmlns:a="http://schemas.openxmlformats.org/drawingml/2006/main" noGrp="1"/>
          </p:cNvSpPr>
          <p:nvPr/>
        </p:nvSpPr>
        <p:spPr>
          <a:xfrm xmlns:a="http://schemas.openxmlformats.org/drawingml/2006/main">
            <a:off x="5010150"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3D882C94-16AA-4719-A2CF-D8EED21A55FE}"/>
              </a:ext>
            </a:extLst>
          </p:cNvPr>
          <p:cNvSpPr>
            <a:spLocks xmlns:a="http://schemas.openxmlformats.org/drawingml/2006/main" noGrp="1"/>
          </p:cNvSpPr>
          <p:nvPr/>
        </p:nvSpPr>
        <p:spPr>
          <a:xfrm xmlns:a="http://schemas.openxmlformats.org/drawingml/2006/main">
            <a:off x="4419600" y="30289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Sign in</a:t>
            </a:r>
          </a:p>
        </p:txBody>
      </p:sp>
      <p:sp>
        <p:nvSpPr>
          <p:cNvPr id="19" name="">
            <a:extLst xmlns:a="http://schemas.openxmlformats.org/drawingml/2006/main">
              <a:ext uri="{FF2B5EF4-FFF2-40B4-BE49-F238E27FC236}">
                <a16:creationId xmlns:a16="http://schemas.microsoft.com/office/drawing/2014/main" id="{CA6A41DE-83C2-45EC-A218-668FFE282C69}"/>
              </a:ext>
            </a:extLst>
          </p:cNvPr>
          <p:cNvSpPr>
            <a:spLocks xmlns:a="http://schemas.openxmlformats.org/drawingml/2006/main" noGrp="1"/>
          </p:cNvSpPr>
          <p:nvPr/>
        </p:nvSpPr>
        <p:spPr>
          <a:xfrm xmlns:a="http://schemas.openxmlformats.org/drawingml/2006/main">
            <a:off x="4400550"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bcrypt password</a:t>
            </a:r>
          </a:p>
        </p:txBody>
      </p:sp>
      <p:sp>
        <p:nvSpPr>
          <p:cNvPr id="20" name="">
            <a:extLst xmlns:a="http://schemas.openxmlformats.org/drawingml/2006/main">
              <a:ext uri="{FF2B5EF4-FFF2-40B4-BE49-F238E27FC236}">
                <a16:creationId xmlns:a16="http://schemas.microsoft.com/office/drawing/2014/main" id="{CBA73492-F1A4-4EE8-87C2-BEC203CBEF58}"/>
              </a:ext>
            </a:extLst>
          </p:cNvPr>
          <p:cNvSpPr>
            <a:spLocks xmlns:a="http://schemas.openxmlformats.org/drawingml/2006/main" noGrp="1"/>
          </p:cNvSpPr>
          <p:nvPr/>
        </p:nvSpPr>
        <p:spPr>
          <a:xfrm xmlns:a="http://schemas.openxmlformats.org/drawingml/2006/main">
            <a:off x="6962775"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A8826005-E78E-4D47-8366-99681D45FDFC}"/>
              </a:ext>
            </a:extLst>
          </p:cNvPr>
          <p:cNvSpPr>
            <a:spLocks xmlns:a="http://schemas.openxmlformats.org/drawingml/2006/main" noGrp="1"/>
          </p:cNvSpPr>
          <p:nvPr/>
        </p:nvSpPr>
        <p:spPr>
          <a:xfrm xmlns:a="http://schemas.openxmlformats.org/drawingml/2006/main">
            <a:off x="6962775"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BE85D5E9-4475-407B-8A3E-302ECE2BA698}"/>
              </a:ext>
            </a:extLst>
          </p:cNvPr>
          <p:cNvSpPr>
            <a:spLocks xmlns:a="http://schemas.openxmlformats.org/drawingml/2006/main" noGrp="1"/>
          </p:cNvSpPr>
          <p:nvPr/>
        </p:nvSpPr>
        <p:spPr>
          <a:xfrm xmlns:a="http://schemas.openxmlformats.org/drawingml/2006/main">
            <a:off x="6372225" y="30289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Issue session</a:t>
            </a:r>
          </a:p>
        </p:txBody>
      </p:sp>
      <p:sp>
        <p:nvSpPr>
          <p:cNvPr id="23" name="">
            <a:extLst xmlns:a="http://schemas.openxmlformats.org/drawingml/2006/main">
              <a:ext uri="{FF2B5EF4-FFF2-40B4-BE49-F238E27FC236}">
                <a16:creationId xmlns:a16="http://schemas.microsoft.com/office/drawing/2014/main" id="{A0AF3B4F-2DD6-4116-866A-489CCE3E19EB}"/>
              </a:ext>
            </a:extLst>
          </p:cNvPr>
          <p:cNvSpPr>
            <a:spLocks xmlns:a="http://schemas.openxmlformats.org/drawingml/2006/main" noGrp="1"/>
          </p:cNvSpPr>
          <p:nvPr/>
        </p:nvSpPr>
        <p:spPr>
          <a:xfrm xmlns:a="http://schemas.openxmlformats.org/drawingml/2006/main">
            <a:off x="6353175"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JWT + secure cookie</a:t>
            </a:r>
          </a:p>
        </p:txBody>
      </p:sp>
      <p:sp>
        <p:nvSpPr>
          <p:cNvPr id="24" name="">
            <a:extLst xmlns:a="http://schemas.openxmlformats.org/drawingml/2006/main">
              <a:ext uri="{FF2B5EF4-FFF2-40B4-BE49-F238E27FC236}">
                <a16:creationId xmlns:a16="http://schemas.microsoft.com/office/drawing/2014/main" id="{92C04F3F-2A43-41B8-9BC4-87140863E717}"/>
              </a:ext>
            </a:extLst>
          </p:cNvPr>
          <p:cNvSpPr>
            <a:spLocks xmlns:a="http://schemas.openxmlformats.org/drawingml/2006/main" noGrp="1"/>
          </p:cNvSpPr>
          <p:nvPr/>
        </p:nvSpPr>
        <p:spPr>
          <a:xfrm xmlns:a="http://schemas.openxmlformats.org/drawingml/2006/main">
            <a:off x="8915400" y="25146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5" name="">
            <a:extLst xmlns:a="http://schemas.openxmlformats.org/drawingml/2006/main">
              <a:ext uri="{FF2B5EF4-FFF2-40B4-BE49-F238E27FC236}">
                <a16:creationId xmlns:a16="http://schemas.microsoft.com/office/drawing/2014/main" id="{D727A45C-F3E6-4329-801B-66AA16D08D35}"/>
              </a:ext>
            </a:extLst>
          </p:cNvPr>
          <p:cNvSpPr>
            <a:spLocks xmlns:a="http://schemas.openxmlformats.org/drawingml/2006/main" noGrp="1"/>
          </p:cNvSpPr>
          <p:nvPr/>
        </p:nvSpPr>
        <p:spPr>
          <a:xfrm xmlns:a="http://schemas.openxmlformats.org/drawingml/2006/main">
            <a:off x="8915400"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189B8644-9DB9-4DA2-BA15-3EC37C54DEB8}"/>
              </a:ext>
            </a:extLst>
          </p:cNvPr>
          <p:cNvSpPr>
            <a:spLocks xmlns:a="http://schemas.openxmlformats.org/drawingml/2006/main" noGrp="1"/>
          </p:cNvSpPr>
          <p:nvPr/>
        </p:nvSpPr>
        <p:spPr>
          <a:xfrm xmlns:a="http://schemas.openxmlformats.org/drawingml/2006/main">
            <a:off x="8324850" y="30289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Load user</a:t>
            </a:r>
          </a:p>
        </p:txBody>
      </p:sp>
      <p:sp>
        <p:nvSpPr>
          <p:cNvPr id="27" name="">
            <a:extLst xmlns:a="http://schemas.openxmlformats.org/drawingml/2006/main">
              <a:ext uri="{FF2B5EF4-FFF2-40B4-BE49-F238E27FC236}">
                <a16:creationId xmlns:a16="http://schemas.microsoft.com/office/drawing/2014/main" id="{EB464BD1-9559-4270-A325-6683325FBD99}"/>
              </a:ext>
            </a:extLst>
          </p:cNvPr>
          <p:cNvSpPr>
            <a:spLocks xmlns:a="http://schemas.openxmlformats.org/drawingml/2006/main" noGrp="1"/>
          </p:cNvSpPr>
          <p:nvPr/>
        </p:nvSpPr>
        <p:spPr>
          <a:xfrm xmlns:a="http://schemas.openxmlformats.org/drawingml/2006/main">
            <a:off x="8305800"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Current role and status</a:t>
            </a:r>
          </a:p>
        </p:txBody>
      </p:sp>
      <p:sp>
        <p:nvSpPr>
          <p:cNvPr id="28" name="">
            <a:extLst xmlns:a="http://schemas.openxmlformats.org/drawingml/2006/main">
              <a:ext uri="{FF2B5EF4-FFF2-40B4-BE49-F238E27FC236}">
                <a16:creationId xmlns:a16="http://schemas.microsoft.com/office/drawing/2014/main" id="{2E3C1C56-9E3F-4CBD-8626-09C66785F04C}"/>
              </a:ext>
            </a:extLst>
          </p:cNvPr>
          <p:cNvSpPr>
            <a:spLocks xmlns:a="http://schemas.openxmlformats.org/drawingml/2006/main" noGrp="1"/>
          </p:cNvSpPr>
          <p:nvPr/>
        </p:nvSpPr>
        <p:spPr>
          <a:xfrm xmlns:a="http://schemas.openxmlformats.org/drawingml/2006/main">
            <a:off x="10868025" y="25146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9" name="">
            <a:extLst xmlns:a="http://schemas.openxmlformats.org/drawingml/2006/main">
              <a:ext uri="{FF2B5EF4-FFF2-40B4-BE49-F238E27FC236}">
                <a16:creationId xmlns:a16="http://schemas.microsoft.com/office/drawing/2014/main" id="{E932EE24-BDC4-4A15-86EF-49ADD8C776B6}"/>
              </a:ext>
            </a:extLst>
          </p:cNvPr>
          <p:cNvSpPr>
            <a:spLocks xmlns:a="http://schemas.openxmlformats.org/drawingml/2006/main" noGrp="1"/>
          </p:cNvSpPr>
          <p:nvPr/>
        </p:nvSpPr>
        <p:spPr>
          <a:xfrm xmlns:a="http://schemas.openxmlformats.org/drawingml/2006/main">
            <a:off x="10868025" y="25527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F842DF6B-DE3F-4F6D-9164-1D690E2878AE}"/>
              </a:ext>
            </a:extLst>
          </p:cNvPr>
          <p:cNvSpPr>
            <a:spLocks xmlns:a="http://schemas.openxmlformats.org/drawingml/2006/main" noGrp="1"/>
          </p:cNvSpPr>
          <p:nvPr/>
        </p:nvSpPr>
        <p:spPr>
          <a:xfrm xmlns:a="http://schemas.openxmlformats.org/drawingml/2006/main">
            <a:off x="10277475" y="302895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Revoke</a:t>
            </a:r>
          </a:p>
        </p:txBody>
      </p:sp>
      <p:sp>
        <p:nvSpPr>
          <p:cNvPr id="31" name="">
            <a:extLst xmlns:a="http://schemas.openxmlformats.org/drawingml/2006/main">
              <a:ext uri="{FF2B5EF4-FFF2-40B4-BE49-F238E27FC236}">
                <a16:creationId xmlns:a16="http://schemas.microsoft.com/office/drawing/2014/main" id="{88030597-5B56-4312-A7BC-1EFDDB003A56}"/>
              </a:ext>
            </a:extLst>
          </p:cNvPr>
          <p:cNvSpPr>
            <a:spLocks xmlns:a="http://schemas.openxmlformats.org/drawingml/2006/main" noGrp="1"/>
          </p:cNvSpPr>
          <p:nvPr/>
        </p:nvSpPr>
        <p:spPr>
          <a:xfrm xmlns:a="http://schemas.openxmlformats.org/drawingml/2006/main">
            <a:off x="10258425" y="3352800"/>
            <a:ext cx="1524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auth_version changes</a:t>
            </a:r>
          </a:p>
        </p:txBody>
      </p:sp>
      <p:sp>
        <p:nvSpPr>
          <p:cNvPr id="32" name="">
            <a:extLst xmlns:a="http://schemas.openxmlformats.org/drawingml/2006/main">
              <a:ext uri="{FF2B5EF4-FFF2-40B4-BE49-F238E27FC236}">
                <a16:creationId xmlns:a16="http://schemas.microsoft.com/office/drawing/2014/main" id="{646C3B5C-3F43-4A28-8505-9D749AE40D32}"/>
              </a:ext>
            </a:extLst>
          </p:cNvPr>
          <p:cNvSpPr>
            <a:spLocks xmlns:a="http://schemas.openxmlformats.org/drawingml/2006/main" noGrp="1"/>
          </p:cNvSpPr>
          <p:nvPr/>
        </p:nvSpPr>
        <p:spPr>
          <a:xfrm xmlns:a="http://schemas.openxmlformats.org/drawingml/2006/main">
            <a:off x="609600" y="4533900"/>
            <a:ext cx="10572750" cy="1409700"/>
          </a:xfrm>
          <a:prstGeom xmlns:a="http://schemas.openxmlformats.org/drawingml/2006/main" prst="roundRect">
            <a:avLst>
              <a:gd name="adj" fmla="val 8108"/>
            </a:avLst>
          </a:prstGeom>
          <a:solidFill xmlns:a="http://schemas.openxmlformats.org/drawingml/2006/main">
            <a:srgbClr val="EDF1E9"/>
          </a:solidFill>
          <a:ln xmlns:a="http://schemas.openxmlformats.org/drawingml/2006/main" w="9525">
            <a:solidFill>
              <a:srgbClr val="CFDBCF"/>
            </a:solidFill>
            <a:prstDash val="solid"/>
          </a:ln>
        </p:spPr>
      </p:sp>
      <p:sp>
        <p:nvSpPr>
          <p:cNvPr id="33" name="">
            <a:extLst xmlns:a="http://schemas.openxmlformats.org/drawingml/2006/main">
              <a:ext uri="{FF2B5EF4-FFF2-40B4-BE49-F238E27FC236}">
                <a16:creationId xmlns:a16="http://schemas.microsoft.com/office/drawing/2014/main" id="{C03BA980-2969-4D0E-85ED-190C064D7DBC}"/>
              </a:ext>
            </a:extLst>
          </p:cNvPr>
          <p:cNvSpPr>
            <a:spLocks xmlns:a="http://schemas.openxmlformats.org/drawingml/2006/main" noGrp="1"/>
          </p:cNvSpPr>
          <p:nvPr/>
        </p:nvSpPr>
        <p:spPr>
          <a:xfrm xmlns:a="http://schemas.openxmlformats.org/drawingml/2006/main">
            <a:off x="838200" y="47434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Revocation model</a:t>
            </a:r>
          </a:p>
        </p:txBody>
      </p:sp>
      <p:sp>
        <p:nvSpPr>
          <p:cNvPr id="34" name="">
            <a:extLst xmlns:a="http://schemas.openxmlformats.org/drawingml/2006/main">
              <a:ext uri="{FF2B5EF4-FFF2-40B4-BE49-F238E27FC236}">
                <a16:creationId xmlns:a16="http://schemas.microsoft.com/office/drawing/2014/main" id="{5AD0CA63-F0AD-4804-B280-B8F6DC6E8C5C}"/>
              </a:ext>
            </a:extLst>
          </p:cNvPr>
          <p:cNvSpPr>
            <a:spLocks xmlns:a="http://schemas.openxmlformats.org/drawingml/2006/main" noGrp="1"/>
          </p:cNvSpPr>
          <p:nvPr/>
        </p:nvSpPr>
        <p:spPr>
          <a:xfrm xmlns:a="http://schemas.openxmlformats.org/drawingml/2006/main">
            <a:off x="838200" y="5105400"/>
            <a:ext cx="7239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75" b="0">
                <a:solidFill>
                  <a:srgbClr val="192B23"/>
                </a:solidFill>
                <a:latin typeface="Noto Sans"/>
                <a:ea typeface="Noto Sans"/>
                <a:cs typeface="Noto Sans"/>
              </a:defRPr>
            </a:defPPr>
            <a:lvl1pPr algn="l">
              <a:defRPr sz="1275" b="0">
                <a:solidFill>
                  <a:srgbClr val="192B23"/>
                </a:solidFill>
                <a:latin typeface="Noto Sans"/>
                <a:ea typeface="Noto Sans"/>
                <a:cs typeface="Noto Sans"/>
              </a:defRPr>
            </a:lvl1pPr>
            <a:lvl2pPr algn="l">
              <a:defRPr sz="1275" b="0">
                <a:solidFill>
                  <a:srgbClr val="192B23"/>
                </a:solidFill>
                <a:latin typeface="Noto Sans"/>
                <a:ea typeface="Noto Sans"/>
                <a:cs typeface="Noto Sans"/>
              </a:defRPr>
            </a:lvl2pPr>
            <a:lvl3pPr algn="l">
              <a:defRPr sz="1275" b="0">
                <a:solidFill>
                  <a:srgbClr val="192B23"/>
                </a:solidFill>
                <a:latin typeface="Noto Sans"/>
                <a:ea typeface="Noto Sans"/>
                <a:cs typeface="Noto Sans"/>
              </a:defRPr>
            </a:lvl3pPr>
            <a:lvl4pPr algn="l">
              <a:defRPr sz="1275" b="0">
                <a:solidFill>
                  <a:srgbClr val="192B23"/>
                </a:solidFill>
                <a:latin typeface="Noto Sans"/>
                <a:ea typeface="Noto Sans"/>
                <a:cs typeface="Noto Sans"/>
              </a:defRPr>
            </a:lvl4pPr>
            <a:lvl5pPr algn="l">
              <a:defRPr sz="1275" b="0">
                <a:solidFill>
                  <a:srgbClr val="192B23"/>
                </a:solidFill>
                <a:latin typeface="Noto Sans"/>
                <a:ea typeface="Noto Sans"/>
                <a:cs typeface="Noto Sans"/>
              </a:defRPr>
            </a:lvl5pPr>
            <a:lvl6pPr algn="l">
              <a:defRPr sz="1275" b="0">
                <a:solidFill>
                  <a:srgbClr val="192B23"/>
                </a:solidFill>
                <a:latin typeface="Noto Sans"/>
                <a:ea typeface="Noto Sans"/>
                <a:cs typeface="Noto Sans"/>
              </a:defRPr>
            </a:lvl6pPr>
            <a:lvl7pPr algn="l">
              <a:defRPr sz="1275" b="0">
                <a:solidFill>
                  <a:srgbClr val="192B23"/>
                </a:solidFill>
                <a:latin typeface="Noto Sans"/>
                <a:ea typeface="Noto Sans"/>
                <a:cs typeface="Noto Sans"/>
              </a:defRPr>
            </a:lvl7pPr>
            <a:lvl8pPr algn="l">
              <a:defRPr sz="1275" b="0">
                <a:solidFill>
                  <a:srgbClr val="192B23"/>
                </a:solidFill>
                <a:latin typeface="Noto Sans"/>
                <a:ea typeface="Noto Sans"/>
                <a:cs typeface="Noto Sans"/>
              </a:defRPr>
            </a:lvl8pPr>
            <a:lvl9pPr algn="l">
              <a:defRPr sz="1275" b="0">
                <a:solidFill>
                  <a:srgbClr val="192B23"/>
                </a:solidFill>
                <a:latin typeface="Noto Sans"/>
                <a:ea typeface="Noto Sans"/>
                <a:cs typeface="Noto Sans"/>
              </a:defRPr>
            </a:lvl9pPr>
          </a:lstStyle>
          <a:p xmlns:a="http://schemas.openxmlformats.org/drawingml/2006/main">
            <a:pPr algn="l">
              <a:defRPr sz="1275" b="0">
                <a:solidFill>
                  <a:srgbClr val="192B23"/>
                </a:solidFill>
                <a:latin typeface="Noto Sans"/>
                <a:ea typeface="Noto Sans"/>
                <a:cs typeface="Noto Sans"/>
              </a:defRPr>
            </a:pPr>
            <a:r>
              <a:rPr sz="1275" b="0">
                <a:solidFill>
                  <a:srgbClr val="192B23"/>
                </a:solidFill>
                <a:latin typeface="Noto Sans"/>
                <a:ea typeface="Noto Sans"/>
                <a:cs typeface="Noto Sans"/>
              </a:rPr>
              <a:t>JWT contains session_id and auth_version. Redis rejects revoked sessions quickly. PostgreSQL remains the durable source of truth.</a:t>
            </a:r>
          </a:p>
        </p:txBody>
      </p:sp>
      <p:sp>
        <p:nvSpPr>
          <p:cNvPr id="35" name="">
            <a:extLst xmlns:a="http://schemas.openxmlformats.org/drawingml/2006/main">
              <a:ext uri="{FF2B5EF4-FFF2-40B4-BE49-F238E27FC236}">
                <a16:creationId xmlns:a16="http://schemas.microsoft.com/office/drawing/2014/main" id="{2FB3C2CD-892E-4CC3-BB50-7AC19B003B6B}"/>
              </a:ext>
            </a:extLst>
          </p:cNvPr>
          <p:cNvSpPr>
            <a:spLocks xmlns:a="http://schemas.openxmlformats.org/drawingml/2006/main" noGrp="1"/>
          </p:cNvSpPr>
          <p:nvPr/>
        </p:nvSpPr>
        <p:spPr>
          <a:xfrm xmlns:a="http://schemas.openxmlformats.org/drawingml/2006/main">
            <a:off x="8496300" y="4743450"/>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2FA</a:t>
            </a:r>
          </a:p>
        </p:txBody>
      </p:sp>
      <p:sp>
        <p:nvSpPr>
          <p:cNvPr id="36" name="">
            <a:extLst xmlns:a="http://schemas.openxmlformats.org/drawingml/2006/main">
              <a:ext uri="{FF2B5EF4-FFF2-40B4-BE49-F238E27FC236}">
                <a16:creationId xmlns:a16="http://schemas.microsoft.com/office/drawing/2014/main" id="{2C0CDA39-8755-44D1-A4D2-3767F27C7928}"/>
              </a:ext>
            </a:extLst>
          </p:cNvPr>
          <p:cNvSpPr>
            <a:spLocks xmlns:a="http://schemas.openxmlformats.org/drawingml/2006/main" noGrp="1"/>
          </p:cNvSpPr>
          <p:nvPr/>
        </p:nvSpPr>
        <p:spPr>
          <a:xfrm xmlns:a="http://schemas.openxmlformats.org/drawingml/2006/main">
            <a:off x="8496300" y="5105400"/>
            <a:ext cx="23241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Short-lived challenges are consumed atomically to prevent replay.</a:t>
            </a:r>
          </a:p>
        </p:txBody>
      </p:sp>
    </p:spTree>
    <p:transition spd="med" advClick="1">
      <p:fade/>
    </p:transition>
    <p:extLst>
      <p:ext uri="{BB962C8B-B14F-4D97-AF65-F5344CB8AC3E}">
        <p14:creationId xmlns:p14="http://schemas.microsoft.com/office/powerpoint/2010/main" val="308248049"/>
      </p:ext>
    </p:extLst>
  </p:cSld>
</p:sld>
</file>

<file path=ppt/slides/slide1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6F4B6A0C-7C75-429C-AF86-BB6CCBC6588A}"/>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ACCESS CONTROL</a:t>
            </a:r>
          </a:p>
        </p:txBody>
      </p:sp>
      <p:sp>
        <p:nvSpPr>
          <p:cNvPr id="2" name="">
            <a:extLst xmlns:a="http://schemas.openxmlformats.org/drawingml/2006/main">
              <a:ext uri="{FF2B5EF4-FFF2-40B4-BE49-F238E27FC236}">
                <a16:creationId xmlns:a16="http://schemas.microsoft.com/office/drawing/2014/main" id="{E0FFF55F-F78A-44E1-9FD1-F9E56345ED35}"/>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11</a:t>
            </a:r>
          </a:p>
        </p:txBody>
      </p:sp>
      <p:sp>
        <p:nvSpPr>
          <p:cNvPr id="3" name="">
            <a:extLst xmlns:a="http://schemas.openxmlformats.org/drawingml/2006/main">
              <a:ext uri="{FF2B5EF4-FFF2-40B4-BE49-F238E27FC236}">
                <a16:creationId xmlns:a16="http://schemas.microsoft.com/office/drawing/2014/main" id="{AACE801F-ED06-414C-B0FC-C88FCCE7112D}"/>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Permission plus resource scope</a:t>
            </a:r>
          </a:p>
        </p:txBody>
      </p:sp>
      <p:sp>
        <p:nvSpPr>
          <p:cNvPr id="4" name="">
            <a:extLst xmlns:a="http://schemas.openxmlformats.org/drawingml/2006/main">
              <a:ext uri="{FF2B5EF4-FFF2-40B4-BE49-F238E27FC236}">
                <a16:creationId xmlns:a16="http://schemas.microsoft.com/office/drawing/2014/main" id="{7AC4C83D-FE03-4D77-A2A1-CB9A13A467F0}"/>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AA5943DB-7DC8-4E70-9635-E1D35E96B015}"/>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Every protected action combines a role capability with ownership or tenant boundaries.</a:t>
            </a:r>
          </a:p>
        </p:txBody>
      </p:sp>
      <p:sp>
        <p:nvSpPr>
          <p:cNvPr id="6" name="">
            <a:extLst xmlns:a="http://schemas.openxmlformats.org/drawingml/2006/main">
              <a:ext uri="{FF2B5EF4-FFF2-40B4-BE49-F238E27FC236}">
                <a16:creationId xmlns:a16="http://schemas.microsoft.com/office/drawing/2014/main" id="{E775E780-A757-4865-A04A-CBC7DF6D0960}"/>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F94ECED5-CCBF-44F9-B56A-9DA19C22254F}"/>
              </a:ext>
            </a:extLst>
          </p:cNvPr>
          <p:cNvSpPr>
            <a:spLocks xmlns:a="http://schemas.openxmlformats.org/drawingml/2006/main" noGrp="1"/>
          </p:cNvSpPr>
          <p:nvPr/>
        </p:nvSpPr>
        <p:spPr>
          <a:xfrm xmlns:a="http://schemas.openxmlformats.org/drawingml/2006/main">
            <a:off x="857250" y="20764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ROLE PERMISSION</a:t>
            </a:r>
          </a:p>
        </p:txBody>
      </p:sp>
      <p:sp>
        <p:nvSpPr>
          <p:cNvPr id="8" name="">
            <a:extLst xmlns:a="http://schemas.openxmlformats.org/drawingml/2006/main">
              <a:ext uri="{FF2B5EF4-FFF2-40B4-BE49-F238E27FC236}">
                <a16:creationId xmlns:a16="http://schemas.microsoft.com/office/drawing/2014/main" id="{F64ED7A2-ABD0-48B2-AF46-451875C03636}"/>
              </a:ext>
            </a:extLst>
          </p:cNvPr>
          <p:cNvSpPr>
            <a:spLocks xmlns:a="http://schemas.openxmlformats.org/drawingml/2006/main" noGrp="1"/>
          </p:cNvSpPr>
          <p:nvPr/>
        </p:nvSpPr>
        <p:spPr>
          <a:xfrm xmlns:a="http://schemas.openxmlformats.org/drawingml/2006/main">
            <a:off x="3638550" y="23050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3300" b="1">
                <a:solidFill>
                  <a:srgbClr val="A25C38"/>
                </a:solidFill>
                <a:latin typeface="Noto Sans"/>
                <a:ea typeface="Noto Sans"/>
                <a:cs typeface="Noto Sans"/>
              </a:defRPr>
            </a:defPPr>
            <a:lvl1pPr algn="ctr">
              <a:defRPr sz="3300" b="1">
                <a:solidFill>
                  <a:srgbClr val="A25C38"/>
                </a:solidFill>
                <a:latin typeface="Noto Sans"/>
                <a:ea typeface="Noto Sans"/>
                <a:cs typeface="Noto Sans"/>
              </a:defRPr>
            </a:lvl1pPr>
            <a:lvl2pPr algn="ctr">
              <a:defRPr sz="3300" b="1">
                <a:solidFill>
                  <a:srgbClr val="A25C38"/>
                </a:solidFill>
                <a:latin typeface="Noto Sans"/>
                <a:ea typeface="Noto Sans"/>
                <a:cs typeface="Noto Sans"/>
              </a:defRPr>
            </a:lvl2pPr>
            <a:lvl3pPr algn="ctr">
              <a:defRPr sz="3300" b="1">
                <a:solidFill>
                  <a:srgbClr val="A25C38"/>
                </a:solidFill>
                <a:latin typeface="Noto Sans"/>
                <a:ea typeface="Noto Sans"/>
                <a:cs typeface="Noto Sans"/>
              </a:defRPr>
            </a:lvl3pPr>
            <a:lvl4pPr algn="ctr">
              <a:defRPr sz="3300" b="1">
                <a:solidFill>
                  <a:srgbClr val="A25C38"/>
                </a:solidFill>
                <a:latin typeface="Noto Sans"/>
                <a:ea typeface="Noto Sans"/>
                <a:cs typeface="Noto Sans"/>
              </a:defRPr>
            </a:lvl4pPr>
            <a:lvl5pPr algn="ctr">
              <a:defRPr sz="3300" b="1">
                <a:solidFill>
                  <a:srgbClr val="A25C38"/>
                </a:solidFill>
                <a:latin typeface="Noto Sans"/>
                <a:ea typeface="Noto Sans"/>
                <a:cs typeface="Noto Sans"/>
              </a:defRPr>
            </a:lvl5pPr>
            <a:lvl6pPr algn="ctr">
              <a:defRPr sz="3300" b="1">
                <a:solidFill>
                  <a:srgbClr val="A25C38"/>
                </a:solidFill>
                <a:latin typeface="Noto Sans"/>
                <a:ea typeface="Noto Sans"/>
                <a:cs typeface="Noto Sans"/>
              </a:defRPr>
            </a:lvl6pPr>
            <a:lvl7pPr algn="ctr">
              <a:defRPr sz="3300" b="1">
                <a:solidFill>
                  <a:srgbClr val="A25C38"/>
                </a:solidFill>
                <a:latin typeface="Noto Sans"/>
                <a:ea typeface="Noto Sans"/>
                <a:cs typeface="Noto Sans"/>
              </a:defRPr>
            </a:lvl7pPr>
            <a:lvl8pPr algn="ctr">
              <a:defRPr sz="3300" b="1">
                <a:solidFill>
                  <a:srgbClr val="A25C38"/>
                </a:solidFill>
                <a:latin typeface="Noto Sans"/>
                <a:ea typeface="Noto Sans"/>
                <a:cs typeface="Noto Sans"/>
              </a:defRPr>
            </a:lvl8pPr>
            <a:lvl9pPr algn="ctr">
              <a:defRPr sz="3300" b="1">
                <a:solidFill>
                  <a:srgbClr val="A25C38"/>
                </a:solidFill>
                <a:latin typeface="Noto Sans"/>
                <a:ea typeface="Noto Sans"/>
                <a:cs typeface="Noto Sans"/>
              </a:defRPr>
            </a:lvl9pPr>
          </a:lstStyle>
          <a:p xmlns:a="http://schemas.openxmlformats.org/drawingml/2006/main">
            <a:pPr algn="ctr">
              <a:defRPr sz="3300" b="1">
                <a:solidFill>
                  <a:srgbClr val="A25C38"/>
                </a:solidFill>
                <a:latin typeface="Noto Sans"/>
                <a:ea typeface="Noto Sans"/>
                <a:cs typeface="Noto Sans"/>
              </a:defRPr>
            </a:pPr>
            <a:r>
              <a:rPr sz="3300" b="1">
                <a:solidFill>
                  <a:srgbClr val="A25C38"/>
                </a:solidFill>
                <a:latin typeface="Noto Sans"/>
                <a:ea typeface="Noto Sans"/>
                <a:cs typeface="Noto Sans"/>
              </a:rPr>
              <a:t>+</a:t>
            </a:r>
          </a:p>
        </p:txBody>
      </p:sp>
      <p:sp>
        <p:nvSpPr>
          <p:cNvPr id="9" name="">
            <a:extLst xmlns:a="http://schemas.openxmlformats.org/drawingml/2006/main">
              <a:ext uri="{FF2B5EF4-FFF2-40B4-BE49-F238E27FC236}">
                <a16:creationId xmlns:a16="http://schemas.microsoft.com/office/drawing/2014/main" id="{DC214248-1549-401C-975E-35B1516450FA}"/>
              </a:ext>
            </a:extLst>
          </p:cNvPr>
          <p:cNvSpPr>
            <a:spLocks xmlns:a="http://schemas.openxmlformats.org/drawingml/2006/main" noGrp="1"/>
          </p:cNvSpPr>
          <p:nvPr/>
        </p:nvSpPr>
        <p:spPr>
          <a:xfrm xmlns:a="http://schemas.openxmlformats.org/drawingml/2006/main">
            <a:off x="4552950" y="20764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RESOURCE SCOPE</a:t>
            </a:r>
          </a:p>
        </p:txBody>
      </p:sp>
      <p:sp>
        <p:nvSpPr>
          <p:cNvPr id="10" name="">
            <a:extLst xmlns:a="http://schemas.openxmlformats.org/drawingml/2006/main">
              <a:ext uri="{FF2B5EF4-FFF2-40B4-BE49-F238E27FC236}">
                <a16:creationId xmlns:a16="http://schemas.microsoft.com/office/drawing/2014/main" id="{DC8DED55-F592-4BFD-8D6B-F270E591EADC}"/>
              </a:ext>
            </a:extLst>
          </p:cNvPr>
          <p:cNvSpPr>
            <a:spLocks xmlns:a="http://schemas.openxmlformats.org/drawingml/2006/main" noGrp="1"/>
          </p:cNvSpPr>
          <p:nvPr/>
        </p:nvSpPr>
        <p:spPr>
          <a:xfrm xmlns:a="http://schemas.openxmlformats.org/drawingml/2006/main">
            <a:off x="7334250" y="230505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3300" b="1">
                <a:solidFill>
                  <a:srgbClr val="A25C38"/>
                </a:solidFill>
                <a:latin typeface="Noto Sans"/>
                <a:ea typeface="Noto Sans"/>
                <a:cs typeface="Noto Sans"/>
              </a:defRPr>
            </a:defPPr>
            <a:lvl1pPr algn="ctr">
              <a:defRPr sz="3300" b="1">
                <a:solidFill>
                  <a:srgbClr val="A25C38"/>
                </a:solidFill>
                <a:latin typeface="Noto Sans"/>
                <a:ea typeface="Noto Sans"/>
                <a:cs typeface="Noto Sans"/>
              </a:defRPr>
            </a:lvl1pPr>
            <a:lvl2pPr algn="ctr">
              <a:defRPr sz="3300" b="1">
                <a:solidFill>
                  <a:srgbClr val="A25C38"/>
                </a:solidFill>
                <a:latin typeface="Noto Sans"/>
                <a:ea typeface="Noto Sans"/>
                <a:cs typeface="Noto Sans"/>
              </a:defRPr>
            </a:lvl2pPr>
            <a:lvl3pPr algn="ctr">
              <a:defRPr sz="3300" b="1">
                <a:solidFill>
                  <a:srgbClr val="A25C38"/>
                </a:solidFill>
                <a:latin typeface="Noto Sans"/>
                <a:ea typeface="Noto Sans"/>
                <a:cs typeface="Noto Sans"/>
              </a:defRPr>
            </a:lvl3pPr>
            <a:lvl4pPr algn="ctr">
              <a:defRPr sz="3300" b="1">
                <a:solidFill>
                  <a:srgbClr val="A25C38"/>
                </a:solidFill>
                <a:latin typeface="Noto Sans"/>
                <a:ea typeface="Noto Sans"/>
                <a:cs typeface="Noto Sans"/>
              </a:defRPr>
            </a:lvl4pPr>
            <a:lvl5pPr algn="ctr">
              <a:defRPr sz="3300" b="1">
                <a:solidFill>
                  <a:srgbClr val="A25C38"/>
                </a:solidFill>
                <a:latin typeface="Noto Sans"/>
                <a:ea typeface="Noto Sans"/>
                <a:cs typeface="Noto Sans"/>
              </a:defRPr>
            </a:lvl5pPr>
            <a:lvl6pPr algn="ctr">
              <a:defRPr sz="3300" b="1">
                <a:solidFill>
                  <a:srgbClr val="A25C38"/>
                </a:solidFill>
                <a:latin typeface="Noto Sans"/>
                <a:ea typeface="Noto Sans"/>
                <a:cs typeface="Noto Sans"/>
              </a:defRPr>
            </a:lvl6pPr>
            <a:lvl7pPr algn="ctr">
              <a:defRPr sz="3300" b="1">
                <a:solidFill>
                  <a:srgbClr val="A25C38"/>
                </a:solidFill>
                <a:latin typeface="Noto Sans"/>
                <a:ea typeface="Noto Sans"/>
                <a:cs typeface="Noto Sans"/>
              </a:defRPr>
            </a:lvl7pPr>
            <a:lvl8pPr algn="ctr">
              <a:defRPr sz="3300" b="1">
                <a:solidFill>
                  <a:srgbClr val="A25C38"/>
                </a:solidFill>
                <a:latin typeface="Noto Sans"/>
                <a:ea typeface="Noto Sans"/>
                <a:cs typeface="Noto Sans"/>
              </a:defRPr>
            </a:lvl8pPr>
            <a:lvl9pPr algn="ctr">
              <a:defRPr sz="3300" b="1">
                <a:solidFill>
                  <a:srgbClr val="A25C38"/>
                </a:solidFill>
                <a:latin typeface="Noto Sans"/>
                <a:ea typeface="Noto Sans"/>
                <a:cs typeface="Noto Sans"/>
              </a:defRPr>
            </a:lvl9pPr>
          </a:lstStyle>
          <a:p xmlns:a="http://schemas.openxmlformats.org/drawingml/2006/main">
            <a:pPr algn="ctr">
              <a:defRPr sz="3300" b="1">
                <a:solidFill>
                  <a:srgbClr val="A25C38"/>
                </a:solidFill>
                <a:latin typeface="Noto Sans"/>
                <a:ea typeface="Noto Sans"/>
                <a:cs typeface="Noto Sans"/>
              </a:defRPr>
            </a:pPr>
            <a:r>
              <a:rPr sz="3300" b="1">
                <a:solidFill>
                  <a:srgbClr val="A25C38"/>
                </a:solidFill>
                <a:latin typeface="Noto Sans"/>
                <a:ea typeface="Noto Sans"/>
                <a:cs typeface="Noto Sans"/>
              </a:rPr>
              <a:t>=</a:t>
            </a:r>
          </a:p>
        </p:txBody>
      </p:sp>
      <p:sp>
        <p:nvSpPr>
          <p:cNvPr id="11" name="">
            <a:extLst xmlns:a="http://schemas.openxmlformats.org/drawingml/2006/main">
              <a:ext uri="{FF2B5EF4-FFF2-40B4-BE49-F238E27FC236}">
                <a16:creationId xmlns:a16="http://schemas.microsoft.com/office/drawing/2014/main" id="{73901D8F-16A5-49ED-A0DC-D03CADE99E73}"/>
              </a:ext>
            </a:extLst>
          </p:cNvPr>
          <p:cNvSpPr>
            <a:spLocks xmlns:a="http://schemas.openxmlformats.org/drawingml/2006/main" noGrp="1"/>
          </p:cNvSpPr>
          <p:nvPr/>
        </p:nvSpPr>
        <p:spPr>
          <a:xfrm xmlns:a="http://schemas.openxmlformats.org/drawingml/2006/main">
            <a:off x="8248650" y="2076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194D38"/>
                </a:solidFill>
                <a:latin typeface="Noto Sans"/>
                <a:ea typeface="Noto Sans"/>
                <a:cs typeface="Noto Sans"/>
              </a:defRPr>
            </a:defPPr>
            <a:lvl1pPr algn="l">
              <a:defRPr sz="975" b="1">
                <a:solidFill>
                  <a:srgbClr val="194D38"/>
                </a:solidFill>
                <a:latin typeface="Noto Sans"/>
                <a:ea typeface="Noto Sans"/>
                <a:cs typeface="Noto Sans"/>
              </a:defRPr>
            </a:lvl1pPr>
            <a:lvl2pPr algn="l">
              <a:defRPr sz="975" b="1">
                <a:solidFill>
                  <a:srgbClr val="194D38"/>
                </a:solidFill>
                <a:latin typeface="Noto Sans"/>
                <a:ea typeface="Noto Sans"/>
                <a:cs typeface="Noto Sans"/>
              </a:defRPr>
            </a:lvl2pPr>
            <a:lvl3pPr algn="l">
              <a:defRPr sz="975" b="1">
                <a:solidFill>
                  <a:srgbClr val="194D38"/>
                </a:solidFill>
                <a:latin typeface="Noto Sans"/>
                <a:ea typeface="Noto Sans"/>
                <a:cs typeface="Noto Sans"/>
              </a:defRPr>
            </a:lvl3pPr>
            <a:lvl4pPr algn="l">
              <a:defRPr sz="975" b="1">
                <a:solidFill>
                  <a:srgbClr val="194D38"/>
                </a:solidFill>
                <a:latin typeface="Noto Sans"/>
                <a:ea typeface="Noto Sans"/>
                <a:cs typeface="Noto Sans"/>
              </a:defRPr>
            </a:lvl4pPr>
            <a:lvl5pPr algn="l">
              <a:defRPr sz="975" b="1">
                <a:solidFill>
                  <a:srgbClr val="194D38"/>
                </a:solidFill>
                <a:latin typeface="Noto Sans"/>
                <a:ea typeface="Noto Sans"/>
                <a:cs typeface="Noto Sans"/>
              </a:defRPr>
            </a:lvl5pPr>
            <a:lvl6pPr algn="l">
              <a:defRPr sz="975" b="1">
                <a:solidFill>
                  <a:srgbClr val="194D38"/>
                </a:solidFill>
                <a:latin typeface="Noto Sans"/>
                <a:ea typeface="Noto Sans"/>
                <a:cs typeface="Noto Sans"/>
              </a:defRPr>
            </a:lvl6pPr>
            <a:lvl7pPr algn="l">
              <a:defRPr sz="975" b="1">
                <a:solidFill>
                  <a:srgbClr val="194D38"/>
                </a:solidFill>
                <a:latin typeface="Noto Sans"/>
                <a:ea typeface="Noto Sans"/>
                <a:cs typeface="Noto Sans"/>
              </a:defRPr>
            </a:lvl7pPr>
            <a:lvl8pPr algn="l">
              <a:defRPr sz="975" b="1">
                <a:solidFill>
                  <a:srgbClr val="194D38"/>
                </a:solidFill>
                <a:latin typeface="Noto Sans"/>
                <a:ea typeface="Noto Sans"/>
                <a:cs typeface="Noto Sans"/>
              </a:defRPr>
            </a:lvl8pPr>
            <a:lvl9pPr algn="l">
              <a:defRPr sz="975" b="1">
                <a:solidFill>
                  <a:srgbClr val="194D38"/>
                </a:solidFill>
                <a:latin typeface="Noto Sans"/>
                <a:ea typeface="Noto Sans"/>
                <a:cs typeface="Noto Sans"/>
              </a:defRPr>
            </a:lvl9pPr>
          </a:lstStyle>
          <a:p xmlns:a="http://schemas.openxmlformats.org/drawingml/2006/main">
            <a:pPr algn="l">
              <a:defRPr sz="975" b="1">
                <a:solidFill>
                  <a:srgbClr val="194D38"/>
                </a:solidFill>
                <a:latin typeface="Noto Sans"/>
                <a:ea typeface="Noto Sans"/>
                <a:cs typeface="Noto Sans"/>
              </a:defRPr>
            </a:pPr>
            <a:r>
              <a:rPr sz="975" b="1">
                <a:solidFill>
                  <a:srgbClr val="194D38"/>
                </a:solidFill>
                <a:latin typeface="Noto Sans"/>
                <a:ea typeface="Noto Sans"/>
                <a:cs typeface="Noto Sans"/>
              </a:rPr>
              <a:t>AUTHORIZED ACTION</a:t>
            </a:r>
          </a:p>
        </p:txBody>
      </p:sp>
      <p:sp>
        <p:nvSpPr>
          <p:cNvPr id="12" name="">
            <a:extLst xmlns:a="http://schemas.openxmlformats.org/drawingml/2006/main">
              <a:ext uri="{FF2B5EF4-FFF2-40B4-BE49-F238E27FC236}">
                <a16:creationId xmlns:a16="http://schemas.microsoft.com/office/drawing/2014/main" id="{78B24885-893B-4BB8-AACB-B87C7E8FFB30}"/>
              </a:ext>
            </a:extLst>
          </p:cNvPr>
          <p:cNvSpPr>
            <a:spLocks xmlns:a="http://schemas.openxmlformats.org/drawingml/2006/main" noGrp="1"/>
          </p:cNvSpPr>
          <p:nvPr/>
        </p:nvSpPr>
        <p:spPr>
          <a:xfrm xmlns:a="http://schemas.openxmlformats.org/drawingml/2006/main">
            <a:off x="609600" y="2400300"/>
            <a:ext cx="2857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9050">
            <a:solidFill>
              <a:srgbClr val="194D38"/>
            </a:solidFill>
            <a:prstDash val="solid"/>
          </a:ln>
        </p:spPr>
      </p:sp>
      <p:sp>
        <p:nvSpPr>
          <p:cNvPr id="13" name="">
            <a:extLst xmlns:a="http://schemas.openxmlformats.org/drawingml/2006/main">
              <a:ext uri="{FF2B5EF4-FFF2-40B4-BE49-F238E27FC236}">
                <a16:creationId xmlns:a16="http://schemas.microsoft.com/office/drawing/2014/main" id="{1AD0D911-FD5E-43AA-9F8E-7D181F0B2794}"/>
              </a:ext>
            </a:extLst>
          </p:cNvPr>
          <p:cNvSpPr>
            <a:spLocks xmlns:a="http://schemas.openxmlformats.org/drawingml/2006/main" noGrp="1"/>
          </p:cNvSpPr>
          <p:nvPr/>
        </p:nvSpPr>
        <p:spPr>
          <a:xfrm xmlns:a="http://schemas.openxmlformats.org/drawingml/2006/main">
            <a:off x="819150" y="2628900"/>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Recruiter can review</a:t>
            </a:r>
          </a:p>
        </p:txBody>
      </p:sp>
      <p:sp>
        <p:nvSpPr>
          <p:cNvPr id="14" name="">
            <a:extLst xmlns:a="http://schemas.openxmlformats.org/drawingml/2006/main">
              <a:ext uri="{FF2B5EF4-FFF2-40B4-BE49-F238E27FC236}">
                <a16:creationId xmlns:a16="http://schemas.microsoft.com/office/drawing/2014/main" id="{29A03BB0-C324-4C42-815A-1791E722A198}"/>
              </a:ext>
            </a:extLst>
          </p:cNvPr>
          <p:cNvSpPr>
            <a:spLocks xmlns:a="http://schemas.openxmlformats.org/drawingml/2006/main" noGrp="1"/>
          </p:cNvSpPr>
          <p:nvPr/>
        </p:nvSpPr>
        <p:spPr>
          <a:xfrm xmlns:a="http://schemas.openxmlformats.org/drawingml/2006/main">
            <a:off x="819150" y="3009900"/>
            <a:ext cx="2438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Role grants application review and chat</a:t>
            </a:r>
          </a:p>
        </p:txBody>
      </p:sp>
      <p:sp>
        <p:nvSpPr>
          <p:cNvPr id="15" name="">
            <a:extLst xmlns:a="http://schemas.openxmlformats.org/drawingml/2006/main">
              <a:ext uri="{FF2B5EF4-FFF2-40B4-BE49-F238E27FC236}">
                <a16:creationId xmlns:a16="http://schemas.microsoft.com/office/drawing/2014/main" id="{12B1595A-6014-4F57-B4EE-784699C1EA4D}"/>
              </a:ext>
            </a:extLst>
          </p:cNvPr>
          <p:cNvSpPr>
            <a:spLocks xmlns:a="http://schemas.openxmlformats.org/drawingml/2006/main" noGrp="1"/>
          </p:cNvSpPr>
          <p:nvPr/>
        </p:nvSpPr>
        <p:spPr>
          <a:xfrm xmlns:a="http://schemas.openxmlformats.org/drawingml/2006/main">
            <a:off x="4305300" y="2400300"/>
            <a:ext cx="2857500" cy="1200150"/>
          </a:xfrm>
          <a:prstGeom xmlns:a="http://schemas.openxmlformats.org/drawingml/2006/main" prst="roundRect">
            <a:avLst>
              <a:gd name="adj" fmla="val 9524"/>
            </a:avLst>
          </a:prstGeom>
          <a:solidFill xmlns:a="http://schemas.openxmlformats.org/drawingml/2006/main">
            <a:srgbClr val="FFFEFA"/>
          </a:solidFill>
          <a:ln xmlns:a="http://schemas.openxmlformats.org/drawingml/2006/main" w="19050">
            <a:solidFill>
              <a:srgbClr val="356456"/>
            </a:solidFill>
            <a:prstDash val="solid"/>
          </a:ln>
        </p:spPr>
      </p:sp>
      <p:sp>
        <p:nvSpPr>
          <p:cNvPr id="16" name="">
            <a:extLst xmlns:a="http://schemas.openxmlformats.org/drawingml/2006/main">
              <a:ext uri="{FF2B5EF4-FFF2-40B4-BE49-F238E27FC236}">
                <a16:creationId xmlns:a16="http://schemas.microsoft.com/office/drawing/2014/main" id="{A8CD3D7F-3965-4CB7-81BD-00EEB2DDE480}"/>
              </a:ext>
            </a:extLst>
          </p:cNvPr>
          <p:cNvSpPr>
            <a:spLocks xmlns:a="http://schemas.openxmlformats.org/drawingml/2006/main" noGrp="1"/>
          </p:cNvSpPr>
          <p:nvPr/>
        </p:nvSpPr>
        <p:spPr>
          <a:xfrm xmlns:a="http://schemas.openxmlformats.org/drawingml/2006/main">
            <a:off x="4514850" y="2628900"/>
            <a:ext cx="243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2B23"/>
                </a:solidFill>
                <a:latin typeface="Noto Sans"/>
                <a:ea typeface="Noto Sans"/>
                <a:cs typeface="Noto Sans"/>
              </a:defRPr>
            </a:defPPr>
            <a:lvl1pPr algn="l">
              <a:defRPr sz="1500" b="1">
                <a:solidFill>
                  <a:srgbClr val="192B23"/>
                </a:solidFill>
                <a:latin typeface="Noto Sans"/>
                <a:ea typeface="Noto Sans"/>
                <a:cs typeface="Noto Sans"/>
              </a:defRPr>
            </a:lvl1pPr>
            <a:lvl2pPr algn="l">
              <a:defRPr sz="1500" b="1">
                <a:solidFill>
                  <a:srgbClr val="192B23"/>
                </a:solidFill>
                <a:latin typeface="Noto Sans"/>
                <a:ea typeface="Noto Sans"/>
                <a:cs typeface="Noto Sans"/>
              </a:defRPr>
            </a:lvl2pPr>
            <a:lvl3pPr algn="l">
              <a:defRPr sz="1500" b="1">
                <a:solidFill>
                  <a:srgbClr val="192B23"/>
                </a:solidFill>
                <a:latin typeface="Noto Sans"/>
                <a:ea typeface="Noto Sans"/>
                <a:cs typeface="Noto Sans"/>
              </a:defRPr>
            </a:lvl3pPr>
            <a:lvl4pPr algn="l">
              <a:defRPr sz="1500" b="1">
                <a:solidFill>
                  <a:srgbClr val="192B23"/>
                </a:solidFill>
                <a:latin typeface="Noto Sans"/>
                <a:ea typeface="Noto Sans"/>
                <a:cs typeface="Noto Sans"/>
              </a:defRPr>
            </a:lvl4pPr>
            <a:lvl5pPr algn="l">
              <a:defRPr sz="1500" b="1">
                <a:solidFill>
                  <a:srgbClr val="192B23"/>
                </a:solidFill>
                <a:latin typeface="Noto Sans"/>
                <a:ea typeface="Noto Sans"/>
                <a:cs typeface="Noto Sans"/>
              </a:defRPr>
            </a:lvl5pPr>
            <a:lvl6pPr algn="l">
              <a:defRPr sz="1500" b="1">
                <a:solidFill>
                  <a:srgbClr val="192B23"/>
                </a:solidFill>
                <a:latin typeface="Noto Sans"/>
                <a:ea typeface="Noto Sans"/>
                <a:cs typeface="Noto Sans"/>
              </a:defRPr>
            </a:lvl6pPr>
            <a:lvl7pPr algn="l">
              <a:defRPr sz="1500" b="1">
                <a:solidFill>
                  <a:srgbClr val="192B23"/>
                </a:solidFill>
                <a:latin typeface="Noto Sans"/>
                <a:ea typeface="Noto Sans"/>
                <a:cs typeface="Noto Sans"/>
              </a:defRPr>
            </a:lvl7pPr>
            <a:lvl8pPr algn="l">
              <a:defRPr sz="1500" b="1">
                <a:solidFill>
                  <a:srgbClr val="192B23"/>
                </a:solidFill>
                <a:latin typeface="Noto Sans"/>
                <a:ea typeface="Noto Sans"/>
                <a:cs typeface="Noto Sans"/>
              </a:defRPr>
            </a:lvl8pPr>
            <a:lvl9pPr algn="l">
              <a:defRPr sz="1500" b="1">
                <a:solidFill>
                  <a:srgbClr val="192B23"/>
                </a:solidFill>
                <a:latin typeface="Noto Sans"/>
                <a:ea typeface="Noto Sans"/>
                <a:cs typeface="Noto Sans"/>
              </a:defRPr>
            </a:lvl9pPr>
          </a:lstStyle>
          <a:p xmlns:a="http://schemas.openxmlformats.org/drawingml/2006/main">
            <a:pPr algn="l">
              <a:defRPr sz="1500" b="1">
                <a:solidFill>
                  <a:srgbClr val="192B23"/>
                </a:solidFill>
                <a:latin typeface="Noto Sans"/>
                <a:ea typeface="Noto Sans"/>
                <a:cs typeface="Noto Sans"/>
              </a:defRPr>
            </a:pPr>
            <a:r>
              <a:rPr sz="1500" b="1">
                <a:solidFill>
                  <a:srgbClr val="192B23"/>
                </a:solidFill>
                <a:latin typeface="Noto Sans"/>
                <a:ea typeface="Noto Sans"/>
                <a:cs typeface="Noto Sans"/>
              </a:rPr>
              <a:t>Same company</a:t>
            </a:r>
          </a:p>
        </p:txBody>
      </p:sp>
      <p:sp>
        <p:nvSpPr>
          <p:cNvPr id="17" name="">
            <a:extLst xmlns:a="http://schemas.openxmlformats.org/drawingml/2006/main">
              <a:ext uri="{FF2B5EF4-FFF2-40B4-BE49-F238E27FC236}">
                <a16:creationId xmlns:a16="http://schemas.microsoft.com/office/drawing/2014/main" id="{9ED27F84-A942-4F22-BBBC-D0C42B39650B}"/>
              </a:ext>
            </a:extLst>
          </p:cNvPr>
          <p:cNvSpPr>
            <a:spLocks xmlns:a="http://schemas.openxmlformats.org/drawingml/2006/main" noGrp="1"/>
          </p:cNvSpPr>
          <p:nvPr/>
        </p:nvSpPr>
        <p:spPr>
          <a:xfrm xmlns:a="http://schemas.openxmlformats.org/drawingml/2006/main">
            <a:off x="4514850" y="3009900"/>
            <a:ext cx="2438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Application and offer belong to the recruiter tenant</a:t>
            </a:r>
          </a:p>
        </p:txBody>
      </p:sp>
      <p:sp>
        <p:nvSpPr>
          <p:cNvPr id="18" name="">
            <a:extLst xmlns:a="http://schemas.openxmlformats.org/drawingml/2006/main">
              <a:ext uri="{FF2B5EF4-FFF2-40B4-BE49-F238E27FC236}">
                <a16:creationId xmlns:a16="http://schemas.microsoft.com/office/drawing/2014/main" id="{B53AA9D5-A53E-4A9E-AAFE-2C2D6FE67776}"/>
              </a:ext>
            </a:extLst>
          </p:cNvPr>
          <p:cNvSpPr>
            <a:spLocks xmlns:a="http://schemas.openxmlformats.org/drawingml/2006/main" noGrp="1"/>
          </p:cNvSpPr>
          <p:nvPr/>
        </p:nvSpPr>
        <p:spPr>
          <a:xfrm xmlns:a="http://schemas.openxmlformats.org/drawingml/2006/main">
            <a:off x="8001000" y="2400300"/>
            <a:ext cx="3238500" cy="1200150"/>
          </a:xfrm>
          <a:prstGeom xmlns:a="http://schemas.openxmlformats.org/drawingml/2006/main" prst="roundRect">
            <a:avLst>
              <a:gd name="adj" fmla="val 9524"/>
            </a:avLst>
          </a:prstGeom>
          <a:solidFill xmlns:a="http://schemas.openxmlformats.org/drawingml/2006/main">
            <a:srgbClr val="EDF1E9"/>
          </a:solidFill>
          <a:ln xmlns:a="http://schemas.openxmlformats.org/drawingml/2006/main" w="19050">
            <a:solidFill>
              <a:srgbClr val="A25C38"/>
            </a:solidFill>
            <a:prstDash val="solid"/>
          </a:ln>
        </p:spPr>
      </p:sp>
      <p:sp>
        <p:nvSpPr>
          <p:cNvPr id="19" name="">
            <a:extLst xmlns:a="http://schemas.openxmlformats.org/drawingml/2006/main">
              <a:ext uri="{FF2B5EF4-FFF2-40B4-BE49-F238E27FC236}">
                <a16:creationId xmlns:a16="http://schemas.microsoft.com/office/drawing/2014/main" id="{6CBB1016-0D17-4A78-AC05-05AD6941CE48}"/>
              </a:ext>
            </a:extLst>
          </p:cNvPr>
          <p:cNvSpPr>
            <a:spLocks xmlns:a="http://schemas.openxmlformats.org/drawingml/2006/main" noGrp="1"/>
          </p:cNvSpPr>
          <p:nvPr/>
        </p:nvSpPr>
        <p:spPr>
          <a:xfrm xmlns:a="http://schemas.openxmlformats.org/drawingml/2006/main">
            <a:off x="8210550" y="2628900"/>
            <a:ext cx="2819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A25C38"/>
                </a:solidFill>
                <a:latin typeface="Noto Sans"/>
                <a:ea typeface="Noto Sans"/>
                <a:cs typeface="Noto Sans"/>
              </a:defRPr>
            </a:defPPr>
            <a:lvl1pPr algn="l">
              <a:defRPr sz="1500" b="1">
                <a:solidFill>
                  <a:srgbClr val="A25C38"/>
                </a:solidFill>
                <a:latin typeface="Noto Sans"/>
                <a:ea typeface="Noto Sans"/>
                <a:cs typeface="Noto Sans"/>
              </a:defRPr>
            </a:lvl1pPr>
            <a:lvl2pPr algn="l">
              <a:defRPr sz="1500" b="1">
                <a:solidFill>
                  <a:srgbClr val="A25C38"/>
                </a:solidFill>
                <a:latin typeface="Noto Sans"/>
                <a:ea typeface="Noto Sans"/>
                <a:cs typeface="Noto Sans"/>
              </a:defRPr>
            </a:lvl2pPr>
            <a:lvl3pPr algn="l">
              <a:defRPr sz="1500" b="1">
                <a:solidFill>
                  <a:srgbClr val="A25C38"/>
                </a:solidFill>
                <a:latin typeface="Noto Sans"/>
                <a:ea typeface="Noto Sans"/>
                <a:cs typeface="Noto Sans"/>
              </a:defRPr>
            </a:lvl3pPr>
            <a:lvl4pPr algn="l">
              <a:defRPr sz="1500" b="1">
                <a:solidFill>
                  <a:srgbClr val="A25C38"/>
                </a:solidFill>
                <a:latin typeface="Noto Sans"/>
                <a:ea typeface="Noto Sans"/>
                <a:cs typeface="Noto Sans"/>
              </a:defRPr>
            </a:lvl4pPr>
            <a:lvl5pPr algn="l">
              <a:defRPr sz="1500" b="1">
                <a:solidFill>
                  <a:srgbClr val="A25C38"/>
                </a:solidFill>
                <a:latin typeface="Noto Sans"/>
                <a:ea typeface="Noto Sans"/>
                <a:cs typeface="Noto Sans"/>
              </a:defRPr>
            </a:lvl5pPr>
            <a:lvl6pPr algn="l">
              <a:defRPr sz="1500" b="1">
                <a:solidFill>
                  <a:srgbClr val="A25C38"/>
                </a:solidFill>
                <a:latin typeface="Noto Sans"/>
                <a:ea typeface="Noto Sans"/>
                <a:cs typeface="Noto Sans"/>
              </a:defRPr>
            </a:lvl6pPr>
            <a:lvl7pPr algn="l">
              <a:defRPr sz="1500" b="1">
                <a:solidFill>
                  <a:srgbClr val="A25C38"/>
                </a:solidFill>
                <a:latin typeface="Noto Sans"/>
                <a:ea typeface="Noto Sans"/>
                <a:cs typeface="Noto Sans"/>
              </a:defRPr>
            </a:lvl7pPr>
            <a:lvl8pPr algn="l">
              <a:defRPr sz="1500" b="1">
                <a:solidFill>
                  <a:srgbClr val="A25C38"/>
                </a:solidFill>
                <a:latin typeface="Noto Sans"/>
                <a:ea typeface="Noto Sans"/>
                <a:cs typeface="Noto Sans"/>
              </a:defRPr>
            </a:lvl8pPr>
            <a:lvl9pPr algn="l">
              <a:defRPr sz="1500" b="1">
                <a:solidFill>
                  <a:srgbClr val="A25C38"/>
                </a:solidFill>
                <a:latin typeface="Noto Sans"/>
                <a:ea typeface="Noto Sans"/>
                <a:cs typeface="Noto Sans"/>
              </a:defRPr>
            </a:lvl9pPr>
          </a:lstStyle>
          <a:p xmlns:a="http://schemas.openxmlformats.org/drawingml/2006/main">
            <a:pPr algn="l">
              <a:defRPr sz="1500" b="1">
                <a:solidFill>
                  <a:srgbClr val="A25C38"/>
                </a:solidFill>
                <a:latin typeface="Noto Sans"/>
                <a:ea typeface="Noto Sans"/>
                <a:cs typeface="Noto Sans"/>
              </a:defRPr>
            </a:pPr>
            <a:r>
              <a:rPr sz="1500" b="1">
                <a:solidFill>
                  <a:srgbClr val="A25C38"/>
                </a:solidFill>
                <a:latin typeface="Noto Sans"/>
                <a:ea typeface="Noto Sans"/>
                <a:cs typeface="Noto Sans"/>
              </a:rPr>
              <a:t>Access allowed</a:t>
            </a:r>
          </a:p>
        </p:txBody>
      </p:sp>
      <p:sp>
        <p:nvSpPr>
          <p:cNvPr id="20" name="">
            <a:extLst xmlns:a="http://schemas.openxmlformats.org/drawingml/2006/main">
              <a:ext uri="{FF2B5EF4-FFF2-40B4-BE49-F238E27FC236}">
                <a16:creationId xmlns:a16="http://schemas.microsoft.com/office/drawing/2014/main" id="{446F08BB-5088-44FC-9C15-682FE9EEAF19}"/>
              </a:ext>
            </a:extLst>
          </p:cNvPr>
          <p:cNvSpPr>
            <a:spLocks xmlns:a="http://schemas.openxmlformats.org/drawingml/2006/main" noGrp="1"/>
          </p:cNvSpPr>
          <p:nvPr/>
        </p:nvSpPr>
        <p:spPr>
          <a:xfrm xmlns:a="http://schemas.openxmlformats.org/drawingml/2006/main">
            <a:off x="8210550" y="3009900"/>
            <a:ext cx="2819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Otherwise the API returns a safe 403 or 404 response</a:t>
            </a:r>
          </a:p>
        </p:txBody>
      </p:sp>
      <p:sp>
        <p:nvSpPr>
          <p:cNvPr id="21" name="">
            <a:extLst xmlns:a="http://schemas.openxmlformats.org/drawingml/2006/main">
              <a:ext uri="{FF2B5EF4-FFF2-40B4-BE49-F238E27FC236}">
                <a16:creationId xmlns:a16="http://schemas.microsoft.com/office/drawing/2014/main" id="{03885BD9-6C7F-41E9-A379-0BBD6B8EB99E}"/>
              </a:ext>
            </a:extLst>
          </p:cNvPr>
          <p:cNvSpPr>
            <a:spLocks xmlns:a="http://schemas.openxmlformats.org/drawingml/2006/main" noGrp="1"/>
          </p:cNvSpPr>
          <p:nvPr/>
        </p:nvSpPr>
        <p:spPr>
          <a:xfrm xmlns:a="http://schemas.openxmlformats.org/drawingml/2006/main">
            <a:off x="609600" y="42100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Company roles</a:t>
            </a:r>
          </a:p>
        </p:txBody>
      </p:sp>
      <p:sp>
        <p:nvSpPr>
          <p:cNvPr id="22" name="">
            <a:extLst xmlns:a="http://schemas.openxmlformats.org/drawingml/2006/main">
              <a:ext uri="{FF2B5EF4-FFF2-40B4-BE49-F238E27FC236}">
                <a16:creationId xmlns:a16="http://schemas.microsoft.com/office/drawing/2014/main" id="{CDC31062-1571-49BF-BCED-D1A457EFBACC}"/>
              </a:ext>
            </a:extLst>
          </p:cNvPr>
          <p:cNvSpPr>
            <a:spLocks xmlns:a="http://schemas.openxmlformats.org/drawingml/2006/main" noGrp="1"/>
          </p:cNvSpPr>
          <p:nvPr/>
        </p:nvSpPr>
        <p:spPr>
          <a:xfrm xmlns:a="http://schemas.openxmlformats.org/drawingml/2006/main">
            <a:off x="609600" y="46291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OWNER</a:t>
            </a:r>
          </a:p>
        </p:txBody>
      </p:sp>
      <p:sp>
        <p:nvSpPr>
          <p:cNvPr id="23" name="">
            <a:extLst xmlns:a="http://schemas.openxmlformats.org/drawingml/2006/main">
              <a:ext uri="{FF2B5EF4-FFF2-40B4-BE49-F238E27FC236}">
                <a16:creationId xmlns:a16="http://schemas.microsoft.com/office/drawing/2014/main" id="{A0134263-7B17-433F-8AF3-A08B604E4EDF}"/>
              </a:ext>
            </a:extLst>
          </p:cNvPr>
          <p:cNvSpPr>
            <a:spLocks xmlns:a="http://schemas.openxmlformats.org/drawingml/2006/main" noGrp="1"/>
          </p:cNvSpPr>
          <p:nvPr/>
        </p:nvSpPr>
        <p:spPr>
          <a:xfrm xmlns:a="http://schemas.openxmlformats.org/drawingml/2006/main">
            <a:off x="2667000" y="46291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organization + subscription</a:t>
            </a:r>
          </a:p>
        </p:txBody>
      </p:sp>
      <p:sp>
        <p:nvSpPr>
          <p:cNvPr id="24" name="">
            <a:extLst xmlns:a="http://schemas.openxmlformats.org/drawingml/2006/main">
              <a:ext uri="{FF2B5EF4-FFF2-40B4-BE49-F238E27FC236}">
                <a16:creationId xmlns:a16="http://schemas.microsoft.com/office/drawing/2014/main" id="{932EA3B7-E96C-424B-9B15-9F9A5E7F0271}"/>
              </a:ext>
            </a:extLst>
          </p:cNvPr>
          <p:cNvSpPr>
            <a:spLocks xmlns:a="http://schemas.openxmlformats.org/drawingml/2006/main" noGrp="1"/>
          </p:cNvSpPr>
          <p:nvPr/>
        </p:nvSpPr>
        <p:spPr>
          <a:xfrm xmlns:a="http://schemas.openxmlformats.org/drawingml/2006/main">
            <a:off x="609600" y="494347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ADMIN</a:t>
            </a:r>
          </a:p>
        </p:txBody>
      </p:sp>
      <p:sp>
        <p:nvSpPr>
          <p:cNvPr id="25" name="">
            <a:extLst xmlns:a="http://schemas.openxmlformats.org/drawingml/2006/main">
              <a:ext uri="{FF2B5EF4-FFF2-40B4-BE49-F238E27FC236}">
                <a16:creationId xmlns:a16="http://schemas.microsoft.com/office/drawing/2014/main" id="{D4755D59-C3B9-4EE8-BD91-333C5E68BB0B}"/>
              </a:ext>
            </a:extLst>
          </p:cNvPr>
          <p:cNvSpPr>
            <a:spLocks xmlns:a="http://schemas.openxmlformats.org/drawingml/2006/main" noGrp="1"/>
          </p:cNvSpPr>
          <p:nvPr/>
        </p:nvSpPr>
        <p:spPr>
          <a:xfrm xmlns:a="http://schemas.openxmlformats.org/drawingml/2006/main">
            <a:off x="2667000" y="494347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team + operations</a:t>
            </a:r>
          </a:p>
        </p:txBody>
      </p:sp>
      <p:sp>
        <p:nvSpPr>
          <p:cNvPr id="26" name="">
            <a:extLst xmlns:a="http://schemas.openxmlformats.org/drawingml/2006/main">
              <a:ext uri="{FF2B5EF4-FFF2-40B4-BE49-F238E27FC236}">
                <a16:creationId xmlns:a16="http://schemas.microsoft.com/office/drawing/2014/main" id="{ECF808D1-770D-4164-A6F8-4BE4A501D67A}"/>
              </a:ext>
            </a:extLst>
          </p:cNvPr>
          <p:cNvSpPr>
            <a:spLocks xmlns:a="http://schemas.openxmlformats.org/drawingml/2006/main" noGrp="1"/>
          </p:cNvSpPr>
          <p:nvPr/>
        </p:nvSpPr>
        <p:spPr>
          <a:xfrm xmlns:a="http://schemas.openxmlformats.org/drawingml/2006/main">
            <a:off x="609600" y="525780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HR</a:t>
            </a:r>
          </a:p>
        </p:txBody>
      </p:sp>
      <p:sp>
        <p:nvSpPr>
          <p:cNvPr id="27" name="">
            <a:extLst xmlns:a="http://schemas.openxmlformats.org/drawingml/2006/main">
              <a:ext uri="{FF2B5EF4-FFF2-40B4-BE49-F238E27FC236}">
                <a16:creationId xmlns:a16="http://schemas.microsoft.com/office/drawing/2014/main" id="{2DF1C9AC-EFA3-4DB9-84E4-AFB59EFA6BFB}"/>
              </a:ext>
            </a:extLst>
          </p:cNvPr>
          <p:cNvSpPr>
            <a:spLocks xmlns:a="http://schemas.openxmlformats.org/drawingml/2006/main" noGrp="1"/>
          </p:cNvSpPr>
          <p:nvPr/>
        </p:nvSpPr>
        <p:spPr>
          <a:xfrm xmlns:a="http://schemas.openxmlformats.org/drawingml/2006/main">
            <a:off x="2667000" y="52578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offers + interviews</a:t>
            </a:r>
          </a:p>
        </p:txBody>
      </p:sp>
      <p:sp>
        <p:nvSpPr>
          <p:cNvPr id="28" name="">
            <a:extLst xmlns:a="http://schemas.openxmlformats.org/drawingml/2006/main">
              <a:ext uri="{FF2B5EF4-FFF2-40B4-BE49-F238E27FC236}">
                <a16:creationId xmlns:a16="http://schemas.microsoft.com/office/drawing/2014/main" id="{5D22466A-EF92-4BAE-A1C7-8E429C6395A2}"/>
              </a:ext>
            </a:extLst>
          </p:cNvPr>
          <p:cNvSpPr>
            <a:spLocks xmlns:a="http://schemas.openxmlformats.org/drawingml/2006/main" noGrp="1"/>
          </p:cNvSpPr>
          <p:nvPr/>
        </p:nvSpPr>
        <p:spPr>
          <a:xfrm xmlns:a="http://schemas.openxmlformats.org/drawingml/2006/main">
            <a:off x="609600" y="5572125"/>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A25C38"/>
                </a:solidFill>
                <a:latin typeface="Noto Sans"/>
                <a:ea typeface="Noto Sans"/>
                <a:cs typeface="Noto Sans"/>
              </a:defRPr>
            </a:defPPr>
            <a:lvl1pPr algn="l">
              <a:defRPr sz="975" b="1">
                <a:solidFill>
                  <a:srgbClr val="A25C38"/>
                </a:solidFill>
                <a:latin typeface="Noto Sans"/>
                <a:ea typeface="Noto Sans"/>
                <a:cs typeface="Noto Sans"/>
              </a:defRPr>
            </a:lvl1pPr>
            <a:lvl2pPr algn="l">
              <a:defRPr sz="975" b="1">
                <a:solidFill>
                  <a:srgbClr val="A25C38"/>
                </a:solidFill>
                <a:latin typeface="Noto Sans"/>
                <a:ea typeface="Noto Sans"/>
                <a:cs typeface="Noto Sans"/>
              </a:defRPr>
            </a:lvl2pPr>
            <a:lvl3pPr algn="l">
              <a:defRPr sz="975" b="1">
                <a:solidFill>
                  <a:srgbClr val="A25C38"/>
                </a:solidFill>
                <a:latin typeface="Noto Sans"/>
                <a:ea typeface="Noto Sans"/>
                <a:cs typeface="Noto Sans"/>
              </a:defRPr>
            </a:lvl3pPr>
            <a:lvl4pPr algn="l">
              <a:defRPr sz="975" b="1">
                <a:solidFill>
                  <a:srgbClr val="A25C38"/>
                </a:solidFill>
                <a:latin typeface="Noto Sans"/>
                <a:ea typeface="Noto Sans"/>
                <a:cs typeface="Noto Sans"/>
              </a:defRPr>
            </a:lvl4pPr>
            <a:lvl5pPr algn="l">
              <a:defRPr sz="975" b="1">
                <a:solidFill>
                  <a:srgbClr val="A25C38"/>
                </a:solidFill>
                <a:latin typeface="Noto Sans"/>
                <a:ea typeface="Noto Sans"/>
                <a:cs typeface="Noto Sans"/>
              </a:defRPr>
            </a:lvl5pPr>
            <a:lvl6pPr algn="l">
              <a:defRPr sz="975" b="1">
                <a:solidFill>
                  <a:srgbClr val="A25C38"/>
                </a:solidFill>
                <a:latin typeface="Noto Sans"/>
                <a:ea typeface="Noto Sans"/>
                <a:cs typeface="Noto Sans"/>
              </a:defRPr>
            </a:lvl6pPr>
            <a:lvl7pPr algn="l">
              <a:defRPr sz="975" b="1">
                <a:solidFill>
                  <a:srgbClr val="A25C38"/>
                </a:solidFill>
                <a:latin typeface="Noto Sans"/>
                <a:ea typeface="Noto Sans"/>
                <a:cs typeface="Noto Sans"/>
              </a:defRPr>
            </a:lvl7pPr>
            <a:lvl8pPr algn="l">
              <a:defRPr sz="975" b="1">
                <a:solidFill>
                  <a:srgbClr val="A25C38"/>
                </a:solidFill>
                <a:latin typeface="Noto Sans"/>
                <a:ea typeface="Noto Sans"/>
                <a:cs typeface="Noto Sans"/>
              </a:defRPr>
            </a:lvl8pPr>
            <a:lvl9pPr algn="l">
              <a:defRPr sz="975" b="1">
                <a:solidFill>
                  <a:srgbClr val="A25C38"/>
                </a:solidFill>
                <a:latin typeface="Noto Sans"/>
                <a:ea typeface="Noto Sans"/>
                <a:cs typeface="Noto Sans"/>
              </a:defRPr>
            </a:lvl9pPr>
          </a:lstStyle>
          <a:p xmlns:a="http://schemas.openxmlformats.org/drawingml/2006/main">
            <a:pPr algn="l">
              <a:defRPr sz="975" b="1">
                <a:solidFill>
                  <a:srgbClr val="A25C38"/>
                </a:solidFill>
                <a:latin typeface="Noto Sans"/>
                <a:ea typeface="Noto Sans"/>
                <a:cs typeface="Noto Sans"/>
              </a:defRPr>
            </a:pPr>
            <a:r>
              <a:rPr sz="975" b="1">
                <a:solidFill>
                  <a:srgbClr val="A25C38"/>
                </a:solidFill>
                <a:latin typeface="Noto Sans"/>
                <a:ea typeface="Noto Sans"/>
                <a:cs typeface="Noto Sans"/>
              </a:rPr>
              <a:t>RECRUITER</a:t>
            </a:r>
          </a:p>
        </p:txBody>
      </p:sp>
      <p:sp>
        <p:nvSpPr>
          <p:cNvPr id="29" name="">
            <a:extLst xmlns:a="http://schemas.openxmlformats.org/drawingml/2006/main">
              <a:ext uri="{FF2B5EF4-FFF2-40B4-BE49-F238E27FC236}">
                <a16:creationId xmlns:a16="http://schemas.microsoft.com/office/drawing/2014/main" id="{13CC7394-A8E7-4EC2-BA1F-635A3A937A9B}"/>
              </a:ext>
            </a:extLst>
          </p:cNvPr>
          <p:cNvSpPr>
            <a:spLocks xmlns:a="http://schemas.openxmlformats.org/drawingml/2006/main" noGrp="1"/>
          </p:cNvSpPr>
          <p:nvPr/>
        </p:nvSpPr>
        <p:spPr>
          <a:xfrm xmlns:a="http://schemas.openxmlformats.org/drawingml/2006/main">
            <a:off x="2667000" y="557212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applications + chat</a:t>
            </a:r>
          </a:p>
        </p:txBody>
      </p:sp>
      <p:sp>
        <p:nvSpPr>
          <p:cNvPr id="30" name="">
            <a:extLst xmlns:a="http://schemas.openxmlformats.org/drawingml/2006/main">
              <a:ext uri="{FF2B5EF4-FFF2-40B4-BE49-F238E27FC236}">
                <a16:creationId xmlns:a16="http://schemas.microsoft.com/office/drawing/2014/main" id="{1C8D8E3F-29E3-4800-998A-3CA26B5C6CFE}"/>
              </a:ext>
            </a:extLst>
          </p:cNvPr>
          <p:cNvSpPr>
            <a:spLocks xmlns:a="http://schemas.openxmlformats.org/drawingml/2006/main" noGrp="1"/>
          </p:cNvSpPr>
          <p:nvPr/>
        </p:nvSpPr>
        <p:spPr>
          <a:xfrm xmlns:a="http://schemas.openxmlformats.org/drawingml/2006/main">
            <a:off x="609600" y="58864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75" b="1">
                <a:solidFill>
                  <a:srgbClr val="356456"/>
                </a:solidFill>
                <a:latin typeface="Noto Sans"/>
                <a:ea typeface="Noto Sans"/>
                <a:cs typeface="Noto Sans"/>
              </a:defRPr>
            </a:defPPr>
            <a:lvl1pPr algn="l">
              <a:defRPr sz="975" b="1">
                <a:solidFill>
                  <a:srgbClr val="356456"/>
                </a:solidFill>
                <a:latin typeface="Noto Sans"/>
                <a:ea typeface="Noto Sans"/>
                <a:cs typeface="Noto Sans"/>
              </a:defRPr>
            </a:lvl1pPr>
            <a:lvl2pPr algn="l">
              <a:defRPr sz="975" b="1">
                <a:solidFill>
                  <a:srgbClr val="356456"/>
                </a:solidFill>
                <a:latin typeface="Noto Sans"/>
                <a:ea typeface="Noto Sans"/>
                <a:cs typeface="Noto Sans"/>
              </a:defRPr>
            </a:lvl2pPr>
            <a:lvl3pPr algn="l">
              <a:defRPr sz="975" b="1">
                <a:solidFill>
                  <a:srgbClr val="356456"/>
                </a:solidFill>
                <a:latin typeface="Noto Sans"/>
                <a:ea typeface="Noto Sans"/>
                <a:cs typeface="Noto Sans"/>
              </a:defRPr>
            </a:lvl3pPr>
            <a:lvl4pPr algn="l">
              <a:defRPr sz="975" b="1">
                <a:solidFill>
                  <a:srgbClr val="356456"/>
                </a:solidFill>
                <a:latin typeface="Noto Sans"/>
                <a:ea typeface="Noto Sans"/>
                <a:cs typeface="Noto Sans"/>
              </a:defRPr>
            </a:lvl4pPr>
            <a:lvl5pPr algn="l">
              <a:defRPr sz="975" b="1">
                <a:solidFill>
                  <a:srgbClr val="356456"/>
                </a:solidFill>
                <a:latin typeface="Noto Sans"/>
                <a:ea typeface="Noto Sans"/>
                <a:cs typeface="Noto Sans"/>
              </a:defRPr>
            </a:lvl5pPr>
            <a:lvl6pPr algn="l">
              <a:defRPr sz="975" b="1">
                <a:solidFill>
                  <a:srgbClr val="356456"/>
                </a:solidFill>
                <a:latin typeface="Noto Sans"/>
                <a:ea typeface="Noto Sans"/>
                <a:cs typeface="Noto Sans"/>
              </a:defRPr>
            </a:lvl6pPr>
            <a:lvl7pPr algn="l">
              <a:defRPr sz="975" b="1">
                <a:solidFill>
                  <a:srgbClr val="356456"/>
                </a:solidFill>
                <a:latin typeface="Noto Sans"/>
                <a:ea typeface="Noto Sans"/>
                <a:cs typeface="Noto Sans"/>
              </a:defRPr>
            </a:lvl7pPr>
            <a:lvl8pPr algn="l">
              <a:defRPr sz="975" b="1">
                <a:solidFill>
                  <a:srgbClr val="356456"/>
                </a:solidFill>
                <a:latin typeface="Noto Sans"/>
                <a:ea typeface="Noto Sans"/>
                <a:cs typeface="Noto Sans"/>
              </a:defRPr>
            </a:lvl8pPr>
            <a:lvl9pPr algn="l">
              <a:defRPr sz="975" b="1">
                <a:solidFill>
                  <a:srgbClr val="356456"/>
                </a:solidFill>
                <a:latin typeface="Noto Sans"/>
                <a:ea typeface="Noto Sans"/>
                <a:cs typeface="Noto Sans"/>
              </a:defRPr>
            </a:lvl9pPr>
          </a:lstStyle>
          <a:p xmlns:a="http://schemas.openxmlformats.org/drawingml/2006/main">
            <a:pPr algn="l">
              <a:defRPr sz="975" b="1">
                <a:solidFill>
                  <a:srgbClr val="356456"/>
                </a:solidFill>
                <a:latin typeface="Noto Sans"/>
                <a:ea typeface="Noto Sans"/>
                <a:cs typeface="Noto Sans"/>
              </a:defRPr>
            </a:pPr>
            <a:r>
              <a:rPr sz="975" b="1">
                <a:solidFill>
                  <a:srgbClr val="356456"/>
                </a:solidFill>
                <a:latin typeface="Noto Sans"/>
                <a:ea typeface="Noto Sans"/>
                <a:cs typeface="Noto Sans"/>
              </a:rPr>
              <a:t>HIRING MANAGER</a:t>
            </a:r>
          </a:p>
        </p:txBody>
      </p:sp>
      <p:sp>
        <p:nvSpPr>
          <p:cNvPr id="31" name="">
            <a:extLst xmlns:a="http://schemas.openxmlformats.org/drawingml/2006/main">
              <a:ext uri="{FF2B5EF4-FFF2-40B4-BE49-F238E27FC236}">
                <a16:creationId xmlns:a16="http://schemas.microsoft.com/office/drawing/2014/main" id="{BF4BC547-AC40-496B-BAE2-E38F866F5F40}"/>
              </a:ext>
            </a:extLst>
          </p:cNvPr>
          <p:cNvSpPr>
            <a:spLocks xmlns:a="http://schemas.openxmlformats.org/drawingml/2006/main" noGrp="1"/>
          </p:cNvSpPr>
          <p:nvPr/>
        </p:nvSpPr>
        <p:spPr>
          <a:xfrm xmlns:a="http://schemas.openxmlformats.org/drawingml/2006/main">
            <a:off x="2667000" y="58864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feedback + stages</a:t>
            </a:r>
          </a:p>
        </p:txBody>
      </p:sp>
      <p:sp>
        <p:nvSpPr>
          <p:cNvPr id="32" name="">
            <a:extLst xmlns:a="http://schemas.openxmlformats.org/drawingml/2006/main">
              <a:ext uri="{FF2B5EF4-FFF2-40B4-BE49-F238E27FC236}">
                <a16:creationId xmlns:a16="http://schemas.microsoft.com/office/drawing/2014/main" id="{C8E80C63-4313-4CC5-B5C2-64E6E397F60B}"/>
              </a:ext>
            </a:extLst>
          </p:cNvPr>
          <p:cNvSpPr>
            <a:spLocks xmlns:a="http://schemas.openxmlformats.org/drawingml/2006/main" noGrp="1"/>
          </p:cNvSpPr>
          <p:nvPr/>
        </p:nvSpPr>
        <p:spPr>
          <a:xfrm xmlns:a="http://schemas.openxmlformats.org/drawingml/2006/main">
            <a:off x="6381750" y="42100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Candidate boundary</a:t>
            </a:r>
          </a:p>
        </p:txBody>
      </p:sp>
      <p:sp>
        <p:nvSpPr>
          <p:cNvPr id="33" name="">
            <a:extLst xmlns:a="http://schemas.openxmlformats.org/drawingml/2006/main">
              <a:ext uri="{FF2B5EF4-FFF2-40B4-BE49-F238E27FC236}">
                <a16:creationId xmlns:a16="http://schemas.microsoft.com/office/drawing/2014/main" id="{B0090E91-6EC0-43F6-8C8E-7B406812F1A9}"/>
              </a:ext>
            </a:extLst>
          </p:cNvPr>
          <p:cNvSpPr>
            <a:spLocks xmlns:a="http://schemas.openxmlformats.org/drawingml/2006/main" noGrp="1"/>
          </p:cNvSpPr>
          <p:nvPr/>
        </p:nvSpPr>
        <p:spPr>
          <a:xfrm xmlns:a="http://schemas.openxmlformats.org/drawingml/2006/main">
            <a:off x="6381750" y="4629150"/>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Candidates access only their own profile, CV, applications, recommendation analysis and allowed conversations.</a:t>
            </a:r>
          </a:p>
        </p:txBody>
      </p:sp>
      <p:sp>
        <p:nvSpPr>
          <p:cNvPr id="34" name="">
            <a:extLst xmlns:a="http://schemas.openxmlformats.org/drawingml/2006/main">
              <a:ext uri="{FF2B5EF4-FFF2-40B4-BE49-F238E27FC236}">
                <a16:creationId xmlns:a16="http://schemas.microsoft.com/office/drawing/2014/main" id="{4CA0AAF8-CCD4-4123-B484-21B44C136E07}"/>
              </a:ext>
            </a:extLst>
          </p:cNvPr>
          <p:cNvSpPr>
            <a:spLocks xmlns:a="http://schemas.openxmlformats.org/drawingml/2006/main" noGrp="1"/>
          </p:cNvSpPr>
          <p:nvPr/>
        </p:nvSpPr>
        <p:spPr>
          <a:xfrm xmlns:a="http://schemas.openxmlformats.org/drawingml/2006/main">
            <a:off x="6381750" y="55435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Foreign resources never reveal private existence.</a:t>
            </a:r>
          </a:p>
        </p:txBody>
      </p:sp>
    </p:spTree>
    <p:transition spd="med" advClick="1">
      <p:fade/>
    </p:transition>
    <p:extLst>
      <p:ext uri="{BB962C8B-B14F-4D97-AF65-F5344CB8AC3E}">
        <p14:creationId xmlns:p14="http://schemas.microsoft.com/office/powerpoint/2010/main" val="1152668169"/>
      </p:ext>
    </p:extLst>
  </p:cSld>
</p:sld>
</file>

<file path=ppt/slides/slide1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04D86503-F313-41F4-BF18-4CE40F6F7A2F}"/>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BUSINESS RULES</a:t>
            </a:r>
          </a:p>
        </p:txBody>
      </p:sp>
      <p:sp>
        <p:nvSpPr>
          <p:cNvPr id="2" name="">
            <a:extLst xmlns:a="http://schemas.openxmlformats.org/drawingml/2006/main">
              <a:ext uri="{FF2B5EF4-FFF2-40B4-BE49-F238E27FC236}">
                <a16:creationId xmlns:a16="http://schemas.microsoft.com/office/drawing/2014/main" id="{880A04DA-FF7B-4DAB-BD39-F79AF0C569F6}"/>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12</a:t>
            </a:r>
          </a:p>
        </p:txBody>
      </p:sp>
      <p:sp>
        <p:nvSpPr>
          <p:cNvPr id="3" name="">
            <a:extLst xmlns:a="http://schemas.openxmlformats.org/drawingml/2006/main">
              <a:ext uri="{FF2B5EF4-FFF2-40B4-BE49-F238E27FC236}">
                <a16:creationId xmlns:a16="http://schemas.microsoft.com/office/drawing/2014/main" id="{57461712-E4A6-4A24-9EDB-A64507E49F0A}"/>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Application workflow</a:t>
            </a:r>
          </a:p>
        </p:txBody>
      </p:sp>
      <p:sp>
        <p:nvSpPr>
          <p:cNvPr id="4" name="">
            <a:extLst xmlns:a="http://schemas.openxmlformats.org/drawingml/2006/main">
              <a:ext uri="{FF2B5EF4-FFF2-40B4-BE49-F238E27FC236}">
                <a16:creationId xmlns:a16="http://schemas.microsoft.com/office/drawing/2014/main" id="{8C6139DA-A02D-4FB3-B224-25AA29A5E732}"/>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9A849AED-2ED4-4E4C-B7DA-1A43616A6D50}"/>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controls every stage change and keeps an auditable recruitment history.</a:t>
            </a:r>
          </a:p>
        </p:txBody>
      </p:sp>
      <p:sp>
        <p:nvSpPr>
          <p:cNvPr id="6" name="">
            <a:extLst xmlns:a="http://schemas.openxmlformats.org/drawingml/2006/main">
              <a:ext uri="{FF2B5EF4-FFF2-40B4-BE49-F238E27FC236}">
                <a16:creationId xmlns:a16="http://schemas.microsoft.com/office/drawing/2014/main" id="{8B5A4B68-A8F5-42A7-981C-680A48152E82}"/>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1698719B-22F5-4B11-95B5-DC6078A143FE}"/>
              </a:ext>
            </a:extLst>
          </p:cNvPr>
          <p:cNvPicPr>
            <a:picLocks xmlns:a="http://schemas.openxmlformats.org/drawingml/2006/main" noChangeAspect="1"/>
          </p:cNvPicPr>
          <p:nvPr/>
        </p:nvPicPr>
        <p:blipFill>
          <a:blip xmlns:r="http://schemas.openxmlformats.org/officeDocument/2006/relationships" xmlns:a="http://schemas.openxmlformats.org/drawingml/2006/main" r:embed="R9e70ee345f304ee5"/>
          <a:srcRect xmlns:a="http://schemas.openxmlformats.org/drawingml/2006/main" l="0" t="33796" r="0" b="33796"/>
          <a:stretch xmlns:a="http://schemas.openxmlformats.org/drawingml/2006/main">
            <a:fillRect l="0" t="0" r="0" b="0"/>
          </a:stretch>
        </p:blipFill>
        <p:spPr>
          <a:xfrm xmlns:a="http://schemas.openxmlformats.org/drawingml/2006/main">
            <a:off x="609600" y="1847850"/>
            <a:ext cx="10972800" cy="2000250"/>
          </a:xfrm>
          <a:prstGeom xmlns:a="http://schemas.openxmlformats.org/drawingml/2006/main" prst="roundRect">
            <a:avLst>
              <a:gd name="adj" fmla="val 5714"/>
            </a:avLst>
          </a:prstGeom>
        </p:spPr>
      </p:pic>
      <p:sp>
        <p:nvSpPr>
          <p:cNvPr id="8" name="">
            <a:extLst xmlns:a="http://schemas.openxmlformats.org/drawingml/2006/main">
              <a:ext uri="{FF2B5EF4-FFF2-40B4-BE49-F238E27FC236}">
                <a16:creationId xmlns:a16="http://schemas.microsoft.com/office/drawing/2014/main" id="{4F061196-F689-4959-8A6E-B88432D0C5D6}"/>
              </a:ext>
            </a:extLst>
          </p:cNvPr>
          <p:cNvSpPr>
            <a:spLocks xmlns:a="http://schemas.openxmlformats.org/drawingml/2006/main" noGrp="1"/>
          </p:cNvSpPr>
          <p:nvPr/>
        </p:nvSpPr>
        <p:spPr>
          <a:xfrm xmlns:a="http://schemas.openxmlformats.org/drawingml/2006/main">
            <a:off x="895350" y="4552950"/>
            <a:ext cx="10248900" cy="0"/>
          </a:xfrm>
          <a:prstGeom xmlns:a="http://schemas.openxmlformats.org/drawingml/2006/main" prst="line">
            <a:avLst/>
          </a:prstGeom>
          <a:ln xmlns:a="http://schemas.openxmlformats.org/drawingml/2006/main" w="28575">
            <a:solidFill>
              <a:srgbClr val="CFDBCF"/>
            </a:solidFill>
            <a:prstDash val="solid"/>
          </a:ln>
        </p:spPr>
      </p:sp>
      <p:sp>
        <p:nvSpPr>
          <p:cNvPr id="9" name="">
            <a:extLst xmlns:a="http://schemas.openxmlformats.org/drawingml/2006/main">
              <a:ext uri="{FF2B5EF4-FFF2-40B4-BE49-F238E27FC236}">
                <a16:creationId xmlns:a16="http://schemas.microsoft.com/office/drawing/2014/main" id="{9490992F-C587-448C-A159-7BBEABCCAB15}"/>
              </a:ext>
            </a:extLst>
          </p:cNvPr>
          <p:cNvSpPr>
            <a:spLocks xmlns:a="http://schemas.openxmlformats.org/drawingml/2006/main" noGrp="1"/>
          </p:cNvSpPr>
          <p:nvPr/>
        </p:nvSpPr>
        <p:spPr>
          <a:xfrm xmlns:a="http://schemas.openxmlformats.org/drawingml/2006/main">
            <a:off x="101917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0" name="">
            <a:extLst xmlns:a="http://schemas.openxmlformats.org/drawingml/2006/main">
              <a:ext uri="{FF2B5EF4-FFF2-40B4-BE49-F238E27FC236}">
                <a16:creationId xmlns:a16="http://schemas.microsoft.com/office/drawing/2014/main" id="{D4ED81FC-7B00-441C-A763-D33002067073}"/>
              </a:ext>
            </a:extLst>
          </p:cNvPr>
          <p:cNvSpPr>
            <a:spLocks xmlns:a="http://schemas.openxmlformats.org/drawingml/2006/main" noGrp="1"/>
          </p:cNvSpPr>
          <p:nvPr/>
        </p:nvSpPr>
        <p:spPr>
          <a:xfrm xmlns:a="http://schemas.openxmlformats.org/drawingml/2006/main">
            <a:off x="101917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1" name="">
            <a:extLst xmlns:a="http://schemas.openxmlformats.org/drawingml/2006/main">
              <a:ext uri="{FF2B5EF4-FFF2-40B4-BE49-F238E27FC236}">
                <a16:creationId xmlns:a16="http://schemas.microsoft.com/office/drawing/2014/main" id="{95E44CBE-8434-42A5-84E8-56CFEEEDBEEF}"/>
              </a:ext>
            </a:extLst>
          </p:cNvPr>
          <p:cNvSpPr>
            <a:spLocks xmlns:a="http://schemas.openxmlformats.org/drawingml/2006/main" noGrp="1"/>
          </p:cNvSpPr>
          <p:nvPr/>
        </p:nvSpPr>
        <p:spPr>
          <a:xfrm xmlns:a="http://schemas.openxmlformats.org/drawingml/2006/main">
            <a:off x="59055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DISCOVER</a:t>
            </a:r>
          </a:p>
        </p:txBody>
      </p:sp>
      <p:sp>
        <p:nvSpPr>
          <p:cNvPr id="12" name="">
            <a:extLst xmlns:a="http://schemas.openxmlformats.org/drawingml/2006/main">
              <a:ext uri="{FF2B5EF4-FFF2-40B4-BE49-F238E27FC236}">
                <a16:creationId xmlns:a16="http://schemas.microsoft.com/office/drawing/2014/main" id="{EA9BA7CC-11E5-43D9-8FA7-17346EEA61AC}"/>
              </a:ext>
            </a:extLst>
          </p:cNvPr>
          <p:cNvSpPr>
            <a:spLocks xmlns:a="http://schemas.openxmlformats.org/drawingml/2006/main" noGrp="1"/>
          </p:cNvSpPr>
          <p:nvPr/>
        </p:nvSpPr>
        <p:spPr>
          <a:xfrm xmlns:a="http://schemas.openxmlformats.org/drawingml/2006/main">
            <a:off x="44767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Offer search</a:t>
            </a:r>
          </a:p>
        </p:txBody>
      </p:sp>
      <p:sp>
        <p:nvSpPr>
          <p:cNvPr id="13" name="">
            <a:extLst xmlns:a="http://schemas.openxmlformats.org/drawingml/2006/main">
              <a:ext uri="{FF2B5EF4-FFF2-40B4-BE49-F238E27FC236}">
                <a16:creationId xmlns:a16="http://schemas.microsoft.com/office/drawing/2014/main" id="{7D166B6B-AE44-446E-A61F-063F6279026E}"/>
              </a:ext>
            </a:extLst>
          </p:cNvPr>
          <p:cNvSpPr>
            <a:spLocks xmlns:a="http://schemas.openxmlformats.org/drawingml/2006/main" noGrp="1"/>
          </p:cNvSpPr>
          <p:nvPr/>
        </p:nvSpPr>
        <p:spPr>
          <a:xfrm xmlns:a="http://schemas.openxmlformats.org/drawingml/2006/main">
            <a:off x="294322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4" name="">
            <a:extLst xmlns:a="http://schemas.openxmlformats.org/drawingml/2006/main">
              <a:ext uri="{FF2B5EF4-FFF2-40B4-BE49-F238E27FC236}">
                <a16:creationId xmlns:a16="http://schemas.microsoft.com/office/drawing/2014/main" id="{E544C84A-0A2C-491E-92F6-D493CED9A92D}"/>
              </a:ext>
            </a:extLst>
          </p:cNvPr>
          <p:cNvSpPr>
            <a:spLocks xmlns:a="http://schemas.openxmlformats.org/drawingml/2006/main" noGrp="1"/>
          </p:cNvSpPr>
          <p:nvPr/>
        </p:nvSpPr>
        <p:spPr>
          <a:xfrm xmlns:a="http://schemas.openxmlformats.org/drawingml/2006/main">
            <a:off x="294322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5" name="">
            <a:extLst xmlns:a="http://schemas.openxmlformats.org/drawingml/2006/main">
              <a:ext uri="{FF2B5EF4-FFF2-40B4-BE49-F238E27FC236}">
                <a16:creationId xmlns:a16="http://schemas.microsoft.com/office/drawing/2014/main" id="{8F84BCC6-2723-4500-8DB6-CE6C8539BF27}"/>
              </a:ext>
            </a:extLst>
          </p:cNvPr>
          <p:cNvSpPr>
            <a:spLocks xmlns:a="http://schemas.openxmlformats.org/drawingml/2006/main" noGrp="1"/>
          </p:cNvSpPr>
          <p:nvPr/>
        </p:nvSpPr>
        <p:spPr>
          <a:xfrm xmlns:a="http://schemas.openxmlformats.org/drawingml/2006/main">
            <a:off x="251460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APPLY</a:t>
            </a:r>
          </a:p>
        </p:txBody>
      </p:sp>
      <p:sp>
        <p:nvSpPr>
          <p:cNvPr id="16" name="">
            <a:extLst xmlns:a="http://schemas.openxmlformats.org/drawingml/2006/main">
              <a:ext uri="{FF2B5EF4-FFF2-40B4-BE49-F238E27FC236}">
                <a16:creationId xmlns:a16="http://schemas.microsoft.com/office/drawing/2014/main" id="{7A0FC25F-D28A-4F73-8CEA-0FB65B1E1D75}"/>
              </a:ext>
            </a:extLst>
          </p:cNvPr>
          <p:cNvSpPr>
            <a:spLocks xmlns:a="http://schemas.openxmlformats.org/drawingml/2006/main" noGrp="1"/>
          </p:cNvSpPr>
          <p:nvPr/>
        </p:nvSpPr>
        <p:spPr>
          <a:xfrm xmlns:a="http://schemas.openxmlformats.org/drawingml/2006/main">
            <a:off x="237172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Profile + CV</a:t>
            </a:r>
          </a:p>
        </p:txBody>
      </p:sp>
      <p:sp>
        <p:nvSpPr>
          <p:cNvPr id="17" name="">
            <a:extLst xmlns:a="http://schemas.openxmlformats.org/drawingml/2006/main">
              <a:ext uri="{FF2B5EF4-FFF2-40B4-BE49-F238E27FC236}">
                <a16:creationId xmlns:a16="http://schemas.microsoft.com/office/drawing/2014/main" id="{F4DC6D47-C5F4-45F4-A247-081FBCA430CA}"/>
              </a:ext>
            </a:extLst>
          </p:cNvPr>
          <p:cNvSpPr>
            <a:spLocks xmlns:a="http://schemas.openxmlformats.org/drawingml/2006/main" noGrp="1"/>
          </p:cNvSpPr>
          <p:nvPr/>
        </p:nvSpPr>
        <p:spPr>
          <a:xfrm xmlns:a="http://schemas.openxmlformats.org/drawingml/2006/main">
            <a:off x="486727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8" name="">
            <a:extLst xmlns:a="http://schemas.openxmlformats.org/drawingml/2006/main">
              <a:ext uri="{FF2B5EF4-FFF2-40B4-BE49-F238E27FC236}">
                <a16:creationId xmlns:a16="http://schemas.microsoft.com/office/drawing/2014/main" id="{6E3A70D8-7686-472E-B895-219183C09F05}"/>
              </a:ext>
            </a:extLst>
          </p:cNvPr>
          <p:cNvSpPr>
            <a:spLocks xmlns:a="http://schemas.openxmlformats.org/drawingml/2006/main" noGrp="1"/>
          </p:cNvSpPr>
          <p:nvPr/>
        </p:nvSpPr>
        <p:spPr>
          <a:xfrm xmlns:a="http://schemas.openxmlformats.org/drawingml/2006/main">
            <a:off x="486727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9" name="">
            <a:extLst xmlns:a="http://schemas.openxmlformats.org/drawingml/2006/main">
              <a:ext uri="{FF2B5EF4-FFF2-40B4-BE49-F238E27FC236}">
                <a16:creationId xmlns:a16="http://schemas.microsoft.com/office/drawing/2014/main" id="{43B79724-BF7B-4A8B-9E05-89504B3D777D}"/>
              </a:ext>
            </a:extLst>
          </p:cNvPr>
          <p:cNvSpPr>
            <a:spLocks xmlns:a="http://schemas.openxmlformats.org/drawingml/2006/main" noGrp="1"/>
          </p:cNvSpPr>
          <p:nvPr/>
        </p:nvSpPr>
        <p:spPr>
          <a:xfrm xmlns:a="http://schemas.openxmlformats.org/drawingml/2006/main">
            <a:off x="443865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SCREEN</a:t>
            </a:r>
          </a:p>
        </p:txBody>
      </p:sp>
      <p:sp>
        <p:nvSpPr>
          <p:cNvPr id="20" name="">
            <a:extLst xmlns:a="http://schemas.openxmlformats.org/drawingml/2006/main">
              <a:ext uri="{FF2B5EF4-FFF2-40B4-BE49-F238E27FC236}">
                <a16:creationId xmlns:a16="http://schemas.microsoft.com/office/drawing/2014/main" id="{43813154-DE1D-4B9B-A79F-D00180FA0C55}"/>
              </a:ext>
            </a:extLst>
          </p:cNvPr>
          <p:cNvSpPr>
            <a:spLocks xmlns:a="http://schemas.openxmlformats.org/drawingml/2006/main" noGrp="1"/>
          </p:cNvSpPr>
          <p:nvPr/>
        </p:nvSpPr>
        <p:spPr>
          <a:xfrm xmlns:a="http://schemas.openxmlformats.org/drawingml/2006/main">
            <a:off x="429577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Durable AI job</a:t>
            </a:r>
          </a:p>
        </p:txBody>
      </p:sp>
      <p:sp>
        <p:nvSpPr>
          <p:cNvPr id="21" name="">
            <a:extLst xmlns:a="http://schemas.openxmlformats.org/drawingml/2006/main">
              <a:ext uri="{FF2B5EF4-FFF2-40B4-BE49-F238E27FC236}">
                <a16:creationId xmlns:a16="http://schemas.microsoft.com/office/drawing/2014/main" id="{AB21CD1A-1361-4254-829C-0605D7F4DE1F}"/>
              </a:ext>
            </a:extLst>
          </p:cNvPr>
          <p:cNvSpPr>
            <a:spLocks xmlns:a="http://schemas.openxmlformats.org/drawingml/2006/main" noGrp="1"/>
          </p:cNvSpPr>
          <p:nvPr/>
        </p:nvSpPr>
        <p:spPr>
          <a:xfrm xmlns:a="http://schemas.openxmlformats.org/drawingml/2006/main">
            <a:off x="679132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2" name="">
            <a:extLst xmlns:a="http://schemas.openxmlformats.org/drawingml/2006/main">
              <a:ext uri="{FF2B5EF4-FFF2-40B4-BE49-F238E27FC236}">
                <a16:creationId xmlns:a16="http://schemas.microsoft.com/office/drawing/2014/main" id="{18C8268E-DE8B-4D23-BE82-234DACB39147}"/>
              </a:ext>
            </a:extLst>
          </p:cNvPr>
          <p:cNvSpPr>
            <a:spLocks xmlns:a="http://schemas.openxmlformats.org/drawingml/2006/main" noGrp="1"/>
          </p:cNvSpPr>
          <p:nvPr/>
        </p:nvSpPr>
        <p:spPr>
          <a:xfrm xmlns:a="http://schemas.openxmlformats.org/drawingml/2006/main">
            <a:off x="679132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3" name="">
            <a:extLst xmlns:a="http://schemas.openxmlformats.org/drawingml/2006/main">
              <a:ext uri="{FF2B5EF4-FFF2-40B4-BE49-F238E27FC236}">
                <a16:creationId xmlns:a16="http://schemas.microsoft.com/office/drawing/2014/main" id="{32D3F895-94D4-4BC9-8E68-09FBF5F1C17C}"/>
              </a:ext>
            </a:extLst>
          </p:cNvPr>
          <p:cNvSpPr>
            <a:spLocks xmlns:a="http://schemas.openxmlformats.org/drawingml/2006/main" noGrp="1"/>
          </p:cNvSpPr>
          <p:nvPr/>
        </p:nvSpPr>
        <p:spPr>
          <a:xfrm xmlns:a="http://schemas.openxmlformats.org/drawingml/2006/main">
            <a:off x="636270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REVIEW</a:t>
            </a:r>
          </a:p>
        </p:txBody>
      </p:sp>
      <p:sp>
        <p:nvSpPr>
          <p:cNvPr id="24" name="">
            <a:extLst xmlns:a="http://schemas.openxmlformats.org/drawingml/2006/main">
              <a:ext uri="{FF2B5EF4-FFF2-40B4-BE49-F238E27FC236}">
                <a16:creationId xmlns:a16="http://schemas.microsoft.com/office/drawing/2014/main" id="{3EC7B174-E991-43C1-A0B6-9C0DCFDB297C}"/>
              </a:ext>
            </a:extLst>
          </p:cNvPr>
          <p:cNvSpPr>
            <a:spLocks xmlns:a="http://schemas.openxmlformats.org/drawingml/2006/main" noGrp="1"/>
          </p:cNvSpPr>
          <p:nvPr/>
        </p:nvSpPr>
        <p:spPr>
          <a:xfrm xmlns:a="http://schemas.openxmlformats.org/drawingml/2006/main">
            <a:off x="621982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Company member</a:t>
            </a:r>
          </a:p>
        </p:txBody>
      </p:sp>
      <p:sp>
        <p:nvSpPr>
          <p:cNvPr id="25" name="">
            <a:extLst xmlns:a="http://schemas.openxmlformats.org/drawingml/2006/main">
              <a:ext uri="{FF2B5EF4-FFF2-40B4-BE49-F238E27FC236}">
                <a16:creationId xmlns:a16="http://schemas.microsoft.com/office/drawing/2014/main" id="{EF5D5472-EBC7-42F0-BA47-E75EB5B0D8D8}"/>
              </a:ext>
            </a:extLst>
          </p:cNvPr>
          <p:cNvSpPr>
            <a:spLocks xmlns:a="http://schemas.openxmlformats.org/drawingml/2006/main" noGrp="1"/>
          </p:cNvSpPr>
          <p:nvPr/>
        </p:nvSpPr>
        <p:spPr>
          <a:xfrm xmlns:a="http://schemas.openxmlformats.org/drawingml/2006/main">
            <a:off x="8715375" y="440055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CC274438-4E68-4226-B5FC-24FE63F712F5}"/>
              </a:ext>
            </a:extLst>
          </p:cNvPr>
          <p:cNvSpPr>
            <a:spLocks xmlns:a="http://schemas.openxmlformats.org/drawingml/2006/main" noGrp="1"/>
          </p:cNvSpPr>
          <p:nvPr/>
        </p:nvSpPr>
        <p:spPr>
          <a:xfrm xmlns:a="http://schemas.openxmlformats.org/drawingml/2006/main">
            <a:off x="871537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7" name="">
            <a:extLst xmlns:a="http://schemas.openxmlformats.org/drawingml/2006/main">
              <a:ext uri="{FF2B5EF4-FFF2-40B4-BE49-F238E27FC236}">
                <a16:creationId xmlns:a16="http://schemas.microsoft.com/office/drawing/2014/main" id="{4DA8790E-FF4A-4B33-A485-6EE3D45229FA}"/>
              </a:ext>
            </a:extLst>
          </p:cNvPr>
          <p:cNvSpPr>
            <a:spLocks xmlns:a="http://schemas.openxmlformats.org/drawingml/2006/main" noGrp="1"/>
          </p:cNvSpPr>
          <p:nvPr/>
        </p:nvSpPr>
        <p:spPr>
          <a:xfrm xmlns:a="http://schemas.openxmlformats.org/drawingml/2006/main">
            <a:off x="828675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194D38"/>
                </a:solidFill>
                <a:latin typeface="Noto Sans"/>
                <a:ea typeface="Noto Sans"/>
                <a:cs typeface="Noto Sans"/>
              </a:defRPr>
            </a:defPPr>
            <a:lvl1pPr algn="ctr">
              <a:defRPr sz="900" b="1">
                <a:solidFill>
                  <a:srgbClr val="194D38"/>
                </a:solidFill>
                <a:latin typeface="Noto Sans"/>
                <a:ea typeface="Noto Sans"/>
                <a:cs typeface="Noto Sans"/>
              </a:defRPr>
            </a:lvl1pPr>
            <a:lvl2pPr algn="ctr">
              <a:defRPr sz="900" b="1">
                <a:solidFill>
                  <a:srgbClr val="194D38"/>
                </a:solidFill>
                <a:latin typeface="Noto Sans"/>
                <a:ea typeface="Noto Sans"/>
                <a:cs typeface="Noto Sans"/>
              </a:defRPr>
            </a:lvl2pPr>
            <a:lvl3pPr algn="ctr">
              <a:defRPr sz="900" b="1">
                <a:solidFill>
                  <a:srgbClr val="194D38"/>
                </a:solidFill>
                <a:latin typeface="Noto Sans"/>
                <a:ea typeface="Noto Sans"/>
                <a:cs typeface="Noto Sans"/>
              </a:defRPr>
            </a:lvl3pPr>
            <a:lvl4pPr algn="ctr">
              <a:defRPr sz="900" b="1">
                <a:solidFill>
                  <a:srgbClr val="194D38"/>
                </a:solidFill>
                <a:latin typeface="Noto Sans"/>
                <a:ea typeface="Noto Sans"/>
                <a:cs typeface="Noto Sans"/>
              </a:defRPr>
            </a:lvl4pPr>
            <a:lvl5pPr algn="ctr">
              <a:defRPr sz="900" b="1">
                <a:solidFill>
                  <a:srgbClr val="194D38"/>
                </a:solidFill>
                <a:latin typeface="Noto Sans"/>
                <a:ea typeface="Noto Sans"/>
                <a:cs typeface="Noto Sans"/>
              </a:defRPr>
            </a:lvl5pPr>
            <a:lvl6pPr algn="ctr">
              <a:defRPr sz="900" b="1">
                <a:solidFill>
                  <a:srgbClr val="194D38"/>
                </a:solidFill>
                <a:latin typeface="Noto Sans"/>
                <a:ea typeface="Noto Sans"/>
                <a:cs typeface="Noto Sans"/>
              </a:defRPr>
            </a:lvl6pPr>
            <a:lvl7pPr algn="ctr">
              <a:defRPr sz="900" b="1">
                <a:solidFill>
                  <a:srgbClr val="194D38"/>
                </a:solidFill>
                <a:latin typeface="Noto Sans"/>
                <a:ea typeface="Noto Sans"/>
                <a:cs typeface="Noto Sans"/>
              </a:defRPr>
            </a:lvl7pPr>
            <a:lvl8pPr algn="ctr">
              <a:defRPr sz="900" b="1">
                <a:solidFill>
                  <a:srgbClr val="194D38"/>
                </a:solidFill>
                <a:latin typeface="Noto Sans"/>
                <a:ea typeface="Noto Sans"/>
                <a:cs typeface="Noto Sans"/>
              </a:defRPr>
            </a:lvl8pPr>
            <a:lvl9pPr algn="ctr">
              <a:defRPr sz="900" b="1">
                <a:solidFill>
                  <a:srgbClr val="194D38"/>
                </a:solidFill>
                <a:latin typeface="Noto Sans"/>
                <a:ea typeface="Noto Sans"/>
                <a:cs typeface="Noto Sans"/>
              </a:defRPr>
            </a:lvl9pPr>
          </a:lstStyle>
          <a:p xmlns:a="http://schemas.openxmlformats.org/drawingml/2006/main">
            <a:pPr algn="ctr">
              <a:defRPr sz="900" b="1">
                <a:solidFill>
                  <a:srgbClr val="194D38"/>
                </a:solidFill>
                <a:latin typeface="Noto Sans"/>
                <a:ea typeface="Noto Sans"/>
                <a:cs typeface="Noto Sans"/>
              </a:defRPr>
            </a:pPr>
            <a:r>
              <a:rPr sz="900" b="1">
                <a:solidFill>
                  <a:srgbClr val="194D38"/>
                </a:solidFill>
                <a:latin typeface="Noto Sans"/>
                <a:ea typeface="Noto Sans"/>
                <a:cs typeface="Noto Sans"/>
              </a:rPr>
              <a:t>INTERVIEW</a:t>
            </a:r>
          </a:p>
        </p:txBody>
      </p:sp>
      <p:sp>
        <p:nvSpPr>
          <p:cNvPr id="28" name="">
            <a:extLst xmlns:a="http://schemas.openxmlformats.org/drawingml/2006/main">
              <a:ext uri="{FF2B5EF4-FFF2-40B4-BE49-F238E27FC236}">
                <a16:creationId xmlns:a16="http://schemas.microsoft.com/office/drawing/2014/main" id="{2016FA1A-86E4-4E48-B25E-3D4AD200C66B}"/>
              </a:ext>
            </a:extLst>
          </p:cNvPr>
          <p:cNvSpPr>
            <a:spLocks xmlns:a="http://schemas.openxmlformats.org/drawingml/2006/main" noGrp="1"/>
          </p:cNvSpPr>
          <p:nvPr/>
        </p:nvSpPr>
        <p:spPr>
          <a:xfrm xmlns:a="http://schemas.openxmlformats.org/drawingml/2006/main">
            <a:off x="814387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Schedule + feedback</a:t>
            </a:r>
          </a:p>
        </p:txBody>
      </p:sp>
      <p:sp>
        <p:nvSpPr>
          <p:cNvPr id="29" name="">
            <a:extLst xmlns:a="http://schemas.openxmlformats.org/drawingml/2006/main">
              <a:ext uri="{FF2B5EF4-FFF2-40B4-BE49-F238E27FC236}">
                <a16:creationId xmlns:a16="http://schemas.microsoft.com/office/drawing/2014/main" id="{98139C6A-4FA4-402B-8FBC-083E745A159F}"/>
              </a:ext>
            </a:extLst>
          </p:cNvPr>
          <p:cNvSpPr>
            <a:spLocks xmlns:a="http://schemas.openxmlformats.org/drawingml/2006/main" noGrp="1"/>
          </p:cNvSpPr>
          <p:nvPr/>
        </p:nvSpPr>
        <p:spPr>
          <a:xfrm xmlns:a="http://schemas.openxmlformats.org/drawingml/2006/main">
            <a:off x="10639425" y="440055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0" name="">
            <a:extLst xmlns:a="http://schemas.openxmlformats.org/drawingml/2006/main">
              <a:ext uri="{FF2B5EF4-FFF2-40B4-BE49-F238E27FC236}">
                <a16:creationId xmlns:a16="http://schemas.microsoft.com/office/drawing/2014/main" id="{D81A8CC3-7034-4BF4-8C39-0CF71B6BE0FA}"/>
              </a:ext>
            </a:extLst>
          </p:cNvPr>
          <p:cNvSpPr>
            <a:spLocks xmlns:a="http://schemas.openxmlformats.org/drawingml/2006/main" noGrp="1"/>
          </p:cNvSpPr>
          <p:nvPr/>
        </p:nvSpPr>
        <p:spPr>
          <a:xfrm xmlns:a="http://schemas.openxmlformats.org/drawingml/2006/main">
            <a:off x="10639425" y="443865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1" name="">
            <a:extLst xmlns:a="http://schemas.openxmlformats.org/drawingml/2006/main">
              <a:ext uri="{FF2B5EF4-FFF2-40B4-BE49-F238E27FC236}">
                <a16:creationId xmlns:a16="http://schemas.microsoft.com/office/drawing/2014/main" id="{D3CC8AF3-03C5-43FB-8C25-BCB220106BC5}"/>
              </a:ext>
            </a:extLst>
          </p:cNvPr>
          <p:cNvSpPr>
            <a:spLocks xmlns:a="http://schemas.openxmlformats.org/drawingml/2006/main" noGrp="1"/>
          </p:cNvSpPr>
          <p:nvPr/>
        </p:nvSpPr>
        <p:spPr>
          <a:xfrm xmlns:a="http://schemas.openxmlformats.org/drawingml/2006/main">
            <a:off x="10210800" y="48768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A25C38"/>
                </a:solidFill>
                <a:latin typeface="Noto Sans"/>
                <a:ea typeface="Noto Sans"/>
                <a:cs typeface="Noto Sans"/>
              </a:defRPr>
            </a:defPPr>
            <a:lvl1pPr algn="ctr">
              <a:defRPr sz="900" b="1">
                <a:solidFill>
                  <a:srgbClr val="A25C38"/>
                </a:solidFill>
                <a:latin typeface="Noto Sans"/>
                <a:ea typeface="Noto Sans"/>
                <a:cs typeface="Noto Sans"/>
              </a:defRPr>
            </a:lvl1pPr>
            <a:lvl2pPr algn="ctr">
              <a:defRPr sz="900" b="1">
                <a:solidFill>
                  <a:srgbClr val="A25C38"/>
                </a:solidFill>
                <a:latin typeface="Noto Sans"/>
                <a:ea typeface="Noto Sans"/>
                <a:cs typeface="Noto Sans"/>
              </a:defRPr>
            </a:lvl2pPr>
            <a:lvl3pPr algn="ctr">
              <a:defRPr sz="900" b="1">
                <a:solidFill>
                  <a:srgbClr val="A25C38"/>
                </a:solidFill>
                <a:latin typeface="Noto Sans"/>
                <a:ea typeface="Noto Sans"/>
                <a:cs typeface="Noto Sans"/>
              </a:defRPr>
            </a:lvl3pPr>
            <a:lvl4pPr algn="ctr">
              <a:defRPr sz="900" b="1">
                <a:solidFill>
                  <a:srgbClr val="A25C38"/>
                </a:solidFill>
                <a:latin typeface="Noto Sans"/>
                <a:ea typeface="Noto Sans"/>
                <a:cs typeface="Noto Sans"/>
              </a:defRPr>
            </a:lvl4pPr>
            <a:lvl5pPr algn="ctr">
              <a:defRPr sz="900" b="1">
                <a:solidFill>
                  <a:srgbClr val="A25C38"/>
                </a:solidFill>
                <a:latin typeface="Noto Sans"/>
                <a:ea typeface="Noto Sans"/>
                <a:cs typeface="Noto Sans"/>
              </a:defRPr>
            </a:lvl5pPr>
            <a:lvl6pPr algn="ctr">
              <a:defRPr sz="900" b="1">
                <a:solidFill>
                  <a:srgbClr val="A25C38"/>
                </a:solidFill>
                <a:latin typeface="Noto Sans"/>
                <a:ea typeface="Noto Sans"/>
                <a:cs typeface="Noto Sans"/>
              </a:defRPr>
            </a:lvl6pPr>
            <a:lvl7pPr algn="ctr">
              <a:defRPr sz="900" b="1">
                <a:solidFill>
                  <a:srgbClr val="A25C38"/>
                </a:solidFill>
                <a:latin typeface="Noto Sans"/>
                <a:ea typeface="Noto Sans"/>
                <a:cs typeface="Noto Sans"/>
              </a:defRPr>
            </a:lvl7pPr>
            <a:lvl8pPr algn="ctr">
              <a:defRPr sz="900" b="1">
                <a:solidFill>
                  <a:srgbClr val="A25C38"/>
                </a:solidFill>
                <a:latin typeface="Noto Sans"/>
                <a:ea typeface="Noto Sans"/>
                <a:cs typeface="Noto Sans"/>
              </a:defRPr>
            </a:lvl8pPr>
            <a:lvl9pPr algn="ctr">
              <a:defRPr sz="900" b="1">
                <a:solidFill>
                  <a:srgbClr val="A25C38"/>
                </a:solidFill>
                <a:latin typeface="Noto Sans"/>
                <a:ea typeface="Noto Sans"/>
                <a:cs typeface="Noto Sans"/>
              </a:defRPr>
            </a:lvl9pPr>
          </a:lstStyle>
          <a:p xmlns:a="http://schemas.openxmlformats.org/drawingml/2006/main">
            <a:pPr algn="ctr">
              <a:defRPr sz="900" b="1">
                <a:solidFill>
                  <a:srgbClr val="A25C38"/>
                </a:solidFill>
                <a:latin typeface="Noto Sans"/>
                <a:ea typeface="Noto Sans"/>
                <a:cs typeface="Noto Sans"/>
              </a:defRPr>
            </a:pPr>
            <a:r>
              <a:rPr sz="900" b="1">
                <a:solidFill>
                  <a:srgbClr val="A25C38"/>
                </a:solidFill>
                <a:latin typeface="Noto Sans"/>
                <a:ea typeface="Noto Sans"/>
                <a:cs typeface="Noto Sans"/>
              </a:rPr>
              <a:t>DECISION</a:t>
            </a:r>
          </a:p>
        </p:txBody>
      </p:sp>
      <p:sp>
        <p:nvSpPr>
          <p:cNvPr id="32" name="">
            <a:extLst xmlns:a="http://schemas.openxmlformats.org/drawingml/2006/main">
              <a:ext uri="{FF2B5EF4-FFF2-40B4-BE49-F238E27FC236}">
                <a16:creationId xmlns:a16="http://schemas.microsoft.com/office/drawing/2014/main" id="{AFB70777-B0B1-4DBD-B683-891EA6CA85FC}"/>
              </a:ext>
            </a:extLst>
          </p:cNvPr>
          <p:cNvSpPr>
            <a:spLocks xmlns:a="http://schemas.openxmlformats.org/drawingml/2006/main" noGrp="1"/>
          </p:cNvSpPr>
          <p:nvPr/>
        </p:nvSpPr>
        <p:spPr>
          <a:xfrm xmlns:a="http://schemas.openxmlformats.org/drawingml/2006/main">
            <a:off x="10067925" y="5181600"/>
            <a:ext cx="152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Final transition</a:t>
            </a:r>
          </a:p>
        </p:txBody>
      </p:sp>
      <p:sp>
        <p:nvSpPr>
          <p:cNvPr id="33" name="">
            <a:extLst xmlns:a="http://schemas.openxmlformats.org/drawingml/2006/main">
              <a:ext uri="{FF2B5EF4-FFF2-40B4-BE49-F238E27FC236}">
                <a16:creationId xmlns:a16="http://schemas.microsoft.com/office/drawing/2014/main" id="{4AB6F4A6-4C68-4D97-BC27-6E9B00F68C06}"/>
              </a:ext>
            </a:extLst>
          </p:cNvPr>
          <p:cNvSpPr>
            <a:spLocks xmlns:a="http://schemas.openxmlformats.org/drawingml/2006/main" noGrp="1"/>
          </p:cNvSpPr>
          <p:nvPr/>
        </p:nvSpPr>
        <p:spPr>
          <a:xfrm xmlns:a="http://schemas.openxmlformats.org/drawingml/2006/main">
            <a:off x="1428750" y="5905500"/>
            <a:ext cx="933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350" b="1">
                <a:solidFill>
                  <a:srgbClr val="A25C38"/>
                </a:solidFill>
                <a:latin typeface="Noto Sans"/>
                <a:ea typeface="Noto Sans"/>
                <a:cs typeface="Noto Sans"/>
              </a:defRPr>
            </a:defPPr>
            <a:lvl1pPr algn="ctr">
              <a:defRPr sz="1350" b="1">
                <a:solidFill>
                  <a:srgbClr val="A25C38"/>
                </a:solidFill>
                <a:latin typeface="Noto Sans"/>
                <a:ea typeface="Noto Sans"/>
                <a:cs typeface="Noto Sans"/>
              </a:defRPr>
            </a:lvl1pPr>
            <a:lvl2pPr algn="ctr">
              <a:defRPr sz="1350" b="1">
                <a:solidFill>
                  <a:srgbClr val="A25C38"/>
                </a:solidFill>
                <a:latin typeface="Noto Sans"/>
                <a:ea typeface="Noto Sans"/>
                <a:cs typeface="Noto Sans"/>
              </a:defRPr>
            </a:lvl2pPr>
            <a:lvl3pPr algn="ctr">
              <a:defRPr sz="1350" b="1">
                <a:solidFill>
                  <a:srgbClr val="A25C38"/>
                </a:solidFill>
                <a:latin typeface="Noto Sans"/>
                <a:ea typeface="Noto Sans"/>
                <a:cs typeface="Noto Sans"/>
              </a:defRPr>
            </a:lvl3pPr>
            <a:lvl4pPr algn="ctr">
              <a:defRPr sz="1350" b="1">
                <a:solidFill>
                  <a:srgbClr val="A25C38"/>
                </a:solidFill>
                <a:latin typeface="Noto Sans"/>
                <a:ea typeface="Noto Sans"/>
                <a:cs typeface="Noto Sans"/>
              </a:defRPr>
            </a:lvl4pPr>
            <a:lvl5pPr algn="ctr">
              <a:defRPr sz="1350" b="1">
                <a:solidFill>
                  <a:srgbClr val="A25C38"/>
                </a:solidFill>
                <a:latin typeface="Noto Sans"/>
                <a:ea typeface="Noto Sans"/>
                <a:cs typeface="Noto Sans"/>
              </a:defRPr>
            </a:lvl5pPr>
            <a:lvl6pPr algn="ctr">
              <a:defRPr sz="1350" b="1">
                <a:solidFill>
                  <a:srgbClr val="A25C38"/>
                </a:solidFill>
                <a:latin typeface="Noto Sans"/>
                <a:ea typeface="Noto Sans"/>
                <a:cs typeface="Noto Sans"/>
              </a:defRPr>
            </a:lvl6pPr>
            <a:lvl7pPr algn="ctr">
              <a:defRPr sz="1350" b="1">
                <a:solidFill>
                  <a:srgbClr val="A25C38"/>
                </a:solidFill>
                <a:latin typeface="Noto Sans"/>
                <a:ea typeface="Noto Sans"/>
                <a:cs typeface="Noto Sans"/>
              </a:defRPr>
            </a:lvl7pPr>
            <a:lvl8pPr algn="ctr">
              <a:defRPr sz="1350" b="1">
                <a:solidFill>
                  <a:srgbClr val="A25C38"/>
                </a:solidFill>
                <a:latin typeface="Noto Sans"/>
                <a:ea typeface="Noto Sans"/>
                <a:cs typeface="Noto Sans"/>
              </a:defRPr>
            </a:lvl8pPr>
            <a:lvl9pPr algn="ctr">
              <a:defRPr sz="1350" b="1">
                <a:solidFill>
                  <a:srgbClr val="A25C38"/>
                </a:solidFill>
                <a:latin typeface="Noto Sans"/>
                <a:ea typeface="Noto Sans"/>
                <a:cs typeface="Noto Sans"/>
              </a:defRPr>
            </a:lvl9pPr>
          </a:lstStyle>
          <a:p xmlns:a="http://schemas.openxmlformats.org/drawingml/2006/main">
            <a:pPr algn="ctr">
              <a:defRPr sz="1350" b="1">
                <a:solidFill>
                  <a:srgbClr val="A25C38"/>
                </a:solidFill>
                <a:latin typeface="Noto Sans"/>
                <a:ea typeface="Noto Sans"/>
                <a:cs typeface="Noto Sans"/>
              </a:defRPr>
            </a:pPr>
            <a:r>
              <a:rPr sz="1350" b="1">
                <a:solidFill>
                  <a:srgbClr val="A25C38"/>
                </a:solidFill>
                <a:latin typeface="Noto Sans"/>
                <a:ea typeface="Noto Sans"/>
                <a:cs typeface="Noto Sans"/>
              </a:rPr>
              <a:t>Before commit: current stage + requested stage + caller permission + application scope</a:t>
            </a:r>
          </a:p>
        </p:txBody>
      </p:sp>
    </p:spTree>
    <p:transition spd="med" advClick="1">
      <p:fade/>
    </p:transition>
    <p:extLst>
      <p:ext uri="{BB962C8B-B14F-4D97-AF65-F5344CB8AC3E}">
        <p14:creationId xmlns:p14="http://schemas.microsoft.com/office/powerpoint/2010/main" val="105758881"/>
      </p:ext>
    </p:extLst>
  </p:cSld>
</p:sld>
</file>

<file path=ppt/slides/slide13.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4D0B8D2B-40A9-4532-8BE3-999E7B095F10}"/>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BACKGROUND JOBS</a:t>
            </a:r>
          </a:p>
        </p:txBody>
      </p:sp>
      <p:sp>
        <p:nvSpPr>
          <p:cNvPr id="2" name="">
            <a:extLst xmlns:a="http://schemas.openxmlformats.org/drawingml/2006/main">
              <a:ext uri="{FF2B5EF4-FFF2-40B4-BE49-F238E27FC236}">
                <a16:creationId xmlns:a16="http://schemas.microsoft.com/office/drawing/2014/main" id="{86D81572-6519-47FF-A585-4AEF75129428}"/>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13</a:t>
            </a:r>
          </a:p>
        </p:txBody>
      </p:sp>
      <p:sp>
        <p:nvSpPr>
          <p:cNvPr id="3" name="">
            <a:extLst xmlns:a="http://schemas.openxmlformats.org/drawingml/2006/main">
              <a:ext uri="{FF2B5EF4-FFF2-40B4-BE49-F238E27FC236}">
                <a16:creationId xmlns:a16="http://schemas.microsoft.com/office/drawing/2014/main" id="{2E60CC54-14DE-47C3-B5B0-AE47EA468B9B}"/>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Durable AI processing</a:t>
            </a:r>
          </a:p>
        </p:txBody>
      </p:sp>
      <p:sp>
        <p:nvSpPr>
          <p:cNvPr id="4" name="">
            <a:extLst xmlns:a="http://schemas.openxmlformats.org/drawingml/2006/main">
              <a:ext uri="{FF2B5EF4-FFF2-40B4-BE49-F238E27FC236}">
                <a16:creationId xmlns:a16="http://schemas.microsoft.com/office/drawing/2014/main" id="{58459F3C-2541-4EEB-B237-FB4A9EF24066}"/>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2367962D-54AE-401C-9CDB-4DE09CFA83C0}"/>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AI calls can be slow or unavailable, so the user request only records durable work.</a:t>
            </a:r>
          </a:p>
        </p:txBody>
      </p:sp>
      <p:sp>
        <p:nvSpPr>
          <p:cNvPr id="6" name="">
            <a:extLst xmlns:a="http://schemas.openxmlformats.org/drawingml/2006/main">
              <a:ext uri="{FF2B5EF4-FFF2-40B4-BE49-F238E27FC236}">
                <a16:creationId xmlns:a16="http://schemas.microsoft.com/office/drawing/2014/main" id="{A8DAB299-D271-476C-90F7-E2564CB43970}"/>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19A2E915-B6D6-40A2-BE8D-81A8B5337BD8}"/>
              </a:ext>
            </a:extLst>
          </p:cNvPr>
          <p:cNvSpPr>
            <a:spLocks xmlns:a="http://schemas.openxmlformats.org/drawingml/2006/main" noGrp="1"/>
          </p:cNvSpPr>
          <p:nvPr/>
        </p:nvSpPr>
        <p:spPr>
          <a:xfrm xmlns:a="http://schemas.openxmlformats.org/drawingml/2006/main">
            <a:off x="895350" y="2857500"/>
            <a:ext cx="10248900" cy="0"/>
          </a:xfrm>
          <a:prstGeom xmlns:a="http://schemas.openxmlformats.org/drawingml/2006/main" prst="line">
            <a:avLst/>
          </a:prstGeom>
          <a:ln xmlns:a="http://schemas.openxmlformats.org/drawingml/2006/main" w="28575">
            <a:solidFill>
              <a:srgbClr val="CFDBCF"/>
            </a:solidFill>
            <a:prstDash val="solid"/>
          </a:ln>
        </p:spPr>
      </p:sp>
      <p:sp>
        <p:nvSpPr>
          <p:cNvPr id="8" name="">
            <a:extLst xmlns:a="http://schemas.openxmlformats.org/drawingml/2006/main">
              <a:ext uri="{FF2B5EF4-FFF2-40B4-BE49-F238E27FC236}">
                <a16:creationId xmlns:a16="http://schemas.microsoft.com/office/drawing/2014/main" id="{85E3A944-6839-4E0E-91C8-E57DF29C9325}"/>
              </a:ext>
            </a:extLst>
          </p:cNvPr>
          <p:cNvSpPr>
            <a:spLocks xmlns:a="http://schemas.openxmlformats.org/drawingml/2006/main" noGrp="1"/>
          </p:cNvSpPr>
          <p:nvPr/>
        </p:nvSpPr>
        <p:spPr>
          <a:xfrm xmlns:a="http://schemas.openxmlformats.org/drawingml/2006/main">
            <a:off x="10287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9" name="">
            <a:extLst xmlns:a="http://schemas.openxmlformats.org/drawingml/2006/main">
              <a:ext uri="{FF2B5EF4-FFF2-40B4-BE49-F238E27FC236}">
                <a16:creationId xmlns:a16="http://schemas.microsoft.com/office/drawing/2014/main" id="{A606BFF1-3DB4-4521-937B-C09D3C513994}"/>
              </a:ext>
            </a:extLst>
          </p:cNvPr>
          <p:cNvSpPr>
            <a:spLocks xmlns:a="http://schemas.openxmlformats.org/drawingml/2006/main" noGrp="1"/>
          </p:cNvSpPr>
          <p:nvPr/>
        </p:nvSpPr>
        <p:spPr>
          <a:xfrm xmlns:a="http://schemas.openxmlformats.org/drawingml/2006/main">
            <a:off x="10287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10" name="">
            <a:extLst xmlns:a="http://schemas.openxmlformats.org/drawingml/2006/main">
              <a:ext uri="{FF2B5EF4-FFF2-40B4-BE49-F238E27FC236}">
                <a16:creationId xmlns:a16="http://schemas.microsoft.com/office/drawing/2014/main" id="{8555D65D-014D-4C2B-B384-D039EAC3ED04}"/>
              </a:ext>
            </a:extLst>
          </p:cNvPr>
          <p:cNvSpPr>
            <a:spLocks xmlns:a="http://schemas.openxmlformats.org/drawingml/2006/main" noGrp="1"/>
          </p:cNvSpPr>
          <p:nvPr/>
        </p:nvSpPr>
        <p:spPr>
          <a:xfrm xmlns:a="http://schemas.openxmlformats.org/drawingml/2006/main">
            <a:off x="400050" y="32004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API</a:t>
            </a:r>
          </a:p>
        </p:txBody>
      </p:sp>
      <p:sp>
        <p:nvSpPr>
          <p:cNvPr id="11" name="">
            <a:extLst xmlns:a="http://schemas.openxmlformats.org/drawingml/2006/main">
              <a:ext uri="{FF2B5EF4-FFF2-40B4-BE49-F238E27FC236}">
                <a16:creationId xmlns:a16="http://schemas.microsoft.com/office/drawing/2014/main" id="{F2C1AC29-342D-4EBF-96DF-AF38E67C61F5}"/>
              </a:ext>
            </a:extLst>
          </p:cNvPr>
          <p:cNvSpPr>
            <a:spLocks xmlns:a="http://schemas.openxmlformats.org/drawingml/2006/main" noGrp="1"/>
          </p:cNvSpPr>
          <p:nvPr/>
        </p:nvSpPr>
        <p:spPr>
          <a:xfrm xmlns:a="http://schemas.openxmlformats.org/drawingml/2006/main">
            <a:off x="4000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Create job</a:t>
            </a:r>
          </a:p>
        </p:txBody>
      </p:sp>
      <p:sp>
        <p:nvSpPr>
          <p:cNvPr id="12" name="">
            <a:extLst xmlns:a="http://schemas.openxmlformats.org/drawingml/2006/main">
              <a:ext uri="{FF2B5EF4-FFF2-40B4-BE49-F238E27FC236}">
                <a16:creationId xmlns:a16="http://schemas.microsoft.com/office/drawing/2014/main" id="{03F03D4F-BABD-4EAD-BFEF-BF37D48C29B1}"/>
              </a:ext>
            </a:extLst>
          </p:cNvPr>
          <p:cNvSpPr>
            <a:spLocks xmlns:a="http://schemas.openxmlformats.org/drawingml/2006/main" noGrp="1"/>
          </p:cNvSpPr>
          <p:nvPr/>
        </p:nvSpPr>
        <p:spPr>
          <a:xfrm xmlns:a="http://schemas.openxmlformats.org/drawingml/2006/main">
            <a:off x="29718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3" name="">
            <a:extLst xmlns:a="http://schemas.openxmlformats.org/drawingml/2006/main">
              <a:ext uri="{FF2B5EF4-FFF2-40B4-BE49-F238E27FC236}">
                <a16:creationId xmlns:a16="http://schemas.microsoft.com/office/drawing/2014/main" id="{DEFF2B9B-102B-4F07-9756-7107A17820FE}"/>
              </a:ext>
            </a:extLst>
          </p:cNvPr>
          <p:cNvSpPr>
            <a:spLocks xmlns:a="http://schemas.openxmlformats.org/drawingml/2006/main" noGrp="1"/>
          </p:cNvSpPr>
          <p:nvPr/>
        </p:nvSpPr>
        <p:spPr>
          <a:xfrm xmlns:a="http://schemas.openxmlformats.org/drawingml/2006/main">
            <a:off x="29718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14" name="">
            <a:extLst xmlns:a="http://schemas.openxmlformats.org/drawingml/2006/main">
              <a:ext uri="{FF2B5EF4-FFF2-40B4-BE49-F238E27FC236}">
                <a16:creationId xmlns:a16="http://schemas.microsoft.com/office/drawing/2014/main" id="{AEF12BBA-AFBD-43BA-9C95-9EF58B39B82C}"/>
              </a:ext>
            </a:extLst>
          </p:cNvPr>
          <p:cNvSpPr>
            <a:spLocks xmlns:a="http://schemas.openxmlformats.org/drawingml/2006/main" noGrp="1"/>
          </p:cNvSpPr>
          <p:nvPr/>
        </p:nvSpPr>
        <p:spPr>
          <a:xfrm xmlns:a="http://schemas.openxmlformats.org/drawingml/2006/main">
            <a:off x="2343150" y="32004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PostgreSQL</a:t>
            </a:r>
          </a:p>
        </p:txBody>
      </p:sp>
      <p:sp>
        <p:nvSpPr>
          <p:cNvPr id="15" name="">
            <a:extLst xmlns:a="http://schemas.openxmlformats.org/drawingml/2006/main">
              <a:ext uri="{FF2B5EF4-FFF2-40B4-BE49-F238E27FC236}">
                <a16:creationId xmlns:a16="http://schemas.microsoft.com/office/drawing/2014/main" id="{0958C955-3C24-4ABB-A0DD-E44AF0733F2D}"/>
              </a:ext>
            </a:extLst>
          </p:cNvPr>
          <p:cNvSpPr>
            <a:spLocks xmlns:a="http://schemas.openxmlformats.org/drawingml/2006/main" noGrp="1"/>
          </p:cNvSpPr>
          <p:nvPr/>
        </p:nvSpPr>
        <p:spPr>
          <a:xfrm xmlns:a="http://schemas.openxmlformats.org/drawingml/2006/main">
            <a:off x="23431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Persist outbox</a:t>
            </a:r>
          </a:p>
        </p:txBody>
      </p:sp>
      <p:sp>
        <p:nvSpPr>
          <p:cNvPr id="16" name="">
            <a:extLst xmlns:a="http://schemas.openxmlformats.org/drawingml/2006/main">
              <a:ext uri="{FF2B5EF4-FFF2-40B4-BE49-F238E27FC236}">
                <a16:creationId xmlns:a16="http://schemas.microsoft.com/office/drawing/2014/main" id="{C068D642-53FA-4D3E-943B-8CDA3E8619D0}"/>
              </a:ext>
            </a:extLst>
          </p:cNvPr>
          <p:cNvSpPr>
            <a:spLocks xmlns:a="http://schemas.openxmlformats.org/drawingml/2006/main" noGrp="1"/>
          </p:cNvSpPr>
          <p:nvPr/>
        </p:nvSpPr>
        <p:spPr>
          <a:xfrm xmlns:a="http://schemas.openxmlformats.org/drawingml/2006/main">
            <a:off x="49149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17" name="">
            <a:extLst xmlns:a="http://schemas.openxmlformats.org/drawingml/2006/main">
              <a:ext uri="{FF2B5EF4-FFF2-40B4-BE49-F238E27FC236}">
                <a16:creationId xmlns:a16="http://schemas.microsoft.com/office/drawing/2014/main" id="{4286CC26-8D5E-4D62-997D-4D36C7C80133}"/>
              </a:ext>
            </a:extLst>
          </p:cNvPr>
          <p:cNvSpPr>
            <a:spLocks xmlns:a="http://schemas.openxmlformats.org/drawingml/2006/main" noGrp="1"/>
          </p:cNvSpPr>
          <p:nvPr/>
        </p:nvSpPr>
        <p:spPr>
          <a:xfrm xmlns:a="http://schemas.openxmlformats.org/drawingml/2006/main">
            <a:off x="49149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18" name="">
            <a:extLst xmlns:a="http://schemas.openxmlformats.org/drawingml/2006/main">
              <a:ext uri="{FF2B5EF4-FFF2-40B4-BE49-F238E27FC236}">
                <a16:creationId xmlns:a16="http://schemas.microsoft.com/office/drawing/2014/main" id="{63114B06-E598-475A-A59E-81DCC16F026D}"/>
              </a:ext>
            </a:extLst>
          </p:cNvPr>
          <p:cNvSpPr>
            <a:spLocks xmlns:a="http://schemas.openxmlformats.org/drawingml/2006/main" noGrp="1"/>
          </p:cNvSpPr>
          <p:nvPr/>
        </p:nvSpPr>
        <p:spPr>
          <a:xfrm xmlns:a="http://schemas.openxmlformats.org/drawingml/2006/main">
            <a:off x="4286250" y="32004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Dispatcher</a:t>
            </a:r>
          </a:p>
        </p:txBody>
      </p:sp>
      <p:sp>
        <p:nvSpPr>
          <p:cNvPr id="19" name="">
            <a:extLst xmlns:a="http://schemas.openxmlformats.org/drawingml/2006/main">
              <a:ext uri="{FF2B5EF4-FFF2-40B4-BE49-F238E27FC236}">
                <a16:creationId xmlns:a16="http://schemas.microsoft.com/office/drawing/2014/main" id="{A203DC9F-027D-41CA-AF02-499D9F403973}"/>
              </a:ext>
            </a:extLst>
          </p:cNvPr>
          <p:cNvSpPr>
            <a:spLocks xmlns:a="http://schemas.openxmlformats.org/drawingml/2006/main" noGrp="1"/>
          </p:cNvSpPr>
          <p:nvPr/>
        </p:nvSpPr>
        <p:spPr>
          <a:xfrm xmlns:a="http://schemas.openxmlformats.org/drawingml/2006/main">
            <a:off x="42862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Claim safely</a:t>
            </a:r>
          </a:p>
        </p:txBody>
      </p:sp>
      <p:sp>
        <p:nvSpPr>
          <p:cNvPr id="20" name="">
            <a:extLst xmlns:a="http://schemas.openxmlformats.org/drawingml/2006/main">
              <a:ext uri="{FF2B5EF4-FFF2-40B4-BE49-F238E27FC236}">
                <a16:creationId xmlns:a16="http://schemas.microsoft.com/office/drawing/2014/main" id="{948A0C8A-0BDB-45F6-B05D-73DC74889127}"/>
              </a:ext>
            </a:extLst>
          </p:cNvPr>
          <p:cNvSpPr>
            <a:spLocks xmlns:a="http://schemas.openxmlformats.org/drawingml/2006/main" noGrp="1"/>
          </p:cNvSpPr>
          <p:nvPr/>
        </p:nvSpPr>
        <p:spPr>
          <a:xfrm xmlns:a="http://schemas.openxmlformats.org/drawingml/2006/main">
            <a:off x="68580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1" name="">
            <a:extLst xmlns:a="http://schemas.openxmlformats.org/drawingml/2006/main">
              <a:ext uri="{FF2B5EF4-FFF2-40B4-BE49-F238E27FC236}">
                <a16:creationId xmlns:a16="http://schemas.microsoft.com/office/drawing/2014/main" id="{EE7B47B9-4FEC-4800-93E3-602F92CE2CF1}"/>
              </a:ext>
            </a:extLst>
          </p:cNvPr>
          <p:cNvSpPr>
            <a:spLocks xmlns:a="http://schemas.openxmlformats.org/drawingml/2006/main" noGrp="1"/>
          </p:cNvSpPr>
          <p:nvPr/>
        </p:nvSpPr>
        <p:spPr>
          <a:xfrm xmlns:a="http://schemas.openxmlformats.org/drawingml/2006/main">
            <a:off x="68580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22" name="">
            <a:extLst xmlns:a="http://schemas.openxmlformats.org/drawingml/2006/main">
              <a:ext uri="{FF2B5EF4-FFF2-40B4-BE49-F238E27FC236}">
                <a16:creationId xmlns:a16="http://schemas.microsoft.com/office/drawing/2014/main" id="{6E67EF60-0808-4ECB-A9F1-63E7E9D33ECD}"/>
              </a:ext>
            </a:extLst>
          </p:cNvPr>
          <p:cNvSpPr>
            <a:spLocks xmlns:a="http://schemas.openxmlformats.org/drawingml/2006/main" noGrp="1"/>
          </p:cNvSpPr>
          <p:nvPr/>
        </p:nvSpPr>
        <p:spPr>
          <a:xfrm xmlns:a="http://schemas.openxmlformats.org/drawingml/2006/main">
            <a:off x="6229350" y="32004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Redis</a:t>
            </a:r>
          </a:p>
        </p:txBody>
      </p:sp>
      <p:sp>
        <p:nvSpPr>
          <p:cNvPr id="23" name="">
            <a:extLst xmlns:a="http://schemas.openxmlformats.org/drawingml/2006/main">
              <a:ext uri="{FF2B5EF4-FFF2-40B4-BE49-F238E27FC236}">
                <a16:creationId xmlns:a16="http://schemas.microsoft.com/office/drawing/2014/main" id="{D5CF00FA-D73F-4966-A408-E254E3DB6F7D}"/>
              </a:ext>
            </a:extLst>
          </p:cNvPr>
          <p:cNvSpPr>
            <a:spLocks xmlns:a="http://schemas.openxmlformats.org/drawingml/2006/main" noGrp="1"/>
          </p:cNvSpPr>
          <p:nvPr/>
        </p:nvSpPr>
        <p:spPr>
          <a:xfrm xmlns:a="http://schemas.openxmlformats.org/drawingml/2006/main">
            <a:off x="62293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Queue task</a:t>
            </a:r>
          </a:p>
        </p:txBody>
      </p:sp>
      <p:sp>
        <p:nvSpPr>
          <p:cNvPr id="24" name="">
            <a:extLst xmlns:a="http://schemas.openxmlformats.org/drawingml/2006/main">
              <a:ext uri="{FF2B5EF4-FFF2-40B4-BE49-F238E27FC236}">
                <a16:creationId xmlns:a16="http://schemas.microsoft.com/office/drawing/2014/main" id="{416E04F8-F55D-4811-BB36-C4CF19B2E13D}"/>
              </a:ext>
            </a:extLst>
          </p:cNvPr>
          <p:cNvSpPr>
            <a:spLocks xmlns:a="http://schemas.openxmlformats.org/drawingml/2006/main" noGrp="1"/>
          </p:cNvSpPr>
          <p:nvPr/>
        </p:nvSpPr>
        <p:spPr>
          <a:xfrm xmlns:a="http://schemas.openxmlformats.org/drawingml/2006/main">
            <a:off x="8801100" y="27051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5" name="">
            <a:extLst xmlns:a="http://schemas.openxmlformats.org/drawingml/2006/main">
              <a:ext uri="{FF2B5EF4-FFF2-40B4-BE49-F238E27FC236}">
                <a16:creationId xmlns:a16="http://schemas.microsoft.com/office/drawing/2014/main" id="{2BE6F435-7920-467E-93D7-87DE29F0E23F}"/>
              </a:ext>
            </a:extLst>
          </p:cNvPr>
          <p:cNvSpPr>
            <a:spLocks xmlns:a="http://schemas.openxmlformats.org/drawingml/2006/main" noGrp="1"/>
          </p:cNvSpPr>
          <p:nvPr/>
        </p:nvSpPr>
        <p:spPr>
          <a:xfrm xmlns:a="http://schemas.openxmlformats.org/drawingml/2006/main">
            <a:off x="88011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5</a:t>
            </a:r>
          </a:p>
        </p:txBody>
      </p:sp>
      <p:sp>
        <p:nvSpPr>
          <p:cNvPr id="26" name="">
            <a:extLst xmlns:a="http://schemas.openxmlformats.org/drawingml/2006/main">
              <a:ext uri="{FF2B5EF4-FFF2-40B4-BE49-F238E27FC236}">
                <a16:creationId xmlns:a16="http://schemas.microsoft.com/office/drawing/2014/main" id="{6BD0F4C0-68B3-47D5-B627-57FAF837D982}"/>
              </a:ext>
            </a:extLst>
          </p:cNvPr>
          <p:cNvSpPr>
            <a:spLocks xmlns:a="http://schemas.openxmlformats.org/drawingml/2006/main" noGrp="1"/>
          </p:cNvSpPr>
          <p:nvPr/>
        </p:nvSpPr>
        <p:spPr>
          <a:xfrm xmlns:a="http://schemas.openxmlformats.org/drawingml/2006/main">
            <a:off x="8172450" y="32004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Celery</a:t>
            </a:r>
          </a:p>
        </p:txBody>
      </p:sp>
      <p:sp>
        <p:nvSpPr>
          <p:cNvPr id="27" name="">
            <a:extLst xmlns:a="http://schemas.openxmlformats.org/drawingml/2006/main">
              <a:ext uri="{FF2B5EF4-FFF2-40B4-BE49-F238E27FC236}">
                <a16:creationId xmlns:a16="http://schemas.microsoft.com/office/drawing/2014/main" id="{5E005D0C-F717-44BB-8D46-7CFD80E83A20}"/>
              </a:ext>
            </a:extLst>
          </p:cNvPr>
          <p:cNvSpPr>
            <a:spLocks xmlns:a="http://schemas.openxmlformats.org/drawingml/2006/main" noGrp="1"/>
          </p:cNvSpPr>
          <p:nvPr/>
        </p:nvSpPr>
        <p:spPr>
          <a:xfrm xmlns:a="http://schemas.openxmlformats.org/drawingml/2006/main">
            <a:off x="81724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Call Gemini</a:t>
            </a:r>
          </a:p>
        </p:txBody>
      </p:sp>
      <p:sp>
        <p:nvSpPr>
          <p:cNvPr id="28" name="">
            <a:extLst xmlns:a="http://schemas.openxmlformats.org/drawingml/2006/main">
              <a:ext uri="{FF2B5EF4-FFF2-40B4-BE49-F238E27FC236}">
                <a16:creationId xmlns:a16="http://schemas.microsoft.com/office/drawing/2014/main" id="{07ED65C8-A37E-47E7-AEF1-8CF97DE6A11B}"/>
              </a:ext>
            </a:extLst>
          </p:cNvPr>
          <p:cNvSpPr>
            <a:spLocks xmlns:a="http://schemas.openxmlformats.org/drawingml/2006/main" noGrp="1"/>
          </p:cNvSpPr>
          <p:nvPr/>
        </p:nvSpPr>
        <p:spPr>
          <a:xfrm xmlns:a="http://schemas.openxmlformats.org/drawingml/2006/main">
            <a:off x="10744200" y="2705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9" name="">
            <a:extLst xmlns:a="http://schemas.openxmlformats.org/drawingml/2006/main">
              <a:ext uri="{FF2B5EF4-FFF2-40B4-BE49-F238E27FC236}">
                <a16:creationId xmlns:a16="http://schemas.microsoft.com/office/drawing/2014/main" id="{5DF6A4B7-490B-41D5-B4B9-060FD758BD24}"/>
              </a:ext>
            </a:extLst>
          </p:cNvPr>
          <p:cNvSpPr>
            <a:spLocks xmlns:a="http://schemas.openxmlformats.org/drawingml/2006/main" noGrp="1"/>
          </p:cNvSpPr>
          <p:nvPr/>
        </p:nvSpPr>
        <p:spPr>
          <a:xfrm xmlns:a="http://schemas.openxmlformats.org/drawingml/2006/main">
            <a:off x="10744200" y="2743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6</a:t>
            </a:r>
          </a:p>
        </p:txBody>
      </p:sp>
      <p:sp>
        <p:nvSpPr>
          <p:cNvPr id="30" name="">
            <a:extLst xmlns:a="http://schemas.openxmlformats.org/drawingml/2006/main">
              <a:ext uri="{FF2B5EF4-FFF2-40B4-BE49-F238E27FC236}">
                <a16:creationId xmlns:a16="http://schemas.microsoft.com/office/drawing/2014/main" id="{817DDB41-86D9-44D2-B03E-590842D81DEA}"/>
              </a:ext>
            </a:extLst>
          </p:cNvPr>
          <p:cNvSpPr>
            <a:spLocks xmlns:a="http://schemas.openxmlformats.org/drawingml/2006/main" noGrp="1"/>
          </p:cNvSpPr>
          <p:nvPr/>
        </p:nvSpPr>
        <p:spPr>
          <a:xfrm xmlns:a="http://schemas.openxmlformats.org/drawingml/2006/main">
            <a:off x="10115550" y="3200400"/>
            <a:ext cx="1562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00" b="1">
                <a:solidFill>
                  <a:srgbClr val="192B23"/>
                </a:solidFill>
                <a:latin typeface="Noto Sans"/>
                <a:ea typeface="Noto Sans"/>
                <a:cs typeface="Noto Sans"/>
              </a:defRPr>
            </a:defPPr>
            <a:lvl1pPr algn="ctr">
              <a:defRPr sz="1200" b="1">
                <a:solidFill>
                  <a:srgbClr val="192B23"/>
                </a:solidFill>
                <a:latin typeface="Noto Sans"/>
                <a:ea typeface="Noto Sans"/>
                <a:cs typeface="Noto Sans"/>
              </a:defRPr>
            </a:lvl1pPr>
            <a:lvl2pPr algn="ctr">
              <a:defRPr sz="1200" b="1">
                <a:solidFill>
                  <a:srgbClr val="192B23"/>
                </a:solidFill>
                <a:latin typeface="Noto Sans"/>
                <a:ea typeface="Noto Sans"/>
                <a:cs typeface="Noto Sans"/>
              </a:defRPr>
            </a:lvl2pPr>
            <a:lvl3pPr algn="ctr">
              <a:defRPr sz="1200" b="1">
                <a:solidFill>
                  <a:srgbClr val="192B23"/>
                </a:solidFill>
                <a:latin typeface="Noto Sans"/>
                <a:ea typeface="Noto Sans"/>
                <a:cs typeface="Noto Sans"/>
              </a:defRPr>
            </a:lvl3pPr>
            <a:lvl4pPr algn="ctr">
              <a:defRPr sz="1200" b="1">
                <a:solidFill>
                  <a:srgbClr val="192B23"/>
                </a:solidFill>
                <a:latin typeface="Noto Sans"/>
                <a:ea typeface="Noto Sans"/>
                <a:cs typeface="Noto Sans"/>
              </a:defRPr>
            </a:lvl4pPr>
            <a:lvl5pPr algn="ctr">
              <a:defRPr sz="1200" b="1">
                <a:solidFill>
                  <a:srgbClr val="192B23"/>
                </a:solidFill>
                <a:latin typeface="Noto Sans"/>
                <a:ea typeface="Noto Sans"/>
                <a:cs typeface="Noto Sans"/>
              </a:defRPr>
            </a:lvl5pPr>
            <a:lvl6pPr algn="ctr">
              <a:defRPr sz="1200" b="1">
                <a:solidFill>
                  <a:srgbClr val="192B23"/>
                </a:solidFill>
                <a:latin typeface="Noto Sans"/>
                <a:ea typeface="Noto Sans"/>
                <a:cs typeface="Noto Sans"/>
              </a:defRPr>
            </a:lvl6pPr>
            <a:lvl7pPr algn="ctr">
              <a:defRPr sz="1200" b="1">
                <a:solidFill>
                  <a:srgbClr val="192B23"/>
                </a:solidFill>
                <a:latin typeface="Noto Sans"/>
                <a:ea typeface="Noto Sans"/>
                <a:cs typeface="Noto Sans"/>
              </a:defRPr>
            </a:lvl7pPr>
            <a:lvl8pPr algn="ctr">
              <a:defRPr sz="1200" b="1">
                <a:solidFill>
                  <a:srgbClr val="192B23"/>
                </a:solidFill>
                <a:latin typeface="Noto Sans"/>
                <a:ea typeface="Noto Sans"/>
                <a:cs typeface="Noto Sans"/>
              </a:defRPr>
            </a:lvl8pPr>
            <a:lvl9pPr algn="ctr">
              <a:defRPr sz="1200" b="1">
                <a:solidFill>
                  <a:srgbClr val="192B23"/>
                </a:solidFill>
                <a:latin typeface="Noto Sans"/>
                <a:ea typeface="Noto Sans"/>
                <a:cs typeface="Noto Sans"/>
              </a:defRPr>
            </a:lvl9pPr>
          </a:lstStyle>
          <a:p xmlns:a="http://schemas.openxmlformats.org/drawingml/2006/main">
            <a:pPr algn="ctr">
              <a:defRPr sz="1200" b="1">
                <a:solidFill>
                  <a:srgbClr val="192B23"/>
                </a:solidFill>
                <a:latin typeface="Noto Sans"/>
                <a:ea typeface="Noto Sans"/>
                <a:cs typeface="Noto Sans"/>
              </a:defRPr>
            </a:pPr>
            <a:r>
              <a:rPr sz="1200" b="1">
                <a:solidFill>
                  <a:srgbClr val="192B23"/>
                </a:solidFill>
                <a:latin typeface="Noto Sans"/>
                <a:ea typeface="Noto Sans"/>
                <a:cs typeface="Noto Sans"/>
              </a:rPr>
              <a:t>Database</a:t>
            </a:r>
          </a:p>
        </p:txBody>
      </p:sp>
      <p:sp>
        <p:nvSpPr>
          <p:cNvPr id="31" name="">
            <a:extLst xmlns:a="http://schemas.openxmlformats.org/drawingml/2006/main">
              <a:ext uri="{FF2B5EF4-FFF2-40B4-BE49-F238E27FC236}">
                <a16:creationId xmlns:a16="http://schemas.microsoft.com/office/drawing/2014/main" id="{F3BE0EB3-EE6E-420C-9CD5-4794D7728999}"/>
              </a:ext>
            </a:extLst>
          </p:cNvPr>
          <p:cNvSpPr>
            <a:spLocks xmlns:a="http://schemas.openxmlformats.org/drawingml/2006/main" noGrp="1"/>
          </p:cNvSpPr>
          <p:nvPr/>
        </p:nvSpPr>
        <p:spPr>
          <a:xfrm xmlns:a="http://schemas.openxmlformats.org/drawingml/2006/main">
            <a:off x="10115550" y="3543300"/>
            <a:ext cx="1562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Store result</a:t>
            </a:r>
          </a:p>
        </p:txBody>
      </p:sp>
      <p:sp>
        <p:nvSpPr>
          <p:cNvPr id="32" name="">
            <a:extLst xmlns:a="http://schemas.openxmlformats.org/drawingml/2006/main">
              <a:ext uri="{FF2B5EF4-FFF2-40B4-BE49-F238E27FC236}">
                <a16:creationId xmlns:a16="http://schemas.microsoft.com/office/drawing/2014/main" id="{51378249-D29F-4578-BC76-5CD489C58B95}"/>
              </a:ext>
            </a:extLst>
          </p:cNvPr>
          <p:cNvSpPr>
            <a:spLocks xmlns:a="http://schemas.openxmlformats.org/drawingml/2006/main" noGrp="1"/>
          </p:cNvSpPr>
          <p:nvPr/>
        </p:nvSpPr>
        <p:spPr>
          <a:xfrm xmlns:a="http://schemas.openxmlformats.org/drawingml/2006/main">
            <a:off x="609600" y="4648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Restart safety</a:t>
            </a:r>
          </a:p>
        </p:txBody>
      </p:sp>
      <p:sp>
        <p:nvSpPr>
          <p:cNvPr id="33" name="">
            <a:extLst xmlns:a="http://schemas.openxmlformats.org/drawingml/2006/main">
              <a:ext uri="{FF2B5EF4-FFF2-40B4-BE49-F238E27FC236}">
                <a16:creationId xmlns:a16="http://schemas.microsoft.com/office/drawing/2014/main" id="{EC1EAE61-D6C3-44D1-A678-2AC78FBAB88F}"/>
              </a:ext>
            </a:extLst>
          </p:cNvPr>
          <p:cNvSpPr>
            <a:spLocks xmlns:a="http://schemas.openxmlformats.org/drawingml/2006/main" noGrp="1"/>
          </p:cNvSpPr>
          <p:nvPr/>
        </p:nvSpPr>
        <p:spPr>
          <a:xfrm xmlns:a="http://schemas.openxmlformats.org/drawingml/2006/main">
            <a:off x="609600" y="50482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Pending work remains in PostgreSQL after an API or worker restart.</a:t>
            </a:r>
          </a:p>
        </p:txBody>
      </p:sp>
      <p:sp>
        <p:nvSpPr>
          <p:cNvPr id="34" name="">
            <a:extLst xmlns:a="http://schemas.openxmlformats.org/drawingml/2006/main">
              <a:ext uri="{FF2B5EF4-FFF2-40B4-BE49-F238E27FC236}">
                <a16:creationId xmlns:a16="http://schemas.microsoft.com/office/drawing/2014/main" id="{61DA3748-6A12-421E-9689-B67C38C16D68}"/>
              </a:ext>
            </a:extLst>
          </p:cNvPr>
          <p:cNvSpPr>
            <a:spLocks xmlns:a="http://schemas.openxmlformats.org/drawingml/2006/main" noGrp="1"/>
          </p:cNvSpPr>
          <p:nvPr/>
        </p:nvSpPr>
        <p:spPr>
          <a:xfrm xmlns:a="http://schemas.openxmlformats.org/drawingml/2006/main">
            <a:off x="4181475" y="4648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Controlled retry</a:t>
            </a:r>
          </a:p>
        </p:txBody>
      </p:sp>
      <p:sp>
        <p:nvSpPr>
          <p:cNvPr id="35" name="">
            <a:extLst xmlns:a="http://schemas.openxmlformats.org/drawingml/2006/main">
              <a:ext uri="{FF2B5EF4-FFF2-40B4-BE49-F238E27FC236}">
                <a16:creationId xmlns:a16="http://schemas.microsoft.com/office/drawing/2014/main" id="{B31CF25F-AD30-4A37-BD71-F75AA7FA8ED1}"/>
              </a:ext>
            </a:extLst>
          </p:cNvPr>
          <p:cNvSpPr>
            <a:spLocks xmlns:a="http://schemas.openxmlformats.org/drawingml/2006/main" noGrp="1"/>
          </p:cNvSpPr>
          <p:nvPr/>
        </p:nvSpPr>
        <p:spPr>
          <a:xfrm xmlns:a="http://schemas.openxmlformats.org/drawingml/2006/main">
            <a:off x="4181475" y="50482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Transient provider failures use bounded retry instead of losing the request.</a:t>
            </a:r>
          </a:p>
        </p:txBody>
      </p:sp>
      <p:sp>
        <p:nvSpPr>
          <p:cNvPr id="36" name="">
            <a:extLst xmlns:a="http://schemas.openxmlformats.org/drawingml/2006/main">
              <a:ext uri="{FF2B5EF4-FFF2-40B4-BE49-F238E27FC236}">
                <a16:creationId xmlns:a16="http://schemas.microsoft.com/office/drawing/2014/main" id="{2CD4CF59-C4AF-4A71-B8F1-882EFE21E86E}"/>
              </a:ext>
            </a:extLst>
          </p:cNvPr>
          <p:cNvSpPr>
            <a:spLocks xmlns:a="http://schemas.openxmlformats.org/drawingml/2006/main" noGrp="1"/>
          </p:cNvSpPr>
          <p:nvPr/>
        </p:nvSpPr>
        <p:spPr>
          <a:xfrm xmlns:a="http://schemas.openxmlformats.org/drawingml/2006/main">
            <a:off x="7753350" y="4648200"/>
            <a:ext cx="304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Duplicate protection</a:t>
            </a:r>
          </a:p>
        </p:txBody>
      </p:sp>
      <p:sp>
        <p:nvSpPr>
          <p:cNvPr id="37" name="">
            <a:extLst xmlns:a="http://schemas.openxmlformats.org/drawingml/2006/main">
              <a:ext uri="{FF2B5EF4-FFF2-40B4-BE49-F238E27FC236}">
                <a16:creationId xmlns:a16="http://schemas.microsoft.com/office/drawing/2014/main" id="{5AD96403-6DF9-4E90-82E8-8342D8FEF93A}"/>
              </a:ext>
            </a:extLst>
          </p:cNvPr>
          <p:cNvSpPr>
            <a:spLocks xmlns:a="http://schemas.openxmlformats.org/drawingml/2006/main" noGrp="1"/>
          </p:cNvSpPr>
          <p:nvPr/>
        </p:nvSpPr>
        <p:spPr>
          <a:xfrm xmlns:a="http://schemas.openxmlformats.org/drawingml/2006/main">
            <a:off x="7753350" y="5048250"/>
            <a:ext cx="3143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Leases, claim state and idempotency keep one logical result.</a:t>
            </a:r>
          </a:p>
        </p:txBody>
      </p:sp>
    </p:spTree>
    <p:transition spd="med" advClick="1">
      <p:fade/>
    </p:transition>
    <p:extLst>
      <p:ext uri="{BB962C8B-B14F-4D97-AF65-F5344CB8AC3E}">
        <p14:creationId xmlns:p14="http://schemas.microsoft.com/office/powerpoint/2010/main" val="1428497455"/>
      </p:ext>
    </p:extLst>
  </p:cSld>
</p:sld>
</file>

<file path=ppt/slides/slide14.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C9F7BB52-A0F3-4441-9EE5-97FBAA5398AE}"/>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TRANSACTIONAL OUTBOX</a:t>
            </a:r>
          </a:p>
        </p:txBody>
      </p:sp>
      <p:sp>
        <p:nvSpPr>
          <p:cNvPr id="2" name="">
            <a:extLst xmlns:a="http://schemas.openxmlformats.org/drawingml/2006/main">
              <a:ext uri="{FF2B5EF4-FFF2-40B4-BE49-F238E27FC236}">
                <a16:creationId xmlns:a16="http://schemas.microsoft.com/office/drawing/2014/main" id="{378393CD-68B7-4A81-A9A2-4AF690C73CAB}"/>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14</a:t>
            </a:r>
          </a:p>
        </p:txBody>
      </p:sp>
      <p:sp>
        <p:nvSpPr>
          <p:cNvPr id="3" name="">
            <a:extLst xmlns:a="http://schemas.openxmlformats.org/drawingml/2006/main">
              <a:ext uri="{FF2B5EF4-FFF2-40B4-BE49-F238E27FC236}">
                <a16:creationId xmlns:a16="http://schemas.microsoft.com/office/drawing/2014/main" id="{DD52B2EB-A2CD-4E8B-9694-78C583CE0911}"/>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Email that survives failures</a:t>
            </a:r>
          </a:p>
        </p:txBody>
      </p:sp>
      <p:sp>
        <p:nvSpPr>
          <p:cNvPr id="4" name="">
            <a:extLst xmlns:a="http://schemas.openxmlformats.org/drawingml/2006/main">
              <a:ext uri="{FF2B5EF4-FFF2-40B4-BE49-F238E27FC236}">
                <a16:creationId xmlns:a16="http://schemas.microsoft.com/office/drawing/2014/main" id="{86C17F3B-82E1-4C62-944F-D26FF39C2531}"/>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921DCD70-6650-4664-AC9F-80AF2C061E0F}"/>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Business data commits first. Email delivery retries independently without sending duplicates.</a:t>
            </a:r>
          </a:p>
        </p:txBody>
      </p:sp>
      <p:sp>
        <p:nvSpPr>
          <p:cNvPr id="6" name="">
            <a:extLst xmlns:a="http://schemas.openxmlformats.org/drawingml/2006/main">
              <a:ext uri="{FF2B5EF4-FFF2-40B4-BE49-F238E27FC236}">
                <a16:creationId xmlns:a16="http://schemas.microsoft.com/office/drawing/2014/main" id="{7C898260-9B8A-4F63-8AD8-BA425C6475B9}"/>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D5CCCC7D-53AB-4520-B4B5-8430474E8A24}"/>
              </a:ext>
            </a:extLst>
          </p:cNvPr>
          <p:cNvSpPr>
            <a:spLocks xmlns:a="http://schemas.openxmlformats.org/drawingml/2006/main" noGrp="1"/>
          </p:cNvSpPr>
          <p:nvPr/>
        </p:nvSpPr>
        <p:spPr>
          <a:xfrm xmlns:a="http://schemas.openxmlformats.org/drawingml/2006/main">
            <a:off x="609600"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01</a:t>
            </a:r>
          </a:p>
        </p:txBody>
      </p:sp>
      <p:sp>
        <p:nvSpPr>
          <p:cNvPr id="8" name="">
            <a:extLst xmlns:a="http://schemas.openxmlformats.org/drawingml/2006/main">
              <a:ext uri="{FF2B5EF4-FFF2-40B4-BE49-F238E27FC236}">
                <a16:creationId xmlns:a16="http://schemas.microsoft.com/office/drawing/2014/main" id="{7D4AB51D-F733-421E-BBBE-1A47ECFA2648}"/>
              </a:ext>
            </a:extLst>
          </p:cNvPr>
          <p:cNvSpPr>
            <a:spLocks xmlns:a="http://schemas.openxmlformats.org/drawingml/2006/main" noGrp="1"/>
          </p:cNvSpPr>
          <p:nvPr/>
        </p:nvSpPr>
        <p:spPr>
          <a:xfrm xmlns:a="http://schemas.openxmlformats.org/drawingml/2006/main">
            <a:off x="609600"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Domain event</a:t>
            </a:r>
          </a:p>
        </p:txBody>
      </p:sp>
      <p:sp>
        <p:nvSpPr>
          <p:cNvPr id="9" name="">
            <a:extLst xmlns:a="http://schemas.openxmlformats.org/drawingml/2006/main">
              <a:ext uri="{FF2B5EF4-FFF2-40B4-BE49-F238E27FC236}">
                <a16:creationId xmlns:a16="http://schemas.microsoft.com/office/drawing/2014/main" id="{A196A1C7-048B-461F-97BF-4E3C4793050E}"/>
              </a:ext>
            </a:extLst>
          </p:cNvPr>
          <p:cNvSpPr>
            <a:spLocks xmlns:a="http://schemas.openxmlformats.org/drawingml/2006/main" noGrp="1"/>
          </p:cNvSpPr>
          <p:nvPr/>
        </p:nvSpPr>
        <p:spPr>
          <a:xfrm xmlns:a="http://schemas.openxmlformats.org/drawingml/2006/main">
            <a:off x="609600"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Invitation, recovery or stage update</a:t>
            </a:r>
          </a:p>
        </p:txBody>
      </p:sp>
      <p:sp>
        <p:nvSpPr>
          <p:cNvPr id="10" name="">
            <a:extLst xmlns:a="http://schemas.openxmlformats.org/drawingml/2006/main">
              <a:ext uri="{FF2B5EF4-FFF2-40B4-BE49-F238E27FC236}">
                <a16:creationId xmlns:a16="http://schemas.microsoft.com/office/drawing/2014/main" id="{DCDDEBBC-2C5C-41CA-99F3-96D68771AAB7}"/>
              </a:ext>
            </a:extLst>
          </p:cNvPr>
          <p:cNvSpPr>
            <a:spLocks xmlns:a="http://schemas.openxmlformats.org/drawingml/2006/main" noGrp="1"/>
          </p:cNvSpPr>
          <p:nvPr/>
        </p:nvSpPr>
        <p:spPr>
          <a:xfrm xmlns:a="http://schemas.openxmlformats.org/drawingml/2006/main">
            <a:off x="2324100"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11" name="">
            <a:extLst xmlns:a="http://schemas.openxmlformats.org/drawingml/2006/main">
              <a:ext uri="{FF2B5EF4-FFF2-40B4-BE49-F238E27FC236}">
                <a16:creationId xmlns:a16="http://schemas.microsoft.com/office/drawing/2014/main" id="{016FC937-5739-4B9E-9158-70C77B587670}"/>
              </a:ext>
            </a:extLst>
          </p:cNvPr>
          <p:cNvSpPr>
            <a:spLocks xmlns:a="http://schemas.openxmlformats.org/drawingml/2006/main" noGrp="1"/>
          </p:cNvSpPr>
          <p:nvPr/>
        </p:nvSpPr>
        <p:spPr>
          <a:xfrm xmlns:a="http://schemas.openxmlformats.org/drawingml/2006/main">
            <a:off x="2790825"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02</a:t>
            </a:r>
          </a:p>
        </p:txBody>
      </p:sp>
      <p:sp>
        <p:nvSpPr>
          <p:cNvPr id="12" name="">
            <a:extLst xmlns:a="http://schemas.openxmlformats.org/drawingml/2006/main">
              <a:ext uri="{FF2B5EF4-FFF2-40B4-BE49-F238E27FC236}">
                <a16:creationId xmlns:a16="http://schemas.microsoft.com/office/drawing/2014/main" id="{B6506310-F742-4368-BF79-4CF1C1D668FB}"/>
              </a:ext>
            </a:extLst>
          </p:cNvPr>
          <p:cNvSpPr>
            <a:spLocks xmlns:a="http://schemas.openxmlformats.org/drawingml/2006/main" noGrp="1"/>
          </p:cNvSpPr>
          <p:nvPr/>
        </p:nvSpPr>
        <p:spPr>
          <a:xfrm xmlns:a="http://schemas.openxmlformats.org/drawingml/2006/main">
            <a:off x="2790825"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EmailDelivery row</a:t>
            </a:r>
          </a:p>
        </p:txBody>
      </p:sp>
      <p:sp>
        <p:nvSpPr>
          <p:cNvPr id="13" name="">
            <a:extLst xmlns:a="http://schemas.openxmlformats.org/drawingml/2006/main">
              <a:ext uri="{FF2B5EF4-FFF2-40B4-BE49-F238E27FC236}">
                <a16:creationId xmlns:a16="http://schemas.microsoft.com/office/drawing/2014/main" id="{72D8464C-AEB7-423C-A8A7-1FF03699129D}"/>
              </a:ext>
            </a:extLst>
          </p:cNvPr>
          <p:cNvSpPr>
            <a:spLocks xmlns:a="http://schemas.openxmlformats.org/drawingml/2006/main" noGrp="1"/>
          </p:cNvSpPr>
          <p:nvPr/>
        </p:nvSpPr>
        <p:spPr>
          <a:xfrm xmlns:a="http://schemas.openxmlformats.org/drawingml/2006/main">
            <a:off x="2790825"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Encrypted payload and dedupe key</a:t>
            </a:r>
          </a:p>
        </p:txBody>
      </p:sp>
      <p:sp>
        <p:nvSpPr>
          <p:cNvPr id="14" name="">
            <a:extLst xmlns:a="http://schemas.openxmlformats.org/drawingml/2006/main">
              <a:ext uri="{FF2B5EF4-FFF2-40B4-BE49-F238E27FC236}">
                <a16:creationId xmlns:a16="http://schemas.microsoft.com/office/drawing/2014/main" id="{A00C9DA2-1ABC-4F6E-9714-52AEFC58E328}"/>
              </a:ext>
            </a:extLst>
          </p:cNvPr>
          <p:cNvSpPr>
            <a:spLocks xmlns:a="http://schemas.openxmlformats.org/drawingml/2006/main" noGrp="1"/>
          </p:cNvSpPr>
          <p:nvPr/>
        </p:nvSpPr>
        <p:spPr>
          <a:xfrm xmlns:a="http://schemas.openxmlformats.org/drawingml/2006/main">
            <a:off x="4505325"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15" name="">
            <a:extLst xmlns:a="http://schemas.openxmlformats.org/drawingml/2006/main">
              <a:ext uri="{FF2B5EF4-FFF2-40B4-BE49-F238E27FC236}">
                <a16:creationId xmlns:a16="http://schemas.microsoft.com/office/drawing/2014/main" id="{F0161FD8-E89D-46F9-ABE2-04F068C3DDCF}"/>
              </a:ext>
            </a:extLst>
          </p:cNvPr>
          <p:cNvSpPr>
            <a:spLocks xmlns:a="http://schemas.openxmlformats.org/drawingml/2006/main" noGrp="1"/>
          </p:cNvSpPr>
          <p:nvPr/>
        </p:nvSpPr>
        <p:spPr>
          <a:xfrm xmlns:a="http://schemas.openxmlformats.org/drawingml/2006/main">
            <a:off x="4972050"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03</a:t>
            </a:r>
          </a:p>
        </p:txBody>
      </p:sp>
      <p:sp>
        <p:nvSpPr>
          <p:cNvPr id="16" name="">
            <a:extLst xmlns:a="http://schemas.openxmlformats.org/drawingml/2006/main">
              <a:ext uri="{FF2B5EF4-FFF2-40B4-BE49-F238E27FC236}">
                <a16:creationId xmlns:a16="http://schemas.microsoft.com/office/drawing/2014/main" id="{0C2D7E39-1E86-4637-8DA4-5B65EDBA1509}"/>
              </a:ext>
            </a:extLst>
          </p:cNvPr>
          <p:cNvSpPr>
            <a:spLocks xmlns:a="http://schemas.openxmlformats.org/drawingml/2006/main" noGrp="1"/>
          </p:cNvSpPr>
          <p:nvPr/>
        </p:nvSpPr>
        <p:spPr>
          <a:xfrm xmlns:a="http://schemas.openxmlformats.org/drawingml/2006/main">
            <a:off x="4972050"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Worker claim</a:t>
            </a:r>
          </a:p>
        </p:txBody>
      </p:sp>
      <p:sp>
        <p:nvSpPr>
          <p:cNvPr id="17" name="">
            <a:extLst xmlns:a="http://schemas.openxmlformats.org/drawingml/2006/main">
              <a:ext uri="{FF2B5EF4-FFF2-40B4-BE49-F238E27FC236}">
                <a16:creationId xmlns:a16="http://schemas.microsoft.com/office/drawing/2014/main" id="{6EA14CB5-3C14-48E4-A0E3-1A90B198CCD0}"/>
              </a:ext>
            </a:extLst>
          </p:cNvPr>
          <p:cNvSpPr>
            <a:spLocks xmlns:a="http://schemas.openxmlformats.org/drawingml/2006/main" noGrp="1"/>
          </p:cNvSpPr>
          <p:nvPr/>
        </p:nvSpPr>
        <p:spPr>
          <a:xfrm xmlns:a="http://schemas.openxmlformats.org/drawingml/2006/main">
            <a:off x="4972050"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Row lock with SKIP LOCKED</a:t>
            </a:r>
          </a:p>
        </p:txBody>
      </p:sp>
      <p:sp>
        <p:nvSpPr>
          <p:cNvPr id="18" name="">
            <a:extLst xmlns:a="http://schemas.openxmlformats.org/drawingml/2006/main">
              <a:ext uri="{FF2B5EF4-FFF2-40B4-BE49-F238E27FC236}">
                <a16:creationId xmlns:a16="http://schemas.microsoft.com/office/drawing/2014/main" id="{8005FF7B-5E72-4106-9B28-C3554BAC7EA0}"/>
              </a:ext>
            </a:extLst>
          </p:cNvPr>
          <p:cNvSpPr>
            <a:spLocks xmlns:a="http://schemas.openxmlformats.org/drawingml/2006/main" noGrp="1"/>
          </p:cNvSpPr>
          <p:nvPr/>
        </p:nvSpPr>
        <p:spPr>
          <a:xfrm xmlns:a="http://schemas.openxmlformats.org/drawingml/2006/main">
            <a:off x="6686550"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19" name="">
            <a:extLst xmlns:a="http://schemas.openxmlformats.org/drawingml/2006/main">
              <a:ext uri="{FF2B5EF4-FFF2-40B4-BE49-F238E27FC236}">
                <a16:creationId xmlns:a16="http://schemas.microsoft.com/office/drawing/2014/main" id="{4FBAE303-A344-48DA-8103-BC7FB23E654E}"/>
              </a:ext>
            </a:extLst>
          </p:cNvPr>
          <p:cNvSpPr>
            <a:spLocks xmlns:a="http://schemas.openxmlformats.org/drawingml/2006/main" noGrp="1"/>
          </p:cNvSpPr>
          <p:nvPr/>
        </p:nvSpPr>
        <p:spPr>
          <a:xfrm xmlns:a="http://schemas.openxmlformats.org/drawingml/2006/main">
            <a:off x="7153275"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04</a:t>
            </a:r>
          </a:p>
        </p:txBody>
      </p:sp>
      <p:sp>
        <p:nvSpPr>
          <p:cNvPr id="20" name="">
            <a:extLst xmlns:a="http://schemas.openxmlformats.org/drawingml/2006/main">
              <a:ext uri="{FF2B5EF4-FFF2-40B4-BE49-F238E27FC236}">
                <a16:creationId xmlns:a16="http://schemas.microsoft.com/office/drawing/2014/main" id="{BD1810A6-070C-495D-867C-A7811ED350B7}"/>
              </a:ext>
            </a:extLst>
          </p:cNvPr>
          <p:cNvSpPr>
            <a:spLocks xmlns:a="http://schemas.openxmlformats.org/drawingml/2006/main" noGrp="1"/>
          </p:cNvSpPr>
          <p:nvPr/>
        </p:nvSpPr>
        <p:spPr>
          <a:xfrm xmlns:a="http://schemas.openxmlformats.org/drawingml/2006/main">
            <a:off x="7153275"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Resend</a:t>
            </a:r>
          </a:p>
        </p:txBody>
      </p:sp>
      <p:sp>
        <p:nvSpPr>
          <p:cNvPr id="21" name="">
            <a:extLst xmlns:a="http://schemas.openxmlformats.org/drawingml/2006/main">
              <a:ext uri="{FF2B5EF4-FFF2-40B4-BE49-F238E27FC236}">
                <a16:creationId xmlns:a16="http://schemas.microsoft.com/office/drawing/2014/main" id="{5F609592-02AB-4F40-9C82-C0D9DCC19593}"/>
              </a:ext>
            </a:extLst>
          </p:cNvPr>
          <p:cNvSpPr>
            <a:spLocks xmlns:a="http://schemas.openxmlformats.org/drawingml/2006/main" noGrp="1"/>
          </p:cNvSpPr>
          <p:nvPr/>
        </p:nvSpPr>
        <p:spPr>
          <a:xfrm xmlns:a="http://schemas.openxmlformats.org/drawingml/2006/main">
            <a:off x="7153275"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Provider idempotency key</a:t>
            </a:r>
          </a:p>
        </p:txBody>
      </p:sp>
      <p:sp>
        <p:nvSpPr>
          <p:cNvPr id="22" name="">
            <a:extLst xmlns:a="http://schemas.openxmlformats.org/drawingml/2006/main">
              <a:ext uri="{FF2B5EF4-FFF2-40B4-BE49-F238E27FC236}">
                <a16:creationId xmlns:a16="http://schemas.microsoft.com/office/drawing/2014/main" id="{CC8EB6F0-362F-4501-A6A3-23FA1C9870F7}"/>
              </a:ext>
            </a:extLst>
          </p:cNvPr>
          <p:cNvSpPr>
            <a:spLocks xmlns:a="http://schemas.openxmlformats.org/drawingml/2006/main" noGrp="1"/>
          </p:cNvSpPr>
          <p:nvPr/>
        </p:nvSpPr>
        <p:spPr>
          <a:xfrm xmlns:a="http://schemas.openxmlformats.org/drawingml/2006/main">
            <a:off x="8867775" y="2571750"/>
            <a:ext cx="361950" cy="0"/>
          </a:xfrm>
          <a:prstGeom xmlns:a="http://schemas.openxmlformats.org/drawingml/2006/main" prst="line">
            <a:avLst/>
          </a:prstGeom>
          <a:ln xmlns:a="http://schemas.openxmlformats.org/drawingml/2006/main" w="19050">
            <a:solidFill>
              <a:srgbClr val="CFDBCF"/>
            </a:solidFill>
            <a:prstDash val="solid"/>
          </a:ln>
        </p:spPr>
      </p:sp>
      <p:sp>
        <p:nvSpPr>
          <p:cNvPr id="23" name="">
            <a:extLst xmlns:a="http://schemas.openxmlformats.org/drawingml/2006/main">
              <a:ext uri="{FF2B5EF4-FFF2-40B4-BE49-F238E27FC236}">
                <a16:creationId xmlns:a16="http://schemas.microsoft.com/office/drawing/2014/main" id="{78D05F6C-3434-45CD-8207-1614F7D9654B}"/>
              </a:ext>
            </a:extLst>
          </p:cNvPr>
          <p:cNvSpPr>
            <a:spLocks xmlns:a="http://schemas.openxmlformats.org/drawingml/2006/main" noGrp="1"/>
          </p:cNvSpPr>
          <p:nvPr/>
        </p:nvSpPr>
        <p:spPr>
          <a:xfrm xmlns:a="http://schemas.openxmlformats.org/drawingml/2006/main">
            <a:off x="9334500" y="2076450"/>
            <a:ext cx="342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05</a:t>
            </a:r>
          </a:p>
        </p:txBody>
      </p:sp>
      <p:sp>
        <p:nvSpPr>
          <p:cNvPr id="24" name="">
            <a:extLst xmlns:a="http://schemas.openxmlformats.org/drawingml/2006/main">
              <a:ext uri="{FF2B5EF4-FFF2-40B4-BE49-F238E27FC236}">
                <a16:creationId xmlns:a16="http://schemas.microsoft.com/office/drawing/2014/main" id="{1A3D8A38-DA7F-4206-B4D4-6A20C002A88B}"/>
              </a:ext>
            </a:extLst>
          </p:cNvPr>
          <p:cNvSpPr>
            <a:spLocks xmlns:a="http://schemas.openxmlformats.org/drawingml/2006/main" noGrp="1"/>
          </p:cNvSpPr>
          <p:nvPr/>
        </p:nvSpPr>
        <p:spPr>
          <a:xfrm xmlns:a="http://schemas.openxmlformats.org/drawingml/2006/main">
            <a:off x="9334500" y="24574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Outcome</a:t>
            </a:r>
          </a:p>
        </p:txBody>
      </p:sp>
      <p:sp>
        <p:nvSpPr>
          <p:cNvPr id="25" name="">
            <a:extLst xmlns:a="http://schemas.openxmlformats.org/drawingml/2006/main">
              <a:ext uri="{FF2B5EF4-FFF2-40B4-BE49-F238E27FC236}">
                <a16:creationId xmlns:a16="http://schemas.microsoft.com/office/drawing/2014/main" id="{72465A93-8BC1-4F76-9ACA-29F4B055F070}"/>
              </a:ext>
            </a:extLst>
          </p:cNvPr>
          <p:cNvSpPr>
            <a:spLocks xmlns:a="http://schemas.openxmlformats.org/drawingml/2006/main" noGrp="1"/>
          </p:cNvSpPr>
          <p:nvPr/>
        </p:nvSpPr>
        <p:spPr>
          <a:xfrm xmlns:a="http://schemas.openxmlformats.org/drawingml/2006/main">
            <a:off x="9334500" y="285750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Sent, retry or failed</a:t>
            </a:r>
          </a:p>
        </p:txBody>
      </p:sp>
      <p:sp>
        <p:nvSpPr>
          <p:cNvPr id="26" name="">
            <a:extLst xmlns:a="http://schemas.openxmlformats.org/drawingml/2006/main">
              <a:ext uri="{FF2B5EF4-FFF2-40B4-BE49-F238E27FC236}">
                <a16:creationId xmlns:a16="http://schemas.microsoft.com/office/drawing/2014/main" id="{5363F982-924C-4273-8D80-1D95F8109BD9}"/>
              </a:ext>
            </a:extLst>
          </p:cNvPr>
          <p:cNvSpPr>
            <a:spLocks xmlns:a="http://schemas.openxmlformats.org/drawingml/2006/main" noGrp="1"/>
          </p:cNvSpPr>
          <p:nvPr/>
        </p:nvSpPr>
        <p:spPr>
          <a:xfrm xmlns:a="http://schemas.openxmlformats.org/drawingml/2006/main">
            <a:off x="609600" y="4038600"/>
            <a:ext cx="10572750" cy="1752600"/>
          </a:xfrm>
          <a:prstGeom xmlns:a="http://schemas.openxmlformats.org/drawingml/2006/main" prst="roundRect">
            <a:avLst>
              <a:gd name="adj" fmla="val 6522"/>
            </a:avLst>
          </a:prstGeom>
          <a:solidFill xmlns:a="http://schemas.openxmlformats.org/drawingml/2006/main">
            <a:srgbClr val="EDF1E9"/>
          </a:solidFill>
          <a:ln xmlns:a="http://schemas.openxmlformats.org/drawingml/2006/main" w="9525">
            <a:solidFill>
              <a:srgbClr val="CFDBCF"/>
            </a:solidFill>
            <a:prstDash val="solid"/>
          </a:ln>
        </p:spPr>
      </p:sp>
      <p:sp>
        <p:nvSpPr>
          <p:cNvPr id="27" name="">
            <a:extLst xmlns:a="http://schemas.openxmlformats.org/drawingml/2006/main">
              <a:ext uri="{FF2B5EF4-FFF2-40B4-BE49-F238E27FC236}">
                <a16:creationId xmlns:a16="http://schemas.microsoft.com/office/drawing/2014/main" id="{A23949ED-FB36-4335-921D-8592F2CDD53A}"/>
              </a:ext>
            </a:extLst>
          </p:cNvPr>
          <p:cNvSpPr>
            <a:spLocks xmlns:a="http://schemas.openxmlformats.org/drawingml/2006/main" noGrp="1"/>
          </p:cNvSpPr>
          <p:nvPr/>
        </p:nvSpPr>
        <p:spPr>
          <a:xfrm xmlns:a="http://schemas.openxmlformats.org/drawingml/2006/main">
            <a:off x="838200" y="42672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Failure controls</a:t>
            </a:r>
          </a:p>
        </p:txBody>
      </p:sp>
      <p:sp>
        <p:nvSpPr>
          <p:cNvPr id="28" name="">
            <a:extLst xmlns:a="http://schemas.openxmlformats.org/drawingml/2006/main">
              <a:ext uri="{FF2B5EF4-FFF2-40B4-BE49-F238E27FC236}">
                <a16:creationId xmlns:a16="http://schemas.microsoft.com/office/drawing/2014/main" id="{EEE1726F-EFB1-420B-8BCB-CC809A01C6A2}"/>
              </a:ext>
            </a:extLst>
          </p:cNvPr>
          <p:cNvSpPr>
            <a:spLocks xmlns:a="http://schemas.openxmlformats.org/drawingml/2006/main" noGrp="1"/>
          </p:cNvSpPr>
          <p:nvPr/>
        </p:nvSpPr>
        <p:spPr>
          <a:xfrm xmlns:a="http://schemas.openxmlformats.org/drawingml/2006/main">
            <a:off x="838200" y="47529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9" name="">
            <a:extLst xmlns:a="http://schemas.openxmlformats.org/drawingml/2006/main">
              <a:ext uri="{FF2B5EF4-FFF2-40B4-BE49-F238E27FC236}">
                <a16:creationId xmlns:a16="http://schemas.microsoft.com/office/drawing/2014/main" id="{5C8D3EA6-355A-41F5-9DE9-E1204B639D68}"/>
              </a:ext>
            </a:extLst>
          </p:cNvPr>
          <p:cNvSpPr>
            <a:spLocks xmlns:a="http://schemas.openxmlformats.org/drawingml/2006/main" noGrp="1"/>
          </p:cNvSpPr>
          <p:nvPr/>
        </p:nvSpPr>
        <p:spPr>
          <a:xfrm xmlns:a="http://schemas.openxmlformats.org/drawingml/2006/main">
            <a:off x="1028700" y="46863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Fernet encryption protects queued recipient data and message payloads</a:t>
            </a:r>
          </a:p>
        </p:txBody>
      </p:sp>
      <p:sp>
        <p:nvSpPr>
          <p:cNvPr id="30" name="">
            <a:extLst xmlns:a="http://schemas.openxmlformats.org/drawingml/2006/main">
              <a:ext uri="{FF2B5EF4-FFF2-40B4-BE49-F238E27FC236}">
                <a16:creationId xmlns:a16="http://schemas.microsoft.com/office/drawing/2014/main" id="{AC608E48-37CE-4EED-AE15-1E916E798827}"/>
              </a:ext>
            </a:extLst>
          </p:cNvPr>
          <p:cNvSpPr>
            <a:spLocks xmlns:a="http://schemas.openxmlformats.org/drawingml/2006/main" noGrp="1"/>
          </p:cNvSpPr>
          <p:nvPr/>
        </p:nvSpPr>
        <p:spPr>
          <a:xfrm xmlns:a="http://schemas.openxmlformats.org/drawingml/2006/main">
            <a:off x="838200" y="517207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1" name="">
            <a:extLst xmlns:a="http://schemas.openxmlformats.org/drawingml/2006/main">
              <a:ext uri="{FF2B5EF4-FFF2-40B4-BE49-F238E27FC236}">
                <a16:creationId xmlns:a16="http://schemas.microsoft.com/office/drawing/2014/main" id="{B8A08850-6E13-4A5E-9D5F-1BB1B14BA9B0}"/>
              </a:ext>
            </a:extLst>
          </p:cNvPr>
          <p:cNvSpPr>
            <a:spLocks xmlns:a="http://schemas.openxmlformats.org/drawingml/2006/main" noGrp="1"/>
          </p:cNvSpPr>
          <p:nvPr/>
        </p:nvSpPr>
        <p:spPr>
          <a:xfrm xmlns:a="http://schemas.openxmlformats.org/drawingml/2006/main">
            <a:off x="1028700" y="51054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Retry delay grows from 30 seconds up to a 60-minute limit</a:t>
            </a:r>
          </a:p>
        </p:txBody>
      </p:sp>
      <p:sp>
        <p:nvSpPr>
          <p:cNvPr id="32" name="">
            <a:extLst xmlns:a="http://schemas.openxmlformats.org/drawingml/2006/main">
              <a:ext uri="{FF2B5EF4-FFF2-40B4-BE49-F238E27FC236}">
                <a16:creationId xmlns:a16="http://schemas.microsoft.com/office/drawing/2014/main" id="{D7AACE86-EB2D-44CB-88B8-1AE14E7F50A8}"/>
              </a:ext>
            </a:extLst>
          </p:cNvPr>
          <p:cNvSpPr>
            <a:spLocks xmlns:a="http://schemas.openxmlformats.org/drawingml/2006/main" noGrp="1"/>
          </p:cNvSpPr>
          <p:nvPr/>
        </p:nvSpPr>
        <p:spPr>
          <a:xfrm xmlns:a="http://schemas.openxmlformats.org/drawingml/2006/main">
            <a:off x="838200" y="5591175"/>
            <a:ext cx="76200" cy="76200"/>
          </a:xfrm>
          <a:prstGeom xmlns:a="http://schemas.openxmlformats.org/drawingml/2006/main" prst="ellipse">
            <a:avLst/>
          </a:prstGeom>
          <a:solidFill xmlns:a="http://schemas.openxmlformats.org/drawingml/2006/main">
            <a:srgbClr val="15803D"/>
          </a:solidFill>
          <a:ln xmlns:a="http://schemas.openxmlformats.org/drawingml/2006/main" w="0">
            <a:solidFill>
              <a:srgbClr val="15803D"/>
            </a:solidFill>
            <a:prstDash val="solid"/>
          </a:ln>
        </p:spPr>
      </p:sp>
      <p:sp>
        <p:nvSpPr>
          <p:cNvPr id="33" name="">
            <a:extLst xmlns:a="http://schemas.openxmlformats.org/drawingml/2006/main">
              <a:ext uri="{FF2B5EF4-FFF2-40B4-BE49-F238E27FC236}">
                <a16:creationId xmlns:a16="http://schemas.microsoft.com/office/drawing/2014/main" id="{15968F09-921D-490D-90B2-4F8CFE7447BD}"/>
              </a:ext>
            </a:extLst>
          </p:cNvPr>
          <p:cNvSpPr>
            <a:spLocks xmlns:a="http://schemas.openxmlformats.org/drawingml/2006/main" noGrp="1"/>
          </p:cNvSpPr>
          <p:nvPr/>
        </p:nvSpPr>
        <p:spPr>
          <a:xfrm xmlns:a="http://schemas.openxmlformats.org/drawingml/2006/main">
            <a:off x="1028700" y="5524500"/>
            <a:ext cx="933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 dedupe key and provider idempotency key protect the final effect</a:t>
            </a:r>
          </a:p>
        </p:txBody>
      </p:sp>
    </p:spTree>
    <p:transition spd="med" advClick="1">
      <p:fade/>
    </p:transition>
    <p:extLst>
      <p:ext uri="{BB962C8B-B14F-4D97-AF65-F5344CB8AC3E}">
        <p14:creationId xmlns:p14="http://schemas.microsoft.com/office/powerpoint/2010/main" val="518746522"/>
      </p:ext>
    </p:extLst>
  </p:cSld>
</p:sld>
</file>

<file path=ppt/slides/slide15.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7E7135C-2D76-4AD3-9D5D-897AC4501C56}"/>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COMMUNICATION</a:t>
            </a:r>
          </a:p>
        </p:txBody>
      </p:sp>
      <p:sp>
        <p:nvSpPr>
          <p:cNvPr id="2" name="">
            <a:extLst xmlns:a="http://schemas.openxmlformats.org/drawingml/2006/main">
              <a:ext uri="{FF2B5EF4-FFF2-40B4-BE49-F238E27FC236}">
                <a16:creationId xmlns:a16="http://schemas.microsoft.com/office/drawing/2014/main" id="{B19B1F6F-7B85-45F3-A406-583A04EDED9C}"/>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15</a:t>
            </a:r>
          </a:p>
        </p:txBody>
      </p:sp>
      <p:sp>
        <p:nvSpPr>
          <p:cNvPr id="3" name="">
            <a:extLst xmlns:a="http://schemas.openxmlformats.org/drawingml/2006/main">
              <a:ext uri="{FF2B5EF4-FFF2-40B4-BE49-F238E27FC236}">
                <a16:creationId xmlns:a16="http://schemas.microsoft.com/office/drawing/2014/main" id="{D835549D-2823-4A5D-9969-ECE4E73A9AA8}"/>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Two secure WebSocket channels</a:t>
            </a:r>
          </a:p>
        </p:txBody>
      </p:sp>
      <p:sp>
        <p:nvSpPr>
          <p:cNvPr id="4" name="">
            <a:extLst xmlns:a="http://schemas.openxmlformats.org/drawingml/2006/main">
              <a:ext uri="{FF2B5EF4-FFF2-40B4-BE49-F238E27FC236}">
                <a16:creationId xmlns:a16="http://schemas.microsoft.com/office/drawing/2014/main" id="{CE8CB1C4-145F-4E38-9064-F4A1B9CFEF3A}"/>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3049BEB3-7432-4E51-9D96-6F34D103EE93}"/>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supports recruitment chat and private chat between accepted friends.</a:t>
            </a:r>
          </a:p>
        </p:txBody>
      </p:sp>
      <p:sp>
        <p:nvSpPr>
          <p:cNvPr id="6" name="">
            <a:extLst xmlns:a="http://schemas.openxmlformats.org/drawingml/2006/main">
              <a:ext uri="{FF2B5EF4-FFF2-40B4-BE49-F238E27FC236}">
                <a16:creationId xmlns:a16="http://schemas.microsoft.com/office/drawing/2014/main" id="{6480C28E-868D-427F-A430-324470CA629D}"/>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pic>
        <p:nvPicPr>
          <p:cNvPr id="7" name="">
            <a:extLst xmlns:a="http://schemas.openxmlformats.org/drawingml/2006/main">
              <a:ext uri="{FF2B5EF4-FFF2-40B4-BE49-F238E27FC236}">
                <a16:creationId xmlns:a16="http://schemas.microsoft.com/office/drawing/2014/main" id="{13C39672-2FA2-4F11-BBA5-246BEE8AA2D2}"/>
              </a:ext>
            </a:extLst>
          </p:cNvPr>
          <p:cNvPicPr>
            <a:picLocks xmlns:a="http://schemas.openxmlformats.org/drawingml/2006/main" noChangeAspect="1"/>
          </p:cNvPicPr>
          <p:nvPr/>
        </p:nvPicPr>
        <p:blipFill>
          <a:blip xmlns:r="http://schemas.openxmlformats.org/officeDocument/2006/relationships" xmlns:a="http://schemas.openxmlformats.org/drawingml/2006/main" r:embed="R8ab689b2c8154407"/>
          <a:srcRect xmlns:a="http://schemas.openxmlformats.org/drawingml/2006/main" l="21174" t="0" r="21174" b="0"/>
          <a:stretch xmlns:a="http://schemas.openxmlformats.org/drawingml/2006/main">
            <a:fillRect l="0" t="0" r="0" b="0"/>
          </a:stretch>
        </p:blipFill>
        <p:spPr>
          <a:xfrm xmlns:a="http://schemas.openxmlformats.org/drawingml/2006/main">
            <a:off x="609600" y="1866900"/>
            <a:ext cx="4000500" cy="3905250"/>
          </a:xfrm>
          <a:prstGeom xmlns:a="http://schemas.openxmlformats.org/drawingml/2006/main" prst="roundRect">
            <a:avLst>
              <a:gd name="adj" fmla="val 2927"/>
            </a:avLst>
          </a:prstGeom>
        </p:spPr>
      </p:pic>
      <p:sp>
        <p:nvSpPr>
          <p:cNvPr id="8" name="">
            <a:extLst xmlns:a="http://schemas.openxmlformats.org/drawingml/2006/main">
              <a:ext uri="{FF2B5EF4-FFF2-40B4-BE49-F238E27FC236}">
                <a16:creationId xmlns:a16="http://schemas.microsoft.com/office/drawing/2014/main" id="{065322B4-B6DB-41F4-9837-40DF9D7A5C50}"/>
              </a:ext>
            </a:extLst>
          </p:cNvPr>
          <p:cNvSpPr>
            <a:spLocks xmlns:a="http://schemas.openxmlformats.org/drawingml/2006/main" noGrp="1"/>
          </p:cNvSpPr>
          <p:nvPr/>
        </p:nvSpPr>
        <p:spPr>
          <a:xfrm xmlns:a="http://schemas.openxmlformats.org/drawingml/2006/main">
            <a:off x="5048250" y="190500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194D38"/>
                </a:solidFill>
                <a:latin typeface="Noto Sans"/>
                <a:ea typeface="Noto Sans"/>
                <a:cs typeface="Noto Sans"/>
              </a:defRPr>
            </a:defPPr>
            <a:lvl1pPr algn="l">
              <a:defRPr sz="1500" b="1">
                <a:solidFill>
                  <a:srgbClr val="194D38"/>
                </a:solidFill>
                <a:latin typeface="Noto Sans"/>
                <a:ea typeface="Noto Sans"/>
                <a:cs typeface="Noto Sans"/>
              </a:defRPr>
            </a:lvl1pPr>
            <a:lvl2pPr algn="l">
              <a:defRPr sz="1500" b="1">
                <a:solidFill>
                  <a:srgbClr val="194D38"/>
                </a:solidFill>
                <a:latin typeface="Noto Sans"/>
                <a:ea typeface="Noto Sans"/>
                <a:cs typeface="Noto Sans"/>
              </a:defRPr>
            </a:lvl2pPr>
            <a:lvl3pPr algn="l">
              <a:defRPr sz="1500" b="1">
                <a:solidFill>
                  <a:srgbClr val="194D38"/>
                </a:solidFill>
                <a:latin typeface="Noto Sans"/>
                <a:ea typeface="Noto Sans"/>
                <a:cs typeface="Noto Sans"/>
              </a:defRPr>
            </a:lvl3pPr>
            <a:lvl4pPr algn="l">
              <a:defRPr sz="1500" b="1">
                <a:solidFill>
                  <a:srgbClr val="194D38"/>
                </a:solidFill>
                <a:latin typeface="Noto Sans"/>
                <a:ea typeface="Noto Sans"/>
                <a:cs typeface="Noto Sans"/>
              </a:defRPr>
            </a:lvl4pPr>
            <a:lvl5pPr algn="l">
              <a:defRPr sz="1500" b="1">
                <a:solidFill>
                  <a:srgbClr val="194D38"/>
                </a:solidFill>
                <a:latin typeface="Noto Sans"/>
                <a:ea typeface="Noto Sans"/>
                <a:cs typeface="Noto Sans"/>
              </a:defRPr>
            </a:lvl5pPr>
            <a:lvl6pPr algn="l">
              <a:defRPr sz="1500" b="1">
                <a:solidFill>
                  <a:srgbClr val="194D38"/>
                </a:solidFill>
                <a:latin typeface="Noto Sans"/>
                <a:ea typeface="Noto Sans"/>
                <a:cs typeface="Noto Sans"/>
              </a:defRPr>
            </a:lvl6pPr>
            <a:lvl7pPr algn="l">
              <a:defRPr sz="1500" b="1">
                <a:solidFill>
                  <a:srgbClr val="194D38"/>
                </a:solidFill>
                <a:latin typeface="Noto Sans"/>
                <a:ea typeface="Noto Sans"/>
                <a:cs typeface="Noto Sans"/>
              </a:defRPr>
            </a:lvl7pPr>
            <a:lvl8pPr algn="l">
              <a:defRPr sz="1500" b="1">
                <a:solidFill>
                  <a:srgbClr val="194D38"/>
                </a:solidFill>
                <a:latin typeface="Noto Sans"/>
                <a:ea typeface="Noto Sans"/>
                <a:cs typeface="Noto Sans"/>
              </a:defRPr>
            </a:lvl8pPr>
            <a:lvl9pPr algn="l">
              <a:defRPr sz="1500" b="1">
                <a:solidFill>
                  <a:srgbClr val="194D38"/>
                </a:solidFill>
                <a:latin typeface="Noto Sans"/>
                <a:ea typeface="Noto Sans"/>
                <a:cs typeface="Noto Sans"/>
              </a:defRPr>
            </a:lvl9pPr>
          </a:lstStyle>
          <a:p xmlns:a="http://schemas.openxmlformats.org/drawingml/2006/main">
            <a:pPr algn="l">
              <a:defRPr sz="1500" b="1">
                <a:solidFill>
                  <a:srgbClr val="194D38"/>
                </a:solidFill>
                <a:latin typeface="Noto Sans"/>
                <a:ea typeface="Noto Sans"/>
                <a:cs typeface="Noto Sans"/>
              </a:defRPr>
            </a:pPr>
            <a:r>
              <a:rPr sz="1500" b="1">
                <a:solidFill>
                  <a:srgbClr val="194D38"/>
                </a:solidFill>
                <a:latin typeface="Noto Sans"/>
                <a:ea typeface="Noto Sans"/>
                <a:cs typeface="Noto Sans"/>
              </a:rPr>
              <a:t>Recruitment channel</a:t>
            </a:r>
          </a:p>
        </p:txBody>
      </p:sp>
      <p:sp>
        <p:nvSpPr>
          <p:cNvPr id="9" name="">
            <a:extLst xmlns:a="http://schemas.openxmlformats.org/drawingml/2006/main">
              <a:ext uri="{FF2B5EF4-FFF2-40B4-BE49-F238E27FC236}">
                <a16:creationId xmlns:a16="http://schemas.microsoft.com/office/drawing/2014/main" id="{6FACA3BF-0587-4DB0-AC1C-F71FD2889074}"/>
              </a:ext>
            </a:extLst>
          </p:cNvPr>
          <p:cNvSpPr>
            <a:spLocks xmlns:a="http://schemas.openxmlformats.org/drawingml/2006/main" noGrp="1"/>
          </p:cNvSpPr>
          <p:nvPr/>
        </p:nvSpPr>
        <p:spPr>
          <a:xfrm xmlns:a="http://schemas.openxmlformats.org/drawingml/2006/main">
            <a:off x="5048250" y="226695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/chat/recruitment/{application_id}/ws</a:t>
            </a:r>
          </a:p>
        </p:txBody>
      </p:sp>
      <p:sp>
        <p:nvSpPr>
          <p:cNvPr id="10" name="">
            <a:extLst xmlns:a="http://schemas.openxmlformats.org/drawingml/2006/main">
              <a:ext uri="{FF2B5EF4-FFF2-40B4-BE49-F238E27FC236}">
                <a16:creationId xmlns:a16="http://schemas.microsoft.com/office/drawing/2014/main" id="{AD6FDC1A-79DF-4A52-828A-071E522AD480}"/>
              </a:ext>
            </a:extLst>
          </p:cNvPr>
          <p:cNvSpPr>
            <a:spLocks xmlns:a="http://schemas.openxmlformats.org/drawingml/2006/main" noGrp="1"/>
          </p:cNvSpPr>
          <p:nvPr/>
        </p:nvSpPr>
        <p:spPr>
          <a:xfrm xmlns:a="http://schemas.openxmlformats.org/drawingml/2006/main">
            <a:off x="5048250" y="2647950"/>
            <a:ext cx="590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Candidate and recruiter communication for one authorized application. Current workflow stage can enable or disable access.</a:t>
            </a:r>
          </a:p>
        </p:txBody>
      </p:sp>
      <p:sp>
        <p:nvSpPr>
          <p:cNvPr id="11" name="">
            <a:extLst xmlns:a="http://schemas.openxmlformats.org/drawingml/2006/main">
              <a:ext uri="{FF2B5EF4-FFF2-40B4-BE49-F238E27FC236}">
                <a16:creationId xmlns:a16="http://schemas.microsoft.com/office/drawing/2014/main" id="{F6AF1AFC-09CB-40CE-82E0-C58EC82AFEB5}"/>
              </a:ext>
            </a:extLst>
          </p:cNvPr>
          <p:cNvSpPr>
            <a:spLocks xmlns:a="http://schemas.openxmlformats.org/drawingml/2006/main" noGrp="1"/>
          </p:cNvSpPr>
          <p:nvPr/>
        </p:nvSpPr>
        <p:spPr>
          <a:xfrm xmlns:a="http://schemas.openxmlformats.org/drawingml/2006/main">
            <a:off x="5048250" y="3505200"/>
            <a:ext cx="6076950" cy="0"/>
          </a:xfrm>
          <a:prstGeom xmlns:a="http://schemas.openxmlformats.org/drawingml/2006/main" prst="line">
            <a:avLst/>
          </a:prstGeom>
          <a:ln xmlns:a="http://schemas.openxmlformats.org/drawingml/2006/main" w="9525">
            <a:solidFill>
              <a:srgbClr val="CFDBCF"/>
            </a:solidFill>
            <a:prstDash val="solid"/>
          </a:ln>
        </p:spPr>
      </p:sp>
      <p:sp>
        <p:nvSpPr>
          <p:cNvPr id="12" name="">
            <a:extLst xmlns:a="http://schemas.openxmlformats.org/drawingml/2006/main">
              <a:ext uri="{FF2B5EF4-FFF2-40B4-BE49-F238E27FC236}">
                <a16:creationId xmlns:a16="http://schemas.microsoft.com/office/drawing/2014/main" id="{BEC34F1A-4957-4A30-8AC1-8F9976294354}"/>
              </a:ext>
            </a:extLst>
          </p:cNvPr>
          <p:cNvSpPr>
            <a:spLocks xmlns:a="http://schemas.openxmlformats.org/drawingml/2006/main" noGrp="1"/>
          </p:cNvSpPr>
          <p:nvPr/>
        </p:nvSpPr>
        <p:spPr>
          <a:xfrm xmlns:a="http://schemas.openxmlformats.org/drawingml/2006/main">
            <a:off x="5048250" y="37528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500" b="1">
                <a:solidFill>
                  <a:srgbClr val="356456"/>
                </a:solidFill>
                <a:latin typeface="Noto Sans"/>
                <a:ea typeface="Noto Sans"/>
                <a:cs typeface="Noto Sans"/>
              </a:defRPr>
            </a:defPPr>
            <a:lvl1pPr algn="l">
              <a:defRPr sz="1500" b="1">
                <a:solidFill>
                  <a:srgbClr val="356456"/>
                </a:solidFill>
                <a:latin typeface="Noto Sans"/>
                <a:ea typeface="Noto Sans"/>
                <a:cs typeface="Noto Sans"/>
              </a:defRPr>
            </a:lvl1pPr>
            <a:lvl2pPr algn="l">
              <a:defRPr sz="1500" b="1">
                <a:solidFill>
                  <a:srgbClr val="356456"/>
                </a:solidFill>
                <a:latin typeface="Noto Sans"/>
                <a:ea typeface="Noto Sans"/>
                <a:cs typeface="Noto Sans"/>
              </a:defRPr>
            </a:lvl2pPr>
            <a:lvl3pPr algn="l">
              <a:defRPr sz="1500" b="1">
                <a:solidFill>
                  <a:srgbClr val="356456"/>
                </a:solidFill>
                <a:latin typeface="Noto Sans"/>
                <a:ea typeface="Noto Sans"/>
                <a:cs typeface="Noto Sans"/>
              </a:defRPr>
            </a:lvl3pPr>
            <a:lvl4pPr algn="l">
              <a:defRPr sz="1500" b="1">
                <a:solidFill>
                  <a:srgbClr val="356456"/>
                </a:solidFill>
                <a:latin typeface="Noto Sans"/>
                <a:ea typeface="Noto Sans"/>
                <a:cs typeface="Noto Sans"/>
              </a:defRPr>
            </a:lvl4pPr>
            <a:lvl5pPr algn="l">
              <a:defRPr sz="1500" b="1">
                <a:solidFill>
                  <a:srgbClr val="356456"/>
                </a:solidFill>
                <a:latin typeface="Noto Sans"/>
                <a:ea typeface="Noto Sans"/>
                <a:cs typeface="Noto Sans"/>
              </a:defRPr>
            </a:lvl5pPr>
            <a:lvl6pPr algn="l">
              <a:defRPr sz="1500" b="1">
                <a:solidFill>
                  <a:srgbClr val="356456"/>
                </a:solidFill>
                <a:latin typeface="Noto Sans"/>
                <a:ea typeface="Noto Sans"/>
                <a:cs typeface="Noto Sans"/>
              </a:defRPr>
            </a:lvl6pPr>
            <a:lvl7pPr algn="l">
              <a:defRPr sz="1500" b="1">
                <a:solidFill>
                  <a:srgbClr val="356456"/>
                </a:solidFill>
                <a:latin typeface="Noto Sans"/>
                <a:ea typeface="Noto Sans"/>
                <a:cs typeface="Noto Sans"/>
              </a:defRPr>
            </a:lvl7pPr>
            <a:lvl8pPr algn="l">
              <a:defRPr sz="1500" b="1">
                <a:solidFill>
                  <a:srgbClr val="356456"/>
                </a:solidFill>
                <a:latin typeface="Noto Sans"/>
                <a:ea typeface="Noto Sans"/>
                <a:cs typeface="Noto Sans"/>
              </a:defRPr>
            </a:lvl8pPr>
            <a:lvl9pPr algn="l">
              <a:defRPr sz="1500" b="1">
                <a:solidFill>
                  <a:srgbClr val="356456"/>
                </a:solidFill>
                <a:latin typeface="Noto Sans"/>
                <a:ea typeface="Noto Sans"/>
                <a:cs typeface="Noto Sans"/>
              </a:defRPr>
            </a:lvl9pPr>
          </a:lstStyle>
          <a:p xmlns:a="http://schemas.openxmlformats.org/drawingml/2006/main">
            <a:pPr algn="l">
              <a:defRPr sz="1500" b="1">
                <a:solidFill>
                  <a:srgbClr val="356456"/>
                </a:solidFill>
                <a:latin typeface="Noto Sans"/>
                <a:ea typeface="Noto Sans"/>
                <a:cs typeface="Noto Sans"/>
              </a:defRPr>
            </a:pPr>
            <a:r>
              <a:rPr sz="1500" b="1">
                <a:solidFill>
                  <a:srgbClr val="356456"/>
                </a:solidFill>
                <a:latin typeface="Noto Sans"/>
                <a:ea typeface="Noto Sans"/>
                <a:cs typeface="Noto Sans"/>
              </a:rPr>
              <a:t>Friends channel</a:t>
            </a:r>
          </a:p>
        </p:txBody>
      </p:sp>
      <p:sp>
        <p:nvSpPr>
          <p:cNvPr id="13" name="">
            <a:extLst xmlns:a="http://schemas.openxmlformats.org/drawingml/2006/main">
              <a:ext uri="{FF2B5EF4-FFF2-40B4-BE49-F238E27FC236}">
                <a16:creationId xmlns:a16="http://schemas.microsoft.com/office/drawing/2014/main" id="{9060B3A0-1FCD-446E-88B2-5C8585832A56}"/>
              </a:ext>
            </a:extLst>
          </p:cNvPr>
          <p:cNvSpPr>
            <a:spLocks xmlns:a="http://schemas.openxmlformats.org/drawingml/2006/main" noGrp="1"/>
          </p:cNvSpPr>
          <p:nvPr/>
        </p:nvSpPr>
        <p:spPr>
          <a:xfrm xmlns:a="http://schemas.openxmlformats.org/drawingml/2006/main">
            <a:off x="5048250" y="41148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1">
                <a:solidFill>
                  <a:srgbClr val="A25C38"/>
                </a:solidFill>
                <a:latin typeface="Noto Sans"/>
                <a:ea typeface="Noto Sans"/>
                <a:cs typeface="Noto Sans"/>
              </a:defRPr>
            </a:defPPr>
            <a:lvl1pPr algn="l">
              <a:defRPr sz="1200" b="1">
                <a:solidFill>
                  <a:srgbClr val="A25C38"/>
                </a:solidFill>
                <a:latin typeface="Noto Sans"/>
                <a:ea typeface="Noto Sans"/>
                <a:cs typeface="Noto Sans"/>
              </a:defRPr>
            </a:lvl1pPr>
            <a:lvl2pPr algn="l">
              <a:defRPr sz="1200" b="1">
                <a:solidFill>
                  <a:srgbClr val="A25C38"/>
                </a:solidFill>
                <a:latin typeface="Noto Sans"/>
                <a:ea typeface="Noto Sans"/>
                <a:cs typeface="Noto Sans"/>
              </a:defRPr>
            </a:lvl2pPr>
            <a:lvl3pPr algn="l">
              <a:defRPr sz="1200" b="1">
                <a:solidFill>
                  <a:srgbClr val="A25C38"/>
                </a:solidFill>
                <a:latin typeface="Noto Sans"/>
                <a:ea typeface="Noto Sans"/>
                <a:cs typeface="Noto Sans"/>
              </a:defRPr>
            </a:lvl3pPr>
            <a:lvl4pPr algn="l">
              <a:defRPr sz="1200" b="1">
                <a:solidFill>
                  <a:srgbClr val="A25C38"/>
                </a:solidFill>
                <a:latin typeface="Noto Sans"/>
                <a:ea typeface="Noto Sans"/>
                <a:cs typeface="Noto Sans"/>
              </a:defRPr>
            </a:lvl4pPr>
            <a:lvl5pPr algn="l">
              <a:defRPr sz="1200" b="1">
                <a:solidFill>
                  <a:srgbClr val="A25C38"/>
                </a:solidFill>
                <a:latin typeface="Noto Sans"/>
                <a:ea typeface="Noto Sans"/>
                <a:cs typeface="Noto Sans"/>
              </a:defRPr>
            </a:lvl5pPr>
            <a:lvl6pPr algn="l">
              <a:defRPr sz="1200" b="1">
                <a:solidFill>
                  <a:srgbClr val="A25C38"/>
                </a:solidFill>
                <a:latin typeface="Noto Sans"/>
                <a:ea typeface="Noto Sans"/>
                <a:cs typeface="Noto Sans"/>
              </a:defRPr>
            </a:lvl6pPr>
            <a:lvl7pPr algn="l">
              <a:defRPr sz="1200" b="1">
                <a:solidFill>
                  <a:srgbClr val="A25C38"/>
                </a:solidFill>
                <a:latin typeface="Noto Sans"/>
                <a:ea typeface="Noto Sans"/>
                <a:cs typeface="Noto Sans"/>
              </a:defRPr>
            </a:lvl7pPr>
            <a:lvl8pPr algn="l">
              <a:defRPr sz="1200" b="1">
                <a:solidFill>
                  <a:srgbClr val="A25C38"/>
                </a:solidFill>
                <a:latin typeface="Noto Sans"/>
                <a:ea typeface="Noto Sans"/>
                <a:cs typeface="Noto Sans"/>
              </a:defRPr>
            </a:lvl8pPr>
            <a:lvl9pPr algn="l">
              <a:defRPr sz="1200" b="1">
                <a:solidFill>
                  <a:srgbClr val="A25C38"/>
                </a:solidFill>
                <a:latin typeface="Noto Sans"/>
                <a:ea typeface="Noto Sans"/>
                <a:cs typeface="Noto Sans"/>
              </a:defRPr>
            </a:lvl9pPr>
          </a:lstStyle>
          <a:p xmlns:a="http://schemas.openxmlformats.org/drawingml/2006/main">
            <a:pPr algn="l">
              <a:defRPr sz="1200" b="1">
                <a:solidFill>
                  <a:srgbClr val="A25C38"/>
                </a:solidFill>
                <a:latin typeface="Noto Sans"/>
                <a:ea typeface="Noto Sans"/>
                <a:cs typeface="Noto Sans"/>
              </a:defRPr>
            </a:pPr>
            <a:r>
              <a:rPr sz="1200" b="1">
                <a:solidFill>
                  <a:srgbClr val="A25C38"/>
                </a:solidFill>
                <a:latin typeface="Noto Sans"/>
                <a:ea typeface="Noto Sans"/>
                <a:cs typeface="Noto Sans"/>
              </a:rPr>
              <a:t>/chat/friends/{peer_id}/ws</a:t>
            </a:r>
          </a:p>
        </p:txBody>
      </p:sp>
      <p:sp>
        <p:nvSpPr>
          <p:cNvPr id="14" name="">
            <a:extLst xmlns:a="http://schemas.openxmlformats.org/drawingml/2006/main">
              <a:ext uri="{FF2B5EF4-FFF2-40B4-BE49-F238E27FC236}">
                <a16:creationId xmlns:a16="http://schemas.microsoft.com/office/drawing/2014/main" id="{7EC67DE1-21FE-4E4B-AFDC-3FFEB36541FF}"/>
              </a:ext>
            </a:extLst>
          </p:cNvPr>
          <p:cNvSpPr>
            <a:spLocks xmlns:a="http://schemas.openxmlformats.org/drawingml/2006/main" noGrp="1"/>
          </p:cNvSpPr>
          <p:nvPr/>
        </p:nvSpPr>
        <p:spPr>
          <a:xfrm xmlns:a="http://schemas.openxmlformats.org/drawingml/2006/main">
            <a:off x="5048250" y="4495800"/>
            <a:ext cx="590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Private candidate-to-candidate messaging. Both users must be active candidates with an accepted friendship.</a:t>
            </a:r>
          </a:p>
        </p:txBody>
      </p:sp>
      <p:sp>
        <p:nvSpPr>
          <p:cNvPr id="15" name="">
            <a:extLst xmlns:a="http://schemas.openxmlformats.org/drawingml/2006/main">
              <a:ext uri="{FF2B5EF4-FFF2-40B4-BE49-F238E27FC236}">
                <a16:creationId xmlns:a16="http://schemas.microsoft.com/office/drawing/2014/main" id="{E4A112A3-6289-4735-81DF-88D8D6BCF91C}"/>
              </a:ext>
            </a:extLst>
          </p:cNvPr>
          <p:cNvSpPr>
            <a:spLocks xmlns:a="http://schemas.openxmlformats.org/drawingml/2006/main" noGrp="1"/>
          </p:cNvSpPr>
          <p:nvPr/>
        </p:nvSpPr>
        <p:spPr>
          <a:xfrm xmlns:a="http://schemas.openxmlformats.org/drawingml/2006/main">
            <a:off x="5048250" y="5372100"/>
            <a:ext cx="6076950" cy="647700"/>
          </a:xfrm>
          <a:prstGeom xmlns:a="http://schemas.openxmlformats.org/drawingml/2006/main" prst="roundRect">
            <a:avLst>
              <a:gd name="adj" fmla="val 17647"/>
            </a:avLst>
          </a:prstGeom>
          <a:solidFill xmlns:a="http://schemas.openxmlformats.org/drawingml/2006/main">
            <a:srgbClr val="EDF1E9"/>
          </a:solidFill>
          <a:ln xmlns:a="http://schemas.openxmlformats.org/drawingml/2006/main" w="9525">
            <a:solidFill>
              <a:srgbClr val="CFDBCF"/>
            </a:solidFill>
            <a:prstDash val="solid"/>
          </a:ln>
        </p:spPr>
      </p:sp>
      <p:sp>
        <p:nvSpPr>
          <p:cNvPr id="16" name="">
            <a:extLst xmlns:a="http://schemas.openxmlformats.org/drawingml/2006/main">
              <a:ext uri="{FF2B5EF4-FFF2-40B4-BE49-F238E27FC236}">
                <a16:creationId xmlns:a16="http://schemas.microsoft.com/office/drawing/2014/main" id="{BB954F90-0D67-4A4A-8B02-93B08A66AF8A}"/>
              </a:ext>
            </a:extLst>
          </p:cNvPr>
          <p:cNvSpPr>
            <a:spLocks xmlns:a="http://schemas.openxmlformats.org/drawingml/2006/main" noGrp="1"/>
          </p:cNvSpPr>
          <p:nvPr/>
        </p:nvSpPr>
        <p:spPr>
          <a:xfrm xmlns:a="http://schemas.openxmlformats.org/drawingml/2006/main">
            <a:off x="5257800" y="5514975"/>
            <a:ext cx="565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1">
                <a:solidFill>
                  <a:srgbClr val="194D38"/>
                </a:solidFill>
                <a:latin typeface="Noto Sans"/>
                <a:ea typeface="Noto Sans"/>
                <a:cs typeface="Noto Sans"/>
              </a:defRPr>
            </a:defPPr>
            <a:lvl1pPr algn="l">
              <a:defRPr sz="1125" b="1">
                <a:solidFill>
                  <a:srgbClr val="194D38"/>
                </a:solidFill>
                <a:latin typeface="Noto Sans"/>
                <a:ea typeface="Noto Sans"/>
                <a:cs typeface="Noto Sans"/>
              </a:defRPr>
            </a:lvl1pPr>
            <a:lvl2pPr algn="l">
              <a:defRPr sz="1125" b="1">
                <a:solidFill>
                  <a:srgbClr val="194D38"/>
                </a:solidFill>
                <a:latin typeface="Noto Sans"/>
                <a:ea typeface="Noto Sans"/>
                <a:cs typeface="Noto Sans"/>
              </a:defRPr>
            </a:lvl2pPr>
            <a:lvl3pPr algn="l">
              <a:defRPr sz="1125" b="1">
                <a:solidFill>
                  <a:srgbClr val="194D38"/>
                </a:solidFill>
                <a:latin typeface="Noto Sans"/>
                <a:ea typeface="Noto Sans"/>
                <a:cs typeface="Noto Sans"/>
              </a:defRPr>
            </a:lvl3pPr>
            <a:lvl4pPr algn="l">
              <a:defRPr sz="1125" b="1">
                <a:solidFill>
                  <a:srgbClr val="194D38"/>
                </a:solidFill>
                <a:latin typeface="Noto Sans"/>
                <a:ea typeface="Noto Sans"/>
                <a:cs typeface="Noto Sans"/>
              </a:defRPr>
            </a:lvl4pPr>
            <a:lvl5pPr algn="l">
              <a:defRPr sz="1125" b="1">
                <a:solidFill>
                  <a:srgbClr val="194D38"/>
                </a:solidFill>
                <a:latin typeface="Noto Sans"/>
                <a:ea typeface="Noto Sans"/>
                <a:cs typeface="Noto Sans"/>
              </a:defRPr>
            </a:lvl5pPr>
            <a:lvl6pPr algn="l">
              <a:defRPr sz="1125" b="1">
                <a:solidFill>
                  <a:srgbClr val="194D38"/>
                </a:solidFill>
                <a:latin typeface="Noto Sans"/>
                <a:ea typeface="Noto Sans"/>
                <a:cs typeface="Noto Sans"/>
              </a:defRPr>
            </a:lvl6pPr>
            <a:lvl7pPr algn="l">
              <a:defRPr sz="1125" b="1">
                <a:solidFill>
                  <a:srgbClr val="194D38"/>
                </a:solidFill>
                <a:latin typeface="Noto Sans"/>
                <a:ea typeface="Noto Sans"/>
                <a:cs typeface="Noto Sans"/>
              </a:defRPr>
            </a:lvl7pPr>
            <a:lvl8pPr algn="l">
              <a:defRPr sz="1125" b="1">
                <a:solidFill>
                  <a:srgbClr val="194D38"/>
                </a:solidFill>
                <a:latin typeface="Noto Sans"/>
                <a:ea typeface="Noto Sans"/>
                <a:cs typeface="Noto Sans"/>
              </a:defRPr>
            </a:lvl8pPr>
            <a:lvl9pPr algn="l">
              <a:defRPr sz="1125" b="1">
                <a:solidFill>
                  <a:srgbClr val="194D38"/>
                </a:solidFill>
                <a:latin typeface="Noto Sans"/>
                <a:ea typeface="Noto Sans"/>
                <a:cs typeface="Noto Sans"/>
              </a:defRPr>
            </a:lvl9pPr>
          </a:lstStyle>
          <a:p xmlns:a="http://schemas.openxmlformats.org/drawingml/2006/main">
            <a:pPr algn="l">
              <a:defRPr sz="1125" b="1">
                <a:solidFill>
                  <a:srgbClr val="194D38"/>
                </a:solidFill>
                <a:latin typeface="Noto Sans"/>
                <a:ea typeface="Noto Sans"/>
                <a:cs typeface="Noto Sans"/>
              </a:defRPr>
            </a:pPr>
            <a:r>
              <a:rPr sz="1125" b="1">
                <a:solidFill>
                  <a:srgbClr val="194D38"/>
                </a:solidFill>
                <a:latin typeface="Noto Sans"/>
                <a:ea typeface="Noto Sans"/>
                <a:cs typeface="Noto Sans"/>
              </a:rPr>
              <a:t>Shared security: single-use socket ticket, session checks, rate limits, PostgreSQL history and Redis fan-out</a:t>
            </a:r>
          </a:p>
        </p:txBody>
      </p:sp>
    </p:spTree>
    <p:transition spd="med" advClick="1">
      <p:fade/>
    </p:transition>
    <p:extLst>
      <p:ext uri="{BB962C8B-B14F-4D97-AF65-F5344CB8AC3E}">
        <p14:creationId xmlns:p14="http://schemas.microsoft.com/office/powerpoint/2010/main" val="1500184612"/>
      </p:ext>
    </p:extLst>
  </p:cSld>
</p:sld>
</file>

<file path=ppt/slides/slide16.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6BDAF376-A5DB-4E89-9C6A-F74DA2E9B02F}"/>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PRIVACY</a:t>
            </a:r>
          </a:p>
        </p:txBody>
      </p:sp>
      <p:sp>
        <p:nvSpPr>
          <p:cNvPr id="2" name="">
            <a:extLst xmlns:a="http://schemas.openxmlformats.org/drawingml/2006/main">
              <a:ext uri="{FF2B5EF4-FFF2-40B4-BE49-F238E27FC236}">
                <a16:creationId xmlns:a16="http://schemas.microsoft.com/office/drawing/2014/main" id="{1D8BB306-8B1A-4C59-8B59-CFE10C8A34F9}"/>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16</a:t>
            </a:r>
          </a:p>
        </p:txBody>
      </p:sp>
      <p:sp>
        <p:nvSpPr>
          <p:cNvPr id="3" name="">
            <a:extLst xmlns:a="http://schemas.openxmlformats.org/drawingml/2006/main">
              <a:ext uri="{FF2B5EF4-FFF2-40B4-BE49-F238E27FC236}">
                <a16:creationId xmlns:a16="http://schemas.microsoft.com/office/drawing/2014/main" id="{E143C2F0-1FBD-4032-B540-5E6A10C0E440}"/>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Private files and account lifecycle</a:t>
            </a:r>
          </a:p>
        </p:txBody>
      </p:sp>
      <p:sp>
        <p:nvSpPr>
          <p:cNvPr id="4" name="">
            <a:extLst xmlns:a="http://schemas.openxmlformats.org/drawingml/2006/main">
              <a:ext uri="{FF2B5EF4-FFF2-40B4-BE49-F238E27FC236}">
                <a16:creationId xmlns:a16="http://schemas.microsoft.com/office/drawing/2014/main" id="{F27E4DF3-7A54-4BF1-AA96-9094D5041519}"/>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4BDEB5FE-2480-4198-BF65-B745C90C3D2D}"/>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CVs and identity data require stronger controls than public offers and company information.</a:t>
            </a:r>
          </a:p>
        </p:txBody>
      </p:sp>
      <p:sp>
        <p:nvSpPr>
          <p:cNvPr id="6" name="">
            <a:extLst xmlns:a="http://schemas.openxmlformats.org/drawingml/2006/main">
              <a:ext uri="{FF2B5EF4-FFF2-40B4-BE49-F238E27FC236}">
                <a16:creationId xmlns:a16="http://schemas.microsoft.com/office/drawing/2014/main" id="{CD983B06-003E-433A-AD0B-BF3D11483E03}"/>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56ED5ADA-0A0F-495B-B26C-38629EC7306C}"/>
              </a:ext>
            </a:extLst>
          </p:cNvPr>
          <p:cNvSpPr>
            <a:spLocks xmlns:a="http://schemas.openxmlformats.org/drawingml/2006/main" noGrp="1"/>
          </p:cNvSpPr>
          <p:nvPr/>
        </p:nvSpPr>
        <p:spPr>
          <a:xfrm xmlns:a="http://schemas.openxmlformats.org/drawingml/2006/main">
            <a:off x="609600" y="188595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PRIVATE FILE PATH</a:t>
            </a:r>
          </a:p>
        </p:txBody>
      </p:sp>
      <p:sp>
        <p:nvSpPr>
          <p:cNvPr id="8" name="">
            <a:extLst xmlns:a="http://schemas.openxmlformats.org/drawingml/2006/main">
              <a:ext uri="{FF2B5EF4-FFF2-40B4-BE49-F238E27FC236}">
                <a16:creationId xmlns:a16="http://schemas.microsoft.com/office/drawing/2014/main" id="{646D1CA8-1EF5-44A7-9072-1527D5CEE8A9}"/>
              </a:ext>
            </a:extLst>
          </p:cNvPr>
          <p:cNvSpPr>
            <a:spLocks xmlns:a="http://schemas.openxmlformats.org/drawingml/2006/main" noGrp="1"/>
          </p:cNvSpPr>
          <p:nvPr/>
        </p:nvSpPr>
        <p:spPr>
          <a:xfrm xmlns:a="http://schemas.openxmlformats.org/drawingml/2006/main">
            <a:off x="609600"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01</a:t>
            </a:r>
          </a:p>
        </p:txBody>
      </p:sp>
      <p:sp>
        <p:nvSpPr>
          <p:cNvPr id="9" name="">
            <a:extLst xmlns:a="http://schemas.openxmlformats.org/drawingml/2006/main">
              <a:ext uri="{FF2B5EF4-FFF2-40B4-BE49-F238E27FC236}">
                <a16:creationId xmlns:a16="http://schemas.microsoft.com/office/drawing/2014/main" id="{4F1E84CD-FA9D-46AA-A163-4500C07C1793}"/>
              </a:ext>
            </a:extLst>
          </p:cNvPr>
          <p:cNvSpPr>
            <a:spLocks xmlns:a="http://schemas.openxmlformats.org/drawingml/2006/main" noGrp="1"/>
          </p:cNvSpPr>
          <p:nvPr/>
        </p:nvSpPr>
        <p:spPr>
          <a:xfrm xmlns:a="http://schemas.openxmlformats.org/drawingml/2006/main">
            <a:off x="609600"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Upload</a:t>
            </a:r>
          </a:p>
        </p:txBody>
      </p:sp>
      <p:sp>
        <p:nvSpPr>
          <p:cNvPr id="10" name="">
            <a:extLst xmlns:a="http://schemas.openxmlformats.org/drawingml/2006/main">
              <a:ext uri="{FF2B5EF4-FFF2-40B4-BE49-F238E27FC236}">
                <a16:creationId xmlns:a16="http://schemas.microsoft.com/office/drawing/2014/main" id="{BF904940-5056-48A2-A8EC-5E93E3BAB2FF}"/>
              </a:ext>
            </a:extLst>
          </p:cNvPr>
          <p:cNvSpPr>
            <a:spLocks xmlns:a="http://schemas.openxmlformats.org/drawingml/2006/main" noGrp="1"/>
          </p:cNvSpPr>
          <p:nvPr/>
        </p:nvSpPr>
        <p:spPr>
          <a:xfrm xmlns:a="http://schemas.openxmlformats.org/drawingml/2006/main">
            <a:off x="609600"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Type, size and owner checks</a:t>
            </a:r>
          </a:p>
        </p:txBody>
      </p:sp>
      <p:sp>
        <p:nvSpPr>
          <p:cNvPr id="11" name="">
            <a:extLst xmlns:a="http://schemas.openxmlformats.org/drawingml/2006/main">
              <a:ext uri="{FF2B5EF4-FFF2-40B4-BE49-F238E27FC236}">
                <a16:creationId xmlns:a16="http://schemas.microsoft.com/office/drawing/2014/main" id="{BE05E7D4-F08C-4C2B-A7D6-BAE73CC9C23A}"/>
              </a:ext>
            </a:extLst>
          </p:cNvPr>
          <p:cNvSpPr>
            <a:spLocks xmlns:a="http://schemas.openxmlformats.org/drawingml/2006/main" noGrp="1"/>
          </p:cNvSpPr>
          <p:nvPr/>
        </p:nvSpPr>
        <p:spPr>
          <a:xfrm xmlns:a="http://schemas.openxmlformats.org/drawingml/2006/main">
            <a:off x="2686050" y="2819400"/>
            <a:ext cx="495300" cy="0"/>
          </a:xfrm>
          <a:prstGeom xmlns:a="http://schemas.openxmlformats.org/drawingml/2006/main" prst="line">
            <a:avLst/>
          </a:prstGeom>
          <a:ln xmlns:a="http://schemas.openxmlformats.org/drawingml/2006/main" w="19050">
            <a:solidFill>
              <a:srgbClr val="CFDBCF"/>
            </a:solidFill>
            <a:prstDash val="solid"/>
          </a:ln>
        </p:spPr>
      </p:sp>
      <p:sp>
        <p:nvSpPr>
          <p:cNvPr id="12" name="">
            <a:extLst xmlns:a="http://schemas.openxmlformats.org/drawingml/2006/main">
              <a:ext uri="{FF2B5EF4-FFF2-40B4-BE49-F238E27FC236}">
                <a16:creationId xmlns:a16="http://schemas.microsoft.com/office/drawing/2014/main" id="{63379BEE-4524-44A0-8A83-9FC658A6D515}"/>
              </a:ext>
            </a:extLst>
          </p:cNvPr>
          <p:cNvSpPr>
            <a:spLocks xmlns:a="http://schemas.openxmlformats.org/drawingml/2006/main" noGrp="1"/>
          </p:cNvSpPr>
          <p:nvPr/>
        </p:nvSpPr>
        <p:spPr>
          <a:xfrm xmlns:a="http://schemas.openxmlformats.org/drawingml/2006/main">
            <a:off x="3324225"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02</a:t>
            </a:r>
          </a:p>
        </p:txBody>
      </p:sp>
      <p:sp>
        <p:nvSpPr>
          <p:cNvPr id="13" name="">
            <a:extLst xmlns:a="http://schemas.openxmlformats.org/drawingml/2006/main">
              <a:ext uri="{FF2B5EF4-FFF2-40B4-BE49-F238E27FC236}">
                <a16:creationId xmlns:a16="http://schemas.microsoft.com/office/drawing/2014/main" id="{DB732607-52A9-47C3-BECE-144EF80D5FFD}"/>
              </a:ext>
            </a:extLst>
          </p:cNvPr>
          <p:cNvSpPr>
            <a:spLocks xmlns:a="http://schemas.openxmlformats.org/drawingml/2006/main" noGrp="1"/>
          </p:cNvSpPr>
          <p:nvPr/>
        </p:nvSpPr>
        <p:spPr>
          <a:xfrm xmlns:a="http://schemas.openxmlformats.org/drawingml/2006/main">
            <a:off x="3324225"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Store</a:t>
            </a:r>
          </a:p>
        </p:txBody>
      </p:sp>
      <p:sp>
        <p:nvSpPr>
          <p:cNvPr id="14" name="">
            <a:extLst xmlns:a="http://schemas.openxmlformats.org/drawingml/2006/main">
              <a:ext uri="{FF2B5EF4-FFF2-40B4-BE49-F238E27FC236}">
                <a16:creationId xmlns:a16="http://schemas.microsoft.com/office/drawing/2014/main" id="{E2E65289-437E-4293-B09A-615B0CFE04D0}"/>
              </a:ext>
            </a:extLst>
          </p:cNvPr>
          <p:cNvSpPr>
            <a:spLocks xmlns:a="http://schemas.openxmlformats.org/drawingml/2006/main" noGrp="1"/>
          </p:cNvSpPr>
          <p:nvPr/>
        </p:nvSpPr>
        <p:spPr>
          <a:xfrm xmlns:a="http://schemas.openxmlformats.org/drawingml/2006/main">
            <a:off x="3324225"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Private Supabase bucket</a:t>
            </a:r>
          </a:p>
        </p:txBody>
      </p:sp>
      <p:sp>
        <p:nvSpPr>
          <p:cNvPr id="15" name="">
            <a:extLst xmlns:a="http://schemas.openxmlformats.org/drawingml/2006/main">
              <a:ext uri="{FF2B5EF4-FFF2-40B4-BE49-F238E27FC236}">
                <a16:creationId xmlns:a16="http://schemas.microsoft.com/office/drawing/2014/main" id="{994F79E8-703B-4B38-914E-DF9F8BC89124}"/>
              </a:ext>
            </a:extLst>
          </p:cNvPr>
          <p:cNvSpPr>
            <a:spLocks xmlns:a="http://schemas.openxmlformats.org/drawingml/2006/main" noGrp="1"/>
          </p:cNvSpPr>
          <p:nvPr/>
        </p:nvSpPr>
        <p:spPr>
          <a:xfrm xmlns:a="http://schemas.openxmlformats.org/drawingml/2006/main">
            <a:off x="5400675" y="2819400"/>
            <a:ext cx="495300" cy="0"/>
          </a:xfrm>
          <a:prstGeom xmlns:a="http://schemas.openxmlformats.org/drawingml/2006/main" prst="line">
            <a:avLst/>
          </a:prstGeom>
          <a:ln xmlns:a="http://schemas.openxmlformats.org/drawingml/2006/main" w="19050">
            <a:solidFill>
              <a:srgbClr val="CFDBCF"/>
            </a:solidFill>
            <a:prstDash val="solid"/>
          </a:ln>
        </p:spPr>
      </p:sp>
      <p:sp>
        <p:nvSpPr>
          <p:cNvPr id="16" name="">
            <a:extLst xmlns:a="http://schemas.openxmlformats.org/drawingml/2006/main">
              <a:ext uri="{FF2B5EF4-FFF2-40B4-BE49-F238E27FC236}">
                <a16:creationId xmlns:a16="http://schemas.microsoft.com/office/drawing/2014/main" id="{EB567E4E-E6FB-4290-BB07-7499BBCA42D9}"/>
              </a:ext>
            </a:extLst>
          </p:cNvPr>
          <p:cNvSpPr>
            <a:spLocks xmlns:a="http://schemas.openxmlformats.org/drawingml/2006/main" noGrp="1"/>
          </p:cNvSpPr>
          <p:nvPr/>
        </p:nvSpPr>
        <p:spPr>
          <a:xfrm xmlns:a="http://schemas.openxmlformats.org/drawingml/2006/main">
            <a:off x="6038850"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03</a:t>
            </a:r>
          </a:p>
        </p:txBody>
      </p:sp>
      <p:sp>
        <p:nvSpPr>
          <p:cNvPr id="17" name="">
            <a:extLst xmlns:a="http://schemas.openxmlformats.org/drawingml/2006/main">
              <a:ext uri="{FF2B5EF4-FFF2-40B4-BE49-F238E27FC236}">
                <a16:creationId xmlns:a16="http://schemas.microsoft.com/office/drawing/2014/main" id="{146B5852-5985-4AE7-A32E-5ECA2469DABD}"/>
              </a:ext>
            </a:extLst>
          </p:cNvPr>
          <p:cNvSpPr>
            <a:spLocks xmlns:a="http://schemas.openxmlformats.org/drawingml/2006/main" noGrp="1"/>
          </p:cNvSpPr>
          <p:nvPr/>
        </p:nvSpPr>
        <p:spPr>
          <a:xfrm xmlns:a="http://schemas.openxmlformats.org/drawingml/2006/main">
            <a:off x="6038850"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Authorize</a:t>
            </a:r>
          </a:p>
        </p:txBody>
      </p:sp>
      <p:sp>
        <p:nvSpPr>
          <p:cNvPr id="18" name="">
            <a:extLst xmlns:a="http://schemas.openxmlformats.org/drawingml/2006/main">
              <a:ext uri="{FF2B5EF4-FFF2-40B4-BE49-F238E27FC236}">
                <a16:creationId xmlns:a16="http://schemas.microsoft.com/office/drawing/2014/main" id="{9EAD1BD4-5F72-4002-AE8F-DB7469C58EAC}"/>
              </a:ext>
            </a:extLst>
          </p:cNvPr>
          <p:cNvSpPr>
            <a:spLocks xmlns:a="http://schemas.openxmlformats.org/drawingml/2006/main" noGrp="1"/>
          </p:cNvSpPr>
          <p:nvPr/>
        </p:nvSpPr>
        <p:spPr>
          <a:xfrm xmlns:a="http://schemas.openxmlformats.org/drawingml/2006/main">
            <a:off x="6038850"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Backend verifies access</a:t>
            </a:r>
          </a:p>
        </p:txBody>
      </p:sp>
      <p:sp>
        <p:nvSpPr>
          <p:cNvPr id="19" name="">
            <a:extLst xmlns:a="http://schemas.openxmlformats.org/drawingml/2006/main">
              <a:ext uri="{FF2B5EF4-FFF2-40B4-BE49-F238E27FC236}">
                <a16:creationId xmlns:a16="http://schemas.microsoft.com/office/drawing/2014/main" id="{D0DBE1BF-C7DA-49E1-B80A-132CEBB6886E}"/>
              </a:ext>
            </a:extLst>
          </p:cNvPr>
          <p:cNvSpPr>
            <a:spLocks xmlns:a="http://schemas.openxmlformats.org/drawingml/2006/main" noGrp="1"/>
          </p:cNvSpPr>
          <p:nvPr/>
        </p:nvSpPr>
        <p:spPr>
          <a:xfrm xmlns:a="http://schemas.openxmlformats.org/drawingml/2006/main">
            <a:off x="8115300" y="2819400"/>
            <a:ext cx="495300" cy="0"/>
          </a:xfrm>
          <a:prstGeom xmlns:a="http://schemas.openxmlformats.org/drawingml/2006/main" prst="line">
            <a:avLst/>
          </a:prstGeom>
          <a:ln xmlns:a="http://schemas.openxmlformats.org/drawingml/2006/main" w="19050">
            <a:solidFill>
              <a:srgbClr val="CFDBCF"/>
            </a:solidFill>
            <a:prstDash val="solid"/>
          </a:ln>
        </p:spPr>
      </p:sp>
      <p:sp>
        <p:nvSpPr>
          <p:cNvPr id="20" name="">
            <a:extLst xmlns:a="http://schemas.openxmlformats.org/drawingml/2006/main">
              <a:ext uri="{FF2B5EF4-FFF2-40B4-BE49-F238E27FC236}">
                <a16:creationId xmlns:a16="http://schemas.microsoft.com/office/drawing/2014/main" id="{46DF3FB1-6BAB-4490-A8F3-EADFEEF4A6E0}"/>
              </a:ext>
            </a:extLst>
          </p:cNvPr>
          <p:cNvSpPr>
            <a:spLocks xmlns:a="http://schemas.openxmlformats.org/drawingml/2006/main" noGrp="1"/>
          </p:cNvSpPr>
          <p:nvPr/>
        </p:nvSpPr>
        <p:spPr>
          <a:xfrm xmlns:a="http://schemas.openxmlformats.org/drawingml/2006/main">
            <a:off x="8753475" y="232410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04</a:t>
            </a:r>
          </a:p>
        </p:txBody>
      </p:sp>
      <p:sp>
        <p:nvSpPr>
          <p:cNvPr id="21" name="">
            <a:extLst xmlns:a="http://schemas.openxmlformats.org/drawingml/2006/main">
              <a:ext uri="{FF2B5EF4-FFF2-40B4-BE49-F238E27FC236}">
                <a16:creationId xmlns:a16="http://schemas.microsoft.com/office/drawing/2014/main" id="{1E35F513-2CF2-40DB-B8E4-9C72126506B5}"/>
              </a:ext>
            </a:extLst>
          </p:cNvPr>
          <p:cNvSpPr>
            <a:spLocks xmlns:a="http://schemas.openxmlformats.org/drawingml/2006/main" noGrp="1"/>
          </p:cNvSpPr>
          <p:nvPr/>
        </p:nvSpPr>
        <p:spPr>
          <a:xfrm xmlns:a="http://schemas.openxmlformats.org/drawingml/2006/main">
            <a:off x="8753475" y="266700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2B23"/>
                </a:solidFill>
                <a:latin typeface="Noto Sans"/>
                <a:ea typeface="Noto Sans"/>
                <a:cs typeface="Noto Sans"/>
              </a:defRPr>
            </a:defPPr>
            <a:lvl1pPr algn="l">
              <a:defRPr sz="1425" b="1">
                <a:solidFill>
                  <a:srgbClr val="192B23"/>
                </a:solidFill>
                <a:latin typeface="Noto Sans"/>
                <a:ea typeface="Noto Sans"/>
                <a:cs typeface="Noto Sans"/>
              </a:defRPr>
            </a:lvl1pPr>
            <a:lvl2pPr algn="l">
              <a:defRPr sz="1425" b="1">
                <a:solidFill>
                  <a:srgbClr val="192B23"/>
                </a:solidFill>
                <a:latin typeface="Noto Sans"/>
                <a:ea typeface="Noto Sans"/>
                <a:cs typeface="Noto Sans"/>
              </a:defRPr>
            </a:lvl2pPr>
            <a:lvl3pPr algn="l">
              <a:defRPr sz="1425" b="1">
                <a:solidFill>
                  <a:srgbClr val="192B23"/>
                </a:solidFill>
                <a:latin typeface="Noto Sans"/>
                <a:ea typeface="Noto Sans"/>
                <a:cs typeface="Noto Sans"/>
              </a:defRPr>
            </a:lvl3pPr>
            <a:lvl4pPr algn="l">
              <a:defRPr sz="1425" b="1">
                <a:solidFill>
                  <a:srgbClr val="192B23"/>
                </a:solidFill>
                <a:latin typeface="Noto Sans"/>
                <a:ea typeface="Noto Sans"/>
                <a:cs typeface="Noto Sans"/>
              </a:defRPr>
            </a:lvl4pPr>
            <a:lvl5pPr algn="l">
              <a:defRPr sz="1425" b="1">
                <a:solidFill>
                  <a:srgbClr val="192B23"/>
                </a:solidFill>
                <a:latin typeface="Noto Sans"/>
                <a:ea typeface="Noto Sans"/>
                <a:cs typeface="Noto Sans"/>
              </a:defRPr>
            </a:lvl5pPr>
            <a:lvl6pPr algn="l">
              <a:defRPr sz="1425" b="1">
                <a:solidFill>
                  <a:srgbClr val="192B23"/>
                </a:solidFill>
                <a:latin typeface="Noto Sans"/>
                <a:ea typeface="Noto Sans"/>
                <a:cs typeface="Noto Sans"/>
              </a:defRPr>
            </a:lvl6pPr>
            <a:lvl7pPr algn="l">
              <a:defRPr sz="1425" b="1">
                <a:solidFill>
                  <a:srgbClr val="192B23"/>
                </a:solidFill>
                <a:latin typeface="Noto Sans"/>
                <a:ea typeface="Noto Sans"/>
                <a:cs typeface="Noto Sans"/>
              </a:defRPr>
            </a:lvl7pPr>
            <a:lvl8pPr algn="l">
              <a:defRPr sz="1425" b="1">
                <a:solidFill>
                  <a:srgbClr val="192B23"/>
                </a:solidFill>
                <a:latin typeface="Noto Sans"/>
                <a:ea typeface="Noto Sans"/>
                <a:cs typeface="Noto Sans"/>
              </a:defRPr>
            </a:lvl8pPr>
            <a:lvl9pPr algn="l">
              <a:defRPr sz="1425" b="1">
                <a:solidFill>
                  <a:srgbClr val="192B23"/>
                </a:solidFill>
                <a:latin typeface="Noto Sans"/>
                <a:ea typeface="Noto Sans"/>
                <a:cs typeface="Noto Sans"/>
              </a:defRPr>
            </a:lvl9pPr>
          </a:lstStyle>
          <a:p xmlns:a="http://schemas.openxmlformats.org/drawingml/2006/main">
            <a:pPr algn="l">
              <a:defRPr sz="1425" b="1">
                <a:solidFill>
                  <a:srgbClr val="192B23"/>
                </a:solidFill>
                <a:latin typeface="Noto Sans"/>
                <a:ea typeface="Noto Sans"/>
                <a:cs typeface="Noto Sans"/>
              </a:defRPr>
            </a:pPr>
            <a:r>
              <a:rPr sz="1425" b="1">
                <a:solidFill>
                  <a:srgbClr val="192B23"/>
                </a:solidFill>
                <a:latin typeface="Noto Sans"/>
                <a:ea typeface="Noto Sans"/>
                <a:cs typeface="Noto Sans"/>
              </a:rPr>
              <a:t>Download</a:t>
            </a:r>
          </a:p>
        </p:txBody>
      </p:sp>
      <p:sp>
        <p:nvSpPr>
          <p:cNvPr id="22" name="">
            <a:extLst xmlns:a="http://schemas.openxmlformats.org/drawingml/2006/main">
              <a:ext uri="{FF2B5EF4-FFF2-40B4-BE49-F238E27FC236}">
                <a16:creationId xmlns:a16="http://schemas.microsoft.com/office/drawing/2014/main" id="{7C7AC61E-96D8-4CD1-BD40-0D04C49CCA8F}"/>
              </a:ext>
            </a:extLst>
          </p:cNvPr>
          <p:cNvSpPr>
            <a:spLocks xmlns:a="http://schemas.openxmlformats.org/drawingml/2006/main" noGrp="1"/>
          </p:cNvSpPr>
          <p:nvPr/>
        </p:nvSpPr>
        <p:spPr>
          <a:xfrm xmlns:a="http://schemas.openxmlformats.org/drawingml/2006/main">
            <a:off x="8753475" y="30480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Stream only to allowed user</a:t>
            </a:r>
          </a:p>
        </p:txBody>
      </p:sp>
      <p:sp>
        <p:nvSpPr>
          <p:cNvPr id="23" name="">
            <a:extLst xmlns:a="http://schemas.openxmlformats.org/drawingml/2006/main">
              <a:ext uri="{FF2B5EF4-FFF2-40B4-BE49-F238E27FC236}">
                <a16:creationId xmlns:a16="http://schemas.microsoft.com/office/drawing/2014/main" id="{B9441F6C-0993-47DE-A498-99B0D3458141}"/>
              </a:ext>
            </a:extLst>
          </p:cNvPr>
          <p:cNvSpPr>
            <a:spLocks xmlns:a="http://schemas.openxmlformats.org/drawingml/2006/main" noGrp="1"/>
          </p:cNvSpPr>
          <p:nvPr/>
        </p:nvSpPr>
        <p:spPr>
          <a:xfrm xmlns:a="http://schemas.openxmlformats.org/drawingml/2006/main">
            <a:off x="609600" y="40005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ACCOUNT DELETION</a:t>
            </a:r>
          </a:p>
        </p:txBody>
      </p:sp>
      <p:sp>
        <p:nvSpPr>
          <p:cNvPr id="24" name="">
            <a:extLst xmlns:a="http://schemas.openxmlformats.org/drawingml/2006/main">
              <a:ext uri="{FF2B5EF4-FFF2-40B4-BE49-F238E27FC236}">
                <a16:creationId xmlns:a16="http://schemas.microsoft.com/office/drawing/2014/main" id="{42C33D28-14EC-4DCA-B842-1A2C7FFBE1B4}"/>
              </a:ext>
            </a:extLst>
          </p:cNvPr>
          <p:cNvSpPr>
            <a:spLocks xmlns:a="http://schemas.openxmlformats.org/drawingml/2006/main" noGrp="1"/>
          </p:cNvSpPr>
          <p:nvPr/>
        </p:nvSpPr>
        <p:spPr>
          <a:xfrm xmlns:a="http://schemas.openxmlformats.org/drawingml/2006/main">
            <a:off x="895350" y="4762500"/>
            <a:ext cx="9582150" cy="0"/>
          </a:xfrm>
          <a:prstGeom xmlns:a="http://schemas.openxmlformats.org/drawingml/2006/main" prst="line">
            <a:avLst/>
          </a:prstGeom>
          <a:ln xmlns:a="http://schemas.openxmlformats.org/drawingml/2006/main" w="28575">
            <a:solidFill>
              <a:srgbClr val="CFDBCF"/>
            </a:solidFill>
            <a:prstDash val="solid"/>
          </a:ln>
        </p:spPr>
      </p:sp>
      <p:sp>
        <p:nvSpPr>
          <p:cNvPr id="25" name="">
            <a:extLst xmlns:a="http://schemas.openxmlformats.org/drawingml/2006/main">
              <a:ext uri="{FF2B5EF4-FFF2-40B4-BE49-F238E27FC236}">
                <a16:creationId xmlns:a16="http://schemas.microsoft.com/office/drawing/2014/main" id="{402DE443-795A-40BA-AFC6-532FC15583D9}"/>
              </a:ext>
            </a:extLst>
          </p:cNvPr>
          <p:cNvSpPr>
            <a:spLocks xmlns:a="http://schemas.openxmlformats.org/drawingml/2006/main" noGrp="1"/>
          </p:cNvSpPr>
          <p:nvPr/>
        </p:nvSpPr>
        <p:spPr>
          <a:xfrm xmlns:a="http://schemas.openxmlformats.org/drawingml/2006/main">
            <a:off x="952500" y="4610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6" name="">
            <a:extLst xmlns:a="http://schemas.openxmlformats.org/drawingml/2006/main">
              <a:ext uri="{FF2B5EF4-FFF2-40B4-BE49-F238E27FC236}">
                <a16:creationId xmlns:a16="http://schemas.microsoft.com/office/drawing/2014/main" id="{6CD4DC4E-986E-4212-81B4-50DB2710B41E}"/>
              </a:ext>
            </a:extLst>
          </p:cNvPr>
          <p:cNvSpPr>
            <a:spLocks xmlns:a="http://schemas.openxmlformats.org/drawingml/2006/main" noGrp="1"/>
          </p:cNvSpPr>
          <p:nvPr/>
        </p:nvSpPr>
        <p:spPr>
          <a:xfrm xmlns:a="http://schemas.openxmlformats.org/drawingml/2006/main">
            <a:off x="9525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1</a:t>
            </a:r>
          </a:p>
        </p:txBody>
      </p:sp>
      <p:sp>
        <p:nvSpPr>
          <p:cNvPr id="27" name="">
            <a:extLst xmlns:a="http://schemas.openxmlformats.org/drawingml/2006/main">
              <a:ext uri="{FF2B5EF4-FFF2-40B4-BE49-F238E27FC236}">
                <a16:creationId xmlns:a16="http://schemas.microsoft.com/office/drawing/2014/main" id="{B2C2C76B-B464-4A71-BA65-36D40FBF16A9}"/>
              </a:ext>
            </a:extLst>
          </p:cNvPr>
          <p:cNvSpPr>
            <a:spLocks xmlns:a="http://schemas.openxmlformats.org/drawingml/2006/main" noGrp="1"/>
          </p:cNvSpPr>
          <p:nvPr/>
        </p:nvSpPr>
        <p:spPr>
          <a:xfrm xmlns:a="http://schemas.openxmlformats.org/drawingml/2006/main">
            <a:off x="419100" y="51054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Export</a:t>
            </a:r>
          </a:p>
        </p:txBody>
      </p:sp>
      <p:sp>
        <p:nvSpPr>
          <p:cNvPr id="28" name="">
            <a:extLst xmlns:a="http://schemas.openxmlformats.org/drawingml/2006/main">
              <a:ext uri="{FF2B5EF4-FFF2-40B4-BE49-F238E27FC236}">
                <a16:creationId xmlns:a16="http://schemas.microsoft.com/office/drawing/2014/main" id="{47908259-EBED-47E3-AB94-ED79BEAD0877}"/>
              </a:ext>
            </a:extLst>
          </p:cNvPr>
          <p:cNvSpPr>
            <a:spLocks xmlns:a="http://schemas.openxmlformats.org/drawingml/2006/main" noGrp="1"/>
          </p:cNvSpPr>
          <p:nvPr/>
        </p:nvSpPr>
        <p:spPr>
          <a:xfrm xmlns:a="http://schemas.openxmlformats.org/drawingml/2006/main">
            <a:off x="381000" y="55054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JSON, CSV and XML</a:t>
            </a:r>
          </a:p>
        </p:txBody>
      </p:sp>
      <p:sp>
        <p:nvSpPr>
          <p:cNvPr id="29" name="">
            <a:extLst xmlns:a="http://schemas.openxmlformats.org/drawingml/2006/main">
              <a:ext uri="{FF2B5EF4-FFF2-40B4-BE49-F238E27FC236}">
                <a16:creationId xmlns:a16="http://schemas.microsoft.com/office/drawing/2014/main" id="{31CD8264-E89E-47A6-A53C-78FABF65871B}"/>
              </a:ext>
            </a:extLst>
          </p:cNvPr>
          <p:cNvSpPr>
            <a:spLocks xmlns:a="http://schemas.openxmlformats.org/drawingml/2006/main" noGrp="1"/>
          </p:cNvSpPr>
          <p:nvPr/>
        </p:nvSpPr>
        <p:spPr>
          <a:xfrm xmlns:a="http://schemas.openxmlformats.org/drawingml/2006/main">
            <a:off x="3810000" y="4610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0" name="">
            <a:extLst xmlns:a="http://schemas.openxmlformats.org/drawingml/2006/main">
              <a:ext uri="{FF2B5EF4-FFF2-40B4-BE49-F238E27FC236}">
                <a16:creationId xmlns:a16="http://schemas.microsoft.com/office/drawing/2014/main" id="{48BAF1EF-2099-47F9-9817-59C54CAFE5F1}"/>
              </a:ext>
            </a:extLst>
          </p:cNvPr>
          <p:cNvSpPr>
            <a:spLocks xmlns:a="http://schemas.openxmlformats.org/drawingml/2006/main" noGrp="1"/>
          </p:cNvSpPr>
          <p:nvPr/>
        </p:nvSpPr>
        <p:spPr>
          <a:xfrm xmlns:a="http://schemas.openxmlformats.org/drawingml/2006/main">
            <a:off x="38100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2</a:t>
            </a:r>
          </a:p>
        </p:txBody>
      </p:sp>
      <p:sp>
        <p:nvSpPr>
          <p:cNvPr id="31" name="">
            <a:extLst xmlns:a="http://schemas.openxmlformats.org/drawingml/2006/main">
              <a:ext uri="{FF2B5EF4-FFF2-40B4-BE49-F238E27FC236}">
                <a16:creationId xmlns:a16="http://schemas.microsoft.com/office/drawing/2014/main" id="{7DC4FEED-BD06-495E-BCEC-3749552E466E}"/>
              </a:ext>
            </a:extLst>
          </p:cNvPr>
          <p:cNvSpPr>
            <a:spLocks xmlns:a="http://schemas.openxmlformats.org/drawingml/2006/main" noGrp="1"/>
          </p:cNvSpPr>
          <p:nvPr/>
        </p:nvSpPr>
        <p:spPr>
          <a:xfrm xmlns:a="http://schemas.openxmlformats.org/drawingml/2006/main">
            <a:off x="3276600" y="51054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Schedule</a:t>
            </a:r>
          </a:p>
        </p:txBody>
      </p:sp>
      <p:sp>
        <p:nvSpPr>
          <p:cNvPr id="32" name="">
            <a:extLst xmlns:a="http://schemas.openxmlformats.org/drawingml/2006/main">
              <a:ext uri="{FF2B5EF4-FFF2-40B4-BE49-F238E27FC236}">
                <a16:creationId xmlns:a16="http://schemas.microsoft.com/office/drawing/2014/main" id="{437D100D-3BF8-4FDB-9CB8-5D314FF046E0}"/>
              </a:ext>
            </a:extLst>
          </p:cNvPr>
          <p:cNvSpPr>
            <a:spLocks xmlns:a="http://schemas.openxmlformats.org/drawingml/2006/main" noGrp="1"/>
          </p:cNvSpPr>
          <p:nvPr/>
        </p:nvSpPr>
        <p:spPr>
          <a:xfrm xmlns:a="http://schemas.openxmlformats.org/drawingml/2006/main">
            <a:off x="3238500" y="55054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Reauthenticate</a:t>
            </a:r>
          </a:p>
        </p:txBody>
      </p:sp>
      <p:sp>
        <p:nvSpPr>
          <p:cNvPr id="33" name="">
            <a:extLst xmlns:a="http://schemas.openxmlformats.org/drawingml/2006/main">
              <a:ext uri="{FF2B5EF4-FFF2-40B4-BE49-F238E27FC236}">
                <a16:creationId xmlns:a16="http://schemas.microsoft.com/office/drawing/2014/main" id="{A5B9D59D-4D78-42A1-8189-C919E3FF9642}"/>
              </a:ext>
            </a:extLst>
          </p:cNvPr>
          <p:cNvSpPr>
            <a:spLocks xmlns:a="http://schemas.openxmlformats.org/drawingml/2006/main" noGrp="1"/>
          </p:cNvSpPr>
          <p:nvPr/>
        </p:nvSpPr>
        <p:spPr>
          <a:xfrm xmlns:a="http://schemas.openxmlformats.org/drawingml/2006/main">
            <a:off x="6667500" y="4610100"/>
            <a:ext cx="304800" cy="30480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4" name="">
            <a:extLst xmlns:a="http://schemas.openxmlformats.org/drawingml/2006/main">
              <a:ext uri="{FF2B5EF4-FFF2-40B4-BE49-F238E27FC236}">
                <a16:creationId xmlns:a16="http://schemas.microsoft.com/office/drawing/2014/main" id="{EB121477-F14F-4365-A192-83068D9C41FD}"/>
              </a:ext>
            </a:extLst>
          </p:cNvPr>
          <p:cNvSpPr>
            <a:spLocks xmlns:a="http://schemas.openxmlformats.org/drawingml/2006/main" noGrp="1"/>
          </p:cNvSpPr>
          <p:nvPr/>
        </p:nvSpPr>
        <p:spPr>
          <a:xfrm xmlns:a="http://schemas.openxmlformats.org/drawingml/2006/main">
            <a:off x="66675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3</a:t>
            </a:r>
          </a:p>
        </p:txBody>
      </p:sp>
      <p:sp>
        <p:nvSpPr>
          <p:cNvPr id="35" name="">
            <a:extLst xmlns:a="http://schemas.openxmlformats.org/drawingml/2006/main">
              <a:ext uri="{FF2B5EF4-FFF2-40B4-BE49-F238E27FC236}">
                <a16:creationId xmlns:a16="http://schemas.microsoft.com/office/drawing/2014/main" id="{59921E2A-EEAA-42D9-A9EF-0563D1B545BB}"/>
              </a:ext>
            </a:extLst>
          </p:cNvPr>
          <p:cNvSpPr>
            <a:spLocks xmlns:a="http://schemas.openxmlformats.org/drawingml/2006/main" noGrp="1"/>
          </p:cNvSpPr>
          <p:nvPr/>
        </p:nvSpPr>
        <p:spPr>
          <a:xfrm xmlns:a="http://schemas.openxmlformats.org/drawingml/2006/main">
            <a:off x="6134100" y="51054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7-day window</a:t>
            </a:r>
          </a:p>
        </p:txBody>
      </p:sp>
      <p:sp>
        <p:nvSpPr>
          <p:cNvPr id="36" name="">
            <a:extLst xmlns:a="http://schemas.openxmlformats.org/drawingml/2006/main">
              <a:ext uri="{FF2B5EF4-FFF2-40B4-BE49-F238E27FC236}">
                <a16:creationId xmlns:a16="http://schemas.microsoft.com/office/drawing/2014/main" id="{88086DCA-790F-4C78-B920-A32EBBD7C62F}"/>
              </a:ext>
            </a:extLst>
          </p:cNvPr>
          <p:cNvSpPr>
            <a:spLocks xmlns:a="http://schemas.openxmlformats.org/drawingml/2006/main" noGrp="1"/>
          </p:cNvSpPr>
          <p:nvPr/>
        </p:nvSpPr>
        <p:spPr>
          <a:xfrm xmlns:a="http://schemas.openxmlformats.org/drawingml/2006/main">
            <a:off x="6096000" y="55054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User can cancel</a:t>
            </a:r>
          </a:p>
        </p:txBody>
      </p:sp>
      <p:sp>
        <p:nvSpPr>
          <p:cNvPr id="37" name="">
            <a:extLst xmlns:a="http://schemas.openxmlformats.org/drawingml/2006/main">
              <a:ext uri="{FF2B5EF4-FFF2-40B4-BE49-F238E27FC236}">
                <a16:creationId xmlns:a16="http://schemas.microsoft.com/office/drawing/2014/main" id="{0E0E9A7A-43CA-4F12-9EE0-1A67ACD83E2A}"/>
              </a:ext>
            </a:extLst>
          </p:cNvPr>
          <p:cNvSpPr>
            <a:spLocks xmlns:a="http://schemas.openxmlformats.org/drawingml/2006/main" noGrp="1"/>
          </p:cNvSpPr>
          <p:nvPr/>
        </p:nvSpPr>
        <p:spPr>
          <a:xfrm xmlns:a="http://schemas.openxmlformats.org/drawingml/2006/main">
            <a:off x="9525000" y="4610100"/>
            <a:ext cx="304800" cy="3048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8" name="">
            <a:extLst xmlns:a="http://schemas.openxmlformats.org/drawingml/2006/main">
              <a:ext uri="{FF2B5EF4-FFF2-40B4-BE49-F238E27FC236}">
                <a16:creationId xmlns:a16="http://schemas.microsoft.com/office/drawing/2014/main" id="{1CBDD097-BE9B-4B01-ADB5-D058AEB5BA0C}"/>
              </a:ext>
            </a:extLst>
          </p:cNvPr>
          <p:cNvSpPr>
            <a:spLocks xmlns:a="http://schemas.openxmlformats.org/drawingml/2006/main" noGrp="1"/>
          </p:cNvSpPr>
          <p:nvPr/>
        </p:nvSpPr>
        <p:spPr>
          <a:xfrm xmlns:a="http://schemas.openxmlformats.org/drawingml/2006/main">
            <a:off x="9525000" y="4648200"/>
            <a:ext cx="304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900" b="1">
                <a:solidFill>
                  <a:srgbClr val="FFFEFA"/>
                </a:solidFill>
                <a:latin typeface="Noto Sans"/>
                <a:ea typeface="Noto Sans"/>
                <a:cs typeface="Noto Sans"/>
              </a:defRPr>
            </a:defPPr>
            <a:lvl1pPr algn="ctr">
              <a:defRPr sz="900" b="1">
                <a:solidFill>
                  <a:srgbClr val="FFFEFA"/>
                </a:solidFill>
                <a:latin typeface="Noto Sans"/>
                <a:ea typeface="Noto Sans"/>
                <a:cs typeface="Noto Sans"/>
              </a:defRPr>
            </a:lvl1pPr>
            <a:lvl2pPr algn="ctr">
              <a:defRPr sz="900" b="1">
                <a:solidFill>
                  <a:srgbClr val="FFFEFA"/>
                </a:solidFill>
                <a:latin typeface="Noto Sans"/>
                <a:ea typeface="Noto Sans"/>
                <a:cs typeface="Noto Sans"/>
              </a:defRPr>
            </a:lvl2pPr>
            <a:lvl3pPr algn="ctr">
              <a:defRPr sz="900" b="1">
                <a:solidFill>
                  <a:srgbClr val="FFFEFA"/>
                </a:solidFill>
                <a:latin typeface="Noto Sans"/>
                <a:ea typeface="Noto Sans"/>
                <a:cs typeface="Noto Sans"/>
              </a:defRPr>
            </a:lvl3pPr>
            <a:lvl4pPr algn="ctr">
              <a:defRPr sz="900" b="1">
                <a:solidFill>
                  <a:srgbClr val="FFFEFA"/>
                </a:solidFill>
                <a:latin typeface="Noto Sans"/>
                <a:ea typeface="Noto Sans"/>
                <a:cs typeface="Noto Sans"/>
              </a:defRPr>
            </a:lvl4pPr>
            <a:lvl5pPr algn="ctr">
              <a:defRPr sz="900" b="1">
                <a:solidFill>
                  <a:srgbClr val="FFFEFA"/>
                </a:solidFill>
                <a:latin typeface="Noto Sans"/>
                <a:ea typeface="Noto Sans"/>
                <a:cs typeface="Noto Sans"/>
              </a:defRPr>
            </a:lvl5pPr>
            <a:lvl6pPr algn="ctr">
              <a:defRPr sz="900" b="1">
                <a:solidFill>
                  <a:srgbClr val="FFFEFA"/>
                </a:solidFill>
                <a:latin typeface="Noto Sans"/>
                <a:ea typeface="Noto Sans"/>
                <a:cs typeface="Noto Sans"/>
              </a:defRPr>
            </a:lvl6pPr>
            <a:lvl7pPr algn="ctr">
              <a:defRPr sz="900" b="1">
                <a:solidFill>
                  <a:srgbClr val="FFFEFA"/>
                </a:solidFill>
                <a:latin typeface="Noto Sans"/>
                <a:ea typeface="Noto Sans"/>
                <a:cs typeface="Noto Sans"/>
              </a:defRPr>
            </a:lvl7pPr>
            <a:lvl8pPr algn="ctr">
              <a:defRPr sz="900" b="1">
                <a:solidFill>
                  <a:srgbClr val="FFFEFA"/>
                </a:solidFill>
                <a:latin typeface="Noto Sans"/>
                <a:ea typeface="Noto Sans"/>
                <a:cs typeface="Noto Sans"/>
              </a:defRPr>
            </a:lvl8pPr>
            <a:lvl9pPr algn="ctr">
              <a:defRPr sz="900" b="1">
                <a:solidFill>
                  <a:srgbClr val="FFFEFA"/>
                </a:solidFill>
                <a:latin typeface="Noto Sans"/>
                <a:ea typeface="Noto Sans"/>
                <a:cs typeface="Noto Sans"/>
              </a:defRPr>
            </a:lvl9pPr>
          </a:lstStyle>
          <a:p xmlns:a="http://schemas.openxmlformats.org/drawingml/2006/main">
            <a:pPr algn="ctr">
              <a:defRPr sz="900" b="1">
                <a:solidFill>
                  <a:srgbClr val="FFFEFA"/>
                </a:solidFill>
                <a:latin typeface="Noto Sans"/>
                <a:ea typeface="Noto Sans"/>
                <a:cs typeface="Noto Sans"/>
              </a:defRPr>
            </a:pPr>
            <a:r>
              <a:rPr sz="900" b="1">
                <a:solidFill>
                  <a:srgbClr val="FFFEFA"/>
                </a:solidFill>
                <a:latin typeface="Noto Sans"/>
                <a:ea typeface="Noto Sans"/>
                <a:cs typeface="Noto Sans"/>
              </a:rPr>
              <a:t>4</a:t>
            </a:r>
          </a:p>
        </p:txBody>
      </p:sp>
      <p:sp>
        <p:nvSpPr>
          <p:cNvPr id="39" name="">
            <a:extLst xmlns:a="http://schemas.openxmlformats.org/drawingml/2006/main">
              <a:ext uri="{FF2B5EF4-FFF2-40B4-BE49-F238E27FC236}">
                <a16:creationId xmlns:a16="http://schemas.microsoft.com/office/drawing/2014/main" id="{11D755BC-5287-4641-96F7-BB209DE40BCF}"/>
              </a:ext>
            </a:extLst>
          </p:cNvPr>
          <p:cNvSpPr>
            <a:spLocks xmlns:a="http://schemas.openxmlformats.org/drawingml/2006/main" noGrp="1"/>
          </p:cNvSpPr>
          <p:nvPr/>
        </p:nvSpPr>
        <p:spPr>
          <a:xfrm xmlns:a="http://schemas.openxmlformats.org/drawingml/2006/main">
            <a:off x="8991600" y="5105400"/>
            <a:ext cx="1733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275" b="1">
                <a:solidFill>
                  <a:srgbClr val="192B23"/>
                </a:solidFill>
                <a:latin typeface="Noto Sans"/>
                <a:ea typeface="Noto Sans"/>
                <a:cs typeface="Noto Sans"/>
              </a:defRPr>
            </a:defPPr>
            <a:lvl1pPr algn="ctr">
              <a:defRPr sz="1275" b="1">
                <a:solidFill>
                  <a:srgbClr val="192B23"/>
                </a:solidFill>
                <a:latin typeface="Noto Sans"/>
                <a:ea typeface="Noto Sans"/>
                <a:cs typeface="Noto Sans"/>
              </a:defRPr>
            </a:lvl1pPr>
            <a:lvl2pPr algn="ctr">
              <a:defRPr sz="1275" b="1">
                <a:solidFill>
                  <a:srgbClr val="192B23"/>
                </a:solidFill>
                <a:latin typeface="Noto Sans"/>
                <a:ea typeface="Noto Sans"/>
                <a:cs typeface="Noto Sans"/>
              </a:defRPr>
            </a:lvl2pPr>
            <a:lvl3pPr algn="ctr">
              <a:defRPr sz="1275" b="1">
                <a:solidFill>
                  <a:srgbClr val="192B23"/>
                </a:solidFill>
                <a:latin typeface="Noto Sans"/>
                <a:ea typeface="Noto Sans"/>
                <a:cs typeface="Noto Sans"/>
              </a:defRPr>
            </a:lvl3pPr>
            <a:lvl4pPr algn="ctr">
              <a:defRPr sz="1275" b="1">
                <a:solidFill>
                  <a:srgbClr val="192B23"/>
                </a:solidFill>
                <a:latin typeface="Noto Sans"/>
                <a:ea typeface="Noto Sans"/>
                <a:cs typeface="Noto Sans"/>
              </a:defRPr>
            </a:lvl4pPr>
            <a:lvl5pPr algn="ctr">
              <a:defRPr sz="1275" b="1">
                <a:solidFill>
                  <a:srgbClr val="192B23"/>
                </a:solidFill>
                <a:latin typeface="Noto Sans"/>
                <a:ea typeface="Noto Sans"/>
                <a:cs typeface="Noto Sans"/>
              </a:defRPr>
            </a:lvl5pPr>
            <a:lvl6pPr algn="ctr">
              <a:defRPr sz="1275" b="1">
                <a:solidFill>
                  <a:srgbClr val="192B23"/>
                </a:solidFill>
                <a:latin typeface="Noto Sans"/>
                <a:ea typeface="Noto Sans"/>
                <a:cs typeface="Noto Sans"/>
              </a:defRPr>
            </a:lvl6pPr>
            <a:lvl7pPr algn="ctr">
              <a:defRPr sz="1275" b="1">
                <a:solidFill>
                  <a:srgbClr val="192B23"/>
                </a:solidFill>
                <a:latin typeface="Noto Sans"/>
                <a:ea typeface="Noto Sans"/>
                <a:cs typeface="Noto Sans"/>
              </a:defRPr>
            </a:lvl7pPr>
            <a:lvl8pPr algn="ctr">
              <a:defRPr sz="1275" b="1">
                <a:solidFill>
                  <a:srgbClr val="192B23"/>
                </a:solidFill>
                <a:latin typeface="Noto Sans"/>
                <a:ea typeface="Noto Sans"/>
                <a:cs typeface="Noto Sans"/>
              </a:defRPr>
            </a:lvl8pPr>
            <a:lvl9pPr algn="ctr">
              <a:defRPr sz="1275" b="1">
                <a:solidFill>
                  <a:srgbClr val="192B23"/>
                </a:solidFill>
                <a:latin typeface="Noto Sans"/>
                <a:ea typeface="Noto Sans"/>
                <a:cs typeface="Noto Sans"/>
              </a:defRPr>
            </a:lvl9pPr>
          </a:lstStyle>
          <a:p xmlns:a="http://schemas.openxmlformats.org/drawingml/2006/main">
            <a:pPr algn="ctr">
              <a:defRPr sz="1275" b="1">
                <a:solidFill>
                  <a:srgbClr val="192B23"/>
                </a:solidFill>
                <a:latin typeface="Noto Sans"/>
                <a:ea typeface="Noto Sans"/>
                <a:cs typeface="Noto Sans"/>
              </a:defRPr>
            </a:pPr>
            <a:r>
              <a:rPr sz="1275" b="1">
                <a:solidFill>
                  <a:srgbClr val="192B23"/>
                </a:solidFill>
                <a:latin typeface="Noto Sans"/>
                <a:ea typeface="Noto Sans"/>
                <a:cs typeface="Noto Sans"/>
              </a:rPr>
              <a:t>Remove</a:t>
            </a:r>
          </a:p>
        </p:txBody>
      </p:sp>
      <p:sp>
        <p:nvSpPr>
          <p:cNvPr id="40" name="">
            <a:extLst xmlns:a="http://schemas.openxmlformats.org/drawingml/2006/main">
              <a:ext uri="{FF2B5EF4-FFF2-40B4-BE49-F238E27FC236}">
                <a16:creationId xmlns:a16="http://schemas.microsoft.com/office/drawing/2014/main" id="{10FD83B6-542C-4E9A-B892-DBE249AC6FA8}"/>
              </a:ext>
            </a:extLst>
          </p:cNvPr>
          <p:cNvSpPr>
            <a:spLocks xmlns:a="http://schemas.openxmlformats.org/drawingml/2006/main" noGrp="1"/>
          </p:cNvSpPr>
          <p:nvPr/>
        </p:nvSpPr>
        <p:spPr>
          <a:xfrm xmlns:a="http://schemas.openxmlformats.org/drawingml/2006/main">
            <a:off x="8953500" y="55054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1050" b="0">
                <a:solidFill>
                  <a:srgbClr val="617369"/>
                </a:solidFill>
                <a:latin typeface="Noto Sans"/>
                <a:ea typeface="Noto Sans"/>
                <a:cs typeface="Noto Sans"/>
              </a:defRPr>
            </a:defPPr>
            <a:lvl1pPr algn="ctr">
              <a:defRPr sz="1050" b="0">
                <a:solidFill>
                  <a:srgbClr val="617369"/>
                </a:solidFill>
                <a:latin typeface="Noto Sans"/>
                <a:ea typeface="Noto Sans"/>
                <a:cs typeface="Noto Sans"/>
              </a:defRPr>
            </a:lvl1pPr>
            <a:lvl2pPr algn="ctr">
              <a:defRPr sz="1050" b="0">
                <a:solidFill>
                  <a:srgbClr val="617369"/>
                </a:solidFill>
                <a:latin typeface="Noto Sans"/>
                <a:ea typeface="Noto Sans"/>
                <a:cs typeface="Noto Sans"/>
              </a:defRPr>
            </a:lvl2pPr>
            <a:lvl3pPr algn="ctr">
              <a:defRPr sz="1050" b="0">
                <a:solidFill>
                  <a:srgbClr val="617369"/>
                </a:solidFill>
                <a:latin typeface="Noto Sans"/>
                <a:ea typeface="Noto Sans"/>
                <a:cs typeface="Noto Sans"/>
              </a:defRPr>
            </a:lvl3pPr>
            <a:lvl4pPr algn="ctr">
              <a:defRPr sz="1050" b="0">
                <a:solidFill>
                  <a:srgbClr val="617369"/>
                </a:solidFill>
                <a:latin typeface="Noto Sans"/>
                <a:ea typeface="Noto Sans"/>
                <a:cs typeface="Noto Sans"/>
              </a:defRPr>
            </a:lvl4pPr>
            <a:lvl5pPr algn="ctr">
              <a:defRPr sz="1050" b="0">
                <a:solidFill>
                  <a:srgbClr val="617369"/>
                </a:solidFill>
                <a:latin typeface="Noto Sans"/>
                <a:ea typeface="Noto Sans"/>
                <a:cs typeface="Noto Sans"/>
              </a:defRPr>
            </a:lvl5pPr>
            <a:lvl6pPr algn="ctr">
              <a:defRPr sz="1050" b="0">
                <a:solidFill>
                  <a:srgbClr val="617369"/>
                </a:solidFill>
                <a:latin typeface="Noto Sans"/>
                <a:ea typeface="Noto Sans"/>
                <a:cs typeface="Noto Sans"/>
              </a:defRPr>
            </a:lvl6pPr>
            <a:lvl7pPr algn="ctr">
              <a:defRPr sz="1050" b="0">
                <a:solidFill>
                  <a:srgbClr val="617369"/>
                </a:solidFill>
                <a:latin typeface="Noto Sans"/>
                <a:ea typeface="Noto Sans"/>
                <a:cs typeface="Noto Sans"/>
              </a:defRPr>
            </a:lvl7pPr>
            <a:lvl8pPr algn="ctr">
              <a:defRPr sz="1050" b="0">
                <a:solidFill>
                  <a:srgbClr val="617369"/>
                </a:solidFill>
                <a:latin typeface="Noto Sans"/>
                <a:ea typeface="Noto Sans"/>
                <a:cs typeface="Noto Sans"/>
              </a:defRPr>
            </a:lvl8pPr>
            <a:lvl9pPr algn="ctr">
              <a:defRPr sz="1050" b="0">
                <a:solidFill>
                  <a:srgbClr val="617369"/>
                </a:solidFill>
                <a:latin typeface="Noto Sans"/>
                <a:ea typeface="Noto Sans"/>
                <a:cs typeface="Noto Sans"/>
              </a:defRPr>
            </a:lvl9pPr>
          </a:lstStyle>
          <a:p xmlns:a="http://schemas.openxmlformats.org/drawingml/2006/main">
            <a:pPr algn="ctr">
              <a:defRPr sz="1050" b="0">
                <a:solidFill>
                  <a:srgbClr val="617369"/>
                </a:solidFill>
                <a:latin typeface="Noto Sans"/>
                <a:ea typeface="Noto Sans"/>
                <a:cs typeface="Noto Sans"/>
              </a:defRPr>
            </a:pPr>
            <a:r>
              <a:rPr sz="1050" b="0">
                <a:solidFill>
                  <a:srgbClr val="617369"/>
                </a:solidFill>
                <a:latin typeface="Noto Sans"/>
                <a:ea typeface="Noto Sans"/>
                <a:cs typeface="Noto Sans"/>
              </a:rPr>
              <a:t>Delete files and anonymize</a:t>
            </a:r>
          </a:p>
        </p:txBody>
      </p:sp>
    </p:spTree>
    <p:transition spd="med" advClick="1">
      <p:fade/>
    </p:transition>
    <p:extLst>
      <p:ext uri="{BB962C8B-B14F-4D97-AF65-F5344CB8AC3E}">
        <p14:creationId xmlns:p14="http://schemas.microsoft.com/office/powerpoint/2010/main" val="1907148503"/>
      </p:ext>
    </p:extLst>
  </p:cSld>
</p:sld>
</file>

<file path=ppt/slides/slide17.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5F2DA6EE-12E4-44CC-95BA-037D48B2B8CA}"/>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DEPLOYMENT</a:t>
            </a:r>
          </a:p>
        </p:txBody>
      </p:sp>
      <p:sp>
        <p:nvSpPr>
          <p:cNvPr id="2" name="">
            <a:extLst xmlns:a="http://schemas.openxmlformats.org/drawingml/2006/main">
              <a:ext uri="{FF2B5EF4-FFF2-40B4-BE49-F238E27FC236}">
                <a16:creationId xmlns:a16="http://schemas.microsoft.com/office/drawing/2014/main" id="{DD047966-9B71-4DDB-96E9-BD043F988920}"/>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17</a:t>
            </a:r>
          </a:p>
        </p:txBody>
      </p:sp>
      <p:sp>
        <p:nvSpPr>
          <p:cNvPr id="3" name="">
            <a:extLst xmlns:a="http://schemas.openxmlformats.org/drawingml/2006/main">
              <a:ext uri="{FF2B5EF4-FFF2-40B4-BE49-F238E27FC236}">
                <a16:creationId xmlns:a16="http://schemas.microsoft.com/office/drawing/2014/main" id="{EAFD8555-B98E-434F-B3C6-AF437BBF6D77}"/>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Production boundary and operations</a:t>
            </a:r>
          </a:p>
        </p:txBody>
      </p:sp>
      <p:sp>
        <p:nvSpPr>
          <p:cNvPr id="4" name="">
            <a:extLst xmlns:a="http://schemas.openxmlformats.org/drawingml/2006/main">
              <a:ext uri="{FF2B5EF4-FFF2-40B4-BE49-F238E27FC236}">
                <a16:creationId xmlns:a16="http://schemas.microsoft.com/office/drawing/2014/main" id="{1A16949C-6753-4330-9F7A-416FF956DCBB}"/>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784CAFE7-AFEC-4659-9B15-BD1A5AA39879}"/>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Only the reverse proxy accepts public traffic. Data stores and workers remain on private networks.</a:t>
            </a:r>
          </a:p>
        </p:txBody>
      </p:sp>
      <p:sp>
        <p:nvSpPr>
          <p:cNvPr id="6" name="">
            <a:extLst xmlns:a="http://schemas.openxmlformats.org/drawingml/2006/main">
              <a:ext uri="{FF2B5EF4-FFF2-40B4-BE49-F238E27FC236}">
                <a16:creationId xmlns:a16="http://schemas.microsoft.com/office/drawing/2014/main" id="{4A61D79D-10F0-497D-9A07-E62B0677FF09}"/>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ECBA9191-7CD2-4A6D-8C93-867F2D359378}"/>
              </a:ext>
            </a:extLst>
          </p:cNvPr>
          <p:cNvSpPr>
            <a:spLocks xmlns:a="http://schemas.openxmlformats.org/drawingml/2006/main" noGrp="1"/>
          </p:cNvSpPr>
          <p:nvPr/>
        </p:nvSpPr>
        <p:spPr>
          <a:xfrm xmlns:a="http://schemas.openxmlformats.org/drawingml/2006/main">
            <a:off x="609600" y="2000250"/>
            <a:ext cx="10572750" cy="2952750"/>
          </a:xfrm>
          <a:prstGeom xmlns:a="http://schemas.openxmlformats.org/drawingml/2006/main" prst="roundRect">
            <a:avLst>
              <a:gd name="adj" fmla="val 3871"/>
            </a:avLst>
          </a:prstGeom>
          <a:solidFill xmlns:a="http://schemas.openxmlformats.org/drawingml/2006/main">
            <a:srgbClr val="EDF1E9"/>
          </a:solidFill>
          <a:ln xmlns:a="http://schemas.openxmlformats.org/drawingml/2006/main" w="9525">
            <a:solidFill>
              <a:srgbClr val="CFDBCF"/>
            </a:solidFill>
            <a:prstDash val="solid"/>
          </a:ln>
        </p:spPr>
      </p:sp>
      <p:sp>
        <p:nvSpPr>
          <p:cNvPr id="8" name="">
            <a:extLst xmlns:a="http://schemas.openxmlformats.org/drawingml/2006/main">
              <a:ext uri="{FF2B5EF4-FFF2-40B4-BE49-F238E27FC236}">
                <a16:creationId xmlns:a16="http://schemas.microsoft.com/office/drawing/2014/main" id="{D5D89DAE-5AFE-4928-95E0-9B3A869F7214}"/>
              </a:ext>
            </a:extLst>
          </p:cNvPr>
          <p:cNvSpPr>
            <a:spLocks xmlns:a="http://schemas.openxmlformats.org/drawingml/2006/main" noGrp="1"/>
          </p:cNvSpPr>
          <p:nvPr/>
        </p:nvSpPr>
        <p:spPr>
          <a:xfrm xmlns:a="http://schemas.openxmlformats.org/drawingml/2006/main">
            <a:off x="819150" y="2190750"/>
            <a:ext cx="114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A25C38"/>
                </a:solidFill>
                <a:latin typeface="Noto Sans"/>
                <a:ea typeface="Noto Sans"/>
                <a:cs typeface="Noto Sans"/>
              </a:defRPr>
            </a:defPPr>
            <a:lvl1pPr algn="l">
              <a:defRPr sz="825" b="1">
                <a:solidFill>
                  <a:srgbClr val="A25C38"/>
                </a:solidFill>
                <a:latin typeface="Noto Sans"/>
                <a:ea typeface="Noto Sans"/>
                <a:cs typeface="Noto Sans"/>
              </a:defRPr>
            </a:lvl1pPr>
            <a:lvl2pPr algn="l">
              <a:defRPr sz="825" b="1">
                <a:solidFill>
                  <a:srgbClr val="A25C38"/>
                </a:solidFill>
                <a:latin typeface="Noto Sans"/>
                <a:ea typeface="Noto Sans"/>
                <a:cs typeface="Noto Sans"/>
              </a:defRPr>
            </a:lvl2pPr>
            <a:lvl3pPr algn="l">
              <a:defRPr sz="825" b="1">
                <a:solidFill>
                  <a:srgbClr val="A25C38"/>
                </a:solidFill>
                <a:latin typeface="Noto Sans"/>
                <a:ea typeface="Noto Sans"/>
                <a:cs typeface="Noto Sans"/>
              </a:defRPr>
            </a:lvl3pPr>
            <a:lvl4pPr algn="l">
              <a:defRPr sz="825" b="1">
                <a:solidFill>
                  <a:srgbClr val="A25C38"/>
                </a:solidFill>
                <a:latin typeface="Noto Sans"/>
                <a:ea typeface="Noto Sans"/>
                <a:cs typeface="Noto Sans"/>
              </a:defRPr>
            </a:lvl4pPr>
            <a:lvl5pPr algn="l">
              <a:defRPr sz="825" b="1">
                <a:solidFill>
                  <a:srgbClr val="A25C38"/>
                </a:solidFill>
                <a:latin typeface="Noto Sans"/>
                <a:ea typeface="Noto Sans"/>
                <a:cs typeface="Noto Sans"/>
              </a:defRPr>
            </a:lvl5pPr>
            <a:lvl6pPr algn="l">
              <a:defRPr sz="825" b="1">
                <a:solidFill>
                  <a:srgbClr val="A25C38"/>
                </a:solidFill>
                <a:latin typeface="Noto Sans"/>
                <a:ea typeface="Noto Sans"/>
                <a:cs typeface="Noto Sans"/>
              </a:defRPr>
            </a:lvl6pPr>
            <a:lvl7pPr algn="l">
              <a:defRPr sz="825" b="1">
                <a:solidFill>
                  <a:srgbClr val="A25C38"/>
                </a:solidFill>
                <a:latin typeface="Noto Sans"/>
                <a:ea typeface="Noto Sans"/>
                <a:cs typeface="Noto Sans"/>
              </a:defRPr>
            </a:lvl7pPr>
            <a:lvl8pPr algn="l">
              <a:defRPr sz="825" b="1">
                <a:solidFill>
                  <a:srgbClr val="A25C38"/>
                </a:solidFill>
                <a:latin typeface="Noto Sans"/>
                <a:ea typeface="Noto Sans"/>
                <a:cs typeface="Noto Sans"/>
              </a:defRPr>
            </a:lvl8pPr>
            <a:lvl9pPr algn="l">
              <a:defRPr sz="825" b="1">
                <a:solidFill>
                  <a:srgbClr val="A25C38"/>
                </a:solidFill>
                <a:latin typeface="Noto Sans"/>
                <a:ea typeface="Noto Sans"/>
                <a:cs typeface="Noto Sans"/>
              </a:defRPr>
            </a:lvl9pPr>
          </a:lstStyle>
          <a:p xmlns:a="http://schemas.openxmlformats.org/drawingml/2006/main">
            <a:pPr algn="l">
              <a:defRPr sz="825" b="1">
                <a:solidFill>
                  <a:srgbClr val="A25C38"/>
                </a:solidFill>
                <a:latin typeface="Noto Sans"/>
                <a:ea typeface="Noto Sans"/>
                <a:cs typeface="Noto Sans"/>
              </a:defRPr>
            </a:pPr>
            <a:r>
              <a:rPr sz="825" b="1">
                <a:solidFill>
                  <a:srgbClr val="A25C38"/>
                </a:solidFill>
                <a:latin typeface="Noto Sans"/>
                <a:ea typeface="Noto Sans"/>
                <a:cs typeface="Noto Sans"/>
              </a:rPr>
              <a:t>PUBLIC</a:t>
            </a:r>
          </a:p>
        </p:txBody>
      </p:sp>
      <p:sp>
        <p:nvSpPr>
          <p:cNvPr id="9" name="">
            <a:extLst xmlns:a="http://schemas.openxmlformats.org/drawingml/2006/main">
              <a:ext uri="{FF2B5EF4-FFF2-40B4-BE49-F238E27FC236}">
                <a16:creationId xmlns:a16="http://schemas.microsoft.com/office/drawing/2014/main" id="{DC909302-C636-46A8-A61B-1023163FB1A4}"/>
              </a:ext>
            </a:extLst>
          </p:cNvPr>
          <p:cNvSpPr>
            <a:spLocks xmlns:a="http://schemas.openxmlformats.org/drawingml/2006/main" noGrp="1"/>
          </p:cNvSpPr>
          <p:nvPr/>
        </p:nvSpPr>
        <p:spPr>
          <a:xfrm xmlns:a="http://schemas.openxmlformats.org/drawingml/2006/main">
            <a:off x="876300" y="2571750"/>
            <a:ext cx="161925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A25C38"/>
            </a:solidFill>
            <a:prstDash val="solid"/>
          </a:ln>
        </p:spPr>
      </p:sp>
      <p:sp>
        <p:nvSpPr>
          <p:cNvPr id="10" name="">
            <a:extLst xmlns:a="http://schemas.openxmlformats.org/drawingml/2006/main">
              <a:ext uri="{FF2B5EF4-FFF2-40B4-BE49-F238E27FC236}">
                <a16:creationId xmlns:a16="http://schemas.microsoft.com/office/drawing/2014/main" id="{2CB586F6-62F5-4C2C-B031-1885865200B9}"/>
              </a:ext>
            </a:extLst>
          </p:cNvPr>
          <p:cNvSpPr>
            <a:spLocks xmlns:a="http://schemas.openxmlformats.org/drawingml/2006/main" noGrp="1"/>
          </p:cNvSpPr>
          <p:nvPr/>
        </p:nvSpPr>
        <p:spPr>
          <a:xfrm xmlns:a="http://schemas.openxmlformats.org/drawingml/2006/main">
            <a:off x="1066800" y="2733675"/>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Browser</a:t>
            </a:r>
          </a:p>
        </p:txBody>
      </p:sp>
      <p:sp>
        <p:nvSpPr>
          <p:cNvPr id="11" name="">
            <a:extLst xmlns:a="http://schemas.openxmlformats.org/drawingml/2006/main">
              <a:ext uri="{FF2B5EF4-FFF2-40B4-BE49-F238E27FC236}">
                <a16:creationId xmlns:a16="http://schemas.microsoft.com/office/drawing/2014/main" id="{0A3BB46B-CE78-42BF-86D2-F2B8CC881B34}"/>
              </a:ext>
            </a:extLst>
          </p:cNvPr>
          <p:cNvSpPr>
            <a:spLocks xmlns:a="http://schemas.openxmlformats.org/drawingml/2006/main" noGrp="1"/>
          </p:cNvSpPr>
          <p:nvPr/>
        </p:nvSpPr>
        <p:spPr>
          <a:xfrm xmlns:a="http://schemas.openxmlformats.org/drawingml/2006/main">
            <a:off x="1066800" y="3067050"/>
            <a:ext cx="1238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HTTPS</a:t>
            </a:r>
          </a:p>
        </p:txBody>
      </p:sp>
      <p:sp>
        <p:nvSpPr>
          <p:cNvPr id="12" name="">
            <a:extLst xmlns:a="http://schemas.openxmlformats.org/drawingml/2006/main">
              <a:ext uri="{FF2B5EF4-FFF2-40B4-BE49-F238E27FC236}">
                <a16:creationId xmlns:a16="http://schemas.microsoft.com/office/drawing/2014/main" id="{B65C1271-9355-4BF6-8401-E4F5D4DB790C}"/>
              </a:ext>
            </a:extLst>
          </p:cNvPr>
          <p:cNvSpPr>
            <a:spLocks xmlns:a="http://schemas.openxmlformats.org/drawingml/2006/main" noGrp="1"/>
          </p:cNvSpPr>
          <p:nvPr/>
        </p:nvSpPr>
        <p:spPr>
          <a:xfrm xmlns:a="http://schemas.openxmlformats.org/drawingml/2006/main">
            <a:off x="2495550" y="2990850"/>
            <a:ext cx="838200" cy="0"/>
          </a:xfrm>
          <a:prstGeom xmlns:a="http://schemas.openxmlformats.org/drawingml/2006/main" prst="line">
            <a:avLst/>
          </a:prstGeom>
          <a:ln xmlns:a="http://schemas.openxmlformats.org/drawingml/2006/main" w="19050">
            <a:solidFill>
              <a:srgbClr val="CFDBCF"/>
            </a:solidFill>
            <a:prstDash val="solid"/>
          </a:ln>
        </p:spPr>
      </p:sp>
      <p:sp>
        <p:nvSpPr>
          <p:cNvPr id="13" name="">
            <a:extLst xmlns:a="http://schemas.openxmlformats.org/drawingml/2006/main">
              <a:ext uri="{FF2B5EF4-FFF2-40B4-BE49-F238E27FC236}">
                <a16:creationId xmlns:a16="http://schemas.microsoft.com/office/drawing/2014/main" id="{CA066953-3178-4989-B31A-A156608DCF0F}"/>
              </a:ext>
            </a:extLst>
          </p:cNvPr>
          <p:cNvSpPr>
            <a:spLocks xmlns:a="http://schemas.openxmlformats.org/drawingml/2006/main" noGrp="1"/>
          </p:cNvSpPr>
          <p:nvPr/>
        </p:nvSpPr>
        <p:spPr>
          <a:xfrm xmlns:a="http://schemas.openxmlformats.org/drawingml/2006/main">
            <a:off x="3333750" y="2476500"/>
            <a:ext cx="1790700" cy="1028700"/>
          </a:xfrm>
          <a:prstGeom xmlns:a="http://schemas.openxmlformats.org/drawingml/2006/main" prst="roundRect">
            <a:avLst>
              <a:gd name="adj" fmla="val 11111"/>
            </a:avLst>
          </a:prstGeom>
          <a:solidFill xmlns:a="http://schemas.openxmlformats.org/drawingml/2006/main">
            <a:srgbClr val="FFFEFA"/>
          </a:solidFill>
          <a:ln xmlns:a="http://schemas.openxmlformats.org/drawingml/2006/main" w="19050">
            <a:solidFill>
              <a:srgbClr val="194D38"/>
            </a:solidFill>
            <a:prstDash val="solid"/>
          </a:ln>
        </p:spPr>
      </p:sp>
      <p:sp>
        <p:nvSpPr>
          <p:cNvPr id="14" name="">
            <a:extLst xmlns:a="http://schemas.openxmlformats.org/drawingml/2006/main">
              <a:ext uri="{FF2B5EF4-FFF2-40B4-BE49-F238E27FC236}">
                <a16:creationId xmlns:a16="http://schemas.microsoft.com/office/drawing/2014/main" id="{190BDD95-B727-4331-87BF-D626E86243DD}"/>
              </a:ext>
            </a:extLst>
          </p:cNvPr>
          <p:cNvSpPr>
            <a:spLocks xmlns:a="http://schemas.openxmlformats.org/drawingml/2006/main" noGrp="1"/>
          </p:cNvSpPr>
          <p:nvPr/>
        </p:nvSpPr>
        <p:spPr>
          <a:xfrm xmlns:a="http://schemas.openxmlformats.org/drawingml/2006/main">
            <a:off x="3543300" y="2647950"/>
            <a:ext cx="1371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Nginx</a:t>
            </a:r>
          </a:p>
        </p:txBody>
      </p:sp>
      <p:sp>
        <p:nvSpPr>
          <p:cNvPr id="15" name="">
            <a:extLst xmlns:a="http://schemas.openxmlformats.org/drawingml/2006/main">
              <a:ext uri="{FF2B5EF4-FFF2-40B4-BE49-F238E27FC236}">
                <a16:creationId xmlns:a16="http://schemas.microsoft.com/office/drawing/2014/main" id="{3803E58D-7698-4C8E-8D5B-523D7AA170FE}"/>
              </a:ext>
            </a:extLst>
          </p:cNvPr>
          <p:cNvSpPr>
            <a:spLocks xmlns:a="http://schemas.openxmlformats.org/drawingml/2006/main" noGrp="1"/>
          </p:cNvSpPr>
          <p:nvPr/>
        </p:nvSpPr>
        <p:spPr>
          <a:xfrm xmlns:a="http://schemas.openxmlformats.org/drawingml/2006/main">
            <a:off x="3543300" y="3000375"/>
            <a:ext cx="1428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TLS, HSTS, routing</a:t>
            </a:r>
          </a:p>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and WAF rules</a:t>
            </a:r>
          </a:p>
        </p:txBody>
      </p:sp>
      <p:sp>
        <p:nvSpPr>
          <p:cNvPr id="16" name="">
            <a:extLst xmlns:a="http://schemas.openxmlformats.org/drawingml/2006/main">
              <a:ext uri="{FF2B5EF4-FFF2-40B4-BE49-F238E27FC236}">
                <a16:creationId xmlns:a16="http://schemas.microsoft.com/office/drawing/2014/main" id="{5EF48E8C-44FA-4C03-88A3-B83BC3E5094E}"/>
              </a:ext>
            </a:extLst>
          </p:cNvPr>
          <p:cNvSpPr>
            <a:spLocks xmlns:a="http://schemas.openxmlformats.org/drawingml/2006/main" noGrp="1"/>
          </p:cNvSpPr>
          <p:nvPr/>
        </p:nvSpPr>
        <p:spPr>
          <a:xfrm xmlns:a="http://schemas.openxmlformats.org/drawingml/2006/main">
            <a:off x="5676900" y="21907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PRIVATE SERVICES</a:t>
            </a:r>
          </a:p>
        </p:txBody>
      </p:sp>
      <p:sp>
        <p:nvSpPr>
          <p:cNvPr id="17" name="">
            <a:extLst xmlns:a="http://schemas.openxmlformats.org/drawingml/2006/main">
              <a:ext uri="{FF2B5EF4-FFF2-40B4-BE49-F238E27FC236}">
                <a16:creationId xmlns:a16="http://schemas.microsoft.com/office/drawing/2014/main" id="{CC2CD0D2-1273-4760-8629-7470C4702857}"/>
              </a:ext>
            </a:extLst>
          </p:cNvPr>
          <p:cNvSpPr>
            <a:spLocks xmlns:a="http://schemas.openxmlformats.org/drawingml/2006/main" noGrp="1"/>
          </p:cNvSpPr>
          <p:nvPr/>
        </p:nvSpPr>
        <p:spPr>
          <a:xfrm xmlns:a="http://schemas.openxmlformats.org/drawingml/2006/main">
            <a:off x="5581650" y="251460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356456"/>
            </a:solidFill>
            <a:prstDash val="solid"/>
          </a:ln>
        </p:spPr>
      </p:sp>
      <p:sp>
        <p:nvSpPr>
          <p:cNvPr id="18" name="">
            <a:extLst xmlns:a="http://schemas.openxmlformats.org/drawingml/2006/main">
              <a:ext uri="{FF2B5EF4-FFF2-40B4-BE49-F238E27FC236}">
                <a16:creationId xmlns:a16="http://schemas.microsoft.com/office/drawing/2014/main" id="{A7F96C53-A5D1-427E-921A-F8DC1A992172}"/>
              </a:ext>
            </a:extLst>
          </p:cNvPr>
          <p:cNvSpPr>
            <a:spLocks xmlns:a="http://schemas.openxmlformats.org/drawingml/2006/main" noGrp="1"/>
          </p:cNvSpPr>
          <p:nvPr/>
        </p:nvSpPr>
        <p:spPr>
          <a:xfrm xmlns:a="http://schemas.openxmlformats.org/drawingml/2006/main">
            <a:off x="5772150" y="26670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FastAPI</a:t>
            </a:r>
          </a:p>
        </p:txBody>
      </p:sp>
      <p:sp>
        <p:nvSpPr>
          <p:cNvPr id="19" name="">
            <a:extLst xmlns:a="http://schemas.openxmlformats.org/drawingml/2006/main">
              <a:ext uri="{FF2B5EF4-FFF2-40B4-BE49-F238E27FC236}">
                <a16:creationId xmlns:a16="http://schemas.microsoft.com/office/drawing/2014/main" id="{D9EE164B-9BCC-4F99-8F67-20C98191C383}"/>
              </a:ext>
            </a:extLst>
          </p:cNvPr>
          <p:cNvSpPr>
            <a:spLocks xmlns:a="http://schemas.openxmlformats.org/drawingml/2006/main" noGrp="1"/>
          </p:cNvSpPr>
          <p:nvPr/>
        </p:nvSpPr>
        <p:spPr>
          <a:xfrm xmlns:a="http://schemas.openxmlformats.org/drawingml/2006/main">
            <a:off x="5772150" y="29908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HTTP + WS</a:t>
            </a:r>
          </a:p>
        </p:txBody>
      </p:sp>
      <p:sp>
        <p:nvSpPr>
          <p:cNvPr id="20" name="">
            <a:extLst xmlns:a="http://schemas.openxmlformats.org/drawingml/2006/main">
              <a:ext uri="{FF2B5EF4-FFF2-40B4-BE49-F238E27FC236}">
                <a16:creationId xmlns:a16="http://schemas.microsoft.com/office/drawing/2014/main" id="{DB2665D5-D817-41C1-8B4A-13687502AF49}"/>
              </a:ext>
            </a:extLst>
          </p:cNvPr>
          <p:cNvSpPr>
            <a:spLocks xmlns:a="http://schemas.openxmlformats.org/drawingml/2006/main" noGrp="1"/>
          </p:cNvSpPr>
          <p:nvPr/>
        </p:nvSpPr>
        <p:spPr>
          <a:xfrm xmlns:a="http://schemas.openxmlformats.org/drawingml/2006/main">
            <a:off x="8201025" y="251460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A25C38"/>
            </a:solidFill>
            <a:prstDash val="solid"/>
          </a:ln>
        </p:spPr>
      </p:sp>
      <p:sp>
        <p:nvSpPr>
          <p:cNvPr id="21" name="">
            <a:extLst xmlns:a="http://schemas.openxmlformats.org/drawingml/2006/main">
              <a:ext uri="{FF2B5EF4-FFF2-40B4-BE49-F238E27FC236}">
                <a16:creationId xmlns:a16="http://schemas.microsoft.com/office/drawing/2014/main" id="{B42812EA-E28E-4C52-8F1D-F82079BEFE94}"/>
              </a:ext>
            </a:extLst>
          </p:cNvPr>
          <p:cNvSpPr>
            <a:spLocks xmlns:a="http://schemas.openxmlformats.org/drawingml/2006/main" noGrp="1"/>
          </p:cNvSpPr>
          <p:nvPr/>
        </p:nvSpPr>
        <p:spPr>
          <a:xfrm xmlns:a="http://schemas.openxmlformats.org/drawingml/2006/main">
            <a:off x="8391525" y="26670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Workers</a:t>
            </a:r>
          </a:p>
        </p:txBody>
      </p:sp>
      <p:sp>
        <p:nvSpPr>
          <p:cNvPr id="22" name="">
            <a:extLst xmlns:a="http://schemas.openxmlformats.org/drawingml/2006/main">
              <a:ext uri="{FF2B5EF4-FFF2-40B4-BE49-F238E27FC236}">
                <a16:creationId xmlns:a16="http://schemas.microsoft.com/office/drawing/2014/main" id="{FA67EF92-7D74-463D-8F77-1DB47D61157D}"/>
              </a:ext>
            </a:extLst>
          </p:cNvPr>
          <p:cNvSpPr>
            <a:spLocks xmlns:a="http://schemas.openxmlformats.org/drawingml/2006/main" noGrp="1"/>
          </p:cNvSpPr>
          <p:nvPr/>
        </p:nvSpPr>
        <p:spPr>
          <a:xfrm xmlns:a="http://schemas.openxmlformats.org/drawingml/2006/main">
            <a:off x="8391525" y="299085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AI + email</a:t>
            </a:r>
          </a:p>
        </p:txBody>
      </p:sp>
      <p:sp>
        <p:nvSpPr>
          <p:cNvPr id="23" name="">
            <a:extLst xmlns:a="http://schemas.openxmlformats.org/drawingml/2006/main">
              <a:ext uri="{FF2B5EF4-FFF2-40B4-BE49-F238E27FC236}">
                <a16:creationId xmlns:a16="http://schemas.microsoft.com/office/drawing/2014/main" id="{5C00115D-C615-464B-980F-B3AFCA62EFC1}"/>
              </a:ext>
            </a:extLst>
          </p:cNvPr>
          <p:cNvSpPr>
            <a:spLocks xmlns:a="http://schemas.openxmlformats.org/drawingml/2006/main" noGrp="1"/>
          </p:cNvSpPr>
          <p:nvPr/>
        </p:nvSpPr>
        <p:spPr>
          <a:xfrm xmlns:a="http://schemas.openxmlformats.org/drawingml/2006/main">
            <a:off x="5581650" y="367665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356456"/>
            </a:solidFill>
            <a:prstDash val="solid"/>
          </a:ln>
        </p:spPr>
      </p:sp>
      <p:sp>
        <p:nvSpPr>
          <p:cNvPr id="24" name="">
            <a:extLst xmlns:a="http://schemas.openxmlformats.org/drawingml/2006/main">
              <a:ext uri="{FF2B5EF4-FFF2-40B4-BE49-F238E27FC236}">
                <a16:creationId xmlns:a16="http://schemas.microsoft.com/office/drawing/2014/main" id="{0D296674-488F-459A-B27F-A7CB8CA4E08E}"/>
              </a:ext>
            </a:extLst>
          </p:cNvPr>
          <p:cNvSpPr>
            <a:spLocks xmlns:a="http://schemas.openxmlformats.org/drawingml/2006/main" noGrp="1"/>
          </p:cNvSpPr>
          <p:nvPr/>
        </p:nvSpPr>
        <p:spPr>
          <a:xfrm xmlns:a="http://schemas.openxmlformats.org/drawingml/2006/main">
            <a:off x="5772150" y="38290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PostgreSQL</a:t>
            </a:r>
          </a:p>
        </p:txBody>
      </p:sp>
      <p:sp>
        <p:nvSpPr>
          <p:cNvPr id="25" name="">
            <a:extLst xmlns:a="http://schemas.openxmlformats.org/drawingml/2006/main">
              <a:ext uri="{FF2B5EF4-FFF2-40B4-BE49-F238E27FC236}">
                <a16:creationId xmlns:a16="http://schemas.microsoft.com/office/drawing/2014/main" id="{14EEFEA9-94DA-4D1A-98D0-EBC62C18B8B2}"/>
              </a:ext>
            </a:extLst>
          </p:cNvPr>
          <p:cNvSpPr>
            <a:spLocks xmlns:a="http://schemas.openxmlformats.org/drawingml/2006/main" noGrp="1"/>
          </p:cNvSpPr>
          <p:nvPr/>
        </p:nvSpPr>
        <p:spPr>
          <a:xfrm xmlns:a="http://schemas.openxmlformats.org/drawingml/2006/main">
            <a:off x="5772150" y="41529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durable state</a:t>
            </a:r>
          </a:p>
        </p:txBody>
      </p:sp>
      <p:sp>
        <p:nvSpPr>
          <p:cNvPr id="26" name="">
            <a:extLst xmlns:a="http://schemas.openxmlformats.org/drawingml/2006/main">
              <a:ext uri="{FF2B5EF4-FFF2-40B4-BE49-F238E27FC236}">
                <a16:creationId xmlns:a16="http://schemas.microsoft.com/office/drawing/2014/main" id="{F6AFFCFB-6B92-48D5-9020-0288050F48FE}"/>
              </a:ext>
            </a:extLst>
          </p:cNvPr>
          <p:cNvSpPr>
            <a:spLocks xmlns:a="http://schemas.openxmlformats.org/drawingml/2006/main" noGrp="1"/>
          </p:cNvSpPr>
          <p:nvPr/>
        </p:nvSpPr>
        <p:spPr>
          <a:xfrm xmlns:a="http://schemas.openxmlformats.org/drawingml/2006/main">
            <a:off x="8201025" y="3676650"/>
            <a:ext cx="2286000" cy="838200"/>
          </a:xfrm>
          <a:prstGeom xmlns:a="http://schemas.openxmlformats.org/drawingml/2006/main" prst="roundRect">
            <a:avLst>
              <a:gd name="adj" fmla="val 13636"/>
            </a:avLst>
          </a:prstGeom>
          <a:solidFill xmlns:a="http://schemas.openxmlformats.org/drawingml/2006/main">
            <a:srgbClr val="FFFEFA"/>
          </a:solidFill>
          <a:ln xmlns:a="http://schemas.openxmlformats.org/drawingml/2006/main" w="19050">
            <a:solidFill>
              <a:srgbClr val="356456"/>
            </a:solidFill>
            <a:prstDash val="solid"/>
          </a:ln>
        </p:spPr>
      </p:sp>
      <p:sp>
        <p:nvSpPr>
          <p:cNvPr id="27" name="">
            <a:extLst xmlns:a="http://schemas.openxmlformats.org/drawingml/2006/main">
              <a:ext uri="{FF2B5EF4-FFF2-40B4-BE49-F238E27FC236}">
                <a16:creationId xmlns:a16="http://schemas.microsoft.com/office/drawing/2014/main" id="{136FD6A6-E4B9-453B-AA82-EECDE54FDD52}"/>
              </a:ext>
            </a:extLst>
          </p:cNvPr>
          <p:cNvSpPr>
            <a:spLocks xmlns:a="http://schemas.openxmlformats.org/drawingml/2006/main" noGrp="1"/>
          </p:cNvSpPr>
          <p:nvPr/>
        </p:nvSpPr>
        <p:spPr>
          <a:xfrm xmlns:a="http://schemas.openxmlformats.org/drawingml/2006/main">
            <a:off x="8391525" y="382905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Redis</a:t>
            </a:r>
          </a:p>
        </p:txBody>
      </p:sp>
      <p:sp>
        <p:nvSpPr>
          <p:cNvPr id="28" name="">
            <a:extLst xmlns:a="http://schemas.openxmlformats.org/drawingml/2006/main">
              <a:ext uri="{FF2B5EF4-FFF2-40B4-BE49-F238E27FC236}">
                <a16:creationId xmlns:a16="http://schemas.microsoft.com/office/drawing/2014/main" id="{90F55ED3-4161-435C-B841-278D7AB543D3}"/>
              </a:ext>
            </a:extLst>
          </p:cNvPr>
          <p:cNvSpPr>
            <a:spLocks xmlns:a="http://schemas.openxmlformats.org/drawingml/2006/main" noGrp="1"/>
          </p:cNvSpPr>
          <p:nvPr/>
        </p:nvSpPr>
        <p:spPr>
          <a:xfrm xmlns:a="http://schemas.openxmlformats.org/drawingml/2006/main">
            <a:off x="8391525" y="4152900"/>
            <a:ext cx="190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0">
                <a:solidFill>
                  <a:srgbClr val="617369"/>
                </a:solidFill>
                <a:latin typeface="Noto Sans"/>
                <a:ea typeface="Noto Sans"/>
                <a:cs typeface="Noto Sans"/>
              </a:defRPr>
            </a:defPPr>
            <a:lvl1pPr algn="l">
              <a:defRPr sz="1050" b="0">
                <a:solidFill>
                  <a:srgbClr val="617369"/>
                </a:solidFill>
                <a:latin typeface="Noto Sans"/>
                <a:ea typeface="Noto Sans"/>
                <a:cs typeface="Noto Sans"/>
              </a:defRPr>
            </a:lvl1pPr>
            <a:lvl2pPr algn="l">
              <a:defRPr sz="1050" b="0">
                <a:solidFill>
                  <a:srgbClr val="617369"/>
                </a:solidFill>
                <a:latin typeface="Noto Sans"/>
                <a:ea typeface="Noto Sans"/>
                <a:cs typeface="Noto Sans"/>
              </a:defRPr>
            </a:lvl2pPr>
            <a:lvl3pPr algn="l">
              <a:defRPr sz="1050" b="0">
                <a:solidFill>
                  <a:srgbClr val="617369"/>
                </a:solidFill>
                <a:latin typeface="Noto Sans"/>
                <a:ea typeface="Noto Sans"/>
                <a:cs typeface="Noto Sans"/>
              </a:defRPr>
            </a:lvl3pPr>
            <a:lvl4pPr algn="l">
              <a:defRPr sz="1050" b="0">
                <a:solidFill>
                  <a:srgbClr val="617369"/>
                </a:solidFill>
                <a:latin typeface="Noto Sans"/>
                <a:ea typeface="Noto Sans"/>
                <a:cs typeface="Noto Sans"/>
              </a:defRPr>
            </a:lvl4pPr>
            <a:lvl5pPr algn="l">
              <a:defRPr sz="1050" b="0">
                <a:solidFill>
                  <a:srgbClr val="617369"/>
                </a:solidFill>
                <a:latin typeface="Noto Sans"/>
                <a:ea typeface="Noto Sans"/>
                <a:cs typeface="Noto Sans"/>
              </a:defRPr>
            </a:lvl5pPr>
            <a:lvl6pPr algn="l">
              <a:defRPr sz="1050" b="0">
                <a:solidFill>
                  <a:srgbClr val="617369"/>
                </a:solidFill>
                <a:latin typeface="Noto Sans"/>
                <a:ea typeface="Noto Sans"/>
                <a:cs typeface="Noto Sans"/>
              </a:defRPr>
            </a:lvl6pPr>
            <a:lvl7pPr algn="l">
              <a:defRPr sz="1050" b="0">
                <a:solidFill>
                  <a:srgbClr val="617369"/>
                </a:solidFill>
                <a:latin typeface="Noto Sans"/>
                <a:ea typeface="Noto Sans"/>
                <a:cs typeface="Noto Sans"/>
              </a:defRPr>
            </a:lvl7pPr>
            <a:lvl8pPr algn="l">
              <a:defRPr sz="1050" b="0">
                <a:solidFill>
                  <a:srgbClr val="617369"/>
                </a:solidFill>
                <a:latin typeface="Noto Sans"/>
                <a:ea typeface="Noto Sans"/>
                <a:cs typeface="Noto Sans"/>
              </a:defRPr>
            </a:lvl8pPr>
            <a:lvl9pPr algn="l">
              <a:defRPr sz="1050" b="0">
                <a:solidFill>
                  <a:srgbClr val="617369"/>
                </a:solidFill>
                <a:latin typeface="Noto Sans"/>
                <a:ea typeface="Noto Sans"/>
                <a:cs typeface="Noto Sans"/>
              </a:defRPr>
            </a:lvl9pPr>
          </a:lstStyle>
          <a:p xmlns:a="http://schemas.openxmlformats.org/drawingml/2006/main">
            <a:pPr algn="l">
              <a:defRPr sz="1050" b="0">
                <a:solidFill>
                  <a:srgbClr val="617369"/>
                </a:solidFill>
                <a:latin typeface="Noto Sans"/>
                <a:ea typeface="Noto Sans"/>
                <a:cs typeface="Noto Sans"/>
              </a:defRPr>
            </a:pPr>
            <a:r>
              <a:rPr sz="1050" b="0">
                <a:solidFill>
                  <a:srgbClr val="617369"/>
                </a:solidFill>
                <a:latin typeface="Noto Sans"/>
                <a:ea typeface="Noto Sans"/>
                <a:cs typeface="Noto Sans"/>
              </a:rPr>
              <a:t>broker + presence</a:t>
            </a:r>
          </a:p>
        </p:txBody>
      </p:sp>
      <p:sp>
        <p:nvSpPr>
          <p:cNvPr id="29" name="">
            <a:extLst xmlns:a="http://schemas.openxmlformats.org/drawingml/2006/main">
              <a:ext uri="{FF2B5EF4-FFF2-40B4-BE49-F238E27FC236}">
                <a16:creationId xmlns:a16="http://schemas.microsoft.com/office/drawing/2014/main" id="{F35A0AA0-B662-4394-966C-AE8BA5889D77}"/>
              </a:ext>
            </a:extLst>
          </p:cNvPr>
          <p:cNvSpPr>
            <a:spLocks xmlns:a="http://schemas.openxmlformats.org/drawingml/2006/main" noGrp="1"/>
          </p:cNvSpPr>
          <p:nvPr/>
        </p:nvSpPr>
        <p:spPr>
          <a:xfrm xmlns:a="http://schemas.openxmlformats.org/drawingml/2006/main">
            <a:off x="609600" y="53340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194D38"/>
                </a:solidFill>
                <a:latin typeface="Noto Sans"/>
                <a:ea typeface="Noto Sans"/>
                <a:cs typeface="Noto Sans"/>
              </a:defRPr>
            </a:defPPr>
            <a:lvl1pPr algn="l">
              <a:defRPr sz="1425" b="1">
                <a:solidFill>
                  <a:srgbClr val="194D38"/>
                </a:solidFill>
                <a:latin typeface="Noto Sans"/>
                <a:ea typeface="Noto Sans"/>
                <a:cs typeface="Noto Sans"/>
              </a:defRPr>
            </a:lvl1pPr>
            <a:lvl2pPr algn="l">
              <a:defRPr sz="1425" b="1">
                <a:solidFill>
                  <a:srgbClr val="194D38"/>
                </a:solidFill>
                <a:latin typeface="Noto Sans"/>
                <a:ea typeface="Noto Sans"/>
                <a:cs typeface="Noto Sans"/>
              </a:defRPr>
            </a:lvl2pPr>
            <a:lvl3pPr algn="l">
              <a:defRPr sz="1425" b="1">
                <a:solidFill>
                  <a:srgbClr val="194D38"/>
                </a:solidFill>
                <a:latin typeface="Noto Sans"/>
                <a:ea typeface="Noto Sans"/>
                <a:cs typeface="Noto Sans"/>
              </a:defRPr>
            </a:lvl3pPr>
            <a:lvl4pPr algn="l">
              <a:defRPr sz="1425" b="1">
                <a:solidFill>
                  <a:srgbClr val="194D38"/>
                </a:solidFill>
                <a:latin typeface="Noto Sans"/>
                <a:ea typeface="Noto Sans"/>
                <a:cs typeface="Noto Sans"/>
              </a:defRPr>
            </a:lvl4pPr>
            <a:lvl5pPr algn="l">
              <a:defRPr sz="1425" b="1">
                <a:solidFill>
                  <a:srgbClr val="194D38"/>
                </a:solidFill>
                <a:latin typeface="Noto Sans"/>
                <a:ea typeface="Noto Sans"/>
                <a:cs typeface="Noto Sans"/>
              </a:defRPr>
            </a:lvl5pPr>
            <a:lvl6pPr algn="l">
              <a:defRPr sz="1425" b="1">
                <a:solidFill>
                  <a:srgbClr val="194D38"/>
                </a:solidFill>
                <a:latin typeface="Noto Sans"/>
                <a:ea typeface="Noto Sans"/>
                <a:cs typeface="Noto Sans"/>
              </a:defRPr>
            </a:lvl6pPr>
            <a:lvl7pPr algn="l">
              <a:defRPr sz="1425" b="1">
                <a:solidFill>
                  <a:srgbClr val="194D38"/>
                </a:solidFill>
                <a:latin typeface="Noto Sans"/>
                <a:ea typeface="Noto Sans"/>
                <a:cs typeface="Noto Sans"/>
              </a:defRPr>
            </a:lvl7pPr>
            <a:lvl8pPr algn="l">
              <a:defRPr sz="1425" b="1">
                <a:solidFill>
                  <a:srgbClr val="194D38"/>
                </a:solidFill>
                <a:latin typeface="Noto Sans"/>
                <a:ea typeface="Noto Sans"/>
                <a:cs typeface="Noto Sans"/>
              </a:defRPr>
            </a:lvl8pPr>
            <a:lvl9pPr algn="l">
              <a:defRPr sz="1425" b="1">
                <a:solidFill>
                  <a:srgbClr val="194D38"/>
                </a:solidFill>
                <a:latin typeface="Noto Sans"/>
                <a:ea typeface="Noto Sans"/>
                <a:cs typeface="Noto Sans"/>
              </a:defRPr>
            </a:lvl9pPr>
          </a:lstStyle>
          <a:p xmlns:a="http://schemas.openxmlformats.org/drawingml/2006/main">
            <a:pPr algn="l">
              <a:defRPr sz="1425" b="1">
                <a:solidFill>
                  <a:srgbClr val="194D38"/>
                </a:solidFill>
                <a:latin typeface="Noto Sans"/>
                <a:ea typeface="Noto Sans"/>
                <a:cs typeface="Noto Sans"/>
              </a:defRPr>
            </a:pPr>
            <a:r>
              <a:rPr sz="1425" b="1">
                <a:solidFill>
                  <a:srgbClr val="194D38"/>
                </a:solidFill>
                <a:latin typeface="Noto Sans"/>
                <a:ea typeface="Noto Sans"/>
                <a:cs typeface="Noto Sans"/>
              </a:rPr>
              <a:t>Operational signals</a:t>
            </a:r>
          </a:p>
        </p:txBody>
      </p:sp>
      <p:sp>
        <p:nvSpPr>
          <p:cNvPr id="30" name="">
            <a:extLst xmlns:a="http://schemas.openxmlformats.org/drawingml/2006/main">
              <a:ext uri="{FF2B5EF4-FFF2-40B4-BE49-F238E27FC236}">
                <a16:creationId xmlns:a16="http://schemas.microsoft.com/office/drawing/2014/main" id="{C5524F04-5026-47FC-A39B-AD11A480068C}"/>
              </a:ext>
            </a:extLst>
          </p:cNvPr>
          <p:cNvSpPr>
            <a:spLocks xmlns:a="http://schemas.openxmlformats.org/drawingml/2006/main" noGrp="1"/>
          </p:cNvSpPr>
          <p:nvPr/>
        </p:nvSpPr>
        <p:spPr>
          <a:xfrm xmlns:a="http://schemas.openxmlformats.org/drawingml/2006/main">
            <a:off x="609600" y="58007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31" name="">
            <a:extLst xmlns:a="http://schemas.openxmlformats.org/drawingml/2006/main">
              <a:ext uri="{FF2B5EF4-FFF2-40B4-BE49-F238E27FC236}">
                <a16:creationId xmlns:a16="http://schemas.microsoft.com/office/drawing/2014/main" id="{21437DAA-C19D-4A18-9AB9-EE8B75C2FD69}"/>
              </a:ext>
            </a:extLst>
          </p:cNvPr>
          <p:cNvSpPr>
            <a:spLocks xmlns:a="http://schemas.openxmlformats.org/drawingml/2006/main" noGrp="1"/>
          </p:cNvSpPr>
          <p:nvPr/>
        </p:nvSpPr>
        <p:spPr>
          <a:xfrm xmlns:a="http://schemas.openxmlformats.org/drawingml/2006/main">
            <a:off x="800100" y="5734050"/>
            <a:ext cx="304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Liveness and dependency readiness endpoints</a:t>
            </a:r>
          </a:p>
        </p:txBody>
      </p:sp>
      <p:sp>
        <p:nvSpPr>
          <p:cNvPr id="32" name="">
            <a:extLst xmlns:a="http://schemas.openxmlformats.org/drawingml/2006/main">
              <a:ext uri="{FF2B5EF4-FFF2-40B4-BE49-F238E27FC236}">
                <a16:creationId xmlns:a16="http://schemas.microsoft.com/office/drawing/2014/main" id="{30F9BF25-6EF0-45DD-824F-6CA3C53A0D8B}"/>
              </a:ext>
            </a:extLst>
          </p:cNvPr>
          <p:cNvSpPr>
            <a:spLocks xmlns:a="http://schemas.openxmlformats.org/drawingml/2006/main" noGrp="1"/>
          </p:cNvSpPr>
          <p:nvPr/>
        </p:nvSpPr>
        <p:spPr>
          <a:xfrm xmlns:a="http://schemas.openxmlformats.org/drawingml/2006/main">
            <a:off x="4095750" y="58007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3" name="">
            <a:extLst xmlns:a="http://schemas.openxmlformats.org/drawingml/2006/main">
              <a:ext uri="{FF2B5EF4-FFF2-40B4-BE49-F238E27FC236}">
                <a16:creationId xmlns:a16="http://schemas.microsoft.com/office/drawing/2014/main" id="{20F43B40-4BBF-4EFE-B4D3-C54955A2D1A2}"/>
              </a:ext>
            </a:extLst>
          </p:cNvPr>
          <p:cNvSpPr>
            <a:spLocks xmlns:a="http://schemas.openxmlformats.org/drawingml/2006/main" noGrp="1"/>
          </p:cNvSpPr>
          <p:nvPr/>
        </p:nvSpPr>
        <p:spPr>
          <a:xfrm xmlns:a="http://schemas.openxmlformats.org/drawingml/2006/main">
            <a:off x="4286250" y="57340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Structured logs with traceable error IDs</a:t>
            </a:r>
          </a:p>
        </p:txBody>
      </p:sp>
      <p:sp>
        <p:nvSpPr>
          <p:cNvPr id="34" name="">
            <a:extLst xmlns:a="http://schemas.openxmlformats.org/drawingml/2006/main">
              <a:ext uri="{FF2B5EF4-FFF2-40B4-BE49-F238E27FC236}">
                <a16:creationId xmlns:a16="http://schemas.microsoft.com/office/drawing/2014/main" id="{F5B41E89-3192-43DB-8D97-04C53094F271}"/>
              </a:ext>
            </a:extLst>
          </p:cNvPr>
          <p:cNvSpPr>
            <a:spLocks xmlns:a="http://schemas.openxmlformats.org/drawingml/2006/main" noGrp="1"/>
          </p:cNvSpPr>
          <p:nvPr/>
        </p:nvSpPr>
        <p:spPr>
          <a:xfrm xmlns:a="http://schemas.openxmlformats.org/drawingml/2006/main">
            <a:off x="7543800" y="5800725"/>
            <a:ext cx="76200" cy="76200"/>
          </a:xfrm>
          <a:prstGeom xmlns:a="http://schemas.openxmlformats.org/drawingml/2006/main" prst="ellipse">
            <a:avLst/>
          </a:prstGeom>
          <a:solidFill xmlns:a="http://schemas.openxmlformats.org/drawingml/2006/main">
            <a:srgbClr val="15803D"/>
          </a:solidFill>
          <a:ln xmlns:a="http://schemas.openxmlformats.org/drawingml/2006/main" w="0">
            <a:solidFill>
              <a:srgbClr val="15803D"/>
            </a:solidFill>
            <a:prstDash val="solid"/>
          </a:ln>
        </p:spPr>
      </p:sp>
      <p:sp>
        <p:nvSpPr>
          <p:cNvPr id="35" name="">
            <a:extLst xmlns:a="http://schemas.openxmlformats.org/drawingml/2006/main">
              <a:ext uri="{FF2B5EF4-FFF2-40B4-BE49-F238E27FC236}">
                <a16:creationId xmlns:a16="http://schemas.microsoft.com/office/drawing/2014/main" id="{97ED27D0-D5A4-442A-9D2A-76D51BFC73B8}"/>
              </a:ext>
            </a:extLst>
          </p:cNvPr>
          <p:cNvSpPr>
            <a:spLocks xmlns:a="http://schemas.openxmlformats.org/drawingml/2006/main" noGrp="1"/>
          </p:cNvSpPr>
          <p:nvPr/>
        </p:nvSpPr>
        <p:spPr>
          <a:xfrm xmlns:a="http://schemas.openxmlformats.org/drawingml/2006/main">
            <a:off x="7734300" y="5734050"/>
            <a:ext cx="3238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192B23"/>
                </a:solidFill>
                <a:latin typeface="Noto Sans"/>
                <a:ea typeface="Noto Sans"/>
                <a:cs typeface="Noto Sans"/>
              </a:defRPr>
            </a:defPPr>
            <a:lvl1pPr algn="l">
              <a:defRPr sz="1125" b="0">
                <a:solidFill>
                  <a:srgbClr val="192B23"/>
                </a:solidFill>
                <a:latin typeface="Noto Sans"/>
                <a:ea typeface="Noto Sans"/>
                <a:cs typeface="Noto Sans"/>
              </a:defRPr>
            </a:lvl1pPr>
            <a:lvl2pPr algn="l">
              <a:defRPr sz="1125" b="0">
                <a:solidFill>
                  <a:srgbClr val="192B23"/>
                </a:solidFill>
                <a:latin typeface="Noto Sans"/>
                <a:ea typeface="Noto Sans"/>
                <a:cs typeface="Noto Sans"/>
              </a:defRPr>
            </a:lvl2pPr>
            <a:lvl3pPr algn="l">
              <a:defRPr sz="1125" b="0">
                <a:solidFill>
                  <a:srgbClr val="192B23"/>
                </a:solidFill>
                <a:latin typeface="Noto Sans"/>
                <a:ea typeface="Noto Sans"/>
                <a:cs typeface="Noto Sans"/>
              </a:defRPr>
            </a:lvl3pPr>
            <a:lvl4pPr algn="l">
              <a:defRPr sz="1125" b="0">
                <a:solidFill>
                  <a:srgbClr val="192B23"/>
                </a:solidFill>
                <a:latin typeface="Noto Sans"/>
                <a:ea typeface="Noto Sans"/>
                <a:cs typeface="Noto Sans"/>
              </a:defRPr>
            </a:lvl4pPr>
            <a:lvl5pPr algn="l">
              <a:defRPr sz="1125" b="0">
                <a:solidFill>
                  <a:srgbClr val="192B23"/>
                </a:solidFill>
                <a:latin typeface="Noto Sans"/>
                <a:ea typeface="Noto Sans"/>
                <a:cs typeface="Noto Sans"/>
              </a:defRPr>
            </a:lvl5pPr>
            <a:lvl6pPr algn="l">
              <a:defRPr sz="1125" b="0">
                <a:solidFill>
                  <a:srgbClr val="192B23"/>
                </a:solidFill>
                <a:latin typeface="Noto Sans"/>
                <a:ea typeface="Noto Sans"/>
                <a:cs typeface="Noto Sans"/>
              </a:defRPr>
            </a:lvl6pPr>
            <a:lvl7pPr algn="l">
              <a:defRPr sz="1125" b="0">
                <a:solidFill>
                  <a:srgbClr val="192B23"/>
                </a:solidFill>
                <a:latin typeface="Noto Sans"/>
                <a:ea typeface="Noto Sans"/>
                <a:cs typeface="Noto Sans"/>
              </a:defRPr>
            </a:lvl7pPr>
            <a:lvl8pPr algn="l">
              <a:defRPr sz="1125" b="0">
                <a:solidFill>
                  <a:srgbClr val="192B23"/>
                </a:solidFill>
                <a:latin typeface="Noto Sans"/>
                <a:ea typeface="Noto Sans"/>
                <a:cs typeface="Noto Sans"/>
              </a:defRPr>
            </a:lvl8pPr>
            <a:lvl9pPr algn="l">
              <a:defRPr sz="1125" b="0">
                <a:solidFill>
                  <a:srgbClr val="192B23"/>
                </a:solidFill>
                <a:latin typeface="Noto Sans"/>
                <a:ea typeface="Noto Sans"/>
                <a:cs typeface="Noto Sans"/>
              </a:defRPr>
            </a:lvl9pPr>
          </a:lstStyle>
          <a:p xmlns:a="http://schemas.openxmlformats.org/drawingml/2006/main">
            <a:pPr algn="l">
              <a:defRPr sz="1125" b="0">
                <a:solidFill>
                  <a:srgbClr val="192B23"/>
                </a:solidFill>
                <a:latin typeface="Noto Sans"/>
                <a:ea typeface="Noto Sans"/>
                <a:cs typeface="Noto Sans"/>
              </a:defRPr>
            </a:pPr>
            <a:r>
              <a:rPr sz="1125" b="0">
                <a:solidFill>
                  <a:srgbClr val="192B23"/>
                </a:solidFill>
                <a:latin typeface="Noto Sans"/>
                <a:ea typeface="Noto Sans"/>
                <a:cs typeface="Noto Sans"/>
              </a:rPr>
              <a:t>Prometheus metrics and startup checks</a:t>
            </a:r>
          </a:p>
        </p:txBody>
      </p:sp>
    </p:spTree>
    <p:transition spd="med" advClick="1">
      <p:fade/>
    </p:transition>
    <p:extLst>
      <p:ext uri="{BB962C8B-B14F-4D97-AF65-F5344CB8AC3E}">
        <p14:creationId xmlns:p14="http://schemas.microsoft.com/office/powerpoint/2010/main" val="368976497"/>
      </p:ext>
    </p:extLst>
  </p:cSld>
</p:sld>
</file>

<file path=ppt/slides/slide18.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891FDC74-C2E8-4F73-95D8-0C4341479885}"/>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EVIDENCE</a:t>
            </a:r>
          </a:p>
        </p:txBody>
      </p:sp>
      <p:sp>
        <p:nvSpPr>
          <p:cNvPr id="2" name="">
            <a:extLst xmlns:a="http://schemas.openxmlformats.org/drawingml/2006/main">
              <a:ext uri="{FF2B5EF4-FFF2-40B4-BE49-F238E27FC236}">
                <a16:creationId xmlns:a16="http://schemas.microsoft.com/office/drawing/2014/main" id="{585C2770-6E80-4725-8D21-F0EA82AEF2FC}"/>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18</a:t>
            </a:r>
          </a:p>
        </p:txBody>
      </p:sp>
      <p:sp>
        <p:nvSpPr>
          <p:cNvPr id="3" name="">
            <a:extLst xmlns:a="http://schemas.openxmlformats.org/drawingml/2006/main">
              <a:ext uri="{FF2B5EF4-FFF2-40B4-BE49-F238E27FC236}">
                <a16:creationId xmlns:a16="http://schemas.microsoft.com/office/drawing/2014/main" id="{1369BB19-F742-4D04-AD15-47454971981C}"/>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Testing and live demonstration</a:t>
            </a:r>
          </a:p>
        </p:txBody>
      </p:sp>
      <p:sp>
        <p:nvSpPr>
          <p:cNvPr id="4" name="">
            <a:extLst xmlns:a="http://schemas.openxmlformats.org/drawingml/2006/main">
              <a:ext uri="{FF2B5EF4-FFF2-40B4-BE49-F238E27FC236}">
                <a16:creationId xmlns:a16="http://schemas.microsoft.com/office/drawing/2014/main" id="{636E770B-8DD6-4D89-8138-E5F34B7812CC}"/>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E81E0EF9-12C5-4133-9FBA-956E4F17DFA0}"/>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repository contains 53 test files and 372 test functions across the main backend risks.</a:t>
            </a:r>
          </a:p>
        </p:txBody>
      </p:sp>
      <p:sp>
        <p:nvSpPr>
          <p:cNvPr id="6" name="">
            <a:extLst xmlns:a="http://schemas.openxmlformats.org/drawingml/2006/main">
              <a:ext uri="{FF2B5EF4-FFF2-40B4-BE49-F238E27FC236}">
                <a16:creationId xmlns:a16="http://schemas.microsoft.com/office/drawing/2014/main" id="{5F555E96-13C6-44FB-B50F-7F64EB080496}"/>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841B7093-EFB6-43B0-8D7A-2DC3F70724BF}"/>
              </a:ext>
            </a:extLst>
          </p:cNvPr>
          <p:cNvSpPr>
            <a:spLocks xmlns:a="http://schemas.openxmlformats.org/drawingml/2006/main" noGrp="1"/>
          </p:cNvSpPr>
          <p:nvPr/>
        </p:nvSpPr>
        <p:spPr>
          <a:xfrm xmlns:a="http://schemas.openxmlformats.org/drawingml/2006/main">
            <a:off x="609600" y="188595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AUTOMATED COVERAGE</a:t>
            </a:r>
          </a:p>
        </p:txBody>
      </p:sp>
      <p:sp>
        <p:nvSpPr>
          <p:cNvPr id="8" name="">
            <a:extLst xmlns:a="http://schemas.openxmlformats.org/drawingml/2006/main">
              <a:ext uri="{FF2B5EF4-FFF2-40B4-BE49-F238E27FC236}">
                <a16:creationId xmlns:a16="http://schemas.microsoft.com/office/drawing/2014/main" id="{73DE013A-A724-4F9E-9808-5538B05DB8DC}"/>
              </a:ext>
            </a:extLst>
          </p:cNvPr>
          <p:cNvSpPr>
            <a:spLocks xmlns:a="http://schemas.openxmlformats.org/drawingml/2006/main" noGrp="1"/>
          </p:cNvSpPr>
          <p:nvPr/>
        </p:nvSpPr>
        <p:spPr>
          <a:xfrm xmlns:a="http://schemas.openxmlformats.org/drawingml/2006/main">
            <a:off x="609600" y="23526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9" name="">
            <a:extLst xmlns:a="http://schemas.openxmlformats.org/drawingml/2006/main">
              <a:ext uri="{FF2B5EF4-FFF2-40B4-BE49-F238E27FC236}">
                <a16:creationId xmlns:a16="http://schemas.microsoft.com/office/drawing/2014/main" id="{7C6DF1DE-50A0-4867-8286-4A09E09D78CC}"/>
              </a:ext>
            </a:extLst>
          </p:cNvPr>
          <p:cNvSpPr>
            <a:spLocks xmlns:a="http://schemas.openxmlformats.org/drawingml/2006/main" noGrp="1"/>
          </p:cNvSpPr>
          <p:nvPr/>
        </p:nvSpPr>
        <p:spPr>
          <a:xfrm xmlns:a="http://schemas.openxmlformats.org/drawingml/2006/main">
            <a:off x="800100" y="22860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Authentication, OTP, 2FA and revocation</a:t>
            </a:r>
          </a:p>
        </p:txBody>
      </p:sp>
      <p:sp>
        <p:nvSpPr>
          <p:cNvPr id="10" name="">
            <a:extLst xmlns:a="http://schemas.openxmlformats.org/drawingml/2006/main">
              <a:ext uri="{FF2B5EF4-FFF2-40B4-BE49-F238E27FC236}">
                <a16:creationId xmlns:a16="http://schemas.microsoft.com/office/drawing/2014/main" id="{32F2BC40-EA09-47C8-BBA1-7B93A8D0134B}"/>
              </a:ext>
            </a:extLst>
          </p:cNvPr>
          <p:cNvSpPr>
            <a:spLocks xmlns:a="http://schemas.openxmlformats.org/drawingml/2006/main" noGrp="1"/>
          </p:cNvSpPr>
          <p:nvPr/>
        </p:nvSpPr>
        <p:spPr>
          <a:xfrm xmlns:a="http://schemas.openxmlformats.org/drawingml/2006/main">
            <a:off x="609600" y="27908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1" name="">
            <a:extLst xmlns:a="http://schemas.openxmlformats.org/drawingml/2006/main">
              <a:ext uri="{FF2B5EF4-FFF2-40B4-BE49-F238E27FC236}">
                <a16:creationId xmlns:a16="http://schemas.microsoft.com/office/drawing/2014/main" id="{2E2AB49F-FB70-44B1-B124-4B4800182CFD}"/>
              </a:ext>
            </a:extLst>
          </p:cNvPr>
          <p:cNvSpPr>
            <a:spLocks xmlns:a="http://schemas.openxmlformats.org/drawingml/2006/main" noGrp="1"/>
          </p:cNvSpPr>
          <p:nvPr/>
        </p:nvSpPr>
        <p:spPr>
          <a:xfrm xmlns:a="http://schemas.openxmlformats.org/drawingml/2006/main">
            <a:off x="800100" y="27241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Role permissions and tenant isolation</a:t>
            </a:r>
          </a:p>
        </p:txBody>
      </p:sp>
      <p:sp>
        <p:nvSpPr>
          <p:cNvPr id="12" name="">
            <a:extLst xmlns:a="http://schemas.openxmlformats.org/drawingml/2006/main">
              <a:ext uri="{FF2B5EF4-FFF2-40B4-BE49-F238E27FC236}">
                <a16:creationId xmlns:a16="http://schemas.microsoft.com/office/drawing/2014/main" id="{B1612A5F-9081-473A-A15C-0F761EE149E9}"/>
              </a:ext>
            </a:extLst>
          </p:cNvPr>
          <p:cNvSpPr>
            <a:spLocks xmlns:a="http://schemas.openxmlformats.org/drawingml/2006/main" noGrp="1"/>
          </p:cNvSpPr>
          <p:nvPr/>
        </p:nvSpPr>
        <p:spPr>
          <a:xfrm xmlns:a="http://schemas.openxmlformats.org/drawingml/2006/main">
            <a:off x="609600" y="32289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3" name="">
            <a:extLst xmlns:a="http://schemas.openxmlformats.org/drawingml/2006/main">
              <a:ext uri="{FF2B5EF4-FFF2-40B4-BE49-F238E27FC236}">
                <a16:creationId xmlns:a16="http://schemas.microsoft.com/office/drawing/2014/main" id="{2F030952-250D-4C8B-AB16-93596E14CA76}"/>
              </a:ext>
            </a:extLst>
          </p:cNvPr>
          <p:cNvSpPr>
            <a:spLocks xmlns:a="http://schemas.openxmlformats.org/drawingml/2006/main" noGrp="1"/>
          </p:cNvSpPr>
          <p:nvPr/>
        </p:nvSpPr>
        <p:spPr>
          <a:xfrm xmlns:a="http://schemas.openxmlformats.org/drawingml/2006/main">
            <a:off x="800100" y="31623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Database integrity and concurrent updates</a:t>
            </a:r>
          </a:p>
        </p:txBody>
      </p:sp>
      <p:sp>
        <p:nvSpPr>
          <p:cNvPr id="14" name="">
            <a:extLst xmlns:a="http://schemas.openxmlformats.org/drawingml/2006/main">
              <a:ext uri="{FF2B5EF4-FFF2-40B4-BE49-F238E27FC236}">
                <a16:creationId xmlns:a16="http://schemas.microsoft.com/office/drawing/2014/main" id="{0DE8A5BC-AE36-48FE-81B8-CE7FEF252F9B}"/>
              </a:ext>
            </a:extLst>
          </p:cNvPr>
          <p:cNvSpPr>
            <a:spLocks xmlns:a="http://schemas.openxmlformats.org/drawingml/2006/main" noGrp="1"/>
          </p:cNvSpPr>
          <p:nvPr/>
        </p:nvSpPr>
        <p:spPr>
          <a:xfrm xmlns:a="http://schemas.openxmlformats.org/drawingml/2006/main">
            <a:off x="609600" y="36671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5" name="">
            <a:extLst xmlns:a="http://schemas.openxmlformats.org/drawingml/2006/main">
              <a:ext uri="{FF2B5EF4-FFF2-40B4-BE49-F238E27FC236}">
                <a16:creationId xmlns:a16="http://schemas.microsoft.com/office/drawing/2014/main" id="{A2AB759F-692D-44DD-8919-6C74F17AB816}"/>
              </a:ext>
            </a:extLst>
          </p:cNvPr>
          <p:cNvSpPr>
            <a:spLocks xmlns:a="http://schemas.openxmlformats.org/drawingml/2006/main" noGrp="1"/>
          </p:cNvSpPr>
          <p:nvPr/>
        </p:nvSpPr>
        <p:spPr>
          <a:xfrm xmlns:a="http://schemas.openxmlformats.org/drawingml/2006/main">
            <a:off x="800100" y="36004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Applications, invitations and account lifecycle</a:t>
            </a:r>
          </a:p>
        </p:txBody>
      </p:sp>
      <p:sp>
        <p:nvSpPr>
          <p:cNvPr id="16" name="">
            <a:extLst xmlns:a="http://schemas.openxmlformats.org/drawingml/2006/main">
              <a:ext uri="{FF2B5EF4-FFF2-40B4-BE49-F238E27FC236}">
                <a16:creationId xmlns:a16="http://schemas.microsoft.com/office/drawing/2014/main" id="{9A1E2BB0-96A9-44AA-84DE-C331923CD4F3}"/>
              </a:ext>
            </a:extLst>
          </p:cNvPr>
          <p:cNvSpPr>
            <a:spLocks xmlns:a="http://schemas.openxmlformats.org/drawingml/2006/main" noGrp="1"/>
          </p:cNvSpPr>
          <p:nvPr/>
        </p:nvSpPr>
        <p:spPr>
          <a:xfrm xmlns:a="http://schemas.openxmlformats.org/drawingml/2006/main">
            <a:off x="609600" y="41052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7" name="">
            <a:extLst xmlns:a="http://schemas.openxmlformats.org/drawingml/2006/main">
              <a:ext uri="{FF2B5EF4-FFF2-40B4-BE49-F238E27FC236}">
                <a16:creationId xmlns:a16="http://schemas.microsoft.com/office/drawing/2014/main" id="{9D126174-B815-4EF2-A261-B50FF8427896}"/>
              </a:ext>
            </a:extLst>
          </p:cNvPr>
          <p:cNvSpPr>
            <a:spLocks xmlns:a="http://schemas.openxmlformats.org/drawingml/2006/main" noGrp="1"/>
          </p:cNvSpPr>
          <p:nvPr/>
        </p:nvSpPr>
        <p:spPr>
          <a:xfrm xmlns:a="http://schemas.openxmlformats.org/drawingml/2006/main">
            <a:off x="800100" y="40386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WebSockets, history, read events and presence</a:t>
            </a:r>
          </a:p>
        </p:txBody>
      </p:sp>
      <p:sp>
        <p:nvSpPr>
          <p:cNvPr id="18" name="">
            <a:extLst xmlns:a="http://schemas.openxmlformats.org/drawingml/2006/main">
              <a:ext uri="{FF2B5EF4-FFF2-40B4-BE49-F238E27FC236}">
                <a16:creationId xmlns:a16="http://schemas.microsoft.com/office/drawing/2014/main" id="{CCC7A636-FAAE-4D90-A637-413AD63BC669}"/>
              </a:ext>
            </a:extLst>
          </p:cNvPr>
          <p:cNvSpPr>
            <a:spLocks xmlns:a="http://schemas.openxmlformats.org/drawingml/2006/main" noGrp="1"/>
          </p:cNvSpPr>
          <p:nvPr/>
        </p:nvSpPr>
        <p:spPr>
          <a:xfrm xmlns:a="http://schemas.openxmlformats.org/drawingml/2006/main">
            <a:off x="609600" y="4543425"/>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9" name="">
            <a:extLst xmlns:a="http://schemas.openxmlformats.org/drawingml/2006/main">
              <a:ext uri="{FF2B5EF4-FFF2-40B4-BE49-F238E27FC236}">
                <a16:creationId xmlns:a16="http://schemas.microsoft.com/office/drawing/2014/main" id="{3761B6FB-98FB-44EA-A7BA-13B26A1A1A09}"/>
              </a:ext>
            </a:extLst>
          </p:cNvPr>
          <p:cNvSpPr>
            <a:spLocks xmlns:a="http://schemas.openxmlformats.org/drawingml/2006/main" noGrp="1"/>
          </p:cNvSpPr>
          <p:nvPr/>
        </p:nvSpPr>
        <p:spPr>
          <a:xfrm xmlns:a="http://schemas.openxmlformats.org/drawingml/2006/main">
            <a:off x="800100" y="44767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AI jobs, uploads, health and deployment readiness</a:t>
            </a:r>
          </a:p>
        </p:txBody>
      </p:sp>
      <p:sp>
        <p:nvSpPr>
          <p:cNvPr id="20" name="">
            <a:extLst xmlns:a="http://schemas.openxmlformats.org/drawingml/2006/main">
              <a:ext uri="{FF2B5EF4-FFF2-40B4-BE49-F238E27FC236}">
                <a16:creationId xmlns:a16="http://schemas.microsoft.com/office/drawing/2014/main" id="{F2A79932-632C-43AA-9A57-1BEF3316688A}"/>
              </a:ext>
            </a:extLst>
          </p:cNvPr>
          <p:cNvSpPr>
            <a:spLocks xmlns:a="http://schemas.openxmlformats.org/drawingml/2006/main" noGrp="1"/>
          </p:cNvSpPr>
          <p:nvPr/>
        </p:nvSpPr>
        <p:spPr>
          <a:xfrm xmlns:a="http://schemas.openxmlformats.org/drawingml/2006/main">
            <a:off x="5886450" y="1905000"/>
            <a:ext cx="0" cy="4057650"/>
          </a:xfrm>
          <a:prstGeom xmlns:a="http://schemas.openxmlformats.org/drawingml/2006/main" prst="line">
            <a:avLst/>
          </a:prstGeom>
          <a:ln xmlns:a="http://schemas.openxmlformats.org/drawingml/2006/main" w="9525">
            <a:solidFill>
              <a:srgbClr val="CFDBCF"/>
            </a:solidFill>
            <a:prstDash val="solid"/>
          </a:ln>
        </p:spPr>
      </p:sp>
      <p:sp>
        <p:nvSpPr>
          <p:cNvPr id="21" name="">
            <a:extLst xmlns:a="http://schemas.openxmlformats.org/drawingml/2006/main">
              <a:ext uri="{FF2B5EF4-FFF2-40B4-BE49-F238E27FC236}">
                <a16:creationId xmlns:a16="http://schemas.microsoft.com/office/drawing/2014/main" id="{E2E074DA-D45B-44FD-97F1-D2A47063E567}"/>
              </a:ext>
            </a:extLst>
          </p:cNvPr>
          <p:cNvSpPr>
            <a:spLocks xmlns:a="http://schemas.openxmlformats.org/drawingml/2006/main" noGrp="1"/>
          </p:cNvSpPr>
          <p:nvPr/>
        </p:nvSpPr>
        <p:spPr>
          <a:xfrm xmlns:a="http://schemas.openxmlformats.org/drawingml/2006/main">
            <a:off x="6343650" y="1885950"/>
            <a:ext cx="190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LIVE DEMO</a:t>
            </a:r>
          </a:p>
        </p:txBody>
      </p:sp>
      <p:sp>
        <p:nvSpPr>
          <p:cNvPr id="22" name="">
            <a:extLst xmlns:a="http://schemas.openxmlformats.org/drawingml/2006/main">
              <a:ext uri="{FF2B5EF4-FFF2-40B4-BE49-F238E27FC236}">
                <a16:creationId xmlns:a16="http://schemas.microsoft.com/office/drawing/2014/main" id="{AA0BD117-8A27-4A0C-ADF2-6EE26DA95C80}"/>
              </a:ext>
            </a:extLst>
          </p:cNvPr>
          <p:cNvSpPr>
            <a:spLocks xmlns:a="http://schemas.openxmlformats.org/drawingml/2006/main" noGrp="1"/>
          </p:cNvSpPr>
          <p:nvPr/>
        </p:nvSpPr>
        <p:spPr>
          <a:xfrm xmlns:a="http://schemas.openxmlformats.org/drawingml/2006/main">
            <a:off x="6343650" y="225742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3" name="">
            <a:extLst xmlns:a="http://schemas.openxmlformats.org/drawingml/2006/main">
              <a:ext uri="{FF2B5EF4-FFF2-40B4-BE49-F238E27FC236}">
                <a16:creationId xmlns:a16="http://schemas.microsoft.com/office/drawing/2014/main" id="{7B408B50-7E93-4CA5-9308-880D728A38CA}"/>
              </a:ext>
            </a:extLst>
          </p:cNvPr>
          <p:cNvSpPr>
            <a:spLocks xmlns:a="http://schemas.openxmlformats.org/drawingml/2006/main" noGrp="1"/>
          </p:cNvSpPr>
          <p:nvPr/>
        </p:nvSpPr>
        <p:spPr>
          <a:xfrm xmlns:a="http://schemas.openxmlformats.org/drawingml/2006/main">
            <a:off x="6343650" y="23050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1</a:t>
            </a:r>
          </a:p>
        </p:txBody>
      </p:sp>
      <p:sp>
        <p:nvSpPr>
          <p:cNvPr id="24" name="">
            <a:extLst xmlns:a="http://schemas.openxmlformats.org/drawingml/2006/main">
              <a:ext uri="{FF2B5EF4-FFF2-40B4-BE49-F238E27FC236}">
                <a16:creationId xmlns:a16="http://schemas.microsoft.com/office/drawing/2014/main" id="{9B9BFCB7-22A7-4558-AC00-E9D95605B27B}"/>
              </a:ext>
            </a:extLst>
          </p:cNvPr>
          <p:cNvSpPr>
            <a:spLocks xmlns:a="http://schemas.openxmlformats.org/drawingml/2006/main" noGrp="1"/>
          </p:cNvSpPr>
          <p:nvPr/>
        </p:nvSpPr>
        <p:spPr>
          <a:xfrm xmlns:a="http://schemas.openxmlformats.org/drawingml/2006/main">
            <a:off x="6819900" y="22669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Login</a:t>
            </a:r>
          </a:p>
        </p:txBody>
      </p:sp>
      <p:sp>
        <p:nvSpPr>
          <p:cNvPr id="25" name="">
            <a:extLst xmlns:a="http://schemas.openxmlformats.org/drawingml/2006/main">
              <a:ext uri="{FF2B5EF4-FFF2-40B4-BE49-F238E27FC236}">
                <a16:creationId xmlns:a16="http://schemas.microsoft.com/office/drawing/2014/main" id="{92139558-5AC0-4E3B-87A1-9724583A54AD}"/>
              </a:ext>
            </a:extLst>
          </p:cNvPr>
          <p:cNvSpPr>
            <a:spLocks xmlns:a="http://schemas.openxmlformats.org/drawingml/2006/main" noGrp="1"/>
          </p:cNvSpPr>
          <p:nvPr/>
        </p:nvSpPr>
        <p:spPr>
          <a:xfrm xmlns:a="http://schemas.openxmlformats.org/drawingml/2006/main">
            <a:off x="8286750" y="22669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Protected identity</a:t>
            </a:r>
          </a:p>
        </p:txBody>
      </p:sp>
      <p:sp>
        <p:nvSpPr>
          <p:cNvPr id="26" name="">
            <a:extLst xmlns:a="http://schemas.openxmlformats.org/drawingml/2006/main">
              <a:ext uri="{FF2B5EF4-FFF2-40B4-BE49-F238E27FC236}">
                <a16:creationId xmlns:a16="http://schemas.microsoft.com/office/drawing/2014/main" id="{1043FC9B-B692-40BB-A971-B5B983A66A7A}"/>
              </a:ext>
            </a:extLst>
          </p:cNvPr>
          <p:cNvSpPr>
            <a:spLocks xmlns:a="http://schemas.openxmlformats.org/drawingml/2006/main" noGrp="1"/>
          </p:cNvSpPr>
          <p:nvPr/>
        </p:nvSpPr>
        <p:spPr>
          <a:xfrm xmlns:a="http://schemas.openxmlformats.org/drawingml/2006/main">
            <a:off x="6343650" y="29241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27" name="">
            <a:extLst xmlns:a="http://schemas.openxmlformats.org/drawingml/2006/main">
              <a:ext uri="{FF2B5EF4-FFF2-40B4-BE49-F238E27FC236}">
                <a16:creationId xmlns:a16="http://schemas.microsoft.com/office/drawing/2014/main" id="{095B8FCA-94C2-425A-8316-DC79344D92CC}"/>
              </a:ext>
            </a:extLst>
          </p:cNvPr>
          <p:cNvSpPr>
            <a:spLocks xmlns:a="http://schemas.openxmlformats.org/drawingml/2006/main" noGrp="1"/>
          </p:cNvSpPr>
          <p:nvPr/>
        </p:nvSpPr>
        <p:spPr>
          <a:xfrm xmlns:a="http://schemas.openxmlformats.org/drawingml/2006/main">
            <a:off x="6343650" y="29718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2</a:t>
            </a:r>
          </a:p>
        </p:txBody>
      </p:sp>
      <p:sp>
        <p:nvSpPr>
          <p:cNvPr id="28" name="">
            <a:extLst xmlns:a="http://schemas.openxmlformats.org/drawingml/2006/main">
              <a:ext uri="{FF2B5EF4-FFF2-40B4-BE49-F238E27FC236}">
                <a16:creationId xmlns:a16="http://schemas.microsoft.com/office/drawing/2014/main" id="{2A049081-954E-49EC-B59D-5633B7242F0B}"/>
              </a:ext>
            </a:extLst>
          </p:cNvPr>
          <p:cNvSpPr>
            <a:spLocks xmlns:a="http://schemas.openxmlformats.org/drawingml/2006/main" noGrp="1"/>
          </p:cNvSpPr>
          <p:nvPr/>
        </p:nvSpPr>
        <p:spPr>
          <a:xfrm xmlns:a="http://schemas.openxmlformats.org/drawingml/2006/main">
            <a:off x="6819900" y="29337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Select offer</a:t>
            </a:r>
          </a:p>
        </p:txBody>
      </p:sp>
      <p:sp>
        <p:nvSpPr>
          <p:cNvPr id="29" name="">
            <a:extLst xmlns:a="http://schemas.openxmlformats.org/drawingml/2006/main">
              <a:ext uri="{FF2B5EF4-FFF2-40B4-BE49-F238E27FC236}">
                <a16:creationId xmlns:a16="http://schemas.microsoft.com/office/drawing/2014/main" id="{CAD15454-DFD1-4EFC-8DD5-B9BA09CA12F1}"/>
              </a:ext>
            </a:extLst>
          </p:cNvPr>
          <p:cNvSpPr>
            <a:spLocks xmlns:a="http://schemas.openxmlformats.org/drawingml/2006/main" noGrp="1"/>
          </p:cNvSpPr>
          <p:nvPr/>
        </p:nvSpPr>
        <p:spPr>
          <a:xfrm xmlns:a="http://schemas.openxmlformats.org/drawingml/2006/main">
            <a:off x="8286750" y="29337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Company permission</a:t>
            </a:r>
          </a:p>
        </p:txBody>
      </p:sp>
      <p:sp>
        <p:nvSpPr>
          <p:cNvPr id="30" name="">
            <a:extLst xmlns:a="http://schemas.openxmlformats.org/drawingml/2006/main">
              <a:ext uri="{FF2B5EF4-FFF2-40B4-BE49-F238E27FC236}">
                <a16:creationId xmlns:a16="http://schemas.microsoft.com/office/drawing/2014/main" id="{9E30035F-63FB-4D28-A9E1-EB561998467E}"/>
              </a:ext>
            </a:extLst>
          </p:cNvPr>
          <p:cNvSpPr>
            <a:spLocks xmlns:a="http://schemas.openxmlformats.org/drawingml/2006/main" noGrp="1"/>
          </p:cNvSpPr>
          <p:nvPr/>
        </p:nvSpPr>
        <p:spPr>
          <a:xfrm xmlns:a="http://schemas.openxmlformats.org/drawingml/2006/main">
            <a:off x="6343650" y="359092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1" name="">
            <a:extLst xmlns:a="http://schemas.openxmlformats.org/drawingml/2006/main">
              <a:ext uri="{FF2B5EF4-FFF2-40B4-BE49-F238E27FC236}">
                <a16:creationId xmlns:a16="http://schemas.microsoft.com/office/drawing/2014/main" id="{82BDA245-3213-4CFC-A629-4839C47F4A05}"/>
              </a:ext>
            </a:extLst>
          </p:cNvPr>
          <p:cNvSpPr>
            <a:spLocks xmlns:a="http://schemas.openxmlformats.org/drawingml/2006/main" noGrp="1"/>
          </p:cNvSpPr>
          <p:nvPr/>
        </p:nvSpPr>
        <p:spPr>
          <a:xfrm xmlns:a="http://schemas.openxmlformats.org/drawingml/2006/main">
            <a:off x="6343650" y="36385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3</a:t>
            </a:r>
          </a:p>
        </p:txBody>
      </p:sp>
      <p:sp>
        <p:nvSpPr>
          <p:cNvPr id="32" name="">
            <a:extLst xmlns:a="http://schemas.openxmlformats.org/drawingml/2006/main">
              <a:ext uri="{FF2B5EF4-FFF2-40B4-BE49-F238E27FC236}">
                <a16:creationId xmlns:a16="http://schemas.microsoft.com/office/drawing/2014/main" id="{870AE7AF-69FA-48FE-8940-123F66015E4A}"/>
              </a:ext>
            </a:extLst>
          </p:cNvPr>
          <p:cNvSpPr>
            <a:spLocks xmlns:a="http://schemas.openxmlformats.org/drawingml/2006/main" noGrp="1"/>
          </p:cNvSpPr>
          <p:nvPr/>
        </p:nvSpPr>
        <p:spPr>
          <a:xfrm xmlns:a="http://schemas.openxmlformats.org/drawingml/2006/main">
            <a:off x="6819900" y="36004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Apply</a:t>
            </a:r>
          </a:p>
        </p:txBody>
      </p:sp>
      <p:sp>
        <p:nvSpPr>
          <p:cNvPr id="33" name="">
            <a:extLst xmlns:a="http://schemas.openxmlformats.org/drawingml/2006/main">
              <a:ext uri="{FF2B5EF4-FFF2-40B4-BE49-F238E27FC236}">
                <a16:creationId xmlns:a16="http://schemas.microsoft.com/office/drawing/2014/main" id="{83FB365C-D00C-48B8-86CE-8FB2ED04C2E0}"/>
              </a:ext>
            </a:extLst>
          </p:cNvPr>
          <p:cNvSpPr>
            <a:spLocks xmlns:a="http://schemas.openxmlformats.org/drawingml/2006/main" noGrp="1"/>
          </p:cNvSpPr>
          <p:nvPr/>
        </p:nvSpPr>
        <p:spPr>
          <a:xfrm xmlns:a="http://schemas.openxmlformats.org/drawingml/2006/main">
            <a:off x="8286750" y="36004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CV snapshot + relation</a:t>
            </a:r>
          </a:p>
        </p:txBody>
      </p:sp>
      <p:sp>
        <p:nvSpPr>
          <p:cNvPr id="34" name="">
            <a:extLst xmlns:a="http://schemas.openxmlformats.org/drawingml/2006/main">
              <a:ext uri="{FF2B5EF4-FFF2-40B4-BE49-F238E27FC236}">
                <a16:creationId xmlns:a16="http://schemas.microsoft.com/office/drawing/2014/main" id="{1548FF2A-9C15-48C4-A215-2ED2E9D1DB22}"/>
              </a:ext>
            </a:extLst>
          </p:cNvPr>
          <p:cNvSpPr>
            <a:spLocks xmlns:a="http://schemas.openxmlformats.org/drawingml/2006/main" noGrp="1"/>
          </p:cNvSpPr>
          <p:nvPr/>
        </p:nvSpPr>
        <p:spPr>
          <a:xfrm xmlns:a="http://schemas.openxmlformats.org/drawingml/2006/main">
            <a:off x="6343650" y="4257675"/>
            <a:ext cx="323850" cy="323850"/>
          </a:xfrm>
          <a:prstGeom xmlns:a="http://schemas.openxmlformats.org/drawingml/2006/main" prst="ellipse">
            <a:avLst/>
          </a:prstGeom>
          <a:solidFill xmlns:a="http://schemas.openxmlformats.org/drawingml/2006/main">
            <a:srgbClr val="194D38"/>
          </a:solidFill>
          <a:ln xmlns:a="http://schemas.openxmlformats.org/drawingml/2006/main" w="0">
            <a:solidFill>
              <a:srgbClr val="194D38"/>
            </a:solidFill>
            <a:prstDash val="solid"/>
          </a:ln>
        </p:spPr>
      </p:sp>
      <p:sp>
        <p:nvSpPr>
          <p:cNvPr id="35" name="">
            <a:extLst xmlns:a="http://schemas.openxmlformats.org/drawingml/2006/main">
              <a:ext uri="{FF2B5EF4-FFF2-40B4-BE49-F238E27FC236}">
                <a16:creationId xmlns:a16="http://schemas.microsoft.com/office/drawing/2014/main" id="{FD9E07D8-E21C-4A72-B54A-6EE5D476815A}"/>
              </a:ext>
            </a:extLst>
          </p:cNvPr>
          <p:cNvSpPr>
            <a:spLocks xmlns:a="http://schemas.openxmlformats.org/drawingml/2006/main" noGrp="1"/>
          </p:cNvSpPr>
          <p:nvPr/>
        </p:nvSpPr>
        <p:spPr>
          <a:xfrm xmlns:a="http://schemas.openxmlformats.org/drawingml/2006/main">
            <a:off x="6343650" y="430530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4</a:t>
            </a:r>
          </a:p>
        </p:txBody>
      </p:sp>
      <p:sp>
        <p:nvSpPr>
          <p:cNvPr id="36" name="">
            <a:extLst xmlns:a="http://schemas.openxmlformats.org/drawingml/2006/main">
              <a:ext uri="{FF2B5EF4-FFF2-40B4-BE49-F238E27FC236}">
                <a16:creationId xmlns:a16="http://schemas.microsoft.com/office/drawing/2014/main" id="{591260A5-D6B2-4E99-83A1-E8CB0E7F80E9}"/>
              </a:ext>
            </a:extLst>
          </p:cNvPr>
          <p:cNvSpPr>
            <a:spLocks xmlns:a="http://schemas.openxmlformats.org/drawingml/2006/main" noGrp="1"/>
          </p:cNvSpPr>
          <p:nvPr/>
        </p:nvSpPr>
        <p:spPr>
          <a:xfrm xmlns:a="http://schemas.openxmlformats.org/drawingml/2006/main">
            <a:off x="6819900" y="426720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Process AI</a:t>
            </a:r>
          </a:p>
        </p:txBody>
      </p:sp>
      <p:sp>
        <p:nvSpPr>
          <p:cNvPr id="37" name="">
            <a:extLst xmlns:a="http://schemas.openxmlformats.org/drawingml/2006/main">
              <a:ext uri="{FF2B5EF4-FFF2-40B4-BE49-F238E27FC236}">
                <a16:creationId xmlns:a16="http://schemas.microsoft.com/office/drawing/2014/main" id="{D7098675-AF10-4BCA-90E2-1CC1217356A1}"/>
              </a:ext>
            </a:extLst>
          </p:cNvPr>
          <p:cNvSpPr>
            <a:spLocks xmlns:a="http://schemas.openxmlformats.org/drawingml/2006/main" noGrp="1"/>
          </p:cNvSpPr>
          <p:nvPr/>
        </p:nvSpPr>
        <p:spPr>
          <a:xfrm xmlns:a="http://schemas.openxmlformats.org/drawingml/2006/main">
            <a:off x="8286750" y="42672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Outbox + worker result</a:t>
            </a:r>
          </a:p>
        </p:txBody>
      </p:sp>
      <p:sp>
        <p:nvSpPr>
          <p:cNvPr id="38" name="">
            <a:extLst xmlns:a="http://schemas.openxmlformats.org/drawingml/2006/main">
              <a:ext uri="{FF2B5EF4-FFF2-40B4-BE49-F238E27FC236}">
                <a16:creationId xmlns:a16="http://schemas.microsoft.com/office/drawing/2014/main" id="{08AB9893-D325-4079-BB38-5CE445994B95}"/>
              </a:ext>
            </a:extLst>
          </p:cNvPr>
          <p:cNvSpPr>
            <a:spLocks xmlns:a="http://schemas.openxmlformats.org/drawingml/2006/main" noGrp="1"/>
          </p:cNvSpPr>
          <p:nvPr/>
        </p:nvSpPr>
        <p:spPr>
          <a:xfrm xmlns:a="http://schemas.openxmlformats.org/drawingml/2006/main">
            <a:off x="6343650" y="4924425"/>
            <a:ext cx="323850" cy="32385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39" name="">
            <a:extLst xmlns:a="http://schemas.openxmlformats.org/drawingml/2006/main">
              <a:ext uri="{FF2B5EF4-FFF2-40B4-BE49-F238E27FC236}">
                <a16:creationId xmlns:a16="http://schemas.microsoft.com/office/drawing/2014/main" id="{3E9ACD5E-8258-458C-A06F-F6BF60067C24}"/>
              </a:ext>
            </a:extLst>
          </p:cNvPr>
          <p:cNvSpPr>
            <a:spLocks xmlns:a="http://schemas.openxmlformats.org/drawingml/2006/main" noGrp="1"/>
          </p:cNvSpPr>
          <p:nvPr/>
        </p:nvSpPr>
        <p:spPr>
          <a:xfrm xmlns:a="http://schemas.openxmlformats.org/drawingml/2006/main">
            <a:off x="6343650" y="4972050"/>
            <a:ext cx="323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ctr">
              <a:defRPr sz="825" b="1">
                <a:solidFill>
                  <a:srgbClr val="FFFEFA"/>
                </a:solidFill>
                <a:latin typeface="Noto Sans"/>
                <a:ea typeface="Noto Sans"/>
                <a:cs typeface="Noto Sans"/>
              </a:defRPr>
            </a:defPPr>
            <a:lvl1pPr algn="ctr">
              <a:defRPr sz="825" b="1">
                <a:solidFill>
                  <a:srgbClr val="FFFEFA"/>
                </a:solidFill>
                <a:latin typeface="Noto Sans"/>
                <a:ea typeface="Noto Sans"/>
                <a:cs typeface="Noto Sans"/>
              </a:defRPr>
            </a:lvl1pPr>
            <a:lvl2pPr algn="ctr">
              <a:defRPr sz="825" b="1">
                <a:solidFill>
                  <a:srgbClr val="FFFEFA"/>
                </a:solidFill>
                <a:latin typeface="Noto Sans"/>
                <a:ea typeface="Noto Sans"/>
                <a:cs typeface="Noto Sans"/>
              </a:defRPr>
            </a:lvl2pPr>
            <a:lvl3pPr algn="ctr">
              <a:defRPr sz="825" b="1">
                <a:solidFill>
                  <a:srgbClr val="FFFEFA"/>
                </a:solidFill>
                <a:latin typeface="Noto Sans"/>
                <a:ea typeface="Noto Sans"/>
                <a:cs typeface="Noto Sans"/>
              </a:defRPr>
            </a:lvl3pPr>
            <a:lvl4pPr algn="ctr">
              <a:defRPr sz="825" b="1">
                <a:solidFill>
                  <a:srgbClr val="FFFEFA"/>
                </a:solidFill>
                <a:latin typeface="Noto Sans"/>
                <a:ea typeface="Noto Sans"/>
                <a:cs typeface="Noto Sans"/>
              </a:defRPr>
            </a:lvl4pPr>
            <a:lvl5pPr algn="ctr">
              <a:defRPr sz="825" b="1">
                <a:solidFill>
                  <a:srgbClr val="FFFEFA"/>
                </a:solidFill>
                <a:latin typeface="Noto Sans"/>
                <a:ea typeface="Noto Sans"/>
                <a:cs typeface="Noto Sans"/>
              </a:defRPr>
            </a:lvl5pPr>
            <a:lvl6pPr algn="ctr">
              <a:defRPr sz="825" b="1">
                <a:solidFill>
                  <a:srgbClr val="FFFEFA"/>
                </a:solidFill>
                <a:latin typeface="Noto Sans"/>
                <a:ea typeface="Noto Sans"/>
                <a:cs typeface="Noto Sans"/>
              </a:defRPr>
            </a:lvl6pPr>
            <a:lvl7pPr algn="ctr">
              <a:defRPr sz="825" b="1">
                <a:solidFill>
                  <a:srgbClr val="FFFEFA"/>
                </a:solidFill>
                <a:latin typeface="Noto Sans"/>
                <a:ea typeface="Noto Sans"/>
                <a:cs typeface="Noto Sans"/>
              </a:defRPr>
            </a:lvl7pPr>
            <a:lvl8pPr algn="ctr">
              <a:defRPr sz="825" b="1">
                <a:solidFill>
                  <a:srgbClr val="FFFEFA"/>
                </a:solidFill>
                <a:latin typeface="Noto Sans"/>
                <a:ea typeface="Noto Sans"/>
                <a:cs typeface="Noto Sans"/>
              </a:defRPr>
            </a:lvl8pPr>
            <a:lvl9pPr algn="ctr">
              <a:defRPr sz="825" b="1">
                <a:solidFill>
                  <a:srgbClr val="FFFEFA"/>
                </a:solidFill>
                <a:latin typeface="Noto Sans"/>
                <a:ea typeface="Noto Sans"/>
                <a:cs typeface="Noto Sans"/>
              </a:defRPr>
            </a:lvl9pPr>
          </a:lstStyle>
          <a:p xmlns:a="http://schemas.openxmlformats.org/drawingml/2006/main">
            <a:pPr algn="ctr">
              <a:defRPr sz="825" b="1">
                <a:solidFill>
                  <a:srgbClr val="FFFEFA"/>
                </a:solidFill>
                <a:latin typeface="Noto Sans"/>
                <a:ea typeface="Noto Sans"/>
                <a:cs typeface="Noto Sans"/>
              </a:defRPr>
            </a:pPr>
            <a:r>
              <a:rPr sz="825" b="1">
                <a:solidFill>
                  <a:srgbClr val="FFFEFA"/>
                </a:solidFill>
                <a:latin typeface="Noto Sans"/>
                <a:ea typeface="Noto Sans"/>
                <a:cs typeface="Noto Sans"/>
              </a:rPr>
              <a:t>5</a:t>
            </a:r>
          </a:p>
        </p:txBody>
      </p:sp>
      <p:sp>
        <p:nvSpPr>
          <p:cNvPr id="40" name="">
            <a:extLst xmlns:a="http://schemas.openxmlformats.org/drawingml/2006/main">
              <a:ext uri="{FF2B5EF4-FFF2-40B4-BE49-F238E27FC236}">
                <a16:creationId xmlns:a16="http://schemas.microsoft.com/office/drawing/2014/main" id="{77940078-7DBC-4D58-836E-68BE390061B0}"/>
              </a:ext>
            </a:extLst>
          </p:cNvPr>
          <p:cNvSpPr>
            <a:spLocks xmlns:a="http://schemas.openxmlformats.org/drawingml/2006/main" noGrp="1"/>
          </p:cNvSpPr>
          <p:nvPr/>
        </p:nvSpPr>
        <p:spPr>
          <a:xfrm xmlns:a="http://schemas.openxmlformats.org/drawingml/2006/main">
            <a:off x="6819900" y="49339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350" b="1">
                <a:solidFill>
                  <a:srgbClr val="192B23"/>
                </a:solidFill>
                <a:latin typeface="Noto Sans"/>
                <a:ea typeface="Noto Sans"/>
                <a:cs typeface="Noto Sans"/>
              </a:defRPr>
            </a:defPPr>
            <a:lvl1pPr algn="l">
              <a:defRPr sz="1350" b="1">
                <a:solidFill>
                  <a:srgbClr val="192B23"/>
                </a:solidFill>
                <a:latin typeface="Noto Sans"/>
                <a:ea typeface="Noto Sans"/>
                <a:cs typeface="Noto Sans"/>
              </a:defRPr>
            </a:lvl1pPr>
            <a:lvl2pPr algn="l">
              <a:defRPr sz="1350" b="1">
                <a:solidFill>
                  <a:srgbClr val="192B23"/>
                </a:solidFill>
                <a:latin typeface="Noto Sans"/>
                <a:ea typeface="Noto Sans"/>
                <a:cs typeface="Noto Sans"/>
              </a:defRPr>
            </a:lvl2pPr>
            <a:lvl3pPr algn="l">
              <a:defRPr sz="1350" b="1">
                <a:solidFill>
                  <a:srgbClr val="192B23"/>
                </a:solidFill>
                <a:latin typeface="Noto Sans"/>
                <a:ea typeface="Noto Sans"/>
                <a:cs typeface="Noto Sans"/>
              </a:defRPr>
            </a:lvl3pPr>
            <a:lvl4pPr algn="l">
              <a:defRPr sz="1350" b="1">
                <a:solidFill>
                  <a:srgbClr val="192B23"/>
                </a:solidFill>
                <a:latin typeface="Noto Sans"/>
                <a:ea typeface="Noto Sans"/>
                <a:cs typeface="Noto Sans"/>
              </a:defRPr>
            </a:lvl4pPr>
            <a:lvl5pPr algn="l">
              <a:defRPr sz="1350" b="1">
                <a:solidFill>
                  <a:srgbClr val="192B23"/>
                </a:solidFill>
                <a:latin typeface="Noto Sans"/>
                <a:ea typeface="Noto Sans"/>
                <a:cs typeface="Noto Sans"/>
              </a:defRPr>
            </a:lvl5pPr>
            <a:lvl6pPr algn="l">
              <a:defRPr sz="1350" b="1">
                <a:solidFill>
                  <a:srgbClr val="192B23"/>
                </a:solidFill>
                <a:latin typeface="Noto Sans"/>
                <a:ea typeface="Noto Sans"/>
                <a:cs typeface="Noto Sans"/>
              </a:defRPr>
            </a:lvl6pPr>
            <a:lvl7pPr algn="l">
              <a:defRPr sz="1350" b="1">
                <a:solidFill>
                  <a:srgbClr val="192B23"/>
                </a:solidFill>
                <a:latin typeface="Noto Sans"/>
                <a:ea typeface="Noto Sans"/>
                <a:cs typeface="Noto Sans"/>
              </a:defRPr>
            </a:lvl7pPr>
            <a:lvl8pPr algn="l">
              <a:defRPr sz="1350" b="1">
                <a:solidFill>
                  <a:srgbClr val="192B23"/>
                </a:solidFill>
                <a:latin typeface="Noto Sans"/>
                <a:ea typeface="Noto Sans"/>
                <a:cs typeface="Noto Sans"/>
              </a:defRPr>
            </a:lvl8pPr>
            <a:lvl9pPr algn="l">
              <a:defRPr sz="1350" b="1">
                <a:solidFill>
                  <a:srgbClr val="192B23"/>
                </a:solidFill>
                <a:latin typeface="Noto Sans"/>
                <a:ea typeface="Noto Sans"/>
                <a:cs typeface="Noto Sans"/>
              </a:defRPr>
            </a:lvl9pPr>
          </a:lstStyle>
          <a:p xmlns:a="http://schemas.openxmlformats.org/drawingml/2006/main">
            <a:pPr algn="l">
              <a:defRPr sz="1350" b="1">
                <a:solidFill>
                  <a:srgbClr val="192B23"/>
                </a:solidFill>
                <a:latin typeface="Noto Sans"/>
                <a:ea typeface="Noto Sans"/>
                <a:cs typeface="Noto Sans"/>
              </a:defRPr>
            </a:pPr>
            <a:r>
              <a:rPr sz="1350" b="1">
                <a:solidFill>
                  <a:srgbClr val="192B23"/>
                </a:solidFill>
                <a:latin typeface="Noto Sans"/>
                <a:ea typeface="Noto Sans"/>
                <a:cs typeface="Noto Sans"/>
              </a:rPr>
              <a:t>Open chat</a:t>
            </a:r>
          </a:p>
        </p:txBody>
      </p:sp>
      <p:sp>
        <p:nvSpPr>
          <p:cNvPr id="41" name="">
            <a:extLst xmlns:a="http://schemas.openxmlformats.org/drawingml/2006/main">
              <a:ext uri="{FF2B5EF4-FFF2-40B4-BE49-F238E27FC236}">
                <a16:creationId xmlns:a16="http://schemas.microsoft.com/office/drawing/2014/main" id="{E92CA63B-E029-4EAB-B0C0-CDC8F521F7CA}"/>
              </a:ext>
            </a:extLst>
          </p:cNvPr>
          <p:cNvSpPr>
            <a:spLocks xmlns:a="http://schemas.openxmlformats.org/drawingml/2006/main" noGrp="1"/>
          </p:cNvSpPr>
          <p:nvPr/>
        </p:nvSpPr>
        <p:spPr>
          <a:xfrm xmlns:a="http://schemas.openxmlformats.org/drawingml/2006/main">
            <a:off x="8286750" y="493395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125" b="0">
                <a:solidFill>
                  <a:srgbClr val="617369"/>
                </a:solidFill>
                <a:latin typeface="Noto Sans"/>
                <a:ea typeface="Noto Sans"/>
                <a:cs typeface="Noto Sans"/>
              </a:defRPr>
            </a:defPPr>
            <a:lvl1pPr algn="l">
              <a:defRPr sz="1125" b="0">
                <a:solidFill>
                  <a:srgbClr val="617369"/>
                </a:solidFill>
                <a:latin typeface="Noto Sans"/>
                <a:ea typeface="Noto Sans"/>
                <a:cs typeface="Noto Sans"/>
              </a:defRPr>
            </a:lvl1pPr>
            <a:lvl2pPr algn="l">
              <a:defRPr sz="1125" b="0">
                <a:solidFill>
                  <a:srgbClr val="617369"/>
                </a:solidFill>
                <a:latin typeface="Noto Sans"/>
                <a:ea typeface="Noto Sans"/>
                <a:cs typeface="Noto Sans"/>
              </a:defRPr>
            </a:lvl2pPr>
            <a:lvl3pPr algn="l">
              <a:defRPr sz="1125" b="0">
                <a:solidFill>
                  <a:srgbClr val="617369"/>
                </a:solidFill>
                <a:latin typeface="Noto Sans"/>
                <a:ea typeface="Noto Sans"/>
                <a:cs typeface="Noto Sans"/>
              </a:defRPr>
            </a:lvl3pPr>
            <a:lvl4pPr algn="l">
              <a:defRPr sz="1125" b="0">
                <a:solidFill>
                  <a:srgbClr val="617369"/>
                </a:solidFill>
                <a:latin typeface="Noto Sans"/>
                <a:ea typeface="Noto Sans"/>
                <a:cs typeface="Noto Sans"/>
              </a:defRPr>
            </a:lvl4pPr>
            <a:lvl5pPr algn="l">
              <a:defRPr sz="1125" b="0">
                <a:solidFill>
                  <a:srgbClr val="617369"/>
                </a:solidFill>
                <a:latin typeface="Noto Sans"/>
                <a:ea typeface="Noto Sans"/>
                <a:cs typeface="Noto Sans"/>
              </a:defRPr>
            </a:lvl5pPr>
            <a:lvl6pPr algn="l">
              <a:defRPr sz="1125" b="0">
                <a:solidFill>
                  <a:srgbClr val="617369"/>
                </a:solidFill>
                <a:latin typeface="Noto Sans"/>
                <a:ea typeface="Noto Sans"/>
                <a:cs typeface="Noto Sans"/>
              </a:defRPr>
            </a:lvl6pPr>
            <a:lvl7pPr algn="l">
              <a:defRPr sz="1125" b="0">
                <a:solidFill>
                  <a:srgbClr val="617369"/>
                </a:solidFill>
                <a:latin typeface="Noto Sans"/>
                <a:ea typeface="Noto Sans"/>
                <a:cs typeface="Noto Sans"/>
              </a:defRPr>
            </a:lvl7pPr>
            <a:lvl8pPr algn="l">
              <a:defRPr sz="1125" b="0">
                <a:solidFill>
                  <a:srgbClr val="617369"/>
                </a:solidFill>
                <a:latin typeface="Noto Sans"/>
                <a:ea typeface="Noto Sans"/>
                <a:cs typeface="Noto Sans"/>
              </a:defRPr>
            </a:lvl8pPr>
            <a:lvl9pPr algn="l">
              <a:defRPr sz="1125" b="0">
                <a:solidFill>
                  <a:srgbClr val="617369"/>
                </a:solidFill>
                <a:latin typeface="Noto Sans"/>
                <a:ea typeface="Noto Sans"/>
                <a:cs typeface="Noto Sans"/>
              </a:defRPr>
            </a:lvl9pPr>
          </a:lstStyle>
          <a:p xmlns:a="http://schemas.openxmlformats.org/drawingml/2006/main">
            <a:pPr algn="l">
              <a:defRPr sz="1125" b="0">
                <a:solidFill>
                  <a:srgbClr val="617369"/>
                </a:solidFill>
                <a:latin typeface="Noto Sans"/>
                <a:ea typeface="Noto Sans"/>
                <a:cs typeface="Noto Sans"/>
              </a:defRPr>
            </a:pPr>
            <a:r>
              <a:rPr sz="1125" b="0">
                <a:solidFill>
                  <a:srgbClr val="617369"/>
                </a:solidFill>
                <a:latin typeface="Noto Sans"/>
                <a:ea typeface="Noto Sans"/>
                <a:cs typeface="Noto Sans"/>
              </a:rPr>
              <a:t>Ticket + persisted message</a:t>
            </a:r>
          </a:p>
        </p:txBody>
      </p:sp>
      <p:pic>
        <p:nvPicPr>
          <p:cNvPr id="42" name="">
            <a:extLst xmlns:a="http://schemas.openxmlformats.org/drawingml/2006/main">
              <a:ext uri="{FF2B5EF4-FFF2-40B4-BE49-F238E27FC236}">
                <a16:creationId xmlns:a16="http://schemas.microsoft.com/office/drawing/2014/main" id="{AEC47C52-1148-4EB2-A443-48BB739C6045}"/>
              </a:ext>
            </a:extLst>
          </p:cNvPr>
          <p:cNvPicPr>
            <a:picLocks xmlns:a="http://schemas.openxmlformats.org/drawingml/2006/main" noChangeAspect="1"/>
          </p:cNvPicPr>
          <p:nvPr/>
        </p:nvPicPr>
        <p:blipFill>
          <a:blip xmlns:r="http://schemas.openxmlformats.org/officeDocument/2006/relationships" xmlns:a="http://schemas.openxmlformats.org/drawingml/2006/main" r:embed="Rc159f4519c94401a">
            <a:extLst>
              <a:ext uri="{96DAC541-7B7A-43D3-8B79-37D633B846F1}">
                <asvg:svgBlip xmlns:asvg="http://schemas.microsoft.com/office/drawing/2016/SVG/main" r:embed="R7c09b67d2ece47b7"/>
              </a:ext>
            </a:extLst>
          </a:blip>
          <a:stretch xmlns:a="http://schemas.openxmlformats.org/drawingml/2006/main"/>
        </p:blipFill>
        <p:spPr>
          <a:xfrm xmlns:a="http://schemas.openxmlformats.org/drawingml/2006/main">
            <a:off x="9715500" y="5257800"/>
            <a:ext cx="1333500" cy="933450"/>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F85A5B92-4B86-4E74-9614-87472AC7F44E}"/>
              </a:ext>
            </a:extLst>
          </p:cNvPr>
          <p:cNvSpPr>
            <a:spLocks xmlns:a="http://schemas.openxmlformats.org/drawingml/2006/main" noGrp="1"/>
          </p:cNvSpPr>
          <p:nvPr/>
        </p:nvSpPr>
        <p:spPr>
          <a:xfrm xmlns:a="http://schemas.openxmlformats.org/drawingml/2006/main">
            <a:off x="6343650" y="57150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If the demo fails, the tests still tell the story.</a:t>
            </a:r>
          </a:p>
        </p:txBody>
      </p:sp>
    </p:spTree>
    <p:transition spd="med" advClick="1">
      <p:fade/>
    </p:transition>
    <p:extLst>
      <p:ext uri="{BB962C8B-B14F-4D97-AF65-F5344CB8AC3E}">
        <p14:creationId xmlns:p14="http://schemas.microsoft.com/office/powerpoint/2010/main" val="533139446"/>
      </p:ext>
    </p:extLst>
  </p:cSld>
</p:sld>
</file>

<file path=ppt/slides/slide19.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CF9986D2-7194-4DDA-A0F2-F9523B2084C9}"/>
              </a:ext>
            </a:extLst>
          </p:cNvPr>
          <p:cNvSpPr>
            <a:spLocks xmlns:a="http://schemas.openxmlformats.org/drawingml/2006/main" noGrp="1"/>
          </p:cNvSpPr>
          <p:nvPr/>
        </p:nvSpPr>
        <p:spPr>
          <a:xfrm xmlns:a="http://schemas.openxmlformats.org/drawingml/2006/main">
            <a:off x="60960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825" b="1">
                <a:solidFill>
                  <a:srgbClr val="194D38"/>
                </a:solidFill>
                <a:latin typeface="Noto Sans"/>
                <a:ea typeface="Noto Sans"/>
                <a:cs typeface="Noto Sans"/>
              </a:defRPr>
            </a:defPPr>
            <a:lvl1pPr algn="l">
              <a:defRPr sz="825" b="1">
                <a:solidFill>
                  <a:srgbClr val="194D38"/>
                </a:solidFill>
                <a:latin typeface="Noto Sans"/>
                <a:ea typeface="Noto Sans"/>
                <a:cs typeface="Noto Sans"/>
              </a:defRPr>
            </a:lvl1pPr>
            <a:lvl2pPr algn="l">
              <a:defRPr sz="825" b="1">
                <a:solidFill>
                  <a:srgbClr val="194D38"/>
                </a:solidFill>
                <a:latin typeface="Noto Sans"/>
                <a:ea typeface="Noto Sans"/>
                <a:cs typeface="Noto Sans"/>
              </a:defRPr>
            </a:lvl2pPr>
            <a:lvl3pPr algn="l">
              <a:defRPr sz="825" b="1">
                <a:solidFill>
                  <a:srgbClr val="194D38"/>
                </a:solidFill>
                <a:latin typeface="Noto Sans"/>
                <a:ea typeface="Noto Sans"/>
                <a:cs typeface="Noto Sans"/>
              </a:defRPr>
            </a:lvl3pPr>
            <a:lvl4pPr algn="l">
              <a:defRPr sz="825" b="1">
                <a:solidFill>
                  <a:srgbClr val="194D38"/>
                </a:solidFill>
                <a:latin typeface="Noto Sans"/>
                <a:ea typeface="Noto Sans"/>
                <a:cs typeface="Noto Sans"/>
              </a:defRPr>
            </a:lvl4pPr>
            <a:lvl5pPr algn="l">
              <a:defRPr sz="825" b="1">
                <a:solidFill>
                  <a:srgbClr val="194D38"/>
                </a:solidFill>
                <a:latin typeface="Noto Sans"/>
                <a:ea typeface="Noto Sans"/>
                <a:cs typeface="Noto Sans"/>
              </a:defRPr>
            </a:lvl5pPr>
            <a:lvl6pPr algn="l">
              <a:defRPr sz="825" b="1">
                <a:solidFill>
                  <a:srgbClr val="194D38"/>
                </a:solidFill>
                <a:latin typeface="Noto Sans"/>
                <a:ea typeface="Noto Sans"/>
                <a:cs typeface="Noto Sans"/>
              </a:defRPr>
            </a:lvl6pPr>
            <a:lvl7pPr algn="l">
              <a:defRPr sz="825" b="1">
                <a:solidFill>
                  <a:srgbClr val="194D38"/>
                </a:solidFill>
                <a:latin typeface="Noto Sans"/>
                <a:ea typeface="Noto Sans"/>
                <a:cs typeface="Noto Sans"/>
              </a:defRPr>
            </a:lvl7pPr>
            <a:lvl8pPr algn="l">
              <a:defRPr sz="825" b="1">
                <a:solidFill>
                  <a:srgbClr val="194D38"/>
                </a:solidFill>
                <a:latin typeface="Noto Sans"/>
                <a:ea typeface="Noto Sans"/>
                <a:cs typeface="Noto Sans"/>
              </a:defRPr>
            </a:lvl8pPr>
            <a:lvl9pPr algn="l">
              <a:defRPr sz="825" b="1">
                <a:solidFill>
                  <a:srgbClr val="194D38"/>
                </a:solidFill>
                <a:latin typeface="Noto Sans"/>
                <a:ea typeface="Noto Sans"/>
                <a:cs typeface="Noto Sans"/>
              </a:defRPr>
            </a:lvl9pPr>
          </a:lstStyle>
          <a:p xmlns:a="http://schemas.openxmlformats.org/drawingml/2006/main">
            <a:pPr algn="l">
              <a:defRPr sz="825" b="1">
                <a:solidFill>
                  <a:srgbClr val="194D38"/>
                </a:solidFill>
                <a:latin typeface="Noto Sans"/>
                <a:ea typeface="Noto Sans"/>
                <a:cs typeface="Noto Sans"/>
              </a:defRPr>
            </a:pPr>
            <a:r>
              <a:rPr sz="825" b="1">
                <a:solidFill>
                  <a:srgbClr val="194D38"/>
                </a:solidFill>
                <a:latin typeface="Noto Sans"/>
                <a:ea typeface="Noto Sans"/>
                <a:cs typeface="Noto Sans"/>
              </a:rPr>
              <a:t>CONCLUSION</a:t>
            </a:r>
          </a:p>
        </p:txBody>
      </p:sp>
      <p:sp>
        <p:nvSpPr>
          <p:cNvPr id="2" name="">
            <a:extLst xmlns:a="http://schemas.openxmlformats.org/drawingml/2006/main">
              <a:ext uri="{FF2B5EF4-FFF2-40B4-BE49-F238E27FC236}">
                <a16:creationId xmlns:a16="http://schemas.microsoft.com/office/drawing/2014/main" id="{9489F967-C3CB-48A5-B752-B5A86931B3D5}"/>
              </a:ext>
            </a:extLst>
          </p:cNvPr>
          <p:cNvSpPr>
            <a:spLocks xmlns:a="http://schemas.openxmlformats.org/drawingml/2006/main" noGrp="1"/>
          </p:cNvSpPr>
          <p:nvPr/>
        </p:nvSpPr>
        <p:spPr>
          <a:xfrm xmlns:a="http://schemas.openxmlformats.org/drawingml/2006/main">
            <a:off x="11144250" y="266700"/>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r">
              <a:defRPr sz="825" b="1">
                <a:solidFill>
                  <a:srgbClr val="617369"/>
                </a:solidFill>
                <a:latin typeface="Noto Sans"/>
                <a:ea typeface="Noto Sans"/>
                <a:cs typeface="Noto Sans"/>
              </a:defRPr>
            </a:defPPr>
            <a:lvl1pPr algn="r">
              <a:defRPr sz="825" b="1">
                <a:solidFill>
                  <a:srgbClr val="617369"/>
                </a:solidFill>
                <a:latin typeface="Noto Sans"/>
                <a:ea typeface="Noto Sans"/>
                <a:cs typeface="Noto Sans"/>
              </a:defRPr>
            </a:lvl1pPr>
            <a:lvl2pPr algn="r">
              <a:defRPr sz="825" b="1">
                <a:solidFill>
                  <a:srgbClr val="617369"/>
                </a:solidFill>
                <a:latin typeface="Noto Sans"/>
                <a:ea typeface="Noto Sans"/>
                <a:cs typeface="Noto Sans"/>
              </a:defRPr>
            </a:lvl2pPr>
            <a:lvl3pPr algn="r">
              <a:defRPr sz="825" b="1">
                <a:solidFill>
                  <a:srgbClr val="617369"/>
                </a:solidFill>
                <a:latin typeface="Noto Sans"/>
                <a:ea typeface="Noto Sans"/>
                <a:cs typeface="Noto Sans"/>
              </a:defRPr>
            </a:lvl3pPr>
            <a:lvl4pPr algn="r">
              <a:defRPr sz="825" b="1">
                <a:solidFill>
                  <a:srgbClr val="617369"/>
                </a:solidFill>
                <a:latin typeface="Noto Sans"/>
                <a:ea typeface="Noto Sans"/>
                <a:cs typeface="Noto Sans"/>
              </a:defRPr>
            </a:lvl4pPr>
            <a:lvl5pPr algn="r">
              <a:defRPr sz="825" b="1">
                <a:solidFill>
                  <a:srgbClr val="617369"/>
                </a:solidFill>
                <a:latin typeface="Noto Sans"/>
                <a:ea typeface="Noto Sans"/>
                <a:cs typeface="Noto Sans"/>
              </a:defRPr>
            </a:lvl5pPr>
            <a:lvl6pPr algn="r">
              <a:defRPr sz="825" b="1">
                <a:solidFill>
                  <a:srgbClr val="617369"/>
                </a:solidFill>
                <a:latin typeface="Noto Sans"/>
                <a:ea typeface="Noto Sans"/>
                <a:cs typeface="Noto Sans"/>
              </a:defRPr>
            </a:lvl6pPr>
            <a:lvl7pPr algn="r">
              <a:defRPr sz="825" b="1">
                <a:solidFill>
                  <a:srgbClr val="617369"/>
                </a:solidFill>
                <a:latin typeface="Noto Sans"/>
                <a:ea typeface="Noto Sans"/>
                <a:cs typeface="Noto Sans"/>
              </a:defRPr>
            </a:lvl7pPr>
            <a:lvl8pPr algn="r">
              <a:defRPr sz="825" b="1">
                <a:solidFill>
                  <a:srgbClr val="617369"/>
                </a:solidFill>
                <a:latin typeface="Noto Sans"/>
                <a:ea typeface="Noto Sans"/>
                <a:cs typeface="Noto Sans"/>
              </a:defRPr>
            </a:lvl8pPr>
            <a:lvl9pPr algn="r">
              <a:defRPr sz="825" b="1">
                <a:solidFill>
                  <a:srgbClr val="617369"/>
                </a:solidFill>
                <a:latin typeface="Noto Sans"/>
                <a:ea typeface="Noto Sans"/>
                <a:cs typeface="Noto Sans"/>
              </a:defRPr>
            </a:lvl9pPr>
          </a:lstStyle>
          <a:p xmlns:a="http://schemas.openxmlformats.org/drawingml/2006/main">
            <a:pPr algn="r">
              <a:defRPr sz="825" b="1">
                <a:solidFill>
                  <a:srgbClr val="617369"/>
                </a:solidFill>
                <a:latin typeface="Noto Sans"/>
                <a:ea typeface="Noto Sans"/>
                <a:cs typeface="Noto Sans"/>
              </a:defRPr>
            </a:pPr>
            <a:r>
              <a:rPr sz="825" b="1">
                <a:solidFill>
                  <a:srgbClr val="617369"/>
                </a:solidFill>
                <a:latin typeface="Noto Sans"/>
                <a:ea typeface="Noto Sans"/>
                <a:cs typeface="Noto Sans"/>
              </a:rPr>
              <a:t>19</a:t>
            </a:r>
          </a:p>
        </p:txBody>
      </p:sp>
      <p:sp>
        <p:nvSpPr>
          <p:cNvPr id="3" name="">
            <a:extLst xmlns:a="http://schemas.openxmlformats.org/drawingml/2006/main">
              <a:ext uri="{FF2B5EF4-FFF2-40B4-BE49-F238E27FC236}">
                <a16:creationId xmlns:a16="http://schemas.microsoft.com/office/drawing/2014/main" id="{C22FEFAE-47F2-4BD9-A142-2D82C16C616F}"/>
              </a:ext>
            </a:extLst>
          </p:cNvPr>
          <p:cNvSpPr>
            <a:spLocks xmlns:a="http://schemas.openxmlformats.org/drawingml/2006/main" noGrp="1"/>
          </p:cNvSpPr>
          <p:nvPr/>
        </p:nvSpPr>
        <p:spPr>
          <a:xfrm xmlns:a="http://schemas.openxmlformats.org/drawingml/2006/main">
            <a:off x="609600" y="5334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550" b="1">
                <a:solidFill>
                  <a:srgbClr val="192B23"/>
                </a:solidFill>
                <a:latin typeface="Noto Sans"/>
                <a:ea typeface="Noto Sans"/>
                <a:cs typeface="Noto Sans"/>
              </a:defRPr>
            </a:defPPr>
            <a:lvl1pPr algn="l">
              <a:defRPr sz="2550" b="1">
                <a:solidFill>
                  <a:srgbClr val="192B23"/>
                </a:solidFill>
                <a:latin typeface="Noto Sans"/>
                <a:ea typeface="Noto Sans"/>
                <a:cs typeface="Noto Sans"/>
              </a:defRPr>
            </a:lvl1pPr>
            <a:lvl2pPr algn="l">
              <a:defRPr sz="2550" b="1">
                <a:solidFill>
                  <a:srgbClr val="192B23"/>
                </a:solidFill>
                <a:latin typeface="Noto Sans"/>
                <a:ea typeface="Noto Sans"/>
                <a:cs typeface="Noto Sans"/>
              </a:defRPr>
            </a:lvl2pPr>
            <a:lvl3pPr algn="l">
              <a:defRPr sz="2550" b="1">
                <a:solidFill>
                  <a:srgbClr val="192B23"/>
                </a:solidFill>
                <a:latin typeface="Noto Sans"/>
                <a:ea typeface="Noto Sans"/>
                <a:cs typeface="Noto Sans"/>
              </a:defRPr>
            </a:lvl3pPr>
            <a:lvl4pPr algn="l">
              <a:defRPr sz="2550" b="1">
                <a:solidFill>
                  <a:srgbClr val="192B23"/>
                </a:solidFill>
                <a:latin typeface="Noto Sans"/>
                <a:ea typeface="Noto Sans"/>
                <a:cs typeface="Noto Sans"/>
              </a:defRPr>
            </a:lvl4pPr>
            <a:lvl5pPr algn="l">
              <a:defRPr sz="2550" b="1">
                <a:solidFill>
                  <a:srgbClr val="192B23"/>
                </a:solidFill>
                <a:latin typeface="Noto Sans"/>
                <a:ea typeface="Noto Sans"/>
                <a:cs typeface="Noto Sans"/>
              </a:defRPr>
            </a:lvl5pPr>
            <a:lvl6pPr algn="l">
              <a:defRPr sz="2550" b="1">
                <a:solidFill>
                  <a:srgbClr val="192B23"/>
                </a:solidFill>
                <a:latin typeface="Noto Sans"/>
                <a:ea typeface="Noto Sans"/>
                <a:cs typeface="Noto Sans"/>
              </a:defRPr>
            </a:lvl6pPr>
            <a:lvl7pPr algn="l">
              <a:defRPr sz="2550" b="1">
                <a:solidFill>
                  <a:srgbClr val="192B23"/>
                </a:solidFill>
                <a:latin typeface="Noto Sans"/>
                <a:ea typeface="Noto Sans"/>
                <a:cs typeface="Noto Sans"/>
              </a:defRPr>
            </a:lvl7pPr>
            <a:lvl8pPr algn="l">
              <a:defRPr sz="2550" b="1">
                <a:solidFill>
                  <a:srgbClr val="192B23"/>
                </a:solidFill>
                <a:latin typeface="Noto Sans"/>
                <a:ea typeface="Noto Sans"/>
                <a:cs typeface="Noto Sans"/>
              </a:defRPr>
            </a:lvl8pPr>
            <a:lvl9pPr algn="l">
              <a:defRPr sz="2550" b="1">
                <a:solidFill>
                  <a:srgbClr val="192B23"/>
                </a:solidFill>
                <a:latin typeface="Noto Sans"/>
                <a:ea typeface="Noto Sans"/>
                <a:cs typeface="Noto Sans"/>
              </a:defRPr>
            </a:lvl9pPr>
          </a:lstStyle>
          <a:p xmlns:a="http://schemas.openxmlformats.org/drawingml/2006/main">
            <a:pPr algn="l">
              <a:defRPr sz="2550" b="1">
                <a:solidFill>
                  <a:srgbClr val="192B23"/>
                </a:solidFill>
                <a:latin typeface="Noto Sans"/>
                <a:ea typeface="Noto Sans"/>
                <a:cs typeface="Noto Sans"/>
              </a:defRPr>
            </a:pPr>
            <a:r>
              <a:rPr sz="2550" b="1">
                <a:solidFill>
                  <a:srgbClr val="192B23"/>
                </a:solidFill>
                <a:latin typeface="Noto Sans"/>
                <a:ea typeface="Noto Sans"/>
                <a:cs typeface="Noto Sans"/>
              </a:rPr>
              <a:t>What I learned and what comes next</a:t>
            </a:r>
          </a:p>
        </p:txBody>
      </p:sp>
      <p:sp>
        <p:nvSpPr>
          <p:cNvPr id="4" name="">
            <a:extLst xmlns:a="http://schemas.openxmlformats.org/drawingml/2006/main">
              <a:ext uri="{FF2B5EF4-FFF2-40B4-BE49-F238E27FC236}">
                <a16:creationId xmlns:a16="http://schemas.microsoft.com/office/drawing/2014/main" id="{7A180226-D393-4044-A73F-10D4F673014E}"/>
              </a:ext>
            </a:extLst>
          </p:cNvPr>
          <p:cNvSpPr>
            <a:spLocks xmlns:a="http://schemas.openxmlformats.org/drawingml/2006/main" noGrp="1"/>
          </p:cNvSpPr>
          <p:nvPr/>
        </p:nvSpPr>
        <p:spPr>
          <a:xfrm xmlns:a="http://schemas.openxmlformats.org/drawingml/2006/main">
            <a:off x="609600" y="1181100"/>
            <a:ext cx="10972800" cy="0"/>
          </a:xfrm>
          <a:prstGeom xmlns:a="http://schemas.openxmlformats.org/drawingml/2006/main" prst="line">
            <a:avLst/>
          </a:prstGeom>
          <a:ln xmlns:a="http://schemas.openxmlformats.org/drawingml/2006/main" w="9525">
            <a:solidFill>
              <a:srgbClr val="CFDBCF"/>
            </a:solidFill>
            <a:prstDash val="solid"/>
          </a:ln>
        </p:spPr>
      </p:sp>
      <p:sp>
        <p:nvSpPr>
          <p:cNvPr id="5" name="">
            <a:extLst xmlns:a="http://schemas.openxmlformats.org/drawingml/2006/main">
              <a:ext uri="{FF2B5EF4-FFF2-40B4-BE49-F238E27FC236}">
                <a16:creationId xmlns:a16="http://schemas.microsoft.com/office/drawing/2014/main" id="{12E03181-1119-4CE7-8782-358232BE17C6}"/>
              </a:ext>
            </a:extLst>
          </p:cNvPr>
          <p:cNvSpPr>
            <a:spLocks xmlns:a="http://schemas.openxmlformats.org/drawingml/2006/main" noGrp="1"/>
          </p:cNvSpPr>
          <p:nvPr/>
        </p:nvSpPr>
        <p:spPr>
          <a:xfrm xmlns:a="http://schemas.openxmlformats.org/drawingml/2006/main">
            <a:off x="609600" y="13335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617369"/>
                </a:solidFill>
                <a:latin typeface="Noto Sans"/>
                <a:ea typeface="Noto Sans"/>
                <a:cs typeface="Noto Sans"/>
              </a:defRPr>
            </a:defPPr>
            <a:lvl1pPr algn="l">
              <a:defRPr sz="1200" b="0">
                <a:solidFill>
                  <a:srgbClr val="617369"/>
                </a:solidFill>
                <a:latin typeface="Noto Sans"/>
                <a:ea typeface="Noto Sans"/>
                <a:cs typeface="Noto Sans"/>
              </a:defRPr>
            </a:lvl1pPr>
            <a:lvl2pPr algn="l">
              <a:defRPr sz="1200" b="0">
                <a:solidFill>
                  <a:srgbClr val="617369"/>
                </a:solidFill>
                <a:latin typeface="Noto Sans"/>
                <a:ea typeface="Noto Sans"/>
                <a:cs typeface="Noto Sans"/>
              </a:defRPr>
            </a:lvl2pPr>
            <a:lvl3pPr algn="l">
              <a:defRPr sz="1200" b="0">
                <a:solidFill>
                  <a:srgbClr val="617369"/>
                </a:solidFill>
                <a:latin typeface="Noto Sans"/>
                <a:ea typeface="Noto Sans"/>
                <a:cs typeface="Noto Sans"/>
              </a:defRPr>
            </a:lvl3pPr>
            <a:lvl4pPr algn="l">
              <a:defRPr sz="1200" b="0">
                <a:solidFill>
                  <a:srgbClr val="617369"/>
                </a:solidFill>
                <a:latin typeface="Noto Sans"/>
                <a:ea typeface="Noto Sans"/>
                <a:cs typeface="Noto Sans"/>
              </a:defRPr>
            </a:lvl4pPr>
            <a:lvl5pPr algn="l">
              <a:defRPr sz="1200" b="0">
                <a:solidFill>
                  <a:srgbClr val="617369"/>
                </a:solidFill>
                <a:latin typeface="Noto Sans"/>
                <a:ea typeface="Noto Sans"/>
                <a:cs typeface="Noto Sans"/>
              </a:defRPr>
            </a:lvl5pPr>
            <a:lvl6pPr algn="l">
              <a:defRPr sz="1200" b="0">
                <a:solidFill>
                  <a:srgbClr val="617369"/>
                </a:solidFill>
                <a:latin typeface="Noto Sans"/>
                <a:ea typeface="Noto Sans"/>
                <a:cs typeface="Noto Sans"/>
              </a:defRPr>
            </a:lvl6pPr>
            <a:lvl7pPr algn="l">
              <a:defRPr sz="1200" b="0">
                <a:solidFill>
                  <a:srgbClr val="617369"/>
                </a:solidFill>
                <a:latin typeface="Noto Sans"/>
                <a:ea typeface="Noto Sans"/>
                <a:cs typeface="Noto Sans"/>
              </a:defRPr>
            </a:lvl7pPr>
            <a:lvl8pPr algn="l">
              <a:defRPr sz="1200" b="0">
                <a:solidFill>
                  <a:srgbClr val="617369"/>
                </a:solidFill>
                <a:latin typeface="Noto Sans"/>
                <a:ea typeface="Noto Sans"/>
                <a:cs typeface="Noto Sans"/>
              </a:defRPr>
            </a:lvl8pPr>
            <a:lvl9pPr algn="l">
              <a:defRPr sz="1200" b="0">
                <a:solidFill>
                  <a:srgbClr val="617369"/>
                </a:solidFill>
                <a:latin typeface="Noto Sans"/>
                <a:ea typeface="Noto Sans"/>
                <a:cs typeface="Noto Sans"/>
              </a:defRPr>
            </a:lvl9pPr>
          </a:lstStyle>
          <a:p xmlns:a="http://schemas.openxmlformats.org/drawingml/2006/main">
            <a:pPr algn="l">
              <a:defRPr sz="1200" b="0">
                <a:solidFill>
                  <a:srgbClr val="617369"/>
                </a:solidFill>
                <a:latin typeface="Noto Sans"/>
                <a:ea typeface="Noto Sans"/>
                <a:cs typeface="Noto Sans"/>
              </a:defRPr>
            </a:pPr>
            <a:r>
              <a:rPr sz="1200" b="0">
                <a:solidFill>
                  <a:srgbClr val="617369"/>
                </a:solidFill>
                <a:latin typeface="Noto Sans"/>
                <a:ea typeface="Noto Sans"/>
                <a:cs typeface="Noto Sans"/>
              </a:rPr>
              <a:t>The backend work changed how I think about authority, data integrity and failure recovery.</a:t>
            </a:r>
          </a:p>
        </p:txBody>
      </p:sp>
      <p:sp>
        <p:nvSpPr>
          <p:cNvPr id="6" name="">
            <a:extLst xmlns:a="http://schemas.openxmlformats.org/drawingml/2006/main">
              <a:ext uri="{FF2B5EF4-FFF2-40B4-BE49-F238E27FC236}">
                <a16:creationId xmlns:a16="http://schemas.microsoft.com/office/drawing/2014/main" id="{EC71C446-DE6B-4CE2-8822-5952A39778B6}"/>
              </a:ext>
            </a:extLst>
          </p:cNvPr>
          <p:cNvSpPr>
            <a:spLocks xmlns:a="http://schemas.openxmlformats.org/drawingml/2006/main" noGrp="1"/>
          </p:cNvSpPr>
          <p:nvPr/>
        </p:nvSpPr>
        <p:spPr>
          <a:xfrm xmlns:a="http://schemas.openxmlformats.org/drawingml/2006/main">
            <a:off x="609600" y="6553200"/>
            <a:ext cx="2667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600" b="1">
                <a:solidFill>
                  <a:srgbClr val="7B8D82"/>
                </a:solidFill>
                <a:latin typeface="Noto Sans"/>
                <a:ea typeface="Noto Sans"/>
                <a:cs typeface="Noto Sans"/>
              </a:defRPr>
            </a:defPPr>
            <a:lvl1pPr algn="l">
              <a:defRPr sz="600" b="1">
                <a:solidFill>
                  <a:srgbClr val="7B8D82"/>
                </a:solidFill>
                <a:latin typeface="Noto Sans"/>
                <a:ea typeface="Noto Sans"/>
                <a:cs typeface="Noto Sans"/>
              </a:defRPr>
            </a:lvl1pPr>
            <a:lvl2pPr algn="l">
              <a:defRPr sz="600" b="1">
                <a:solidFill>
                  <a:srgbClr val="7B8D82"/>
                </a:solidFill>
                <a:latin typeface="Noto Sans"/>
                <a:ea typeface="Noto Sans"/>
                <a:cs typeface="Noto Sans"/>
              </a:defRPr>
            </a:lvl2pPr>
            <a:lvl3pPr algn="l">
              <a:defRPr sz="600" b="1">
                <a:solidFill>
                  <a:srgbClr val="7B8D82"/>
                </a:solidFill>
                <a:latin typeface="Noto Sans"/>
                <a:ea typeface="Noto Sans"/>
                <a:cs typeface="Noto Sans"/>
              </a:defRPr>
            </a:lvl3pPr>
            <a:lvl4pPr algn="l">
              <a:defRPr sz="600" b="1">
                <a:solidFill>
                  <a:srgbClr val="7B8D82"/>
                </a:solidFill>
                <a:latin typeface="Noto Sans"/>
                <a:ea typeface="Noto Sans"/>
                <a:cs typeface="Noto Sans"/>
              </a:defRPr>
            </a:lvl4pPr>
            <a:lvl5pPr algn="l">
              <a:defRPr sz="600" b="1">
                <a:solidFill>
                  <a:srgbClr val="7B8D82"/>
                </a:solidFill>
                <a:latin typeface="Noto Sans"/>
                <a:ea typeface="Noto Sans"/>
                <a:cs typeface="Noto Sans"/>
              </a:defRPr>
            </a:lvl5pPr>
            <a:lvl6pPr algn="l">
              <a:defRPr sz="600" b="1">
                <a:solidFill>
                  <a:srgbClr val="7B8D82"/>
                </a:solidFill>
                <a:latin typeface="Noto Sans"/>
                <a:ea typeface="Noto Sans"/>
                <a:cs typeface="Noto Sans"/>
              </a:defRPr>
            </a:lvl6pPr>
            <a:lvl7pPr algn="l">
              <a:defRPr sz="600" b="1">
                <a:solidFill>
                  <a:srgbClr val="7B8D82"/>
                </a:solidFill>
                <a:latin typeface="Noto Sans"/>
                <a:ea typeface="Noto Sans"/>
                <a:cs typeface="Noto Sans"/>
              </a:defRPr>
            </a:lvl7pPr>
            <a:lvl8pPr algn="l">
              <a:defRPr sz="600" b="1">
                <a:solidFill>
                  <a:srgbClr val="7B8D82"/>
                </a:solidFill>
                <a:latin typeface="Noto Sans"/>
                <a:ea typeface="Noto Sans"/>
                <a:cs typeface="Noto Sans"/>
              </a:defRPr>
            </a:lvl8pPr>
            <a:lvl9pPr algn="l">
              <a:defRPr sz="600" b="1">
                <a:solidFill>
                  <a:srgbClr val="7B8D82"/>
                </a:solidFill>
                <a:latin typeface="Noto Sans"/>
                <a:ea typeface="Noto Sans"/>
                <a:cs typeface="Noto Sans"/>
              </a:defRPr>
            </a:lvl9pPr>
          </a:lstStyle>
          <a:p xmlns:a="http://schemas.openxmlformats.org/drawingml/2006/main">
            <a:pPr algn="l">
              <a:defRPr sz="600" b="1">
                <a:solidFill>
                  <a:srgbClr val="7B8D82"/>
                </a:solidFill>
                <a:latin typeface="Noto Sans"/>
                <a:ea typeface="Noto Sans"/>
                <a:cs typeface="Noto Sans"/>
              </a:defRPr>
            </a:pPr>
            <a:r>
              <a:rPr sz="600" b="1">
                <a:solidFill>
                  <a:srgbClr val="7B8D82"/>
                </a:solidFill>
                <a:latin typeface="Noto Sans"/>
                <a:ea typeface="Noto Sans"/>
                <a:cs typeface="Noto Sans"/>
              </a:rPr>
              <a:t>CODITENT  /  BACKEND</a:t>
            </a:r>
          </a:p>
        </p:txBody>
      </p:sp>
      <p:sp>
        <p:nvSpPr>
          <p:cNvPr id="7" name="">
            <a:extLst xmlns:a="http://schemas.openxmlformats.org/drawingml/2006/main">
              <a:ext uri="{FF2B5EF4-FFF2-40B4-BE49-F238E27FC236}">
                <a16:creationId xmlns:a16="http://schemas.microsoft.com/office/drawing/2014/main" id="{A57D69BB-8EA3-4865-BDFB-08982B3B7D37}"/>
              </a:ext>
            </a:extLst>
          </p:cNvPr>
          <p:cNvSpPr>
            <a:spLocks xmlns:a="http://schemas.openxmlformats.org/drawingml/2006/main" noGrp="1"/>
          </p:cNvSpPr>
          <p:nvPr/>
        </p:nvSpPr>
        <p:spPr>
          <a:xfrm xmlns:a="http://schemas.openxmlformats.org/drawingml/2006/main">
            <a:off x="609600" y="18859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194D38"/>
                </a:solidFill>
                <a:latin typeface="Noto Sans"/>
                <a:ea typeface="Noto Sans"/>
                <a:cs typeface="Noto Sans"/>
              </a:defRPr>
            </a:defPPr>
            <a:lvl1pPr algn="l">
              <a:defRPr sz="900" b="1">
                <a:solidFill>
                  <a:srgbClr val="194D38"/>
                </a:solidFill>
                <a:latin typeface="Noto Sans"/>
                <a:ea typeface="Noto Sans"/>
                <a:cs typeface="Noto Sans"/>
              </a:defRPr>
            </a:lvl1pPr>
            <a:lvl2pPr algn="l">
              <a:defRPr sz="900" b="1">
                <a:solidFill>
                  <a:srgbClr val="194D38"/>
                </a:solidFill>
                <a:latin typeface="Noto Sans"/>
                <a:ea typeface="Noto Sans"/>
                <a:cs typeface="Noto Sans"/>
              </a:defRPr>
            </a:lvl2pPr>
            <a:lvl3pPr algn="l">
              <a:defRPr sz="900" b="1">
                <a:solidFill>
                  <a:srgbClr val="194D38"/>
                </a:solidFill>
                <a:latin typeface="Noto Sans"/>
                <a:ea typeface="Noto Sans"/>
                <a:cs typeface="Noto Sans"/>
              </a:defRPr>
            </a:lvl3pPr>
            <a:lvl4pPr algn="l">
              <a:defRPr sz="900" b="1">
                <a:solidFill>
                  <a:srgbClr val="194D38"/>
                </a:solidFill>
                <a:latin typeface="Noto Sans"/>
                <a:ea typeface="Noto Sans"/>
                <a:cs typeface="Noto Sans"/>
              </a:defRPr>
            </a:lvl4pPr>
            <a:lvl5pPr algn="l">
              <a:defRPr sz="900" b="1">
                <a:solidFill>
                  <a:srgbClr val="194D38"/>
                </a:solidFill>
                <a:latin typeface="Noto Sans"/>
                <a:ea typeface="Noto Sans"/>
                <a:cs typeface="Noto Sans"/>
              </a:defRPr>
            </a:lvl5pPr>
            <a:lvl6pPr algn="l">
              <a:defRPr sz="900" b="1">
                <a:solidFill>
                  <a:srgbClr val="194D38"/>
                </a:solidFill>
                <a:latin typeface="Noto Sans"/>
                <a:ea typeface="Noto Sans"/>
                <a:cs typeface="Noto Sans"/>
              </a:defRPr>
            </a:lvl6pPr>
            <a:lvl7pPr algn="l">
              <a:defRPr sz="900" b="1">
                <a:solidFill>
                  <a:srgbClr val="194D38"/>
                </a:solidFill>
                <a:latin typeface="Noto Sans"/>
                <a:ea typeface="Noto Sans"/>
                <a:cs typeface="Noto Sans"/>
              </a:defRPr>
            </a:lvl7pPr>
            <a:lvl8pPr algn="l">
              <a:defRPr sz="900" b="1">
                <a:solidFill>
                  <a:srgbClr val="194D38"/>
                </a:solidFill>
                <a:latin typeface="Noto Sans"/>
                <a:ea typeface="Noto Sans"/>
                <a:cs typeface="Noto Sans"/>
              </a:defRPr>
            </a:lvl8pPr>
            <a:lvl9pPr algn="l">
              <a:defRPr sz="900" b="1">
                <a:solidFill>
                  <a:srgbClr val="194D38"/>
                </a:solidFill>
                <a:latin typeface="Noto Sans"/>
                <a:ea typeface="Noto Sans"/>
                <a:cs typeface="Noto Sans"/>
              </a:defRPr>
            </a:lvl9pPr>
          </a:lstStyle>
          <a:p xmlns:a="http://schemas.openxmlformats.org/drawingml/2006/main">
            <a:pPr algn="l">
              <a:defRPr sz="900" b="1">
                <a:solidFill>
                  <a:srgbClr val="194D38"/>
                </a:solidFill>
                <a:latin typeface="Noto Sans"/>
                <a:ea typeface="Noto Sans"/>
                <a:cs typeface="Noto Sans"/>
              </a:defRPr>
            </a:pPr>
            <a:r>
              <a:rPr sz="900" b="1">
                <a:solidFill>
                  <a:srgbClr val="194D38"/>
                </a:solidFill>
                <a:latin typeface="Noto Sans"/>
                <a:ea typeface="Noto Sans"/>
                <a:cs typeface="Noto Sans"/>
              </a:rPr>
              <a:t>THREE LESSONS</a:t>
            </a:r>
          </a:p>
        </p:txBody>
      </p:sp>
      <p:sp>
        <p:nvSpPr>
          <p:cNvPr id="8" name="">
            <a:extLst xmlns:a="http://schemas.openxmlformats.org/drawingml/2006/main">
              <a:ext uri="{FF2B5EF4-FFF2-40B4-BE49-F238E27FC236}">
                <a16:creationId xmlns:a16="http://schemas.microsoft.com/office/drawing/2014/main" id="{6467FFED-DA51-4EE3-A3F8-E5EC5154EF73}"/>
              </a:ext>
            </a:extLst>
          </p:cNvPr>
          <p:cNvSpPr>
            <a:spLocks xmlns:a="http://schemas.openxmlformats.org/drawingml/2006/main" noGrp="1"/>
          </p:cNvSpPr>
          <p:nvPr/>
        </p:nvSpPr>
        <p:spPr>
          <a:xfrm xmlns:a="http://schemas.openxmlformats.org/drawingml/2006/main">
            <a:off x="609600" y="23050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356456"/>
                </a:solidFill>
                <a:latin typeface="Noto Sans"/>
                <a:ea typeface="Noto Sans"/>
                <a:cs typeface="Noto Sans"/>
              </a:defRPr>
            </a:defPPr>
            <a:lvl1pPr algn="l">
              <a:defRPr sz="1425" b="1">
                <a:solidFill>
                  <a:srgbClr val="356456"/>
                </a:solidFill>
                <a:latin typeface="Noto Sans"/>
                <a:ea typeface="Noto Sans"/>
                <a:cs typeface="Noto Sans"/>
              </a:defRPr>
            </a:lvl1pPr>
            <a:lvl2pPr algn="l">
              <a:defRPr sz="1425" b="1">
                <a:solidFill>
                  <a:srgbClr val="356456"/>
                </a:solidFill>
                <a:latin typeface="Noto Sans"/>
                <a:ea typeface="Noto Sans"/>
                <a:cs typeface="Noto Sans"/>
              </a:defRPr>
            </a:lvl2pPr>
            <a:lvl3pPr algn="l">
              <a:defRPr sz="1425" b="1">
                <a:solidFill>
                  <a:srgbClr val="356456"/>
                </a:solidFill>
                <a:latin typeface="Noto Sans"/>
                <a:ea typeface="Noto Sans"/>
                <a:cs typeface="Noto Sans"/>
              </a:defRPr>
            </a:lvl3pPr>
            <a:lvl4pPr algn="l">
              <a:defRPr sz="1425" b="1">
                <a:solidFill>
                  <a:srgbClr val="356456"/>
                </a:solidFill>
                <a:latin typeface="Noto Sans"/>
                <a:ea typeface="Noto Sans"/>
                <a:cs typeface="Noto Sans"/>
              </a:defRPr>
            </a:lvl4pPr>
            <a:lvl5pPr algn="l">
              <a:defRPr sz="1425" b="1">
                <a:solidFill>
                  <a:srgbClr val="356456"/>
                </a:solidFill>
                <a:latin typeface="Noto Sans"/>
                <a:ea typeface="Noto Sans"/>
                <a:cs typeface="Noto Sans"/>
              </a:defRPr>
            </a:lvl5pPr>
            <a:lvl6pPr algn="l">
              <a:defRPr sz="1425" b="1">
                <a:solidFill>
                  <a:srgbClr val="356456"/>
                </a:solidFill>
                <a:latin typeface="Noto Sans"/>
                <a:ea typeface="Noto Sans"/>
                <a:cs typeface="Noto Sans"/>
              </a:defRPr>
            </a:lvl6pPr>
            <a:lvl7pPr algn="l">
              <a:defRPr sz="1425" b="1">
                <a:solidFill>
                  <a:srgbClr val="356456"/>
                </a:solidFill>
                <a:latin typeface="Noto Sans"/>
                <a:ea typeface="Noto Sans"/>
                <a:cs typeface="Noto Sans"/>
              </a:defRPr>
            </a:lvl7pPr>
            <a:lvl8pPr algn="l">
              <a:defRPr sz="1425" b="1">
                <a:solidFill>
                  <a:srgbClr val="356456"/>
                </a:solidFill>
                <a:latin typeface="Noto Sans"/>
                <a:ea typeface="Noto Sans"/>
                <a:cs typeface="Noto Sans"/>
              </a:defRPr>
            </a:lvl8pPr>
            <a:lvl9pPr algn="l">
              <a:defRPr sz="1425" b="1">
                <a:solidFill>
                  <a:srgbClr val="356456"/>
                </a:solidFill>
                <a:latin typeface="Noto Sans"/>
                <a:ea typeface="Noto Sans"/>
                <a:cs typeface="Noto Sans"/>
              </a:defRPr>
            </a:lvl9pPr>
          </a:lstStyle>
          <a:p xmlns:a="http://schemas.openxmlformats.org/drawingml/2006/main">
            <a:pPr algn="l">
              <a:defRPr sz="1425" b="1">
                <a:solidFill>
                  <a:srgbClr val="356456"/>
                </a:solidFill>
                <a:latin typeface="Noto Sans"/>
                <a:ea typeface="Noto Sans"/>
                <a:cs typeface="Noto Sans"/>
              </a:defRPr>
            </a:pPr>
            <a:r>
              <a:rPr sz="1425" b="1">
                <a:solidFill>
                  <a:srgbClr val="356456"/>
                </a:solidFill>
                <a:latin typeface="Noto Sans"/>
                <a:ea typeface="Noto Sans"/>
                <a:cs typeface="Noto Sans"/>
              </a:rPr>
              <a:t>Current state controls authority</a:t>
            </a:r>
          </a:p>
        </p:txBody>
      </p:sp>
      <p:sp>
        <p:nvSpPr>
          <p:cNvPr id="9" name="">
            <a:extLst xmlns:a="http://schemas.openxmlformats.org/drawingml/2006/main">
              <a:ext uri="{FF2B5EF4-FFF2-40B4-BE49-F238E27FC236}">
                <a16:creationId xmlns:a16="http://schemas.microsoft.com/office/drawing/2014/main" id="{A084C343-DC48-4CAB-89C4-2C5EBD922CED}"/>
              </a:ext>
            </a:extLst>
          </p:cNvPr>
          <p:cNvSpPr>
            <a:spLocks xmlns:a="http://schemas.openxmlformats.org/drawingml/2006/main" noGrp="1"/>
          </p:cNvSpPr>
          <p:nvPr/>
        </p:nvSpPr>
        <p:spPr>
          <a:xfrm xmlns:a="http://schemas.openxmlformats.org/drawingml/2006/main">
            <a:off x="609600" y="26670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A valid token cannot replace role, tenant and ownership checks.</a:t>
            </a:r>
          </a:p>
        </p:txBody>
      </p:sp>
      <p:sp>
        <p:nvSpPr>
          <p:cNvPr id="10" name="">
            <a:extLst xmlns:a="http://schemas.openxmlformats.org/drawingml/2006/main">
              <a:ext uri="{FF2B5EF4-FFF2-40B4-BE49-F238E27FC236}">
                <a16:creationId xmlns:a16="http://schemas.microsoft.com/office/drawing/2014/main" id="{99C1589D-71A7-4E04-9762-432EF53AB91A}"/>
              </a:ext>
            </a:extLst>
          </p:cNvPr>
          <p:cNvSpPr>
            <a:spLocks xmlns:a="http://schemas.openxmlformats.org/drawingml/2006/main" noGrp="1"/>
          </p:cNvSpPr>
          <p:nvPr/>
        </p:nvSpPr>
        <p:spPr>
          <a:xfrm xmlns:a="http://schemas.openxmlformats.org/drawingml/2006/main">
            <a:off x="609600" y="34099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356456"/>
                </a:solidFill>
                <a:latin typeface="Noto Sans"/>
                <a:ea typeface="Noto Sans"/>
                <a:cs typeface="Noto Sans"/>
              </a:defRPr>
            </a:defPPr>
            <a:lvl1pPr algn="l">
              <a:defRPr sz="1425" b="1">
                <a:solidFill>
                  <a:srgbClr val="356456"/>
                </a:solidFill>
                <a:latin typeface="Noto Sans"/>
                <a:ea typeface="Noto Sans"/>
                <a:cs typeface="Noto Sans"/>
              </a:defRPr>
            </a:lvl1pPr>
            <a:lvl2pPr algn="l">
              <a:defRPr sz="1425" b="1">
                <a:solidFill>
                  <a:srgbClr val="356456"/>
                </a:solidFill>
                <a:latin typeface="Noto Sans"/>
                <a:ea typeface="Noto Sans"/>
                <a:cs typeface="Noto Sans"/>
              </a:defRPr>
            </a:lvl2pPr>
            <a:lvl3pPr algn="l">
              <a:defRPr sz="1425" b="1">
                <a:solidFill>
                  <a:srgbClr val="356456"/>
                </a:solidFill>
                <a:latin typeface="Noto Sans"/>
                <a:ea typeface="Noto Sans"/>
                <a:cs typeface="Noto Sans"/>
              </a:defRPr>
            </a:lvl3pPr>
            <a:lvl4pPr algn="l">
              <a:defRPr sz="1425" b="1">
                <a:solidFill>
                  <a:srgbClr val="356456"/>
                </a:solidFill>
                <a:latin typeface="Noto Sans"/>
                <a:ea typeface="Noto Sans"/>
                <a:cs typeface="Noto Sans"/>
              </a:defRPr>
            </a:lvl4pPr>
            <a:lvl5pPr algn="l">
              <a:defRPr sz="1425" b="1">
                <a:solidFill>
                  <a:srgbClr val="356456"/>
                </a:solidFill>
                <a:latin typeface="Noto Sans"/>
                <a:ea typeface="Noto Sans"/>
                <a:cs typeface="Noto Sans"/>
              </a:defRPr>
            </a:lvl5pPr>
            <a:lvl6pPr algn="l">
              <a:defRPr sz="1425" b="1">
                <a:solidFill>
                  <a:srgbClr val="356456"/>
                </a:solidFill>
                <a:latin typeface="Noto Sans"/>
                <a:ea typeface="Noto Sans"/>
                <a:cs typeface="Noto Sans"/>
              </a:defRPr>
            </a:lvl6pPr>
            <a:lvl7pPr algn="l">
              <a:defRPr sz="1425" b="1">
                <a:solidFill>
                  <a:srgbClr val="356456"/>
                </a:solidFill>
                <a:latin typeface="Noto Sans"/>
                <a:ea typeface="Noto Sans"/>
                <a:cs typeface="Noto Sans"/>
              </a:defRPr>
            </a:lvl7pPr>
            <a:lvl8pPr algn="l">
              <a:defRPr sz="1425" b="1">
                <a:solidFill>
                  <a:srgbClr val="356456"/>
                </a:solidFill>
                <a:latin typeface="Noto Sans"/>
                <a:ea typeface="Noto Sans"/>
                <a:cs typeface="Noto Sans"/>
              </a:defRPr>
            </a:lvl8pPr>
            <a:lvl9pPr algn="l">
              <a:defRPr sz="1425" b="1">
                <a:solidFill>
                  <a:srgbClr val="356456"/>
                </a:solidFill>
                <a:latin typeface="Noto Sans"/>
                <a:ea typeface="Noto Sans"/>
                <a:cs typeface="Noto Sans"/>
              </a:defRPr>
            </a:lvl9pPr>
          </a:lstStyle>
          <a:p xmlns:a="http://schemas.openxmlformats.org/drawingml/2006/main">
            <a:pPr algn="l">
              <a:defRPr sz="1425" b="1">
                <a:solidFill>
                  <a:srgbClr val="356456"/>
                </a:solidFill>
                <a:latin typeface="Noto Sans"/>
                <a:ea typeface="Noto Sans"/>
                <a:cs typeface="Noto Sans"/>
              </a:defRPr>
            </a:pPr>
            <a:r>
              <a:rPr sz="1425" b="1">
                <a:solidFill>
                  <a:srgbClr val="356456"/>
                </a:solidFill>
                <a:latin typeface="Noto Sans"/>
                <a:ea typeface="Noto Sans"/>
                <a:cs typeface="Noto Sans"/>
              </a:rPr>
              <a:t>Database rules support security</a:t>
            </a:r>
          </a:p>
        </p:txBody>
      </p:sp>
      <p:sp>
        <p:nvSpPr>
          <p:cNvPr id="11" name="">
            <a:extLst xmlns:a="http://schemas.openxmlformats.org/drawingml/2006/main">
              <a:ext uri="{FF2B5EF4-FFF2-40B4-BE49-F238E27FC236}">
                <a16:creationId xmlns:a16="http://schemas.microsoft.com/office/drawing/2014/main" id="{E873A604-0DA3-47B6-8630-357DA32D10D9}"/>
              </a:ext>
            </a:extLst>
          </p:cNvPr>
          <p:cNvSpPr>
            <a:spLocks xmlns:a="http://schemas.openxmlformats.org/drawingml/2006/main" noGrp="1"/>
          </p:cNvSpPr>
          <p:nvPr/>
        </p:nvSpPr>
        <p:spPr>
          <a:xfrm xmlns:a="http://schemas.openxmlformats.org/drawingml/2006/main">
            <a:off x="609600" y="37719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Constraints and transactions protect workflows when application code fails.</a:t>
            </a:r>
          </a:p>
        </p:txBody>
      </p:sp>
      <p:sp>
        <p:nvSpPr>
          <p:cNvPr id="12" name="">
            <a:extLst xmlns:a="http://schemas.openxmlformats.org/drawingml/2006/main">
              <a:ext uri="{FF2B5EF4-FFF2-40B4-BE49-F238E27FC236}">
                <a16:creationId xmlns:a16="http://schemas.microsoft.com/office/drawing/2014/main" id="{030149E7-BC8D-4324-81A5-7D025DF5C96E}"/>
              </a:ext>
            </a:extLst>
          </p:cNvPr>
          <p:cNvSpPr>
            <a:spLocks xmlns:a="http://schemas.openxmlformats.org/drawingml/2006/main" noGrp="1"/>
          </p:cNvSpPr>
          <p:nvPr/>
        </p:nvSpPr>
        <p:spPr>
          <a:xfrm xmlns:a="http://schemas.openxmlformats.org/drawingml/2006/main">
            <a:off x="609600" y="451485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425" b="1">
                <a:solidFill>
                  <a:srgbClr val="A25C38"/>
                </a:solidFill>
                <a:latin typeface="Noto Sans"/>
                <a:ea typeface="Noto Sans"/>
                <a:cs typeface="Noto Sans"/>
              </a:defRPr>
            </a:defPPr>
            <a:lvl1pPr algn="l">
              <a:defRPr sz="1425" b="1">
                <a:solidFill>
                  <a:srgbClr val="A25C38"/>
                </a:solidFill>
                <a:latin typeface="Noto Sans"/>
                <a:ea typeface="Noto Sans"/>
                <a:cs typeface="Noto Sans"/>
              </a:defRPr>
            </a:lvl1pPr>
            <a:lvl2pPr algn="l">
              <a:defRPr sz="1425" b="1">
                <a:solidFill>
                  <a:srgbClr val="A25C38"/>
                </a:solidFill>
                <a:latin typeface="Noto Sans"/>
                <a:ea typeface="Noto Sans"/>
                <a:cs typeface="Noto Sans"/>
              </a:defRPr>
            </a:lvl2pPr>
            <a:lvl3pPr algn="l">
              <a:defRPr sz="1425" b="1">
                <a:solidFill>
                  <a:srgbClr val="A25C38"/>
                </a:solidFill>
                <a:latin typeface="Noto Sans"/>
                <a:ea typeface="Noto Sans"/>
                <a:cs typeface="Noto Sans"/>
              </a:defRPr>
            </a:lvl3pPr>
            <a:lvl4pPr algn="l">
              <a:defRPr sz="1425" b="1">
                <a:solidFill>
                  <a:srgbClr val="A25C38"/>
                </a:solidFill>
                <a:latin typeface="Noto Sans"/>
                <a:ea typeface="Noto Sans"/>
                <a:cs typeface="Noto Sans"/>
              </a:defRPr>
            </a:lvl4pPr>
            <a:lvl5pPr algn="l">
              <a:defRPr sz="1425" b="1">
                <a:solidFill>
                  <a:srgbClr val="A25C38"/>
                </a:solidFill>
                <a:latin typeface="Noto Sans"/>
                <a:ea typeface="Noto Sans"/>
                <a:cs typeface="Noto Sans"/>
              </a:defRPr>
            </a:lvl5pPr>
            <a:lvl6pPr algn="l">
              <a:defRPr sz="1425" b="1">
                <a:solidFill>
                  <a:srgbClr val="A25C38"/>
                </a:solidFill>
                <a:latin typeface="Noto Sans"/>
                <a:ea typeface="Noto Sans"/>
                <a:cs typeface="Noto Sans"/>
              </a:defRPr>
            </a:lvl6pPr>
            <a:lvl7pPr algn="l">
              <a:defRPr sz="1425" b="1">
                <a:solidFill>
                  <a:srgbClr val="A25C38"/>
                </a:solidFill>
                <a:latin typeface="Noto Sans"/>
                <a:ea typeface="Noto Sans"/>
                <a:cs typeface="Noto Sans"/>
              </a:defRPr>
            </a:lvl7pPr>
            <a:lvl8pPr algn="l">
              <a:defRPr sz="1425" b="1">
                <a:solidFill>
                  <a:srgbClr val="A25C38"/>
                </a:solidFill>
                <a:latin typeface="Noto Sans"/>
                <a:ea typeface="Noto Sans"/>
                <a:cs typeface="Noto Sans"/>
              </a:defRPr>
            </a:lvl8pPr>
            <a:lvl9pPr algn="l">
              <a:defRPr sz="1425" b="1">
                <a:solidFill>
                  <a:srgbClr val="A25C38"/>
                </a:solidFill>
                <a:latin typeface="Noto Sans"/>
                <a:ea typeface="Noto Sans"/>
                <a:cs typeface="Noto Sans"/>
              </a:defRPr>
            </a:lvl9pPr>
          </a:lstStyle>
          <a:p xmlns:a="http://schemas.openxmlformats.org/drawingml/2006/main">
            <a:pPr algn="l">
              <a:defRPr sz="1425" b="1">
                <a:solidFill>
                  <a:srgbClr val="A25C38"/>
                </a:solidFill>
                <a:latin typeface="Noto Sans"/>
                <a:ea typeface="Noto Sans"/>
                <a:cs typeface="Noto Sans"/>
              </a:defRPr>
            </a:pPr>
            <a:r>
              <a:rPr sz="1425" b="1">
                <a:solidFill>
                  <a:srgbClr val="A25C38"/>
                </a:solidFill>
                <a:latin typeface="Noto Sans"/>
                <a:ea typeface="Noto Sans"/>
                <a:cs typeface="Noto Sans"/>
              </a:rPr>
              <a:t>Slow work needs durable state</a:t>
            </a:r>
          </a:p>
        </p:txBody>
      </p:sp>
      <p:sp>
        <p:nvSpPr>
          <p:cNvPr id="13" name="">
            <a:extLst xmlns:a="http://schemas.openxmlformats.org/drawingml/2006/main">
              <a:ext uri="{FF2B5EF4-FFF2-40B4-BE49-F238E27FC236}">
                <a16:creationId xmlns:a16="http://schemas.microsoft.com/office/drawing/2014/main" id="{5889577B-7746-4EB0-97DF-8E987C30E910}"/>
              </a:ext>
            </a:extLst>
          </p:cNvPr>
          <p:cNvSpPr>
            <a:spLocks xmlns:a="http://schemas.openxmlformats.org/drawingml/2006/main" noGrp="1"/>
          </p:cNvSpPr>
          <p:nvPr/>
        </p:nvSpPr>
        <p:spPr>
          <a:xfrm xmlns:a="http://schemas.openxmlformats.org/drawingml/2006/main">
            <a:off x="609600" y="4876800"/>
            <a:ext cx="476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Outboxes and workers keep AI and email work through restarts.</a:t>
            </a:r>
          </a:p>
        </p:txBody>
      </p:sp>
      <p:sp>
        <p:nvSpPr>
          <p:cNvPr id="14" name="">
            <a:extLst xmlns:a="http://schemas.openxmlformats.org/drawingml/2006/main">
              <a:ext uri="{FF2B5EF4-FFF2-40B4-BE49-F238E27FC236}">
                <a16:creationId xmlns:a16="http://schemas.microsoft.com/office/drawing/2014/main" id="{1D8A8E17-3928-4A3F-B92F-9924F1489B6B}"/>
              </a:ext>
            </a:extLst>
          </p:cNvPr>
          <p:cNvSpPr>
            <a:spLocks xmlns:a="http://schemas.openxmlformats.org/drawingml/2006/main" noGrp="1"/>
          </p:cNvSpPr>
          <p:nvPr/>
        </p:nvSpPr>
        <p:spPr>
          <a:xfrm xmlns:a="http://schemas.openxmlformats.org/drawingml/2006/main">
            <a:off x="5810250" y="1943100"/>
            <a:ext cx="0" cy="3962400"/>
          </a:xfrm>
          <a:prstGeom xmlns:a="http://schemas.openxmlformats.org/drawingml/2006/main" prst="line">
            <a:avLst/>
          </a:prstGeom>
          <a:ln xmlns:a="http://schemas.openxmlformats.org/drawingml/2006/main" w="9525">
            <a:solidFill>
              <a:srgbClr val="CFDBCF"/>
            </a:solidFill>
            <a:prstDash val="solid"/>
          </a:ln>
        </p:spPr>
      </p:sp>
      <p:sp>
        <p:nvSpPr>
          <p:cNvPr id="15" name="">
            <a:extLst xmlns:a="http://schemas.openxmlformats.org/drawingml/2006/main">
              <a:ext uri="{FF2B5EF4-FFF2-40B4-BE49-F238E27FC236}">
                <a16:creationId xmlns:a16="http://schemas.microsoft.com/office/drawing/2014/main" id="{EDB05540-128F-4333-8AFC-A161B371B792}"/>
              </a:ext>
            </a:extLst>
          </p:cNvPr>
          <p:cNvSpPr>
            <a:spLocks xmlns:a="http://schemas.openxmlformats.org/drawingml/2006/main" noGrp="1"/>
          </p:cNvSpPr>
          <p:nvPr/>
        </p:nvSpPr>
        <p:spPr>
          <a:xfrm xmlns:a="http://schemas.openxmlformats.org/drawingml/2006/main">
            <a:off x="6267450" y="18859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900" b="1">
                <a:solidFill>
                  <a:srgbClr val="A25C38"/>
                </a:solidFill>
                <a:latin typeface="Noto Sans"/>
                <a:ea typeface="Noto Sans"/>
                <a:cs typeface="Noto Sans"/>
              </a:defRPr>
            </a:defPPr>
            <a:lvl1pPr algn="l">
              <a:defRPr sz="900" b="1">
                <a:solidFill>
                  <a:srgbClr val="A25C38"/>
                </a:solidFill>
                <a:latin typeface="Noto Sans"/>
                <a:ea typeface="Noto Sans"/>
                <a:cs typeface="Noto Sans"/>
              </a:defRPr>
            </a:lvl1pPr>
            <a:lvl2pPr algn="l">
              <a:defRPr sz="900" b="1">
                <a:solidFill>
                  <a:srgbClr val="A25C38"/>
                </a:solidFill>
                <a:latin typeface="Noto Sans"/>
                <a:ea typeface="Noto Sans"/>
                <a:cs typeface="Noto Sans"/>
              </a:defRPr>
            </a:lvl2pPr>
            <a:lvl3pPr algn="l">
              <a:defRPr sz="900" b="1">
                <a:solidFill>
                  <a:srgbClr val="A25C38"/>
                </a:solidFill>
                <a:latin typeface="Noto Sans"/>
                <a:ea typeface="Noto Sans"/>
                <a:cs typeface="Noto Sans"/>
              </a:defRPr>
            </a:lvl3pPr>
            <a:lvl4pPr algn="l">
              <a:defRPr sz="900" b="1">
                <a:solidFill>
                  <a:srgbClr val="A25C38"/>
                </a:solidFill>
                <a:latin typeface="Noto Sans"/>
                <a:ea typeface="Noto Sans"/>
                <a:cs typeface="Noto Sans"/>
              </a:defRPr>
            </a:lvl4pPr>
            <a:lvl5pPr algn="l">
              <a:defRPr sz="900" b="1">
                <a:solidFill>
                  <a:srgbClr val="A25C38"/>
                </a:solidFill>
                <a:latin typeface="Noto Sans"/>
                <a:ea typeface="Noto Sans"/>
                <a:cs typeface="Noto Sans"/>
              </a:defRPr>
            </a:lvl5pPr>
            <a:lvl6pPr algn="l">
              <a:defRPr sz="900" b="1">
                <a:solidFill>
                  <a:srgbClr val="A25C38"/>
                </a:solidFill>
                <a:latin typeface="Noto Sans"/>
                <a:ea typeface="Noto Sans"/>
                <a:cs typeface="Noto Sans"/>
              </a:defRPr>
            </a:lvl6pPr>
            <a:lvl7pPr algn="l">
              <a:defRPr sz="900" b="1">
                <a:solidFill>
                  <a:srgbClr val="A25C38"/>
                </a:solidFill>
                <a:latin typeface="Noto Sans"/>
                <a:ea typeface="Noto Sans"/>
                <a:cs typeface="Noto Sans"/>
              </a:defRPr>
            </a:lvl7pPr>
            <a:lvl8pPr algn="l">
              <a:defRPr sz="900" b="1">
                <a:solidFill>
                  <a:srgbClr val="A25C38"/>
                </a:solidFill>
                <a:latin typeface="Noto Sans"/>
                <a:ea typeface="Noto Sans"/>
                <a:cs typeface="Noto Sans"/>
              </a:defRPr>
            </a:lvl8pPr>
            <a:lvl9pPr algn="l">
              <a:defRPr sz="900" b="1">
                <a:solidFill>
                  <a:srgbClr val="A25C38"/>
                </a:solidFill>
                <a:latin typeface="Noto Sans"/>
                <a:ea typeface="Noto Sans"/>
                <a:cs typeface="Noto Sans"/>
              </a:defRPr>
            </a:lvl9pPr>
          </a:lstStyle>
          <a:p xmlns:a="http://schemas.openxmlformats.org/drawingml/2006/main">
            <a:pPr algn="l">
              <a:defRPr sz="900" b="1">
                <a:solidFill>
                  <a:srgbClr val="A25C38"/>
                </a:solidFill>
                <a:latin typeface="Noto Sans"/>
                <a:ea typeface="Noto Sans"/>
                <a:cs typeface="Noto Sans"/>
              </a:defRPr>
            </a:pPr>
            <a:r>
              <a:rPr sz="900" b="1">
                <a:solidFill>
                  <a:srgbClr val="A25C38"/>
                </a:solidFill>
                <a:latin typeface="Noto Sans"/>
                <a:ea typeface="Noto Sans"/>
                <a:cs typeface="Noto Sans"/>
              </a:rPr>
              <a:t>NEXT IMPROVEMENTS</a:t>
            </a:r>
          </a:p>
        </p:txBody>
      </p:sp>
      <p:sp>
        <p:nvSpPr>
          <p:cNvPr id="16" name="">
            <a:extLst xmlns:a="http://schemas.openxmlformats.org/drawingml/2006/main">
              <a:ext uri="{FF2B5EF4-FFF2-40B4-BE49-F238E27FC236}">
                <a16:creationId xmlns:a16="http://schemas.microsoft.com/office/drawing/2014/main" id="{2758AAAA-3E10-4C56-B4E4-7D088697A519}"/>
              </a:ext>
            </a:extLst>
          </p:cNvPr>
          <p:cNvSpPr>
            <a:spLocks xmlns:a="http://schemas.openxmlformats.org/drawingml/2006/main" noGrp="1"/>
          </p:cNvSpPr>
          <p:nvPr/>
        </p:nvSpPr>
        <p:spPr>
          <a:xfrm xmlns:a="http://schemas.openxmlformats.org/drawingml/2006/main">
            <a:off x="6267450" y="23717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17" name="">
            <a:extLst xmlns:a="http://schemas.openxmlformats.org/drawingml/2006/main">
              <a:ext uri="{FF2B5EF4-FFF2-40B4-BE49-F238E27FC236}">
                <a16:creationId xmlns:a16="http://schemas.microsoft.com/office/drawing/2014/main" id="{0BCD7A1B-2D7B-4FCE-80EA-6BF7E4E31AB7}"/>
              </a:ext>
            </a:extLst>
          </p:cNvPr>
          <p:cNvSpPr>
            <a:spLocks xmlns:a="http://schemas.openxmlformats.org/drawingml/2006/main" noGrp="1"/>
          </p:cNvSpPr>
          <p:nvPr/>
        </p:nvSpPr>
        <p:spPr>
          <a:xfrm xmlns:a="http://schemas.openxmlformats.org/drawingml/2006/main">
            <a:off x="6457950" y="23050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Load and stress tests for chat and application updates</a:t>
            </a:r>
          </a:p>
        </p:txBody>
      </p:sp>
      <p:sp>
        <p:nvSpPr>
          <p:cNvPr id="18" name="">
            <a:extLst xmlns:a="http://schemas.openxmlformats.org/drawingml/2006/main">
              <a:ext uri="{FF2B5EF4-FFF2-40B4-BE49-F238E27FC236}">
                <a16:creationId xmlns:a16="http://schemas.microsoft.com/office/drawing/2014/main" id="{5CB84475-01AA-4B36-8981-029A83DC3FDB}"/>
              </a:ext>
            </a:extLst>
          </p:cNvPr>
          <p:cNvSpPr>
            <a:spLocks xmlns:a="http://schemas.openxmlformats.org/drawingml/2006/main" noGrp="1"/>
          </p:cNvSpPr>
          <p:nvPr/>
        </p:nvSpPr>
        <p:spPr>
          <a:xfrm xmlns:a="http://schemas.openxmlformats.org/drawingml/2006/main">
            <a:off x="6267450" y="2895600"/>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19" name="">
            <a:extLst xmlns:a="http://schemas.openxmlformats.org/drawingml/2006/main">
              <a:ext uri="{FF2B5EF4-FFF2-40B4-BE49-F238E27FC236}">
                <a16:creationId xmlns:a16="http://schemas.microsoft.com/office/drawing/2014/main" id="{402D5EE6-BB07-4F90-A339-3271A81896A0}"/>
              </a:ext>
            </a:extLst>
          </p:cNvPr>
          <p:cNvSpPr>
            <a:spLocks xmlns:a="http://schemas.openxmlformats.org/drawingml/2006/main" noGrp="1"/>
          </p:cNvSpPr>
          <p:nvPr/>
        </p:nvSpPr>
        <p:spPr>
          <a:xfrm xmlns:a="http://schemas.openxmlformats.org/drawingml/2006/main">
            <a:off x="6457950" y="282892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Distributed tracing across API, dispatcher and workers</a:t>
            </a:r>
          </a:p>
        </p:txBody>
      </p:sp>
      <p:sp>
        <p:nvSpPr>
          <p:cNvPr id="20" name="">
            <a:extLst xmlns:a="http://schemas.openxmlformats.org/drawingml/2006/main">
              <a:ext uri="{FF2B5EF4-FFF2-40B4-BE49-F238E27FC236}">
                <a16:creationId xmlns:a16="http://schemas.microsoft.com/office/drawing/2014/main" id="{4DBAABD9-835B-448A-AB7C-9F98D88C55A3}"/>
              </a:ext>
            </a:extLst>
          </p:cNvPr>
          <p:cNvSpPr>
            <a:spLocks xmlns:a="http://schemas.openxmlformats.org/drawingml/2006/main" noGrp="1"/>
          </p:cNvSpPr>
          <p:nvPr/>
        </p:nvSpPr>
        <p:spPr>
          <a:xfrm xmlns:a="http://schemas.openxmlformats.org/drawingml/2006/main">
            <a:off x="6267450" y="341947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1" name="">
            <a:extLst xmlns:a="http://schemas.openxmlformats.org/drawingml/2006/main">
              <a:ext uri="{FF2B5EF4-FFF2-40B4-BE49-F238E27FC236}">
                <a16:creationId xmlns:a16="http://schemas.microsoft.com/office/drawing/2014/main" id="{7EA2BAF3-B932-4EFE-864C-04F3B79880D5}"/>
              </a:ext>
            </a:extLst>
          </p:cNvPr>
          <p:cNvSpPr>
            <a:spLocks xmlns:a="http://schemas.openxmlformats.org/drawingml/2006/main" noGrp="1"/>
          </p:cNvSpPr>
          <p:nvPr/>
        </p:nvSpPr>
        <p:spPr>
          <a:xfrm xmlns:a="http://schemas.openxmlformats.org/drawingml/2006/main">
            <a:off x="6457950" y="33528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Clearer job retry and failure dashboards</a:t>
            </a:r>
          </a:p>
        </p:txBody>
      </p:sp>
      <p:sp>
        <p:nvSpPr>
          <p:cNvPr id="22" name="">
            <a:extLst xmlns:a="http://schemas.openxmlformats.org/drawingml/2006/main">
              <a:ext uri="{FF2B5EF4-FFF2-40B4-BE49-F238E27FC236}">
                <a16:creationId xmlns:a16="http://schemas.microsoft.com/office/drawing/2014/main" id="{CA815BEA-16DE-4931-90FD-C62B3BCF83BE}"/>
              </a:ext>
            </a:extLst>
          </p:cNvPr>
          <p:cNvSpPr>
            <a:spLocks xmlns:a="http://schemas.openxmlformats.org/drawingml/2006/main" noGrp="1"/>
          </p:cNvSpPr>
          <p:nvPr/>
        </p:nvSpPr>
        <p:spPr>
          <a:xfrm xmlns:a="http://schemas.openxmlformats.org/drawingml/2006/main">
            <a:off x="6267450" y="3943350"/>
            <a:ext cx="76200" cy="76200"/>
          </a:xfrm>
          <a:prstGeom xmlns:a="http://schemas.openxmlformats.org/drawingml/2006/main" prst="ellipse">
            <a:avLst/>
          </a:prstGeom>
          <a:solidFill xmlns:a="http://schemas.openxmlformats.org/drawingml/2006/main">
            <a:srgbClr val="A25C38"/>
          </a:solidFill>
          <a:ln xmlns:a="http://schemas.openxmlformats.org/drawingml/2006/main" w="0">
            <a:solidFill>
              <a:srgbClr val="A25C38"/>
            </a:solidFill>
            <a:prstDash val="solid"/>
          </a:ln>
        </p:spPr>
      </p:sp>
      <p:sp>
        <p:nvSpPr>
          <p:cNvPr id="23" name="">
            <a:extLst xmlns:a="http://schemas.openxmlformats.org/drawingml/2006/main">
              <a:ext uri="{FF2B5EF4-FFF2-40B4-BE49-F238E27FC236}">
                <a16:creationId xmlns:a16="http://schemas.microsoft.com/office/drawing/2014/main" id="{7A83A46A-EA28-4B3B-BED1-C4A836F51A69}"/>
              </a:ext>
            </a:extLst>
          </p:cNvPr>
          <p:cNvSpPr>
            <a:spLocks xmlns:a="http://schemas.openxmlformats.org/drawingml/2006/main" noGrp="1"/>
          </p:cNvSpPr>
          <p:nvPr/>
        </p:nvSpPr>
        <p:spPr>
          <a:xfrm xmlns:a="http://schemas.openxmlformats.org/drawingml/2006/main">
            <a:off x="6457950" y="3876675"/>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Query profiling with index reviews</a:t>
            </a:r>
          </a:p>
        </p:txBody>
      </p:sp>
      <p:sp>
        <p:nvSpPr>
          <p:cNvPr id="24" name="">
            <a:extLst xmlns:a="http://schemas.openxmlformats.org/drawingml/2006/main">
              <a:ext uri="{FF2B5EF4-FFF2-40B4-BE49-F238E27FC236}">
                <a16:creationId xmlns:a16="http://schemas.microsoft.com/office/drawing/2014/main" id="{F2060E9F-8586-43A3-8FE6-AA6D06506818}"/>
              </a:ext>
            </a:extLst>
          </p:cNvPr>
          <p:cNvSpPr>
            <a:spLocks xmlns:a="http://schemas.openxmlformats.org/drawingml/2006/main" noGrp="1"/>
          </p:cNvSpPr>
          <p:nvPr/>
        </p:nvSpPr>
        <p:spPr>
          <a:xfrm xmlns:a="http://schemas.openxmlformats.org/drawingml/2006/main">
            <a:off x="6267450" y="4467225"/>
            <a:ext cx="76200" cy="76200"/>
          </a:xfrm>
          <a:prstGeom xmlns:a="http://schemas.openxmlformats.org/drawingml/2006/main" prst="ellipse">
            <a:avLst/>
          </a:prstGeom>
          <a:solidFill xmlns:a="http://schemas.openxmlformats.org/drawingml/2006/main">
            <a:srgbClr val="356456"/>
          </a:solidFill>
          <a:ln xmlns:a="http://schemas.openxmlformats.org/drawingml/2006/main" w="0">
            <a:solidFill>
              <a:srgbClr val="356456"/>
            </a:solidFill>
            <a:prstDash val="solid"/>
          </a:ln>
        </p:spPr>
      </p:sp>
      <p:sp>
        <p:nvSpPr>
          <p:cNvPr id="25" name="">
            <a:extLst xmlns:a="http://schemas.openxmlformats.org/drawingml/2006/main">
              <a:ext uri="{FF2B5EF4-FFF2-40B4-BE49-F238E27FC236}">
                <a16:creationId xmlns:a16="http://schemas.microsoft.com/office/drawing/2014/main" id="{C80B2B10-849D-4687-83B0-B78B3144DB71}"/>
              </a:ext>
            </a:extLst>
          </p:cNvPr>
          <p:cNvSpPr>
            <a:spLocks xmlns:a="http://schemas.openxmlformats.org/drawingml/2006/main" noGrp="1"/>
          </p:cNvSpPr>
          <p:nvPr/>
        </p:nvSpPr>
        <p:spPr>
          <a:xfrm xmlns:a="http://schemas.openxmlformats.org/drawingml/2006/main">
            <a:off x="6457950" y="440055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200" b="0">
                <a:solidFill>
                  <a:srgbClr val="192B23"/>
                </a:solidFill>
                <a:latin typeface="Noto Sans"/>
                <a:ea typeface="Noto Sans"/>
                <a:cs typeface="Noto Sans"/>
              </a:defRPr>
            </a:defPPr>
            <a:lvl1pPr algn="l">
              <a:defRPr sz="1200" b="0">
                <a:solidFill>
                  <a:srgbClr val="192B23"/>
                </a:solidFill>
                <a:latin typeface="Noto Sans"/>
                <a:ea typeface="Noto Sans"/>
                <a:cs typeface="Noto Sans"/>
              </a:defRPr>
            </a:lvl1pPr>
            <a:lvl2pPr algn="l">
              <a:defRPr sz="1200" b="0">
                <a:solidFill>
                  <a:srgbClr val="192B23"/>
                </a:solidFill>
                <a:latin typeface="Noto Sans"/>
                <a:ea typeface="Noto Sans"/>
                <a:cs typeface="Noto Sans"/>
              </a:defRPr>
            </a:lvl2pPr>
            <a:lvl3pPr algn="l">
              <a:defRPr sz="1200" b="0">
                <a:solidFill>
                  <a:srgbClr val="192B23"/>
                </a:solidFill>
                <a:latin typeface="Noto Sans"/>
                <a:ea typeface="Noto Sans"/>
                <a:cs typeface="Noto Sans"/>
              </a:defRPr>
            </a:lvl3pPr>
            <a:lvl4pPr algn="l">
              <a:defRPr sz="1200" b="0">
                <a:solidFill>
                  <a:srgbClr val="192B23"/>
                </a:solidFill>
                <a:latin typeface="Noto Sans"/>
                <a:ea typeface="Noto Sans"/>
                <a:cs typeface="Noto Sans"/>
              </a:defRPr>
            </a:lvl4pPr>
            <a:lvl5pPr algn="l">
              <a:defRPr sz="1200" b="0">
                <a:solidFill>
                  <a:srgbClr val="192B23"/>
                </a:solidFill>
                <a:latin typeface="Noto Sans"/>
                <a:ea typeface="Noto Sans"/>
                <a:cs typeface="Noto Sans"/>
              </a:defRPr>
            </a:lvl5pPr>
            <a:lvl6pPr algn="l">
              <a:defRPr sz="1200" b="0">
                <a:solidFill>
                  <a:srgbClr val="192B23"/>
                </a:solidFill>
                <a:latin typeface="Noto Sans"/>
                <a:ea typeface="Noto Sans"/>
                <a:cs typeface="Noto Sans"/>
              </a:defRPr>
            </a:lvl6pPr>
            <a:lvl7pPr algn="l">
              <a:defRPr sz="1200" b="0">
                <a:solidFill>
                  <a:srgbClr val="192B23"/>
                </a:solidFill>
                <a:latin typeface="Noto Sans"/>
                <a:ea typeface="Noto Sans"/>
                <a:cs typeface="Noto Sans"/>
              </a:defRPr>
            </a:lvl7pPr>
            <a:lvl8pPr algn="l">
              <a:defRPr sz="1200" b="0">
                <a:solidFill>
                  <a:srgbClr val="192B23"/>
                </a:solidFill>
                <a:latin typeface="Noto Sans"/>
                <a:ea typeface="Noto Sans"/>
                <a:cs typeface="Noto Sans"/>
              </a:defRPr>
            </a:lvl8pPr>
            <a:lvl9pPr algn="l">
              <a:defRPr sz="1200" b="0">
                <a:solidFill>
                  <a:srgbClr val="192B23"/>
                </a:solidFill>
                <a:latin typeface="Noto Sans"/>
                <a:ea typeface="Noto Sans"/>
                <a:cs typeface="Noto Sans"/>
              </a:defRPr>
            </a:lvl9pPr>
          </a:lstStyle>
          <a:p xmlns:a="http://schemas.openxmlformats.org/drawingml/2006/main">
            <a:pPr algn="l">
              <a:defRPr sz="1200" b="0">
                <a:solidFill>
                  <a:srgbClr val="192B23"/>
                </a:solidFill>
                <a:latin typeface="Noto Sans"/>
                <a:ea typeface="Noto Sans"/>
                <a:cs typeface="Noto Sans"/>
              </a:defRPr>
            </a:pPr>
            <a:r>
              <a:rPr sz="1200" b="0">
                <a:solidFill>
                  <a:srgbClr val="192B23"/>
                </a:solidFill>
                <a:latin typeface="Noto Sans"/>
                <a:ea typeface="Noto Sans"/>
                <a:cs typeface="Noto Sans"/>
              </a:rPr>
              <a:t>More end-to-end workflow coverage</a:t>
            </a:r>
          </a:p>
        </p:txBody>
      </p:sp>
      <p:pic>
        <p:nvPicPr>
          <p:cNvPr id="26" name="">
            <a:extLst xmlns:a="http://schemas.openxmlformats.org/drawingml/2006/main">
              <a:ext uri="{FF2B5EF4-FFF2-40B4-BE49-F238E27FC236}">
                <a16:creationId xmlns:a16="http://schemas.microsoft.com/office/drawing/2014/main" id="{EA11144F-A04C-42B4-96F0-1B90693B1E81}"/>
              </a:ext>
            </a:extLst>
          </p:cNvPr>
          <p:cNvPicPr>
            <a:picLocks xmlns:a="http://schemas.openxmlformats.org/drawingml/2006/main" noChangeAspect="1"/>
          </p:cNvPicPr>
          <p:nvPr/>
        </p:nvPicPr>
        <p:blipFill>
          <a:blip xmlns:r="http://schemas.openxmlformats.org/officeDocument/2006/relationships" xmlns:a="http://schemas.openxmlformats.org/drawingml/2006/main" r:embed="R2f382b3bcb434782">
            <a:extLst>
              <a:ext uri="{96DAC541-7B7A-43D3-8B79-37D633B846F1}">
                <asvg:svgBlip xmlns:asvg="http://schemas.microsoft.com/office/drawing/2016/SVG/main" r:embed="Rb2421d516c8b40cf"/>
              </a:ext>
            </a:extLst>
          </a:blip>
          <a:stretch xmlns:a="http://schemas.openxmlformats.org/drawingml/2006/main"/>
        </p:blipFill>
        <p:spPr>
          <a:xfrm xmlns:a="http://schemas.openxmlformats.org/drawingml/2006/main">
            <a:off x="9715500" y="4895850"/>
            <a:ext cx="1428750" cy="12573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4E08C237-831A-4F60-AA0D-6E470ACEB016}"/>
              </a:ext>
            </a:extLst>
          </p:cNvPr>
          <p:cNvSpPr>
            <a:spLocks xmlns:a="http://schemas.openxmlformats.org/drawingml/2006/main" noGrp="1"/>
          </p:cNvSpPr>
          <p:nvPr/>
        </p:nvSpPr>
        <p:spPr>
          <a:xfrm xmlns:a="http://schemas.openxmlformats.org/drawingml/2006/main">
            <a:off x="6267450" y="518160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2400" b="1">
                <a:solidFill>
                  <a:srgbClr val="194D38"/>
                </a:solidFill>
                <a:latin typeface="Noto Sans"/>
                <a:ea typeface="Noto Sans"/>
                <a:cs typeface="Noto Sans"/>
              </a:defRPr>
            </a:defPPr>
            <a:lvl1pPr algn="l">
              <a:defRPr sz="2400" b="1">
                <a:solidFill>
                  <a:srgbClr val="194D38"/>
                </a:solidFill>
                <a:latin typeface="Noto Sans"/>
                <a:ea typeface="Noto Sans"/>
                <a:cs typeface="Noto Sans"/>
              </a:defRPr>
            </a:lvl1pPr>
            <a:lvl2pPr algn="l">
              <a:defRPr sz="2400" b="1">
                <a:solidFill>
                  <a:srgbClr val="194D38"/>
                </a:solidFill>
                <a:latin typeface="Noto Sans"/>
                <a:ea typeface="Noto Sans"/>
                <a:cs typeface="Noto Sans"/>
              </a:defRPr>
            </a:lvl2pPr>
            <a:lvl3pPr algn="l">
              <a:defRPr sz="2400" b="1">
                <a:solidFill>
                  <a:srgbClr val="194D38"/>
                </a:solidFill>
                <a:latin typeface="Noto Sans"/>
                <a:ea typeface="Noto Sans"/>
                <a:cs typeface="Noto Sans"/>
              </a:defRPr>
            </a:lvl3pPr>
            <a:lvl4pPr algn="l">
              <a:defRPr sz="2400" b="1">
                <a:solidFill>
                  <a:srgbClr val="194D38"/>
                </a:solidFill>
                <a:latin typeface="Noto Sans"/>
                <a:ea typeface="Noto Sans"/>
                <a:cs typeface="Noto Sans"/>
              </a:defRPr>
            </a:lvl4pPr>
            <a:lvl5pPr algn="l">
              <a:defRPr sz="2400" b="1">
                <a:solidFill>
                  <a:srgbClr val="194D38"/>
                </a:solidFill>
                <a:latin typeface="Noto Sans"/>
                <a:ea typeface="Noto Sans"/>
                <a:cs typeface="Noto Sans"/>
              </a:defRPr>
            </a:lvl5pPr>
            <a:lvl6pPr algn="l">
              <a:defRPr sz="2400" b="1">
                <a:solidFill>
                  <a:srgbClr val="194D38"/>
                </a:solidFill>
                <a:latin typeface="Noto Sans"/>
                <a:ea typeface="Noto Sans"/>
                <a:cs typeface="Noto Sans"/>
              </a:defRPr>
            </a:lvl6pPr>
            <a:lvl7pPr algn="l">
              <a:defRPr sz="2400" b="1">
                <a:solidFill>
                  <a:srgbClr val="194D38"/>
                </a:solidFill>
                <a:latin typeface="Noto Sans"/>
                <a:ea typeface="Noto Sans"/>
                <a:cs typeface="Noto Sans"/>
              </a:defRPr>
            </a:lvl7pPr>
            <a:lvl8pPr algn="l">
              <a:defRPr sz="2400" b="1">
                <a:solidFill>
                  <a:srgbClr val="194D38"/>
                </a:solidFill>
                <a:latin typeface="Noto Sans"/>
                <a:ea typeface="Noto Sans"/>
                <a:cs typeface="Noto Sans"/>
              </a:defRPr>
            </a:lvl8pPr>
            <a:lvl9pPr algn="l">
              <a:defRPr sz="2400" b="1">
                <a:solidFill>
                  <a:srgbClr val="194D38"/>
                </a:solidFill>
                <a:latin typeface="Noto Sans"/>
                <a:ea typeface="Noto Sans"/>
                <a:cs typeface="Noto Sans"/>
              </a:defRPr>
            </a:lvl9pPr>
          </a:lstStyle>
          <a:p xmlns:a="http://schemas.openxmlformats.org/drawingml/2006/main">
            <a:pPr algn="l">
              <a:defRPr sz="2400" b="1">
                <a:solidFill>
                  <a:srgbClr val="194D38"/>
                </a:solidFill>
                <a:latin typeface="Noto Sans"/>
                <a:ea typeface="Noto Sans"/>
                <a:cs typeface="Noto Sans"/>
              </a:defRPr>
            </a:pPr>
            <a:r>
              <a:rPr sz="2400" b="1">
                <a:solidFill>
                  <a:srgbClr val="194D38"/>
                </a:solidFill>
                <a:latin typeface="Noto Sans"/>
                <a:ea typeface="Noto Sans"/>
                <a:cs typeface="Noto Sans"/>
              </a:rPr>
              <a:t>Questions?</a:t>
            </a:r>
          </a:p>
        </p:txBody>
      </p:sp>
      <p:sp>
        <p:nvSpPr>
          <p:cNvPr id="28" name="">
            <a:extLst xmlns:a="http://schemas.openxmlformats.org/drawingml/2006/main">
              <a:ext uri="{FF2B5EF4-FFF2-40B4-BE49-F238E27FC236}">
                <a16:creationId xmlns:a16="http://schemas.microsoft.com/office/drawing/2014/main" id="{591C61BC-AC76-462C-90C4-F2BD1C34C24B}"/>
              </a:ext>
            </a:extLst>
          </p:cNvPr>
          <p:cNvSpPr>
            <a:spLocks xmlns:a="http://schemas.openxmlformats.org/drawingml/2006/main" noGrp="1"/>
          </p:cNvSpPr>
          <p:nvPr/>
        </p:nvSpPr>
        <p:spPr>
          <a:xfrm xmlns:a="http://schemas.openxmlformats.org/drawingml/2006/main">
            <a:off x="6267450" y="5676900"/>
            <a:ext cx="323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lgn="l">
              <a:defRPr sz="1050" b="1">
                <a:solidFill>
                  <a:srgbClr val="A25C38"/>
                </a:solidFill>
                <a:latin typeface="Noto Sans"/>
                <a:ea typeface="Noto Sans"/>
                <a:cs typeface="Noto Sans"/>
              </a:defRPr>
            </a:defPPr>
            <a:lvl1pPr algn="l">
              <a:defRPr sz="1050" b="1">
                <a:solidFill>
                  <a:srgbClr val="A25C38"/>
                </a:solidFill>
                <a:latin typeface="Noto Sans"/>
                <a:ea typeface="Noto Sans"/>
                <a:cs typeface="Noto Sans"/>
              </a:defRPr>
            </a:lvl1pPr>
            <a:lvl2pPr algn="l">
              <a:defRPr sz="1050" b="1">
                <a:solidFill>
                  <a:srgbClr val="A25C38"/>
                </a:solidFill>
                <a:latin typeface="Noto Sans"/>
                <a:ea typeface="Noto Sans"/>
                <a:cs typeface="Noto Sans"/>
              </a:defRPr>
            </a:lvl2pPr>
            <a:lvl3pPr algn="l">
              <a:defRPr sz="1050" b="1">
                <a:solidFill>
                  <a:srgbClr val="A25C38"/>
                </a:solidFill>
                <a:latin typeface="Noto Sans"/>
                <a:ea typeface="Noto Sans"/>
                <a:cs typeface="Noto Sans"/>
              </a:defRPr>
            </a:lvl3pPr>
            <a:lvl4pPr algn="l">
              <a:defRPr sz="1050" b="1">
                <a:solidFill>
                  <a:srgbClr val="A25C38"/>
                </a:solidFill>
                <a:latin typeface="Noto Sans"/>
                <a:ea typeface="Noto Sans"/>
                <a:cs typeface="Noto Sans"/>
              </a:defRPr>
            </a:lvl4pPr>
            <a:lvl5pPr algn="l">
              <a:defRPr sz="1050" b="1">
                <a:solidFill>
                  <a:srgbClr val="A25C38"/>
                </a:solidFill>
                <a:latin typeface="Noto Sans"/>
                <a:ea typeface="Noto Sans"/>
                <a:cs typeface="Noto Sans"/>
              </a:defRPr>
            </a:lvl5pPr>
            <a:lvl6pPr algn="l">
              <a:defRPr sz="1050" b="1">
                <a:solidFill>
                  <a:srgbClr val="A25C38"/>
                </a:solidFill>
                <a:latin typeface="Noto Sans"/>
                <a:ea typeface="Noto Sans"/>
                <a:cs typeface="Noto Sans"/>
              </a:defRPr>
            </a:lvl6pPr>
            <a:lvl7pPr algn="l">
              <a:defRPr sz="1050" b="1">
                <a:solidFill>
                  <a:srgbClr val="A25C38"/>
                </a:solidFill>
                <a:latin typeface="Noto Sans"/>
                <a:ea typeface="Noto Sans"/>
                <a:cs typeface="Noto Sans"/>
              </a:defRPr>
            </a:lvl7pPr>
            <a:lvl8pPr algn="l">
              <a:defRPr sz="1050" b="1">
                <a:solidFill>
                  <a:srgbClr val="A25C38"/>
                </a:solidFill>
                <a:latin typeface="Noto Sans"/>
                <a:ea typeface="Noto Sans"/>
                <a:cs typeface="Noto Sans"/>
              </a:defRPr>
            </a:lvl8pPr>
            <a:lvl9pPr algn="l">
              <a:defRPr sz="1050" b="1">
                <a:solidFill>
                  <a:srgbClr val="A25C38"/>
                </a:solidFill>
                <a:latin typeface="Noto Sans"/>
                <a:ea typeface="Noto Sans"/>
                <a:cs typeface="Noto Sans"/>
              </a:defRPr>
            </a:lvl9pPr>
          </a:lstStyle>
          <a:p xmlns:a="http://schemas.openxmlformats.org/drawingml/2006/main">
            <a:pPr algn="l">
              <a:defRPr sz="1050" b="1">
                <a:solidFill>
                  <a:srgbClr val="A25C38"/>
                </a:solidFill>
                <a:latin typeface="Noto Sans"/>
                <a:ea typeface="Noto Sans"/>
                <a:cs typeface="Noto Sans"/>
              </a:defRPr>
            </a:pPr>
            <a:r>
              <a:rPr sz="1050" b="1">
                <a:solidFill>
                  <a:srgbClr val="A25C38"/>
                </a:solidFill>
                <a:latin typeface="Noto Sans"/>
                <a:ea typeface="Noto Sans"/>
                <a:cs typeface="Noto Sans"/>
              </a:rPr>
              <a:t>The backend survived. The cat is still investigating.</a:t>
            </a:r>
          </a:p>
        </p:txBody>
      </p:sp>
    </p:spTree>
    <p:transition spd="med" advClick="1">
      <p:fade/>
    </p:transition>
    <p:extLst>
      <p:ext uri="{BB962C8B-B14F-4D97-AF65-F5344CB8AC3E}">
        <p14:creationId xmlns:p14="http://schemas.microsoft.com/office/powerpoint/2010/main" val="3998034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2026-10-20T11:05:00.3530000Z</dcterms:created>
  <dcterms:modified xsi:type="dcterms:W3CDTF">2026-10-20T11:05:00.3530000Z</dcterms:modified>
</coreProperties>
</file>