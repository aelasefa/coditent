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d542d4f3c44ecc" /><Relationship Type="http://schemas.openxmlformats.org/officeDocument/2006/relationships/extended-properties" Target="/docProps/app.xml" Id="R5447756b0bdb4247" /><Relationship Type="http://schemas.openxmlformats.org/officeDocument/2006/relationships/officeDocument" Target="/ppt/presentation.xml" Id="R0ad072b6cbec4a07" /></Relationships>
</file>

<file path=ppt/presentation.xml><?xml version="1.0" encoding="utf-8"?>
<p:presentation xmlns:p="http://schemas.openxmlformats.org/presentationml/2006/main">
  <p:sldMasterIdLst>
    <p:sldMasterId xmlns:r="http://schemas.openxmlformats.org/officeDocument/2006/relationships" id="2147483648" r:id="R52ace32899e64ff7"/>
  </p:sldMasterIdLst>
  <p:notesMasterIdLst>
    <p:notesMasterId xmlns:r="http://schemas.openxmlformats.org/officeDocument/2006/relationships" r:id="Rb9fe977304794c58"/>
  </p:notesMasterIdLst>
  <p:sldIdLst>
    <p:sldId xmlns:r="http://schemas.openxmlformats.org/officeDocument/2006/relationships" id="256" r:id="Rb01068b575824538"/>
    <p:sldId xmlns:r="http://schemas.openxmlformats.org/officeDocument/2006/relationships" id="257" r:id="R11911c71dfb74192"/>
    <p:sldId xmlns:r="http://schemas.openxmlformats.org/officeDocument/2006/relationships" id="258" r:id="Rbc57632c84b54720"/>
    <p:sldId xmlns:r="http://schemas.openxmlformats.org/officeDocument/2006/relationships" id="259" r:id="R47fd916a9d0d4ae5"/>
    <p:sldId xmlns:r="http://schemas.openxmlformats.org/officeDocument/2006/relationships" id="260" r:id="Rfd316a779b434c1d"/>
    <p:sldId xmlns:r="http://schemas.openxmlformats.org/officeDocument/2006/relationships" id="261" r:id="R62bf5427a615491b"/>
    <p:sldId xmlns:r="http://schemas.openxmlformats.org/officeDocument/2006/relationships" id="262" r:id="Rb2dc47e33d354856"/>
    <p:sldId xmlns:r="http://schemas.openxmlformats.org/officeDocument/2006/relationships" id="263" r:id="R665ad0dbafaa4368"/>
    <p:sldId xmlns:r="http://schemas.openxmlformats.org/officeDocument/2006/relationships" id="264" r:id="R61636d6bb4524b2e"/>
    <p:sldId xmlns:r="http://schemas.openxmlformats.org/officeDocument/2006/relationships" id="265" r:id="R142304a08f6c408d"/>
    <p:sldId xmlns:r="http://schemas.openxmlformats.org/officeDocument/2006/relationships" id="266" r:id="R327e3688804d41e9"/>
    <p:sldId xmlns:r="http://schemas.openxmlformats.org/officeDocument/2006/relationships" id="267" r:id="Rd466060505144237"/>
    <p:sldId xmlns:r="http://schemas.openxmlformats.org/officeDocument/2006/relationships" id="268" r:id="Ref11d5da11014fd7"/>
    <p:sldId xmlns:r="http://schemas.openxmlformats.org/officeDocument/2006/relationships" id="269" r:id="R7aa5c3ceee624bc7"/>
    <p:sldId xmlns:r="http://schemas.openxmlformats.org/officeDocument/2006/relationships" id="270" r:id="Rcb0cb8f7fb4e4a23"/>
    <p:sldId xmlns:r="http://schemas.openxmlformats.org/officeDocument/2006/relationships" id="271" r:id="Raea65b6443eb4a24"/>
    <p:sldId xmlns:r="http://schemas.openxmlformats.org/officeDocument/2006/relationships" id="272" r:id="Rd9f7fd0feaa04710"/>
    <p:sldId xmlns:r="http://schemas.openxmlformats.org/officeDocument/2006/relationships" id="273" r:id="R4c45edff38cd4ae5"/>
    <p:sldId xmlns:r="http://schemas.openxmlformats.org/officeDocument/2006/relationships" id="274" r:id="R0d40086f1e0947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ca057360ad4063" /><Relationship Type="http://schemas.openxmlformats.org/officeDocument/2006/relationships/slideMaster" Target="/ppt/slideMasters/slideMaster1.xml" Id="R52ace32899e64ff7" /><Relationship Type="http://schemas.openxmlformats.org/officeDocument/2006/relationships/notesMaster" Target="/ppt/notesMasters/notesMaster1.xml" Id="Rb9fe977304794c58" /><Relationship Type="http://schemas.openxmlformats.org/officeDocument/2006/relationships/presProps" Target="/ppt/presProps.xml" Id="Rd827dd096af44944" /><Relationship Type="http://schemas.openxmlformats.org/officeDocument/2006/relationships/tableStyles" Target="/ppt/tableStyles.xml" Id="Rd70dd655a5564c4e" /><Relationship Type="http://schemas.openxmlformats.org/officeDocument/2006/relationships/slide" Target="/ppt/slides/slide1.xml" Id="Rb01068b575824538" /><Relationship Type="http://schemas.openxmlformats.org/officeDocument/2006/relationships/slide" Target="/ppt/slides/slide2.xml" Id="R11911c71dfb74192" /><Relationship Type="http://schemas.openxmlformats.org/officeDocument/2006/relationships/slide" Target="/ppt/slides/slide3.xml" Id="Rbc57632c84b54720" /><Relationship Type="http://schemas.openxmlformats.org/officeDocument/2006/relationships/slide" Target="/ppt/slides/slide4.xml" Id="R47fd916a9d0d4ae5" /><Relationship Type="http://schemas.openxmlformats.org/officeDocument/2006/relationships/slide" Target="/ppt/slides/slide5.xml" Id="Rfd316a779b434c1d" /><Relationship Type="http://schemas.openxmlformats.org/officeDocument/2006/relationships/slide" Target="/ppt/slides/slide6.xml" Id="R62bf5427a615491b" /><Relationship Type="http://schemas.openxmlformats.org/officeDocument/2006/relationships/slide" Target="/ppt/slides/slide7.xml" Id="Rb2dc47e33d354856" /><Relationship Type="http://schemas.openxmlformats.org/officeDocument/2006/relationships/slide" Target="/ppt/slides/slide8.xml" Id="R665ad0dbafaa4368" /><Relationship Type="http://schemas.openxmlformats.org/officeDocument/2006/relationships/slide" Target="/ppt/slides/slide9.xml" Id="R61636d6bb4524b2e" /><Relationship Type="http://schemas.openxmlformats.org/officeDocument/2006/relationships/slide" Target="/ppt/slides/slide10.xml" Id="R142304a08f6c408d" /><Relationship Type="http://schemas.openxmlformats.org/officeDocument/2006/relationships/slide" Target="/ppt/slides/slide11.xml" Id="R327e3688804d41e9" /><Relationship Type="http://schemas.openxmlformats.org/officeDocument/2006/relationships/slide" Target="/ppt/slides/slide12.xml" Id="Rd466060505144237" /><Relationship Type="http://schemas.openxmlformats.org/officeDocument/2006/relationships/slide" Target="/ppt/slides/slide13.xml" Id="Ref11d5da11014fd7" /><Relationship Type="http://schemas.openxmlformats.org/officeDocument/2006/relationships/slide" Target="/ppt/slides/slide14.xml" Id="R7aa5c3ceee624bc7" /><Relationship Type="http://schemas.openxmlformats.org/officeDocument/2006/relationships/slide" Target="/ppt/slides/slide15.xml" Id="Rcb0cb8f7fb4e4a23" /><Relationship Type="http://schemas.openxmlformats.org/officeDocument/2006/relationships/slide" Target="/ppt/slides/slide16.xml" Id="Raea65b6443eb4a24" /><Relationship Type="http://schemas.openxmlformats.org/officeDocument/2006/relationships/slide" Target="/ppt/slides/slide17.xml" Id="Rd9f7fd0feaa04710" /><Relationship Type="http://schemas.openxmlformats.org/officeDocument/2006/relationships/slide" Target="/ppt/slides/slide18.xml" Id="R4c45edff38cd4ae5" /><Relationship Type="http://schemas.openxmlformats.org/officeDocument/2006/relationships/slide" Target="/ppt/slides/slide19.xml" Id="R0d40086f1e0947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1e395dfbf842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db9fb7b5614e26" /><Relationship Type="http://schemas.openxmlformats.org/officeDocument/2006/relationships/notesMaster" Target="/ppt/notesMasters/notesMaster1.xml" Id="Rf92958cc5d9748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c51e2a51aa4f1d" /><Relationship Type="http://schemas.openxmlformats.org/officeDocument/2006/relationships/notesMaster" Target="/ppt/notesMasters/notesMaster1.xml" Id="R8096b88f2e864e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935e74d44d424a" /><Relationship Type="http://schemas.openxmlformats.org/officeDocument/2006/relationships/notesMaster" Target="/ppt/notesMasters/notesMaster1.xml" Id="R8628fa5015804a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e44294aa364c39" /><Relationship Type="http://schemas.openxmlformats.org/officeDocument/2006/relationships/notesMaster" Target="/ppt/notesMasters/notesMaster1.xml" Id="R85904007c52345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a897f493214857" /><Relationship Type="http://schemas.openxmlformats.org/officeDocument/2006/relationships/notesMaster" Target="/ppt/notesMasters/notesMaster1.xml" Id="Rfdfc934f0cd147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919af2b0d43ba" /><Relationship Type="http://schemas.openxmlformats.org/officeDocument/2006/relationships/notesMaster" Target="/ppt/notesMasters/notesMaster1.xml" Id="Rdcd9ca55e13b49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9ee7b4f3bf4ff5" /><Relationship Type="http://schemas.openxmlformats.org/officeDocument/2006/relationships/notesMaster" Target="/ppt/notesMasters/notesMaster1.xml" Id="R81a6f15d60544c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988a9e8bc1454a" /><Relationship Type="http://schemas.openxmlformats.org/officeDocument/2006/relationships/notesMaster" Target="/ppt/notesMasters/notesMaster1.xml" Id="Ref1579c162d14e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2ea21b8ffd4706" /><Relationship Type="http://schemas.openxmlformats.org/officeDocument/2006/relationships/notesMaster" Target="/ppt/notesMasters/notesMaster1.xml" Id="R796b0cce20064f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1ff9ea13844f44" /><Relationship Type="http://schemas.openxmlformats.org/officeDocument/2006/relationships/notesMaster" Target="/ppt/notesMasters/notesMaster1.xml" Id="R5bc6bc5a15d94a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77e22e301f4a8a" /><Relationship Type="http://schemas.openxmlformats.org/officeDocument/2006/relationships/notesMaster" Target="/ppt/notesMasters/notesMaster1.xml" Id="R92e7a26b09f749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98d622a168421c" /><Relationship Type="http://schemas.openxmlformats.org/officeDocument/2006/relationships/notesMaster" Target="/ppt/notesMasters/notesMaster1.xml" Id="R029202c02fee45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2e9a3051e74b8e" /><Relationship Type="http://schemas.openxmlformats.org/officeDocument/2006/relationships/notesMaster" Target="/ppt/notesMasters/notesMaster1.xml" Id="R79b14849a58c4e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ce9659f5b048a6" /><Relationship Type="http://schemas.openxmlformats.org/officeDocument/2006/relationships/notesMaster" Target="/ppt/notesMasters/notesMaster1.xml" Id="R6882f32705f144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863759e4254716" /><Relationship Type="http://schemas.openxmlformats.org/officeDocument/2006/relationships/notesMaster" Target="/ppt/notesMasters/notesMaster1.xml" Id="R8fe5063b76b241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4dee18d9224999" /><Relationship Type="http://schemas.openxmlformats.org/officeDocument/2006/relationships/notesMaster" Target="/ppt/notesMasters/notesMaster1.xml" Id="Reace1afaab7b41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3bc69ce57f4856" /><Relationship Type="http://schemas.openxmlformats.org/officeDocument/2006/relationships/notesMaster" Target="/ppt/notesMasters/notesMaster1.xml" Id="R249b40ce892144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5ae926d91b41ae" /><Relationship Type="http://schemas.openxmlformats.org/officeDocument/2006/relationships/notesMaster" Target="/ppt/notesMasters/notesMaster1.xml" Id="Rb45fa171fc2e499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6e26b343f84f95" /><Relationship Type="http://schemas.openxmlformats.org/officeDocument/2006/relationships/notesMaster" Target="/ppt/notesMasters/notesMaster1.xml" Id="R23ef86614d3048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layers from left to right. Routers handle HTTP and WebSocket input. Dependencies load identity and request context. Services make reusable business decisions. Models and transactions protect durable state. Workers handle slow external systems. Use the application-stage example to show the separation in practice: the router validates input, the dependency loads the caller and company, the service checks permission and state transition, and the transaction updates the application while creating notification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links the candidate, offer, company, and selected CV asset. It also stores the current status, stage version, AI screening state, interview schedule, and timestamps. Related InterviewFeedback rows allow one review per reviewer, while ChatMessage rows form an ordered conversation for the application. Emphasize the database protections: one candidate cannot apply twice to the same offer, status values are constrained, AI scores remain between zero and one hundred, and the composite CV foreign key proves that the selected CV belongs to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11914905a74f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85faf647e747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e90f4024fd4e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e987ef8a9d48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fb1efff8bd4e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881d51e6dc4a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A3FB62-0F1E-448F-8F7E-AA4D1630E1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653F24-F749-415D-BC6D-6BC4F3D066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841284-A42C-4B83-B26E-2BF1672B8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ACE2D1-6DFD-48E8-92EF-0D977B950C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438AA6-D925-440D-BF92-EC984A1F2D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A5CC37-C507-40DA-B9C9-6B53DF3693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C17E75-C099-4F9F-9C53-5CE8755566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8E4349-B8AB-4B11-8E95-F1A816593C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156A76-1884-47BE-93FF-20545DD21B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745BD4-985F-4B10-8F4F-892BEA9325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56210148f14d2a" /><Relationship Type="http://schemas.openxmlformats.org/officeDocument/2006/relationships/slideLayout" Target="/ppt/slideLayouts/slideLayout1.xml" Id="R3751279e184041e6" /><Relationship Type="http://schemas.openxmlformats.org/officeDocument/2006/relationships/slideLayout" Target="/ppt/slideLayouts/slideLayout2.xml" Id="Rb480ff592f2d4d93" /><Relationship Type="http://schemas.openxmlformats.org/officeDocument/2006/relationships/slideLayout" Target="/ppt/slideLayouts/slideLayout3.xml" Id="R22ec7890cb1d409f" /><Relationship Type="http://schemas.openxmlformats.org/officeDocument/2006/relationships/slideLayout" Target="/ppt/slideLayouts/slideLayout4.xml" Id="R67135d1c00bc4723" /><Relationship Type="http://schemas.openxmlformats.org/officeDocument/2006/relationships/slideLayout" Target="/ppt/slideLayouts/slideLayout5.xml" Id="Rf701d8b3f4e941dc" /><Relationship Type="http://schemas.openxmlformats.org/officeDocument/2006/relationships/slideLayout" Target="/ppt/slideLayouts/slideLayout6.xml" Id="Racd2d4f865fe4b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51279e184041e6"/>
    <p:sldLayoutId xmlns:r="http://schemas.openxmlformats.org/officeDocument/2006/relationships" id="2147483650" r:id="Rb480ff592f2d4d93"/>
    <p:sldLayoutId xmlns:r="http://schemas.openxmlformats.org/officeDocument/2006/relationships" id="2147483651" r:id="R22ec7890cb1d409f"/>
    <p:sldLayoutId xmlns:r="http://schemas.openxmlformats.org/officeDocument/2006/relationships" id="2147483652" r:id="R67135d1c00bc4723"/>
    <p:sldLayoutId xmlns:r="http://schemas.openxmlformats.org/officeDocument/2006/relationships" id="2147483653" r:id="Rf701d8b3f4e941dc"/>
    <p:sldLayoutId xmlns:r="http://schemas.openxmlformats.org/officeDocument/2006/relationships" id="2147483654" r:id="Racd2d4f865fe4b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addf0d1d1e4503" /><Relationship Type="http://schemas.openxmlformats.org/officeDocument/2006/relationships/image" Target="/ppt/media/image.png" Id="R986c433a381547e9" /><Relationship Type="http://schemas.openxmlformats.org/officeDocument/2006/relationships/notesSlide" Target="/ppt/notesSlides/notesSlide1.xml" Id="Ree410be7bc8b47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e20e40fca447d8" /><Relationship Type="http://schemas.openxmlformats.org/officeDocument/2006/relationships/notesSlide" Target="/ppt/notesSlides/notesSlide2.xml" Id="R3d0a675c37cb49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25e9065f7b74916" /><Relationship Type="http://schemas.openxmlformats.org/officeDocument/2006/relationships/notesSlide" Target="/ppt/notesSlides/notesSlide3.xml" Id="R3e89856ada254a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72db96fa2e4830" /><Relationship Type="http://schemas.openxmlformats.org/officeDocument/2006/relationships/notesSlide" Target="/ppt/notesSlides/notesSlide4.xml" Id="R6cdc653263e646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d34f61b1624d7d" /><Relationship Type="http://schemas.openxmlformats.org/officeDocument/2006/relationships/notesSlide" Target="/ppt/notesSlides/notesSlide5.xml" Id="R85c86100c97f40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5bad0f04424d34" /><Relationship Type="http://schemas.openxmlformats.org/officeDocument/2006/relationships/notesSlide" Target="/ppt/notesSlides/notesSlide6.xml" Id="R389ba5cc94cf43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2925ff528242f9" /><Relationship Type="http://schemas.openxmlformats.org/officeDocument/2006/relationships/notesSlide" Target="/ppt/notesSlides/notesSlide7.xml" Id="R060623e5987147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5d5d1e48b14873" /><Relationship Type="http://schemas.openxmlformats.org/officeDocument/2006/relationships/notesSlide" Target="/ppt/notesSlides/notesSlide8.xml" Id="R974f2244f14c47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5e7859e0bf40d7" /><Relationship Type="http://schemas.openxmlformats.org/officeDocument/2006/relationships/notesSlide" Target="/ppt/notesSlides/notesSlide9.xml" Id="Rdffe7526229444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90008691874861" /><Relationship Type="http://schemas.openxmlformats.org/officeDocument/2006/relationships/notesSlide" Target="/ppt/notesSlides/notesSlide10.xml" Id="R0d9c9c23dc2344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df4522cd0940b4" /><Relationship Type="http://schemas.openxmlformats.org/officeDocument/2006/relationships/notesSlide" Target="/ppt/notesSlides/notesSlide11.xml" Id="Rdd86153f883545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6f2d5e575244f2" /><Relationship Type="http://schemas.openxmlformats.org/officeDocument/2006/relationships/notesSlide" Target="/ppt/notesSlides/notesSlide12.xml" Id="R78c57116a58a49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72855705209447b" /><Relationship Type="http://schemas.openxmlformats.org/officeDocument/2006/relationships/notesSlide" Target="/ppt/notesSlides/notesSlide13.xml" Id="Rb82c0ce7188a48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c848ea5ac34de4" /><Relationship Type="http://schemas.openxmlformats.org/officeDocument/2006/relationships/notesSlide" Target="/ppt/notesSlides/notesSlide14.xml" Id="R1b87c12fcd7e44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df223fa6394f30" /><Relationship Type="http://schemas.openxmlformats.org/officeDocument/2006/relationships/notesSlide" Target="/ppt/notesSlides/notesSlide15.xml" Id="R90f2909a06724e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4b52924e2554fec" /><Relationship Type="http://schemas.openxmlformats.org/officeDocument/2006/relationships/notesSlide" Target="/ppt/notesSlides/notesSlide16.xml" Id="R4f55e0a48da44a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0a0f550c58a427e" /><Relationship Type="http://schemas.openxmlformats.org/officeDocument/2006/relationships/notesSlide" Target="/ppt/notesSlides/notesSlide17.xml" Id="R5f700534bf2f4f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3976ebf584e419f" /><Relationship Type="http://schemas.openxmlformats.org/officeDocument/2006/relationships/notesSlide" Target="/ppt/notesSlides/notesSlide18.xml" Id="Rfc2dfd5ce4594e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e5a64b138fd4d71" /><Relationship Type="http://schemas.openxmlformats.org/officeDocument/2006/relationships/notesSlide" Target="/ppt/notesSlides/notesSlide19.xml" Id="R7bc3c82de16843e1"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E56A5D2-57B2-41E7-8A7D-F58DF85D2615}"/>
              </a:ext>
            </a:extLst>
          </p:cNvPr>
          <p:cNvPicPr>
            <a:picLocks xmlns:a="http://schemas.openxmlformats.org/drawingml/2006/main" noChangeAspect="1"/>
          </p:cNvPicPr>
          <p:nvPr/>
        </p:nvPicPr>
        <p:blipFill>
          <a:blip xmlns:r="http://schemas.openxmlformats.org/officeDocument/2006/relationships" xmlns:a="http://schemas.openxmlformats.org/drawingml/2006/main" r:embed="R986c433a381547e9"/>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E48A56-0C53-4CC7-AC5A-80B3FF2215B9}"/>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B32BAF09-B90B-45C1-AF6B-6F0C68866ADA}"/>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D53A8BE0-C929-43A1-B503-1AAB121D1FE5}"/>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24B32FC1-1827-4378-911D-AB384BCE1F20}"/>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B5755335-2867-4956-B6A8-22D28A41227F}"/>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89F17E6C-6114-4B4B-91F4-8A732BD391C3}"/>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A363C316-0DF0-49F0-8A15-EA85B5B60032}"/>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FD7034B8-0EA2-4437-9E87-B880D7DB6824}"/>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713461964"/>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2093654-C71A-416E-891D-1BA5407492A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60FDF37C-60DB-4E1D-B513-DC7DFE4088E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A9E0AC23-41AD-4848-B85F-2D08FB65BDA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6259B5E7-4214-43A4-ACF9-5C93391FF85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21C8BC8-847D-486B-BB3E-17910CAF442F}"/>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BC224191-A166-47C4-991E-A4B9D81BF3DE}"/>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C344A21-5CC1-4796-A8D4-08554218BFF6}"/>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90F13811-DF70-49E9-A756-3DDB366C3897}"/>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CDDB6A34-EB1F-4106-8277-9CDCA752B9DA}"/>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CFFDF61B-DC29-472D-B30B-FFABF6DC3C68}"/>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90157BE-CDDE-4FD7-970F-E34B4D9B79AF}"/>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E408283F-C1AF-465E-AD53-8B947379CF63}"/>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88F104FC-35F0-49DE-93B5-155AC8CF199C}"/>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53B61850-B3AD-4BD4-B2F1-54EC9AEA8EA6}"/>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46B9897-769F-417B-8531-C4B408C47C71}"/>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C1F91B67-4BD5-4DF6-A407-0173E3B8A8AF}"/>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B1076888-C5AA-45B3-82E2-6FD46417FC3E}"/>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86AA46AE-5425-4A91-8543-C7661E27F791}"/>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CE3ED2D-E6F1-48CE-BAD0-F19399DC2B89}"/>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6C5E496D-134E-46D8-80B6-F73E99662DC3}"/>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830F27E0-4E21-4F8E-8A16-C1ED605ED2AD}"/>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86DDFB7F-B950-4575-9A4F-88F433A21F0D}"/>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9A6C712B-F12C-464A-83F1-9C2C40ABA279}"/>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521526F4-D179-45E0-92C7-3931C963A5B6}"/>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C50A7070-CC5A-4193-A250-3A38B60D7E83}"/>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9C74351B-44B8-4986-86E6-F96FAC126E95}"/>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1642A661-E745-4F58-B021-8D373E45126F}"/>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0D87C491-F557-4038-8D53-3C3A9325047F}"/>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18691129-79B9-4C61-BDFE-E05A3071BBF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05549788"/>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97821B-6CA6-4CE2-9D94-24330165D36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9DE3FDA6-AD46-4545-AC87-2CBDFF174FF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09E1255F-FBA8-43C5-8B73-6F1A046BAC0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C76EF047-7C2F-46BA-AD8D-40649DCBC96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C4414AB-997B-496C-8E05-A226EF1F1B4B}"/>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DD061F3F-8C48-4B30-B1EC-8A340F830252}"/>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62A3BBF-32A3-4901-9D04-C95A696DC29B}"/>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62D2A913-159C-457B-AFE6-9DE0EACA2B64}"/>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7C3B803D-5EF5-462B-9155-6D1C69D9C6AB}"/>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E0543EFC-1850-47C8-983B-4ADD1E2D1AF0}"/>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94C3E58-981C-4804-9017-05257714ABE5}"/>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FD7A703A-45D6-4F79-A585-7DC88C4E96C3}"/>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8FA0814B-C43A-4FEE-9510-5A76B80C0445}"/>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7B810655-B2A2-4A18-ABA7-29314C01E478}"/>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CA0036E-31EE-4A48-8500-D73AF0B7FEB4}"/>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05E1A559-2084-47A8-897F-2D494F3AE4ED}"/>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ED96D92B-7B5E-4952-9DCB-6495350943E8}"/>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7F8309B4-6802-46EE-B9D3-E20A9F671CE9}"/>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0E18BA32-EB95-49B8-B607-594C8B306487}"/>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4CA2D061-8482-4E9F-9EB2-0C6935D8D33C}"/>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D64B5A9F-B21E-417D-A213-202DF3A0FDE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04511788"/>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4A57B4A2-58D1-4BE5-89B7-F502FF913FC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D7CC08FE-3615-4807-84ED-B52D7B729A7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C2C732F9-759D-476C-862C-4A2A6D93096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C6764956-861A-495F-B5C3-AA97529E567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10866A3-D61B-4DA0-998E-14750DD36E8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57BF4F2E-5FD2-4075-92C5-1AF585350B9D}"/>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DC59A5AF-A572-498E-869A-2FAE1D176674}"/>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DC5E145-5996-4500-9C57-07B1FFD2F9AA}"/>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CC56858F-65A6-4261-ADF7-CE4411B706A6}"/>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E58FE0D0-F79B-4832-A3DA-4FB71FF4E614}"/>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056908CE-5EBD-4F87-967B-EE2501AD49F5}"/>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EA6F21AE-86FE-40CA-BBBA-C6ACD77D75BE}"/>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F20847B-07EE-4FA2-BF5E-37530A0CD94E}"/>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16A024E2-EE0A-4ACA-8E37-B5E30F71C067}"/>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FF15DFA6-42D5-4052-AFC1-361134608E98}"/>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40558468-1DD7-4008-8264-30F410CEF575}"/>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F99472C1-C1EA-4DA3-9D2A-A080497D2DF8}"/>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C2697FE-822B-4C6B-A062-E985ADE7041D}"/>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E5E5ABA1-EC47-4818-A865-04AEE755CFBA}"/>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69D026DC-84DC-4F58-BDF3-83CEB7E69BB9}"/>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BDB1F280-653C-4823-8304-71B5C32EBCFA}"/>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CD92B2EC-9C7F-4535-8F8D-56AAAAF4479D}"/>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89BC60BA-4AFF-43F5-A465-4AC11157D663}"/>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2D2E0B10-1902-4FB3-BDB3-2F761B9F280A}"/>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8A6F878B-8536-4609-8054-0F1B59029E45}"/>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C0E451C0-63D4-4961-AD02-8E8F542F61B4}"/>
              </a:ext>
            </a:extLst>
          </p:cNvPr>
          <p:cNvSpPr>
            <a:spLocks xmlns:a="http://schemas.openxmlformats.org/drawingml/2006/main" noGrp="1"/>
          </p:cNvSpPr>
          <p:nvPr/>
        </p:nvSpPr>
        <p:spPr>
          <a:xfrm xmlns:a="http://schemas.openxmlformats.org/drawingml/2006/main">
            <a:off x="609600" y="3352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2"/>
          </a:bodyPr>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BACKGROUND JOBS</a:t>
            </a:r>
          </a:p>
        </p:txBody>
      </p:sp>
      <p:sp>
        <p:nvSpPr>
          <p:cNvPr id="27" name="">
            <a:extLst xmlns:a="http://schemas.openxmlformats.org/drawingml/2006/main">
              <a:ext uri="{FF2B5EF4-FFF2-40B4-BE49-F238E27FC236}">
                <a16:creationId xmlns:a16="http://schemas.microsoft.com/office/drawing/2014/main" id="{6D008188-CBEF-4FB8-AFEF-AC64F6298A85}"/>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44044761-9155-4EAC-A925-E4EB88D69D1C}"/>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9C14125D-4C17-44C3-9BF1-32A5952FF3F9}"/>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0CF774EE-6F7D-4A08-8E3C-C35F8D44D51D}"/>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D08464F6-2E7B-46EC-992B-A4AA41742706}"/>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4BB5ED84-5932-4E30-888E-FB81C1DB536E}"/>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98D7EB7F-8670-4C29-AECC-B1509E443C00}"/>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5CFA2E32-2318-4B55-9551-D522E49D859F}"/>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8A6999AA-1AE2-4218-A5D7-62BCB43ED89F}"/>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4BE46820-5C90-440F-B9BC-1A17AB8BB877}"/>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998211DF-6B66-45F7-92EF-B3023638F622}"/>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862C0EF1-DF5D-44EE-AEF4-65443DC33D85}"/>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A975B5EB-9BE2-4A8F-8D76-CC23D03D9678}"/>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6FF04D82-0CD3-4DFA-BBAE-E1AF9839AE5A}"/>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7239840A-37EE-4950-BD3C-835918067D4B}"/>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F46E0C1D-4916-4812-9B11-48D9B0576988}"/>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6D25F3DB-4B84-4EDE-9BAE-6C5B44B14F29}"/>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2D2AE47E-A0AE-4C2C-AE39-FF0C2EC27FDE}"/>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97B051E8-8497-4686-B739-10154621C754}"/>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D19E79D0-51FC-4F96-BC1C-E7863B124D95}"/>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E66AD7B2-EE4A-4564-8B18-B73969C4E49E}"/>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D00DC36A-F499-4C8F-B887-F204862D2676}"/>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2C333045-18AE-4467-8282-6A5927996BDE}"/>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3D9E507A-AF98-4323-92B5-97436C7AADC6}"/>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C582AB56-428F-4B5C-ADC8-08931480E48C}"/>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2BDB7D1A-18C8-4863-9D30-3085243D9E8E}"/>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1FC0EEF2-80F5-4091-9BD0-10A02EB24590}"/>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27DC945E-DA5B-4089-8001-82F2D8DC09B7}"/>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D6706A8F-D0F5-4D5D-9689-418B81546BFA}"/>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9ADB75A6-A898-4969-BF2A-258A94531BC2}"/>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FAC4EFD5-B667-47CE-8769-D9B57ACE5C96}"/>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A6489395-A136-4C0C-8D6C-9991CD3A2F72}"/>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AC842695-DC07-420C-AA25-B228B6760792}"/>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CD28C98E-74A7-4D4F-9734-D0D8F34AAA78}"/>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09BB54A6-A68C-486F-A029-3586E56F93FA}"/>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5B5E557A-8DF6-4B8C-908D-EF9EFC080BF8}"/>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333BD888-1F41-4B1C-A598-1FBC9CC5BAAC}"/>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6F7BAB83-C199-40E8-A8C0-17CBD31A41D4}"/>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FF122446-738F-44EC-AA73-CE6A0F1AA0A9}"/>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F77E9637-79AE-42D5-B8BC-E8836904DE47}"/>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4E9AB56E-002C-4F77-B384-F662BA1A09B4}"/>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80DD2086-B99E-42CC-890F-80B3C3F3765D}"/>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55997B0B-4F2E-4F45-A18C-71B030759BCA}"/>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EC6DE326-5338-4DC4-98E0-6CC49D5D5CF4}"/>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0D8B8BC2-DC79-418F-9036-A894184CDDFC}"/>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DB22B54A-E940-4EC8-96D5-60E4D2064CB0}"/>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80084ED4-8CAD-4025-A35F-EAED3013EE7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50073487"/>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719D53E-3100-479D-AB99-41D8893D715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B738ACA2-9121-4797-B52A-B8F58F5615B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code structure</a:t>
            </a:r>
          </a:p>
        </p:txBody>
      </p:sp>
      <p:sp>
        <p:nvSpPr>
          <p:cNvPr id="3" name="">
            <a:extLst xmlns:a="http://schemas.openxmlformats.org/drawingml/2006/main">
              <a:ext uri="{FF2B5EF4-FFF2-40B4-BE49-F238E27FC236}">
                <a16:creationId xmlns:a16="http://schemas.microsoft.com/office/drawing/2014/main" id="{2456520A-6FA3-4FAA-9AAE-5D35FD793E3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FF9BDF89-48C4-4024-9177-8EE786A363B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9865D1A-6857-4285-8173-B5CDCBF2E0A2}"/>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request moves through five layers. Each layer owns one type of responsibility.</a:t>
            </a:r>
          </a:p>
        </p:txBody>
      </p:sp>
      <p:sp>
        <p:nvSpPr>
          <p:cNvPr id="6" name="">
            <a:extLst xmlns:a="http://schemas.openxmlformats.org/drawingml/2006/main">
              <a:ext uri="{FF2B5EF4-FFF2-40B4-BE49-F238E27FC236}">
                <a16:creationId xmlns:a16="http://schemas.microsoft.com/office/drawing/2014/main" id="{AB3EB685-C810-400D-A301-6BAFE81153B5}"/>
              </a:ext>
            </a:extLst>
          </p:cNvPr>
          <p:cNvSpPr>
            <a:spLocks xmlns:a="http://schemas.openxmlformats.org/drawingml/2006/main" noGrp="1"/>
          </p:cNvSpPr>
          <p:nvPr/>
        </p:nvSpPr>
        <p:spPr>
          <a:xfrm xmlns:a="http://schemas.openxmlformats.org/drawingml/2006/main">
            <a:off x="609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0BCB897-21B2-42AD-8E86-E77B5F84614F}"/>
              </a:ext>
            </a:extLst>
          </p:cNvPr>
          <p:cNvSpPr>
            <a:spLocks xmlns:a="http://schemas.openxmlformats.org/drawingml/2006/main" noGrp="1"/>
          </p:cNvSpPr>
          <p:nvPr/>
        </p:nvSpPr>
        <p:spPr>
          <a:xfrm xmlns:a="http://schemas.openxmlformats.org/drawingml/2006/main">
            <a:off x="800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817F155C-3A02-42B6-B208-C53CDA79341C}"/>
              </a:ext>
            </a:extLst>
          </p:cNvPr>
          <p:cNvSpPr>
            <a:spLocks xmlns:a="http://schemas.openxmlformats.org/drawingml/2006/main" noGrp="1"/>
          </p:cNvSpPr>
          <p:nvPr/>
        </p:nvSpPr>
        <p:spPr>
          <a:xfrm xmlns:a="http://schemas.openxmlformats.org/drawingml/2006/main">
            <a:off x="800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D630AF71-9682-43D7-B42A-83A06345582F}"/>
              </a:ext>
            </a:extLst>
          </p:cNvPr>
          <p:cNvSpPr>
            <a:spLocks xmlns:a="http://schemas.openxmlformats.org/drawingml/2006/main" noGrp="1"/>
          </p:cNvSpPr>
          <p:nvPr/>
        </p:nvSpPr>
        <p:spPr>
          <a:xfrm xmlns:a="http://schemas.openxmlformats.org/drawingml/2006/main">
            <a:off x="800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HTTP and WebSocket input</a:t>
            </a:r>
          </a:p>
        </p:txBody>
      </p:sp>
      <p:sp>
        <p:nvSpPr>
          <p:cNvPr id="10" name="">
            <a:extLst xmlns:a="http://schemas.openxmlformats.org/drawingml/2006/main">
              <a:ext uri="{FF2B5EF4-FFF2-40B4-BE49-F238E27FC236}">
                <a16:creationId xmlns:a16="http://schemas.microsoft.com/office/drawing/2014/main" id="{DA14796B-52EF-4E55-BCE0-8307A639F839}"/>
              </a:ext>
            </a:extLst>
          </p:cNvPr>
          <p:cNvSpPr>
            <a:spLocks xmlns:a="http://schemas.openxmlformats.org/drawingml/2006/main" noGrp="1"/>
          </p:cNvSpPr>
          <p:nvPr/>
        </p:nvSpPr>
        <p:spPr>
          <a:xfrm xmlns:a="http://schemas.openxmlformats.org/drawingml/2006/main">
            <a:off x="800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3EBDD14-1DB4-4E9C-8D79-1285BA97BC16}"/>
              </a:ext>
            </a:extLst>
          </p:cNvPr>
          <p:cNvSpPr>
            <a:spLocks xmlns:a="http://schemas.openxmlformats.org/drawingml/2006/main" noGrp="1"/>
          </p:cNvSpPr>
          <p:nvPr/>
        </p:nvSpPr>
        <p:spPr>
          <a:xfrm xmlns:a="http://schemas.openxmlformats.org/drawingml/2006/main">
            <a:off x="800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Validate transport data and call the next layer</a:t>
            </a:r>
          </a:p>
        </p:txBody>
      </p:sp>
      <p:sp>
        <p:nvSpPr>
          <p:cNvPr id="12" name="">
            <a:extLst xmlns:a="http://schemas.openxmlformats.org/drawingml/2006/main">
              <a:ext uri="{FF2B5EF4-FFF2-40B4-BE49-F238E27FC236}">
                <a16:creationId xmlns:a16="http://schemas.microsoft.com/office/drawing/2014/main" id="{A8761B4D-36A2-43E2-9869-9E8331904921}"/>
              </a:ext>
            </a:extLst>
          </p:cNvPr>
          <p:cNvSpPr>
            <a:spLocks xmlns:a="http://schemas.openxmlformats.org/drawingml/2006/main" noGrp="1"/>
          </p:cNvSpPr>
          <p:nvPr/>
        </p:nvSpPr>
        <p:spPr>
          <a:xfrm xmlns:a="http://schemas.openxmlformats.org/drawingml/2006/main">
            <a:off x="24765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79D19B87-5BCD-43A8-B8E9-0944B7EEE4B4}"/>
              </a:ext>
            </a:extLst>
          </p:cNvPr>
          <p:cNvSpPr>
            <a:spLocks xmlns:a="http://schemas.openxmlformats.org/drawingml/2006/main" noGrp="1"/>
          </p:cNvSpPr>
          <p:nvPr/>
        </p:nvSpPr>
        <p:spPr>
          <a:xfrm xmlns:a="http://schemas.openxmlformats.org/drawingml/2006/main">
            <a:off x="28003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035F953-F561-4F2C-BEBD-06981E613B85}"/>
              </a:ext>
            </a:extLst>
          </p:cNvPr>
          <p:cNvSpPr>
            <a:spLocks xmlns:a="http://schemas.openxmlformats.org/drawingml/2006/main" noGrp="1"/>
          </p:cNvSpPr>
          <p:nvPr/>
        </p:nvSpPr>
        <p:spPr>
          <a:xfrm xmlns:a="http://schemas.openxmlformats.org/drawingml/2006/main">
            <a:off x="29908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356456"/>
                </a:solidFill>
                <a:latin typeface="Noto Sans"/>
                <a:ea typeface="Noto Sans"/>
                <a:cs typeface="Noto Sans"/>
              </a:defRPr>
            </a:defPPr>
            <a:lvl1pPr algn="l">
              <a:defRPr sz="1125" b="1">
                <a:solidFill>
                  <a:srgbClr val="356456"/>
                </a:solidFill>
                <a:latin typeface="Noto Sans"/>
                <a:ea typeface="Noto Sans"/>
                <a:cs typeface="Noto Sans"/>
              </a:defRPr>
            </a:lvl1pPr>
            <a:lvl2pPr algn="l">
              <a:defRPr sz="1125" b="1">
                <a:solidFill>
                  <a:srgbClr val="356456"/>
                </a:solidFill>
                <a:latin typeface="Noto Sans"/>
                <a:ea typeface="Noto Sans"/>
                <a:cs typeface="Noto Sans"/>
              </a:defRPr>
            </a:lvl2pPr>
            <a:lvl3pPr algn="l">
              <a:defRPr sz="1125" b="1">
                <a:solidFill>
                  <a:srgbClr val="356456"/>
                </a:solidFill>
                <a:latin typeface="Noto Sans"/>
                <a:ea typeface="Noto Sans"/>
                <a:cs typeface="Noto Sans"/>
              </a:defRPr>
            </a:lvl3pPr>
            <a:lvl4pPr algn="l">
              <a:defRPr sz="1125" b="1">
                <a:solidFill>
                  <a:srgbClr val="356456"/>
                </a:solidFill>
                <a:latin typeface="Noto Sans"/>
                <a:ea typeface="Noto Sans"/>
                <a:cs typeface="Noto Sans"/>
              </a:defRPr>
            </a:lvl4pPr>
            <a:lvl5pPr algn="l">
              <a:defRPr sz="1125" b="1">
                <a:solidFill>
                  <a:srgbClr val="356456"/>
                </a:solidFill>
                <a:latin typeface="Noto Sans"/>
                <a:ea typeface="Noto Sans"/>
                <a:cs typeface="Noto Sans"/>
              </a:defRPr>
            </a:lvl5pPr>
            <a:lvl6pPr algn="l">
              <a:defRPr sz="1125" b="1">
                <a:solidFill>
                  <a:srgbClr val="356456"/>
                </a:solidFill>
                <a:latin typeface="Noto Sans"/>
                <a:ea typeface="Noto Sans"/>
                <a:cs typeface="Noto Sans"/>
              </a:defRPr>
            </a:lvl6pPr>
            <a:lvl7pPr algn="l">
              <a:defRPr sz="1125" b="1">
                <a:solidFill>
                  <a:srgbClr val="356456"/>
                </a:solidFill>
                <a:latin typeface="Noto Sans"/>
                <a:ea typeface="Noto Sans"/>
                <a:cs typeface="Noto Sans"/>
              </a:defRPr>
            </a:lvl7pPr>
            <a:lvl8pPr algn="l">
              <a:defRPr sz="1125" b="1">
                <a:solidFill>
                  <a:srgbClr val="356456"/>
                </a:solidFill>
                <a:latin typeface="Noto Sans"/>
                <a:ea typeface="Noto Sans"/>
                <a:cs typeface="Noto Sans"/>
              </a:defRPr>
            </a:lvl8pPr>
            <a:lvl9pPr algn="l">
              <a:defRPr sz="1125" b="1">
                <a:solidFill>
                  <a:srgbClr val="356456"/>
                </a:solidFill>
                <a:latin typeface="Noto Sans"/>
                <a:ea typeface="Noto Sans"/>
                <a:cs typeface="Noto Sans"/>
              </a:defRPr>
            </a:lvl9pPr>
          </a:lstStyle>
          <a:p xmlns:a="http://schemas.openxmlformats.org/drawingml/2006/main">
            <a:pPr algn="l">
              <a:defRPr sz="1125" b="1">
                <a:solidFill>
                  <a:srgbClr val="356456"/>
                </a:solidFill>
                <a:latin typeface="Noto Sans"/>
                <a:ea typeface="Noto Sans"/>
                <a:cs typeface="Noto Sans"/>
              </a:defRPr>
            </a:pPr>
            <a:r>
              <a:rPr sz="1125" b="1">
                <a:solidFill>
                  <a:srgbClr val="356456"/>
                </a:solidFill>
                <a:latin typeface="Noto Sans"/>
                <a:ea typeface="Noto Sans"/>
                <a:cs typeface="Noto Sans"/>
              </a:rPr>
              <a:t>02</a:t>
            </a:r>
          </a:p>
        </p:txBody>
      </p:sp>
      <p:sp>
        <p:nvSpPr>
          <p:cNvPr id="15" name="">
            <a:extLst xmlns:a="http://schemas.openxmlformats.org/drawingml/2006/main">
              <a:ext uri="{FF2B5EF4-FFF2-40B4-BE49-F238E27FC236}">
                <a16:creationId xmlns:a16="http://schemas.microsoft.com/office/drawing/2014/main" id="{B9AF9633-F2B6-4A34-8DB2-15D2A17DA31F}"/>
              </a:ext>
            </a:extLst>
          </p:cNvPr>
          <p:cNvSpPr>
            <a:spLocks xmlns:a="http://schemas.openxmlformats.org/drawingml/2006/main" noGrp="1"/>
          </p:cNvSpPr>
          <p:nvPr/>
        </p:nvSpPr>
        <p:spPr>
          <a:xfrm xmlns:a="http://schemas.openxmlformats.org/drawingml/2006/main">
            <a:off x="29908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Dependencies</a:t>
            </a:r>
          </a:p>
        </p:txBody>
      </p:sp>
      <p:sp>
        <p:nvSpPr>
          <p:cNvPr id="16" name="">
            <a:extLst xmlns:a="http://schemas.openxmlformats.org/drawingml/2006/main">
              <a:ext uri="{FF2B5EF4-FFF2-40B4-BE49-F238E27FC236}">
                <a16:creationId xmlns:a16="http://schemas.microsoft.com/office/drawing/2014/main" id="{D8F8D8FB-4A04-412B-BDDE-A18AB27BDE71}"/>
              </a:ext>
            </a:extLst>
          </p:cNvPr>
          <p:cNvSpPr>
            <a:spLocks xmlns:a="http://schemas.openxmlformats.org/drawingml/2006/main" noGrp="1"/>
          </p:cNvSpPr>
          <p:nvPr/>
        </p:nvSpPr>
        <p:spPr>
          <a:xfrm xmlns:a="http://schemas.openxmlformats.org/drawingml/2006/main">
            <a:off x="29908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Identity and request context</a:t>
            </a:r>
          </a:p>
        </p:txBody>
      </p:sp>
      <p:sp>
        <p:nvSpPr>
          <p:cNvPr id="17" name="">
            <a:extLst xmlns:a="http://schemas.openxmlformats.org/drawingml/2006/main">
              <a:ext uri="{FF2B5EF4-FFF2-40B4-BE49-F238E27FC236}">
                <a16:creationId xmlns:a16="http://schemas.microsoft.com/office/drawing/2014/main" id="{B6FFB07B-7B82-4CB9-AAC4-C95A8BBA405B}"/>
              </a:ext>
            </a:extLst>
          </p:cNvPr>
          <p:cNvSpPr>
            <a:spLocks xmlns:a="http://schemas.openxmlformats.org/drawingml/2006/main" noGrp="1"/>
          </p:cNvSpPr>
          <p:nvPr/>
        </p:nvSpPr>
        <p:spPr>
          <a:xfrm xmlns:a="http://schemas.openxmlformats.org/drawingml/2006/main">
            <a:off x="29908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D48B47E4-732D-4836-8914-7C847C4E4428}"/>
              </a:ext>
            </a:extLst>
          </p:cNvPr>
          <p:cNvSpPr>
            <a:spLocks xmlns:a="http://schemas.openxmlformats.org/drawingml/2006/main" noGrp="1"/>
          </p:cNvSpPr>
          <p:nvPr/>
        </p:nvSpPr>
        <p:spPr>
          <a:xfrm xmlns:a="http://schemas.openxmlformats.org/drawingml/2006/main">
            <a:off x="29908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81"/>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Load the user, session, company, and shared guards</a:t>
            </a:r>
          </a:p>
        </p:txBody>
      </p:sp>
      <p:sp>
        <p:nvSpPr>
          <p:cNvPr id="19" name="">
            <a:extLst xmlns:a="http://schemas.openxmlformats.org/drawingml/2006/main">
              <a:ext uri="{FF2B5EF4-FFF2-40B4-BE49-F238E27FC236}">
                <a16:creationId xmlns:a16="http://schemas.microsoft.com/office/drawing/2014/main" id="{4C64AAEB-4397-45E3-A674-0DE46B058FF4}"/>
              </a:ext>
            </a:extLst>
          </p:cNvPr>
          <p:cNvSpPr>
            <a:spLocks xmlns:a="http://schemas.openxmlformats.org/drawingml/2006/main" noGrp="1"/>
          </p:cNvSpPr>
          <p:nvPr/>
        </p:nvSpPr>
        <p:spPr>
          <a:xfrm xmlns:a="http://schemas.openxmlformats.org/drawingml/2006/main">
            <a:off x="46672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96CA1B62-5B06-412D-8C3C-F96C538026E3}"/>
              </a:ext>
            </a:extLst>
          </p:cNvPr>
          <p:cNvSpPr>
            <a:spLocks xmlns:a="http://schemas.openxmlformats.org/drawingml/2006/main" noGrp="1"/>
          </p:cNvSpPr>
          <p:nvPr/>
        </p:nvSpPr>
        <p:spPr>
          <a:xfrm xmlns:a="http://schemas.openxmlformats.org/drawingml/2006/main">
            <a:off x="49911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8CBB58AC-F6AD-484C-ACC0-2762A45E81BA}"/>
              </a:ext>
            </a:extLst>
          </p:cNvPr>
          <p:cNvSpPr>
            <a:spLocks xmlns:a="http://schemas.openxmlformats.org/drawingml/2006/main" noGrp="1"/>
          </p:cNvSpPr>
          <p:nvPr/>
        </p:nvSpPr>
        <p:spPr>
          <a:xfrm xmlns:a="http://schemas.openxmlformats.org/drawingml/2006/main">
            <a:off x="51816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22" name="">
            <a:extLst xmlns:a="http://schemas.openxmlformats.org/drawingml/2006/main">
              <a:ext uri="{FF2B5EF4-FFF2-40B4-BE49-F238E27FC236}">
                <a16:creationId xmlns:a16="http://schemas.microsoft.com/office/drawing/2014/main" id="{E9FFD4D7-5005-4154-98E8-82C55AE0D442}"/>
              </a:ext>
            </a:extLst>
          </p:cNvPr>
          <p:cNvSpPr>
            <a:spLocks xmlns:a="http://schemas.openxmlformats.org/drawingml/2006/main" noGrp="1"/>
          </p:cNvSpPr>
          <p:nvPr/>
        </p:nvSpPr>
        <p:spPr>
          <a:xfrm xmlns:a="http://schemas.openxmlformats.org/drawingml/2006/main">
            <a:off x="51816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Services</a:t>
            </a:r>
          </a:p>
        </p:txBody>
      </p:sp>
      <p:sp>
        <p:nvSpPr>
          <p:cNvPr id="23" name="">
            <a:extLst xmlns:a="http://schemas.openxmlformats.org/drawingml/2006/main">
              <a:ext uri="{FF2B5EF4-FFF2-40B4-BE49-F238E27FC236}">
                <a16:creationId xmlns:a16="http://schemas.microsoft.com/office/drawing/2014/main" id="{34A35821-777A-4E41-8AAE-8367A7F06516}"/>
              </a:ext>
            </a:extLst>
          </p:cNvPr>
          <p:cNvSpPr>
            <a:spLocks xmlns:a="http://schemas.openxmlformats.org/drawingml/2006/main" noGrp="1"/>
          </p:cNvSpPr>
          <p:nvPr/>
        </p:nvSpPr>
        <p:spPr>
          <a:xfrm xmlns:a="http://schemas.openxmlformats.org/drawingml/2006/main">
            <a:off x="51816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43"/>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Business decisions</a:t>
            </a:r>
          </a:p>
        </p:txBody>
      </p:sp>
      <p:sp>
        <p:nvSpPr>
          <p:cNvPr id="24" name="">
            <a:extLst xmlns:a="http://schemas.openxmlformats.org/drawingml/2006/main">
              <a:ext uri="{FF2B5EF4-FFF2-40B4-BE49-F238E27FC236}">
                <a16:creationId xmlns:a16="http://schemas.microsoft.com/office/drawing/2014/main" id="{C8D39264-6154-498C-AB5C-CA18540387CD}"/>
              </a:ext>
            </a:extLst>
          </p:cNvPr>
          <p:cNvSpPr>
            <a:spLocks xmlns:a="http://schemas.openxmlformats.org/drawingml/2006/main" noGrp="1"/>
          </p:cNvSpPr>
          <p:nvPr/>
        </p:nvSpPr>
        <p:spPr>
          <a:xfrm xmlns:a="http://schemas.openxmlformats.org/drawingml/2006/main">
            <a:off x="51816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5" name="">
            <a:extLst xmlns:a="http://schemas.openxmlformats.org/drawingml/2006/main">
              <a:ext uri="{FF2B5EF4-FFF2-40B4-BE49-F238E27FC236}">
                <a16:creationId xmlns:a16="http://schemas.microsoft.com/office/drawing/2014/main" id="{0053BDCA-371F-4B1A-BB1C-DCC4DED1BF30}"/>
              </a:ext>
            </a:extLst>
          </p:cNvPr>
          <p:cNvSpPr>
            <a:spLocks xmlns:a="http://schemas.openxmlformats.org/drawingml/2006/main" noGrp="1"/>
          </p:cNvSpPr>
          <p:nvPr/>
        </p:nvSpPr>
        <p:spPr>
          <a:xfrm xmlns:a="http://schemas.openxmlformats.org/drawingml/2006/main">
            <a:off x="51816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27"/>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Apply permissions, workflows, and domain rules</a:t>
            </a:r>
          </a:p>
        </p:txBody>
      </p:sp>
      <p:sp>
        <p:nvSpPr>
          <p:cNvPr id="26" name="">
            <a:extLst xmlns:a="http://schemas.openxmlformats.org/drawingml/2006/main">
              <a:ext uri="{FF2B5EF4-FFF2-40B4-BE49-F238E27FC236}">
                <a16:creationId xmlns:a16="http://schemas.microsoft.com/office/drawing/2014/main" id="{A1E2112A-7239-42D2-B2CE-2046C8B25D19}"/>
              </a:ext>
            </a:extLst>
          </p:cNvPr>
          <p:cNvSpPr>
            <a:spLocks xmlns:a="http://schemas.openxmlformats.org/drawingml/2006/main" noGrp="1"/>
          </p:cNvSpPr>
          <p:nvPr/>
        </p:nvSpPr>
        <p:spPr>
          <a:xfrm xmlns:a="http://schemas.openxmlformats.org/drawingml/2006/main">
            <a:off x="68580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7" name="">
            <a:extLst xmlns:a="http://schemas.openxmlformats.org/drawingml/2006/main">
              <a:ext uri="{FF2B5EF4-FFF2-40B4-BE49-F238E27FC236}">
                <a16:creationId xmlns:a16="http://schemas.microsoft.com/office/drawing/2014/main" id="{3208757C-9F6F-404E-A46C-79F9CA410055}"/>
              </a:ext>
            </a:extLst>
          </p:cNvPr>
          <p:cNvSpPr>
            <a:spLocks xmlns:a="http://schemas.openxmlformats.org/drawingml/2006/main" noGrp="1"/>
          </p:cNvSpPr>
          <p:nvPr/>
        </p:nvSpPr>
        <p:spPr>
          <a:xfrm xmlns:a="http://schemas.openxmlformats.org/drawingml/2006/main">
            <a:off x="71818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D06DBB2C-3CB9-4842-818E-04518B4E5C17}"/>
              </a:ext>
            </a:extLst>
          </p:cNvPr>
          <p:cNvSpPr>
            <a:spLocks xmlns:a="http://schemas.openxmlformats.org/drawingml/2006/main" noGrp="1"/>
          </p:cNvSpPr>
          <p:nvPr/>
        </p:nvSpPr>
        <p:spPr>
          <a:xfrm xmlns:a="http://schemas.openxmlformats.org/drawingml/2006/main">
            <a:off x="73723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28734D"/>
                </a:solidFill>
                <a:latin typeface="Noto Sans"/>
                <a:ea typeface="Noto Sans"/>
                <a:cs typeface="Noto Sans"/>
              </a:defRPr>
            </a:defPPr>
            <a:lvl1pPr algn="l">
              <a:defRPr sz="1125" b="1">
                <a:solidFill>
                  <a:srgbClr val="28734D"/>
                </a:solidFill>
                <a:latin typeface="Noto Sans"/>
                <a:ea typeface="Noto Sans"/>
                <a:cs typeface="Noto Sans"/>
              </a:defRPr>
            </a:lvl1pPr>
            <a:lvl2pPr algn="l">
              <a:defRPr sz="1125" b="1">
                <a:solidFill>
                  <a:srgbClr val="28734D"/>
                </a:solidFill>
                <a:latin typeface="Noto Sans"/>
                <a:ea typeface="Noto Sans"/>
                <a:cs typeface="Noto Sans"/>
              </a:defRPr>
            </a:lvl2pPr>
            <a:lvl3pPr algn="l">
              <a:defRPr sz="1125" b="1">
                <a:solidFill>
                  <a:srgbClr val="28734D"/>
                </a:solidFill>
                <a:latin typeface="Noto Sans"/>
                <a:ea typeface="Noto Sans"/>
                <a:cs typeface="Noto Sans"/>
              </a:defRPr>
            </a:lvl3pPr>
            <a:lvl4pPr algn="l">
              <a:defRPr sz="1125" b="1">
                <a:solidFill>
                  <a:srgbClr val="28734D"/>
                </a:solidFill>
                <a:latin typeface="Noto Sans"/>
                <a:ea typeface="Noto Sans"/>
                <a:cs typeface="Noto Sans"/>
              </a:defRPr>
            </a:lvl4pPr>
            <a:lvl5pPr algn="l">
              <a:defRPr sz="1125" b="1">
                <a:solidFill>
                  <a:srgbClr val="28734D"/>
                </a:solidFill>
                <a:latin typeface="Noto Sans"/>
                <a:ea typeface="Noto Sans"/>
                <a:cs typeface="Noto Sans"/>
              </a:defRPr>
            </a:lvl5pPr>
            <a:lvl6pPr algn="l">
              <a:defRPr sz="1125" b="1">
                <a:solidFill>
                  <a:srgbClr val="28734D"/>
                </a:solidFill>
                <a:latin typeface="Noto Sans"/>
                <a:ea typeface="Noto Sans"/>
                <a:cs typeface="Noto Sans"/>
              </a:defRPr>
            </a:lvl6pPr>
            <a:lvl7pPr algn="l">
              <a:defRPr sz="1125" b="1">
                <a:solidFill>
                  <a:srgbClr val="28734D"/>
                </a:solidFill>
                <a:latin typeface="Noto Sans"/>
                <a:ea typeface="Noto Sans"/>
                <a:cs typeface="Noto Sans"/>
              </a:defRPr>
            </a:lvl7pPr>
            <a:lvl8pPr algn="l">
              <a:defRPr sz="1125" b="1">
                <a:solidFill>
                  <a:srgbClr val="28734D"/>
                </a:solidFill>
                <a:latin typeface="Noto Sans"/>
                <a:ea typeface="Noto Sans"/>
                <a:cs typeface="Noto Sans"/>
              </a:defRPr>
            </a:lvl8pPr>
            <a:lvl9pPr algn="l">
              <a:defRPr sz="1125" b="1">
                <a:solidFill>
                  <a:srgbClr val="28734D"/>
                </a:solidFill>
                <a:latin typeface="Noto Sans"/>
                <a:ea typeface="Noto Sans"/>
                <a:cs typeface="Noto Sans"/>
              </a:defRPr>
            </a:lvl9pPr>
          </a:lstStyle>
          <a:p xmlns:a="http://schemas.openxmlformats.org/drawingml/2006/main">
            <a:pPr algn="l">
              <a:defRPr sz="1125" b="1">
                <a:solidFill>
                  <a:srgbClr val="28734D"/>
                </a:solidFill>
                <a:latin typeface="Noto Sans"/>
                <a:ea typeface="Noto Sans"/>
                <a:cs typeface="Noto Sans"/>
              </a:defRPr>
            </a:pPr>
            <a:r>
              <a:rPr sz="1125" b="1">
                <a:solidFill>
                  <a:srgbClr val="28734D"/>
                </a:solidFill>
                <a:latin typeface="Noto Sans"/>
                <a:ea typeface="Noto Sans"/>
                <a:cs typeface="Noto Sans"/>
              </a:rPr>
              <a:t>04</a:t>
            </a:r>
          </a:p>
        </p:txBody>
      </p:sp>
      <p:sp>
        <p:nvSpPr>
          <p:cNvPr id="29" name="">
            <a:extLst xmlns:a="http://schemas.openxmlformats.org/drawingml/2006/main">
              <a:ext uri="{FF2B5EF4-FFF2-40B4-BE49-F238E27FC236}">
                <a16:creationId xmlns:a16="http://schemas.microsoft.com/office/drawing/2014/main" id="{57106904-74D5-4C01-9134-CAB219E120E3}"/>
              </a:ext>
            </a:extLst>
          </p:cNvPr>
          <p:cNvSpPr>
            <a:spLocks xmlns:a="http://schemas.openxmlformats.org/drawingml/2006/main" noGrp="1"/>
          </p:cNvSpPr>
          <p:nvPr/>
        </p:nvSpPr>
        <p:spPr>
          <a:xfrm xmlns:a="http://schemas.openxmlformats.org/drawingml/2006/main">
            <a:off x="73723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Models</a:t>
            </a:r>
          </a:p>
        </p:txBody>
      </p:sp>
      <p:sp>
        <p:nvSpPr>
          <p:cNvPr id="30" name="">
            <a:extLst xmlns:a="http://schemas.openxmlformats.org/drawingml/2006/main">
              <a:ext uri="{FF2B5EF4-FFF2-40B4-BE49-F238E27FC236}">
                <a16:creationId xmlns:a16="http://schemas.microsoft.com/office/drawing/2014/main" id="{ACC1CC59-60C6-428F-AA47-86844DB2C419}"/>
              </a:ext>
            </a:extLst>
          </p:cNvPr>
          <p:cNvSpPr>
            <a:spLocks xmlns:a="http://schemas.openxmlformats.org/drawingml/2006/main" noGrp="1"/>
          </p:cNvSpPr>
          <p:nvPr/>
        </p:nvSpPr>
        <p:spPr>
          <a:xfrm xmlns:a="http://schemas.openxmlformats.org/drawingml/2006/main">
            <a:off x="73723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Durable state</a:t>
            </a:r>
          </a:p>
        </p:txBody>
      </p:sp>
      <p:sp>
        <p:nvSpPr>
          <p:cNvPr id="31" name="">
            <a:extLst xmlns:a="http://schemas.openxmlformats.org/drawingml/2006/main">
              <a:ext uri="{FF2B5EF4-FFF2-40B4-BE49-F238E27FC236}">
                <a16:creationId xmlns:a16="http://schemas.microsoft.com/office/drawing/2014/main" id="{3824A643-E5C9-4F4C-AFD3-22978A241071}"/>
              </a:ext>
            </a:extLst>
          </p:cNvPr>
          <p:cNvSpPr>
            <a:spLocks xmlns:a="http://schemas.openxmlformats.org/drawingml/2006/main" noGrp="1"/>
          </p:cNvSpPr>
          <p:nvPr/>
        </p:nvSpPr>
        <p:spPr>
          <a:xfrm xmlns:a="http://schemas.openxmlformats.org/drawingml/2006/main">
            <a:off x="73723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2" name="">
            <a:extLst xmlns:a="http://schemas.openxmlformats.org/drawingml/2006/main">
              <a:ext uri="{FF2B5EF4-FFF2-40B4-BE49-F238E27FC236}">
                <a16:creationId xmlns:a16="http://schemas.microsoft.com/office/drawing/2014/main" id="{45AE88FC-9670-4FE3-8CC2-A20761E5CB4C}"/>
              </a:ext>
            </a:extLst>
          </p:cNvPr>
          <p:cNvSpPr>
            <a:spLocks xmlns:a="http://schemas.openxmlformats.org/drawingml/2006/main" noGrp="1"/>
          </p:cNvSpPr>
          <p:nvPr/>
        </p:nvSpPr>
        <p:spPr>
          <a:xfrm xmlns:a="http://schemas.openxmlformats.org/drawingml/2006/main">
            <a:off x="73723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4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Enforce relationships, constraints, and transactions</a:t>
            </a:r>
          </a:p>
        </p:txBody>
      </p:sp>
      <p:sp>
        <p:nvSpPr>
          <p:cNvPr id="33" name="">
            <a:extLst xmlns:a="http://schemas.openxmlformats.org/drawingml/2006/main">
              <a:ext uri="{FF2B5EF4-FFF2-40B4-BE49-F238E27FC236}">
                <a16:creationId xmlns:a16="http://schemas.microsoft.com/office/drawing/2014/main" id="{DFA5B4A5-2FE5-4578-90FA-F7C49E49C8CC}"/>
              </a:ext>
            </a:extLst>
          </p:cNvPr>
          <p:cNvSpPr>
            <a:spLocks xmlns:a="http://schemas.openxmlformats.org/drawingml/2006/main" noGrp="1"/>
          </p:cNvSpPr>
          <p:nvPr/>
        </p:nvSpPr>
        <p:spPr>
          <a:xfrm xmlns:a="http://schemas.openxmlformats.org/drawingml/2006/main">
            <a:off x="90487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4" name="">
            <a:extLst xmlns:a="http://schemas.openxmlformats.org/drawingml/2006/main">
              <a:ext uri="{FF2B5EF4-FFF2-40B4-BE49-F238E27FC236}">
                <a16:creationId xmlns:a16="http://schemas.microsoft.com/office/drawing/2014/main" id="{1F7DD518-87AE-4E60-AC25-5CFC16883942}"/>
              </a:ext>
            </a:extLst>
          </p:cNvPr>
          <p:cNvSpPr>
            <a:spLocks xmlns:a="http://schemas.openxmlformats.org/drawingml/2006/main" noGrp="1"/>
          </p:cNvSpPr>
          <p:nvPr/>
        </p:nvSpPr>
        <p:spPr>
          <a:xfrm xmlns:a="http://schemas.openxmlformats.org/drawingml/2006/main">
            <a:off x="9372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31036E8E-78FD-4164-8347-A7198F915DE2}"/>
              </a:ext>
            </a:extLst>
          </p:cNvPr>
          <p:cNvSpPr>
            <a:spLocks xmlns:a="http://schemas.openxmlformats.org/drawingml/2006/main" noGrp="1"/>
          </p:cNvSpPr>
          <p:nvPr/>
        </p:nvSpPr>
        <p:spPr>
          <a:xfrm xmlns:a="http://schemas.openxmlformats.org/drawingml/2006/main">
            <a:off x="9563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05</a:t>
            </a:r>
          </a:p>
        </p:txBody>
      </p:sp>
      <p:sp>
        <p:nvSpPr>
          <p:cNvPr id="36" name="">
            <a:extLst xmlns:a="http://schemas.openxmlformats.org/drawingml/2006/main">
              <a:ext uri="{FF2B5EF4-FFF2-40B4-BE49-F238E27FC236}">
                <a16:creationId xmlns:a16="http://schemas.microsoft.com/office/drawing/2014/main" id="{9387FF43-FCFD-4241-9BD7-05E43F6DC110}"/>
              </a:ext>
            </a:extLst>
          </p:cNvPr>
          <p:cNvSpPr>
            <a:spLocks xmlns:a="http://schemas.openxmlformats.org/drawingml/2006/main" noGrp="1"/>
          </p:cNvSpPr>
          <p:nvPr/>
        </p:nvSpPr>
        <p:spPr>
          <a:xfrm xmlns:a="http://schemas.openxmlformats.org/drawingml/2006/main">
            <a:off x="9563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Workers</a:t>
            </a:r>
          </a:p>
        </p:txBody>
      </p:sp>
      <p:sp>
        <p:nvSpPr>
          <p:cNvPr id="37" name="">
            <a:extLst xmlns:a="http://schemas.openxmlformats.org/drawingml/2006/main">
              <a:ext uri="{FF2B5EF4-FFF2-40B4-BE49-F238E27FC236}">
                <a16:creationId xmlns:a16="http://schemas.microsoft.com/office/drawing/2014/main" id="{2F74E4FE-7D9D-4A27-A440-39D1D2E744E7}"/>
              </a:ext>
            </a:extLst>
          </p:cNvPr>
          <p:cNvSpPr>
            <a:spLocks xmlns:a="http://schemas.openxmlformats.org/drawingml/2006/main" noGrp="1"/>
          </p:cNvSpPr>
          <p:nvPr/>
        </p:nvSpPr>
        <p:spPr>
          <a:xfrm xmlns:a="http://schemas.openxmlformats.org/drawingml/2006/main">
            <a:off x="9563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17"/>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Slow external work</a:t>
            </a:r>
          </a:p>
        </p:txBody>
      </p:sp>
      <p:sp>
        <p:nvSpPr>
          <p:cNvPr id="38" name="">
            <a:extLst xmlns:a="http://schemas.openxmlformats.org/drawingml/2006/main">
              <a:ext uri="{FF2B5EF4-FFF2-40B4-BE49-F238E27FC236}">
                <a16:creationId xmlns:a16="http://schemas.microsoft.com/office/drawing/2014/main" id="{CBD35E71-526C-4DC3-9D87-3BAE8EB3E38B}"/>
              </a:ext>
            </a:extLst>
          </p:cNvPr>
          <p:cNvSpPr>
            <a:spLocks xmlns:a="http://schemas.openxmlformats.org/drawingml/2006/main" noGrp="1"/>
          </p:cNvSpPr>
          <p:nvPr/>
        </p:nvSpPr>
        <p:spPr>
          <a:xfrm xmlns:a="http://schemas.openxmlformats.org/drawingml/2006/main">
            <a:off x="9563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9" name="">
            <a:extLst xmlns:a="http://schemas.openxmlformats.org/drawingml/2006/main">
              <a:ext uri="{FF2B5EF4-FFF2-40B4-BE49-F238E27FC236}">
                <a16:creationId xmlns:a16="http://schemas.microsoft.com/office/drawing/2014/main" id="{19EF021D-395E-4034-A135-3CBBE117F56E}"/>
              </a:ext>
            </a:extLst>
          </p:cNvPr>
          <p:cNvSpPr>
            <a:spLocks xmlns:a="http://schemas.openxmlformats.org/drawingml/2006/main" noGrp="1"/>
          </p:cNvSpPr>
          <p:nvPr/>
        </p:nvSpPr>
        <p:spPr>
          <a:xfrm xmlns:a="http://schemas.openxmlformats.org/drawingml/2006/main">
            <a:off x="9563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Process AI, email, files, and scheduled tasks</a:t>
            </a:r>
          </a:p>
        </p:txBody>
      </p:sp>
      <p:sp>
        <p:nvSpPr>
          <p:cNvPr id="40" name="">
            <a:extLst xmlns:a="http://schemas.openxmlformats.org/drawingml/2006/main">
              <a:ext uri="{FF2B5EF4-FFF2-40B4-BE49-F238E27FC236}">
                <a16:creationId xmlns:a16="http://schemas.microsoft.com/office/drawing/2014/main" id="{3ABA0649-FCD4-40DE-8DC2-A250165DD528}"/>
              </a:ext>
            </a:extLst>
          </p:cNvPr>
          <p:cNvSpPr>
            <a:spLocks xmlns:a="http://schemas.openxmlformats.org/drawingml/2006/main" noGrp="1"/>
          </p:cNvSpPr>
          <p:nvPr/>
        </p:nvSpPr>
        <p:spPr>
          <a:xfrm xmlns:a="http://schemas.openxmlformats.org/drawingml/2006/main">
            <a:off x="609600" y="4362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lgn="l">
              <a:defRPr sz="1650" b="1">
                <a:solidFill>
                  <a:srgbClr val="A25C38"/>
                </a:solidFill>
                <a:latin typeface="Noto Sans"/>
                <a:ea typeface="Noto Sans"/>
                <a:cs typeface="Noto Sans"/>
              </a:defRPr>
            </a:defPPr>
            <a:lvl1pPr algn="l">
              <a:defRPr sz="1650" b="1">
                <a:solidFill>
                  <a:srgbClr val="A25C38"/>
                </a:solidFill>
                <a:latin typeface="Noto Sans"/>
                <a:ea typeface="Noto Sans"/>
                <a:cs typeface="Noto Sans"/>
              </a:defRPr>
            </a:lvl1pPr>
            <a:lvl2pPr algn="l">
              <a:defRPr sz="1650" b="1">
                <a:solidFill>
                  <a:srgbClr val="A25C38"/>
                </a:solidFill>
                <a:latin typeface="Noto Sans"/>
                <a:ea typeface="Noto Sans"/>
                <a:cs typeface="Noto Sans"/>
              </a:defRPr>
            </a:lvl2pPr>
            <a:lvl3pPr algn="l">
              <a:defRPr sz="1650" b="1">
                <a:solidFill>
                  <a:srgbClr val="A25C38"/>
                </a:solidFill>
                <a:latin typeface="Noto Sans"/>
                <a:ea typeface="Noto Sans"/>
                <a:cs typeface="Noto Sans"/>
              </a:defRPr>
            </a:lvl3pPr>
            <a:lvl4pPr algn="l">
              <a:defRPr sz="1650" b="1">
                <a:solidFill>
                  <a:srgbClr val="A25C38"/>
                </a:solidFill>
                <a:latin typeface="Noto Sans"/>
                <a:ea typeface="Noto Sans"/>
                <a:cs typeface="Noto Sans"/>
              </a:defRPr>
            </a:lvl4pPr>
            <a:lvl5pPr algn="l">
              <a:defRPr sz="1650" b="1">
                <a:solidFill>
                  <a:srgbClr val="A25C38"/>
                </a:solidFill>
                <a:latin typeface="Noto Sans"/>
                <a:ea typeface="Noto Sans"/>
                <a:cs typeface="Noto Sans"/>
              </a:defRPr>
            </a:lvl5pPr>
            <a:lvl6pPr algn="l">
              <a:defRPr sz="1650" b="1">
                <a:solidFill>
                  <a:srgbClr val="A25C38"/>
                </a:solidFill>
                <a:latin typeface="Noto Sans"/>
                <a:ea typeface="Noto Sans"/>
                <a:cs typeface="Noto Sans"/>
              </a:defRPr>
            </a:lvl6pPr>
            <a:lvl7pPr algn="l">
              <a:defRPr sz="1650" b="1">
                <a:solidFill>
                  <a:srgbClr val="A25C38"/>
                </a:solidFill>
                <a:latin typeface="Noto Sans"/>
                <a:ea typeface="Noto Sans"/>
                <a:cs typeface="Noto Sans"/>
              </a:defRPr>
            </a:lvl7pPr>
            <a:lvl8pPr algn="l">
              <a:defRPr sz="1650" b="1">
                <a:solidFill>
                  <a:srgbClr val="A25C38"/>
                </a:solidFill>
                <a:latin typeface="Noto Sans"/>
                <a:ea typeface="Noto Sans"/>
                <a:cs typeface="Noto Sans"/>
              </a:defRPr>
            </a:lvl8pPr>
            <a:lvl9pPr algn="l">
              <a:defRPr sz="1650" b="1">
                <a:solidFill>
                  <a:srgbClr val="A25C38"/>
                </a:solidFill>
                <a:latin typeface="Noto Sans"/>
                <a:ea typeface="Noto Sans"/>
                <a:cs typeface="Noto Sans"/>
              </a:defRPr>
            </a:lvl9pPr>
          </a:lstStyle>
          <a:p xmlns:a="http://schemas.openxmlformats.org/drawingml/2006/main">
            <a:pPr algn="l">
              <a:defRPr sz="1650" b="1">
                <a:solidFill>
                  <a:srgbClr val="A25C38"/>
                </a:solidFill>
                <a:latin typeface="Noto Sans"/>
                <a:ea typeface="Noto Sans"/>
                <a:cs typeface="Noto Sans"/>
              </a:defRPr>
            </a:pPr>
            <a:r>
              <a:rPr sz="1650" b="1">
                <a:solidFill>
                  <a:srgbClr val="A25C38"/>
                </a:solidFill>
                <a:latin typeface="Noto Sans"/>
                <a:ea typeface="Noto Sans"/>
                <a:cs typeface="Noto Sans"/>
              </a:rPr>
              <a:t>Concrete example</a:t>
            </a:r>
          </a:p>
        </p:txBody>
      </p:sp>
      <p:sp>
        <p:nvSpPr>
          <p:cNvPr id="41" name="">
            <a:extLst xmlns:a="http://schemas.openxmlformats.org/drawingml/2006/main">
              <a:ext uri="{FF2B5EF4-FFF2-40B4-BE49-F238E27FC236}">
                <a16:creationId xmlns:a16="http://schemas.microsoft.com/office/drawing/2014/main" id="{404A3982-4C1A-4B65-88E0-FE0928DEBFBE}"/>
              </a:ext>
            </a:extLst>
          </p:cNvPr>
          <p:cNvSpPr>
            <a:spLocks xmlns:a="http://schemas.openxmlformats.org/drawingml/2006/main" noGrp="1"/>
          </p:cNvSpPr>
          <p:nvPr/>
        </p:nvSpPr>
        <p:spPr>
          <a:xfrm xmlns:a="http://schemas.openxmlformats.org/drawingml/2006/main">
            <a:off x="2609850" y="43434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Move an application to the interview stage</a:t>
            </a:r>
          </a:p>
        </p:txBody>
      </p:sp>
      <p:sp>
        <p:nvSpPr>
          <p:cNvPr id="42" name="">
            <a:extLst xmlns:a="http://schemas.openxmlformats.org/drawingml/2006/main">
              <a:ext uri="{FF2B5EF4-FFF2-40B4-BE49-F238E27FC236}">
                <a16:creationId xmlns:a16="http://schemas.microsoft.com/office/drawing/2014/main" id="{81A388DF-4A04-47C7-9243-E1D458200CD5}"/>
              </a:ext>
            </a:extLst>
          </p:cNvPr>
          <p:cNvSpPr>
            <a:spLocks xmlns:a="http://schemas.openxmlformats.org/drawingml/2006/main" noGrp="1"/>
          </p:cNvSpPr>
          <p:nvPr/>
        </p:nvSpPr>
        <p:spPr>
          <a:xfrm xmlns:a="http://schemas.openxmlformats.org/drawingml/2006/main">
            <a:off x="6096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43" name="">
            <a:extLst xmlns:a="http://schemas.openxmlformats.org/drawingml/2006/main">
              <a:ext uri="{FF2B5EF4-FFF2-40B4-BE49-F238E27FC236}">
                <a16:creationId xmlns:a16="http://schemas.microsoft.com/office/drawing/2014/main" id="{FCB8E53D-6AFD-4AA1-94B3-F4A167B6103E}"/>
              </a:ext>
            </a:extLst>
          </p:cNvPr>
          <p:cNvSpPr>
            <a:spLocks xmlns:a="http://schemas.openxmlformats.org/drawingml/2006/main" noGrp="1"/>
          </p:cNvSpPr>
          <p:nvPr/>
        </p:nvSpPr>
        <p:spPr>
          <a:xfrm xmlns:a="http://schemas.openxmlformats.org/drawingml/2006/main">
            <a:off x="10096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a:t>
            </a:r>
          </a:p>
        </p:txBody>
      </p:sp>
      <p:sp>
        <p:nvSpPr>
          <p:cNvPr id="44" name="">
            <a:extLst xmlns:a="http://schemas.openxmlformats.org/drawingml/2006/main">
              <a:ext uri="{FF2B5EF4-FFF2-40B4-BE49-F238E27FC236}">
                <a16:creationId xmlns:a16="http://schemas.microsoft.com/office/drawing/2014/main" id="{4E7C8FF4-67C2-471F-B8A3-20B83516387F}"/>
              </a:ext>
            </a:extLst>
          </p:cNvPr>
          <p:cNvSpPr>
            <a:spLocks xmlns:a="http://schemas.openxmlformats.org/drawingml/2006/main" noGrp="1"/>
          </p:cNvSpPr>
          <p:nvPr/>
        </p:nvSpPr>
        <p:spPr>
          <a:xfrm xmlns:a="http://schemas.openxmlformats.org/drawingml/2006/main">
            <a:off x="10096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validates the stage request</a:t>
            </a:r>
          </a:p>
        </p:txBody>
      </p:sp>
      <p:sp>
        <p:nvSpPr>
          <p:cNvPr id="45" name="">
            <a:extLst xmlns:a="http://schemas.openxmlformats.org/drawingml/2006/main">
              <a:ext uri="{FF2B5EF4-FFF2-40B4-BE49-F238E27FC236}">
                <a16:creationId xmlns:a16="http://schemas.microsoft.com/office/drawing/2014/main" id="{02EFDCC0-B29C-4661-9E29-B671E3794E3E}"/>
              </a:ext>
            </a:extLst>
          </p:cNvPr>
          <p:cNvSpPr>
            <a:spLocks xmlns:a="http://schemas.openxmlformats.org/drawingml/2006/main" noGrp="1"/>
          </p:cNvSpPr>
          <p:nvPr/>
        </p:nvSpPr>
        <p:spPr>
          <a:xfrm xmlns:a="http://schemas.openxmlformats.org/drawingml/2006/main">
            <a:off x="30099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2362E993-D56D-4D52-AFC0-3B4C8D2D57F7}"/>
              </a:ext>
            </a:extLst>
          </p:cNvPr>
          <p:cNvSpPr>
            <a:spLocks xmlns:a="http://schemas.openxmlformats.org/drawingml/2006/main" noGrp="1"/>
          </p:cNvSpPr>
          <p:nvPr/>
        </p:nvSpPr>
        <p:spPr>
          <a:xfrm xmlns:a="http://schemas.openxmlformats.org/drawingml/2006/main">
            <a:off x="33528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02</a:t>
            </a:r>
          </a:p>
        </p:txBody>
      </p:sp>
      <p:sp>
        <p:nvSpPr>
          <p:cNvPr id="47" name="">
            <a:extLst xmlns:a="http://schemas.openxmlformats.org/drawingml/2006/main">
              <a:ext uri="{FF2B5EF4-FFF2-40B4-BE49-F238E27FC236}">
                <a16:creationId xmlns:a16="http://schemas.microsoft.com/office/drawing/2014/main" id="{F981709E-FC11-42CA-8D93-A897684DFCD8}"/>
              </a:ext>
            </a:extLst>
          </p:cNvPr>
          <p:cNvSpPr>
            <a:spLocks xmlns:a="http://schemas.openxmlformats.org/drawingml/2006/main" noGrp="1"/>
          </p:cNvSpPr>
          <p:nvPr/>
        </p:nvSpPr>
        <p:spPr>
          <a:xfrm xmlns:a="http://schemas.openxmlformats.org/drawingml/2006/main">
            <a:off x="37528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Dependency</a:t>
            </a:r>
          </a:p>
        </p:txBody>
      </p:sp>
      <p:sp>
        <p:nvSpPr>
          <p:cNvPr id="48" name="">
            <a:extLst xmlns:a="http://schemas.openxmlformats.org/drawingml/2006/main">
              <a:ext uri="{FF2B5EF4-FFF2-40B4-BE49-F238E27FC236}">
                <a16:creationId xmlns:a16="http://schemas.microsoft.com/office/drawing/2014/main" id="{F5B519DE-D75D-4E14-86B1-CECFC4A199EE}"/>
              </a:ext>
            </a:extLst>
          </p:cNvPr>
          <p:cNvSpPr>
            <a:spLocks xmlns:a="http://schemas.openxmlformats.org/drawingml/2006/main" noGrp="1"/>
          </p:cNvSpPr>
          <p:nvPr/>
        </p:nvSpPr>
        <p:spPr>
          <a:xfrm xmlns:a="http://schemas.openxmlformats.org/drawingml/2006/main">
            <a:off x="37528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loads user and company context</a:t>
            </a:r>
          </a:p>
        </p:txBody>
      </p:sp>
      <p:sp>
        <p:nvSpPr>
          <p:cNvPr id="49" name="">
            <a:extLst xmlns:a="http://schemas.openxmlformats.org/drawingml/2006/main">
              <a:ext uri="{FF2B5EF4-FFF2-40B4-BE49-F238E27FC236}">
                <a16:creationId xmlns:a16="http://schemas.microsoft.com/office/drawing/2014/main" id="{AC3103A0-932E-4C62-A38A-2FA44C5D0777}"/>
              </a:ext>
            </a:extLst>
          </p:cNvPr>
          <p:cNvSpPr>
            <a:spLocks xmlns:a="http://schemas.openxmlformats.org/drawingml/2006/main" noGrp="1"/>
          </p:cNvSpPr>
          <p:nvPr/>
        </p:nvSpPr>
        <p:spPr>
          <a:xfrm xmlns:a="http://schemas.openxmlformats.org/drawingml/2006/main">
            <a:off x="57531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0" name="">
            <a:extLst xmlns:a="http://schemas.openxmlformats.org/drawingml/2006/main">
              <a:ext uri="{FF2B5EF4-FFF2-40B4-BE49-F238E27FC236}">
                <a16:creationId xmlns:a16="http://schemas.microsoft.com/office/drawing/2014/main" id="{3CB26931-0971-4BA8-92BD-2F872508EC7C}"/>
              </a:ext>
            </a:extLst>
          </p:cNvPr>
          <p:cNvSpPr>
            <a:spLocks xmlns:a="http://schemas.openxmlformats.org/drawingml/2006/main" noGrp="1"/>
          </p:cNvSpPr>
          <p:nvPr/>
        </p:nvSpPr>
        <p:spPr>
          <a:xfrm xmlns:a="http://schemas.openxmlformats.org/drawingml/2006/main">
            <a:off x="60960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03</a:t>
            </a:r>
          </a:p>
        </p:txBody>
      </p:sp>
      <p:sp>
        <p:nvSpPr>
          <p:cNvPr id="51" name="">
            <a:extLst xmlns:a="http://schemas.openxmlformats.org/drawingml/2006/main">
              <a:ext uri="{FF2B5EF4-FFF2-40B4-BE49-F238E27FC236}">
                <a16:creationId xmlns:a16="http://schemas.microsoft.com/office/drawing/2014/main" id="{727F6384-6005-4958-A130-28CF2CA6E48A}"/>
              </a:ext>
            </a:extLst>
          </p:cNvPr>
          <p:cNvSpPr>
            <a:spLocks xmlns:a="http://schemas.openxmlformats.org/drawingml/2006/main" noGrp="1"/>
          </p:cNvSpPr>
          <p:nvPr/>
        </p:nvSpPr>
        <p:spPr>
          <a:xfrm xmlns:a="http://schemas.openxmlformats.org/drawingml/2006/main">
            <a:off x="64960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a:t>
            </a:r>
          </a:p>
        </p:txBody>
      </p:sp>
      <p:sp>
        <p:nvSpPr>
          <p:cNvPr id="52" name="">
            <a:extLst xmlns:a="http://schemas.openxmlformats.org/drawingml/2006/main">
              <a:ext uri="{FF2B5EF4-FFF2-40B4-BE49-F238E27FC236}">
                <a16:creationId xmlns:a16="http://schemas.microsoft.com/office/drawing/2014/main" id="{1FC302C3-8D95-4F0E-8E17-9083B3E43AA0}"/>
              </a:ext>
            </a:extLst>
          </p:cNvPr>
          <p:cNvSpPr>
            <a:spLocks xmlns:a="http://schemas.openxmlformats.org/drawingml/2006/main" noGrp="1"/>
          </p:cNvSpPr>
          <p:nvPr/>
        </p:nvSpPr>
        <p:spPr>
          <a:xfrm xmlns:a="http://schemas.openxmlformats.org/drawingml/2006/main">
            <a:off x="64960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checks permission and transition</a:t>
            </a:r>
          </a:p>
        </p:txBody>
      </p:sp>
      <p:sp>
        <p:nvSpPr>
          <p:cNvPr id="53" name="">
            <a:extLst xmlns:a="http://schemas.openxmlformats.org/drawingml/2006/main">
              <a:ext uri="{FF2B5EF4-FFF2-40B4-BE49-F238E27FC236}">
                <a16:creationId xmlns:a16="http://schemas.microsoft.com/office/drawing/2014/main" id="{54BCA8BE-AC69-4934-A75F-95E3DF9B7D7B}"/>
              </a:ext>
            </a:extLst>
          </p:cNvPr>
          <p:cNvSpPr>
            <a:spLocks xmlns:a="http://schemas.openxmlformats.org/drawingml/2006/main" noGrp="1"/>
          </p:cNvSpPr>
          <p:nvPr/>
        </p:nvSpPr>
        <p:spPr>
          <a:xfrm xmlns:a="http://schemas.openxmlformats.org/drawingml/2006/main">
            <a:off x="84963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4" name="">
            <a:extLst xmlns:a="http://schemas.openxmlformats.org/drawingml/2006/main">
              <a:ext uri="{FF2B5EF4-FFF2-40B4-BE49-F238E27FC236}">
                <a16:creationId xmlns:a16="http://schemas.microsoft.com/office/drawing/2014/main" id="{D374E12E-E41C-433B-8553-90F66941EC40}"/>
              </a:ext>
            </a:extLst>
          </p:cNvPr>
          <p:cNvSpPr>
            <a:spLocks xmlns:a="http://schemas.openxmlformats.org/drawingml/2006/main" noGrp="1"/>
          </p:cNvSpPr>
          <p:nvPr/>
        </p:nvSpPr>
        <p:spPr>
          <a:xfrm xmlns:a="http://schemas.openxmlformats.org/drawingml/2006/main">
            <a:off x="88392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04</a:t>
            </a:r>
          </a:p>
        </p:txBody>
      </p:sp>
      <p:sp>
        <p:nvSpPr>
          <p:cNvPr id="55" name="">
            <a:extLst xmlns:a="http://schemas.openxmlformats.org/drawingml/2006/main">
              <a:ext uri="{FF2B5EF4-FFF2-40B4-BE49-F238E27FC236}">
                <a16:creationId xmlns:a16="http://schemas.microsoft.com/office/drawing/2014/main" id="{4DBEE836-F291-43DB-9552-14DBFB8199C0}"/>
              </a:ext>
            </a:extLst>
          </p:cNvPr>
          <p:cNvSpPr>
            <a:spLocks xmlns:a="http://schemas.openxmlformats.org/drawingml/2006/main" noGrp="1"/>
          </p:cNvSpPr>
          <p:nvPr/>
        </p:nvSpPr>
        <p:spPr>
          <a:xfrm xmlns:a="http://schemas.openxmlformats.org/drawingml/2006/main">
            <a:off x="92392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Transaction</a:t>
            </a:r>
          </a:p>
        </p:txBody>
      </p:sp>
      <p:sp>
        <p:nvSpPr>
          <p:cNvPr id="56" name="">
            <a:extLst xmlns:a="http://schemas.openxmlformats.org/drawingml/2006/main">
              <a:ext uri="{FF2B5EF4-FFF2-40B4-BE49-F238E27FC236}">
                <a16:creationId xmlns:a16="http://schemas.microsoft.com/office/drawing/2014/main" id="{14998285-56EF-41D0-B501-747CAEEEBD76}"/>
              </a:ext>
            </a:extLst>
          </p:cNvPr>
          <p:cNvSpPr>
            <a:spLocks xmlns:a="http://schemas.openxmlformats.org/drawingml/2006/main" noGrp="1"/>
          </p:cNvSpPr>
          <p:nvPr/>
        </p:nvSpPr>
        <p:spPr>
          <a:xfrm xmlns:a="http://schemas.openxmlformats.org/drawingml/2006/main">
            <a:off x="92392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updates state and queues notification</a:t>
            </a:r>
          </a:p>
        </p:txBody>
      </p:sp>
      <p:sp>
        <p:nvSpPr>
          <p:cNvPr id="57" name="">
            <a:extLst xmlns:a="http://schemas.openxmlformats.org/drawingml/2006/main">
              <a:ext uri="{FF2B5EF4-FFF2-40B4-BE49-F238E27FC236}">
                <a16:creationId xmlns:a16="http://schemas.microsoft.com/office/drawing/2014/main" id="{3AF195CF-2EC7-433E-AF9E-69602AFCAA77}"/>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58" name="">
            <a:extLst xmlns:a="http://schemas.openxmlformats.org/drawingml/2006/main">
              <a:ext uri="{FF2B5EF4-FFF2-40B4-BE49-F238E27FC236}">
                <a16:creationId xmlns:a16="http://schemas.microsoft.com/office/drawing/2014/main" id="{DAB8D01B-C2AC-4770-BA38-ADF05136C29E}"/>
              </a:ext>
            </a:extLst>
          </p:cNvPr>
          <p:cNvSpPr>
            <a:spLocks xmlns:a="http://schemas.openxmlformats.org/drawingml/2006/main" noGrp="1"/>
          </p:cNvSpPr>
          <p:nvPr/>
        </p:nvSpPr>
        <p:spPr>
          <a:xfrm xmlns:a="http://schemas.openxmlformats.org/drawingml/2006/main">
            <a:off x="819150" y="58483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Routers coordinate the call. Services make the business decision. Database constraints reject invalid state.</a:t>
            </a:r>
          </a:p>
        </p:txBody>
      </p:sp>
      <p:sp>
        <p:nvSpPr>
          <p:cNvPr id="59" name="">
            <a:extLst xmlns:a="http://schemas.openxmlformats.org/drawingml/2006/main">
              <a:ext uri="{FF2B5EF4-FFF2-40B4-BE49-F238E27FC236}">
                <a16:creationId xmlns:a16="http://schemas.microsoft.com/office/drawing/2014/main" id="{BB042EAB-2556-4F11-A364-CB0681D3451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830503479"/>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412D086-EC70-4C72-8126-B25972808A1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664E5700-2163-415F-8697-D1071079EEA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B72CEA14-E895-4B38-BFC5-B213FDFD2ABE}"/>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24D777E8-1A1B-403E-BBB2-86C054489FE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D2EC70B-0AAB-4889-966E-2B6F4C4DD594}"/>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8AC139B-488C-43B9-995B-C26C63C8F7F0}"/>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FAE62A96-7636-43C7-9194-9F501EACB3B9}"/>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7DD8C166-C39B-4439-8A43-B165823EEE00}"/>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A448E9AE-3E57-475C-8433-47704E6E6695}"/>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ABAF4B3-DDC2-4C31-8AA7-45AA59C205DD}"/>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45B165A0-9F0D-4BD5-AC9A-6A0B1256C483}"/>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CF9523F5-515F-4894-9076-66949DC52B32}"/>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25618666-7812-4CE9-9B48-36205DC87E5D}"/>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D266340-AA76-4919-B370-9B2E098D948F}"/>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14AF9448-2F96-4CB2-A321-F70370708919}"/>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80F69D48-7F50-47C6-98BD-2253C58C0129}"/>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750FC1A6-363D-407F-A264-FC6BCEDC8398}"/>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C0285B81-88E8-4ADA-84D8-E11D8401A5A8}"/>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1817E3CD-129E-4E2F-A856-4A6B67AB08A2}"/>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9F773FBE-20A0-40CF-B855-DDFBBACF8122}"/>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E5D074F8-C103-48C3-BFAF-B5E3690D5461}"/>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17CA6AF-F691-42D7-9AD3-61F2DAEDA539}"/>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4CA00971-6C74-41B6-AFA7-8965D081329A}"/>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8875D684-0765-4892-B39D-C3FAA24B48A3}"/>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14700D7D-8378-4C46-862E-F126949B4E7A}"/>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4E380810-14EC-46C7-AD54-065C04409F63}"/>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4A5CD236-3621-45AC-ACA5-8A0DCC09B574}"/>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9F466A65-E625-42FE-B491-465946E1BC48}"/>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4449BB3F-9425-42A3-BC51-A8136F5D9CFF}"/>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F29EFD66-B0E7-4075-9792-3E9CD712AA58}"/>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0347C578-FDA1-4209-B737-0442D024499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89084773"/>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4D23F03-C218-480E-A10B-C265408C75B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696415D6-89F4-45D0-B7BC-08A169ECD30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C59DD0B8-3D6B-4941-A3C8-10C204FD78E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18A62894-1A86-45E0-A31E-EA805E0A731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B67404A-8043-414B-ABCD-E37AC6E161E5}"/>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D010ECC5-FB42-4AD8-B40C-D50F267AD11B}"/>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38AE1AD-F614-4348-A79B-A98C23B37739}"/>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9500D0C8-CCF7-41BC-9F30-AEB2EC4B301F}"/>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9AE0FFA6-DB29-468C-AF9D-3C0DD3A0D7C7}"/>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639C5592-5FB4-4577-B42F-DA32753E8917}"/>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B7477326-6419-432D-A228-050CCDF3B802}"/>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F3D09CBB-C3B1-460E-B1E9-6AEC9727C921}"/>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0BCECC2-34E6-43E2-ADA1-1495FC990FB8}"/>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F7372F99-9557-4672-8FEA-6BFB3A2DB3DE}"/>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FB0D6090-D827-4DB6-BEFE-26D1611E3035}"/>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8D20E25D-B001-40EE-9846-E88336963E9D}"/>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754412DB-020C-4524-905E-92F64144B6D6}"/>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C096798F-E2FB-4A2C-BDD3-FC883AE041E3}"/>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7D71D68-3806-424B-9690-1C538AE84BD6}"/>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0037EA3E-355A-4D5E-BADF-E233840080D3}"/>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28A14B52-2600-4C7B-90E1-D4DF636B3513}"/>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16D37FDF-5243-4F31-B857-4E5489FB04CA}"/>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63442085-616A-4DF2-8CD2-7E78B3D6EAEE}"/>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5A6AF24-5B65-4DA8-9F7B-3E74EE4B269B}"/>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72481F41-3EB2-4D40-8FC1-EC4D724FB73E}"/>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E0027E1B-81FE-4BAE-9309-BE9B7682859A}"/>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AD710235-7AFC-4C94-A4D0-A0403DBCF8D9}"/>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E4DF9E2A-8DD9-44BD-8653-CC3E6A2D8EFC}"/>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4E0BE99A-1622-4A36-B26D-D170F724BB60}"/>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0E3804B7-4914-47F9-A5FA-ECC31CAC4E1A}"/>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13001FAC-C324-47A2-9EBF-89498BE4186A}"/>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49AE21A0-F5A7-467F-A098-76D7620C2899}"/>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D61C60F7-AA99-4CAE-BEC9-2797C8454C41}"/>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CC8C1480-439F-4F37-AE51-DA533A3F972A}"/>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427422C9-1CA2-4BA2-A46F-92D1DCFD2E3E}"/>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375C992F-37D4-49B7-B986-33773FF87EB7}"/>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155EFE06-3386-4E77-8366-02DF468E9809}"/>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E9B7919B-F596-4A02-ADB8-4CB3218A197E}"/>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8531AC01-6B9E-4129-A2DB-43AB0E192242}"/>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9E92E7E1-4907-4999-BAB8-71EBF9819961}"/>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8CAC6AFE-C286-43C8-B7C0-773B6F44658F}"/>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87CD989F-C345-43F5-9A45-A6D8E2DC31DC}"/>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7E4AEFC0-5569-427A-B301-78C4E947C82C}"/>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A6B21602-93D7-4119-A6C0-BE2DA7A5EF65}"/>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69AEE524-E799-4009-941E-02B56026412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13404501"/>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CC1E400-EA10-4930-B175-87609AAD188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72FC6E83-D065-432D-AD53-FB0AFDC90AA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70700DB6-D030-4371-B9B4-204985729EF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2AA82EE8-DBB3-4836-91BA-5D7A517533A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E8E8E41-7B8B-42C4-90FE-A95E689C1996}"/>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Application is the central record for one candidate applying to one offer.</a:t>
            </a:r>
          </a:p>
        </p:txBody>
      </p:sp>
      <p:sp>
        <p:nvSpPr>
          <p:cNvPr id="6" name="">
            <a:extLst xmlns:a="http://schemas.openxmlformats.org/drawingml/2006/main">
              <a:ext uri="{FF2B5EF4-FFF2-40B4-BE49-F238E27FC236}">
                <a16:creationId xmlns:a16="http://schemas.microsoft.com/office/drawing/2014/main" id="{90F6BD0B-400C-4B0D-9F1E-4557419764E5}"/>
              </a:ext>
            </a:extLst>
          </p:cNvPr>
          <p:cNvSpPr>
            <a:spLocks xmlns:a="http://schemas.openxmlformats.org/drawingml/2006/main" noGrp="1"/>
          </p:cNvSpPr>
          <p:nvPr/>
        </p:nvSpPr>
        <p:spPr>
          <a:xfrm xmlns:a="http://schemas.openxmlformats.org/drawingml/2006/main">
            <a:off x="609600" y="1924050"/>
            <a:ext cx="6991350" cy="3143250"/>
          </a:xfrm>
          <a:prstGeom xmlns:a="http://schemas.openxmlformats.org/drawingml/2006/main" prst="roundRect">
            <a:avLst>
              <a:gd name="adj" fmla="val 363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9E3145D-01D3-455F-9450-394B2011DFA5}"/>
              </a:ext>
            </a:extLst>
          </p:cNvPr>
          <p:cNvSpPr>
            <a:spLocks xmlns:a="http://schemas.openxmlformats.org/drawingml/2006/main" noGrp="1"/>
          </p:cNvSpPr>
          <p:nvPr/>
        </p:nvSpPr>
        <p:spPr>
          <a:xfrm xmlns:a="http://schemas.openxmlformats.org/drawingml/2006/main">
            <a:off x="87630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defPPr algn="l">
              <a:defRPr sz="2025" b="0">
                <a:solidFill>
                  <a:srgbClr val="194D38"/>
                </a:solidFill>
                <a:latin typeface="Noto Serif"/>
                <a:ea typeface="Noto Serif"/>
                <a:cs typeface="Noto Serif"/>
              </a:defRPr>
            </a:defPPr>
            <a:lvl1pPr algn="l">
              <a:defRPr sz="2025" b="0">
                <a:solidFill>
                  <a:srgbClr val="194D38"/>
                </a:solidFill>
                <a:latin typeface="Noto Serif"/>
                <a:ea typeface="Noto Serif"/>
                <a:cs typeface="Noto Serif"/>
              </a:defRPr>
            </a:lvl1pPr>
            <a:lvl2pPr algn="l">
              <a:defRPr sz="2025" b="0">
                <a:solidFill>
                  <a:srgbClr val="194D38"/>
                </a:solidFill>
                <a:latin typeface="Noto Serif"/>
                <a:ea typeface="Noto Serif"/>
                <a:cs typeface="Noto Serif"/>
              </a:defRPr>
            </a:lvl2pPr>
            <a:lvl3pPr algn="l">
              <a:defRPr sz="2025" b="0">
                <a:solidFill>
                  <a:srgbClr val="194D38"/>
                </a:solidFill>
                <a:latin typeface="Noto Serif"/>
                <a:ea typeface="Noto Serif"/>
                <a:cs typeface="Noto Serif"/>
              </a:defRPr>
            </a:lvl3pPr>
            <a:lvl4pPr algn="l">
              <a:defRPr sz="2025" b="0">
                <a:solidFill>
                  <a:srgbClr val="194D38"/>
                </a:solidFill>
                <a:latin typeface="Noto Serif"/>
                <a:ea typeface="Noto Serif"/>
                <a:cs typeface="Noto Serif"/>
              </a:defRPr>
            </a:lvl4pPr>
            <a:lvl5pPr algn="l">
              <a:defRPr sz="2025" b="0">
                <a:solidFill>
                  <a:srgbClr val="194D38"/>
                </a:solidFill>
                <a:latin typeface="Noto Serif"/>
                <a:ea typeface="Noto Serif"/>
                <a:cs typeface="Noto Serif"/>
              </a:defRPr>
            </a:lvl5pPr>
            <a:lvl6pPr algn="l">
              <a:defRPr sz="2025" b="0">
                <a:solidFill>
                  <a:srgbClr val="194D38"/>
                </a:solidFill>
                <a:latin typeface="Noto Serif"/>
                <a:ea typeface="Noto Serif"/>
                <a:cs typeface="Noto Serif"/>
              </a:defRPr>
            </a:lvl6pPr>
            <a:lvl7pPr algn="l">
              <a:defRPr sz="2025" b="0">
                <a:solidFill>
                  <a:srgbClr val="194D38"/>
                </a:solidFill>
                <a:latin typeface="Noto Serif"/>
                <a:ea typeface="Noto Serif"/>
                <a:cs typeface="Noto Serif"/>
              </a:defRPr>
            </a:lvl7pPr>
            <a:lvl8pPr algn="l">
              <a:defRPr sz="2025" b="0">
                <a:solidFill>
                  <a:srgbClr val="194D38"/>
                </a:solidFill>
                <a:latin typeface="Noto Serif"/>
                <a:ea typeface="Noto Serif"/>
                <a:cs typeface="Noto Serif"/>
              </a:defRPr>
            </a:lvl8pPr>
            <a:lvl9pPr algn="l">
              <a:defRPr sz="2025" b="0">
                <a:solidFill>
                  <a:srgbClr val="194D38"/>
                </a:solidFill>
                <a:latin typeface="Noto Serif"/>
                <a:ea typeface="Noto Serif"/>
                <a:cs typeface="Noto Serif"/>
              </a:defRPr>
            </a:lvl9pPr>
          </a:lstStyle>
          <a:p xmlns:a="http://schemas.openxmlformats.org/drawingml/2006/main">
            <a:pPr algn="l">
              <a:defRPr sz="2025" b="0">
                <a:solidFill>
                  <a:srgbClr val="194D38"/>
                </a:solidFill>
                <a:latin typeface="Noto Serif"/>
                <a:ea typeface="Noto Serif"/>
                <a:cs typeface="Noto Serif"/>
              </a:defRPr>
            </a:pPr>
            <a:r>
              <a:rPr sz="2025" b="0">
                <a:solidFill>
                  <a:srgbClr val="194D38"/>
                </a:solidFill>
                <a:latin typeface="Noto Serif"/>
                <a:ea typeface="Noto Serif"/>
                <a:cs typeface="Noto Serif"/>
              </a:rPr>
              <a:t>Application record</a:t>
            </a:r>
          </a:p>
        </p:txBody>
      </p:sp>
      <p:sp>
        <p:nvSpPr>
          <p:cNvPr id="8" name="">
            <a:extLst xmlns:a="http://schemas.openxmlformats.org/drawingml/2006/main">
              <a:ext uri="{FF2B5EF4-FFF2-40B4-BE49-F238E27FC236}">
                <a16:creationId xmlns:a16="http://schemas.microsoft.com/office/drawing/2014/main" id="{B39EB8D7-9D6E-4EE1-92D8-41A4782641B7}"/>
              </a:ext>
            </a:extLst>
          </p:cNvPr>
          <p:cNvSpPr>
            <a:spLocks xmlns:a="http://schemas.openxmlformats.org/drawingml/2006/main" noGrp="1"/>
          </p:cNvSpPr>
          <p:nvPr/>
        </p:nvSpPr>
        <p:spPr>
          <a:xfrm xmlns:a="http://schemas.openxmlformats.org/drawingml/2006/main">
            <a:off x="876300" y="24574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62"/>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record keeps the hiring workflow stable even when profiles or offers change later.</a:t>
            </a:r>
          </a:p>
        </p:txBody>
      </p:sp>
      <p:sp>
        <p:nvSpPr>
          <p:cNvPr id="9" name="">
            <a:extLst xmlns:a="http://schemas.openxmlformats.org/drawingml/2006/main">
              <a:ext uri="{FF2B5EF4-FFF2-40B4-BE49-F238E27FC236}">
                <a16:creationId xmlns:a16="http://schemas.microsoft.com/office/drawing/2014/main" id="{46BF2CC2-BBA4-4AA9-9392-AD6F9F5BB50B}"/>
              </a:ext>
            </a:extLst>
          </p:cNvPr>
          <p:cNvSpPr>
            <a:spLocks xmlns:a="http://schemas.openxmlformats.org/drawingml/2006/main" noGrp="1"/>
          </p:cNvSpPr>
          <p:nvPr/>
        </p:nvSpPr>
        <p:spPr>
          <a:xfrm xmlns:a="http://schemas.openxmlformats.org/drawingml/2006/main">
            <a:off x="876300" y="2952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Relationships</a:t>
            </a:r>
          </a:p>
        </p:txBody>
      </p:sp>
      <p:sp>
        <p:nvSpPr>
          <p:cNvPr id="10" name="">
            <a:extLst xmlns:a="http://schemas.openxmlformats.org/drawingml/2006/main">
              <a:ext uri="{FF2B5EF4-FFF2-40B4-BE49-F238E27FC236}">
                <a16:creationId xmlns:a16="http://schemas.microsoft.com/office/drawing/2014/main" id="{E6B853C8-7CA9-4475-8110-26664F09F77B}"/>
              </a:ext>
            </a:extLst>
          </p:cNvPr>
          <p:cNvSpPr>
            <a:spLocks xmlns:a="http://schemas.openxmlformats.org/drawingml/2006/main" noGrp="1"/>
          </p:cNvSpPr>
          <p:nvPr/>
        </p:nvSpPr>
        <p:spPr>
          <a:xfrm xmlns:a="http://schemas.openxmlformats.org/drawingml/2006/main">
            <a:off x="2362200" y="29337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candidate_id, opportunity_id, company_id, cv_asset_id</a:t>
            </a:r>
          </a:p>
        </p:txBody>
      </p:sp>
      <p:sp>
        <p:nvSpPr>
          <p:cNvPr id="11" name="">
            <a:extLst xmlns:a="http://schemas.openxmlformats.org/drawingml/2006/main">
              <a:ext uri="{FF2B5EF4-FFF2-40B4-BE49-F238E27FC236}">
                <a16:creationId xmlns:a16="http://schemas.microsoft.com/office/drawing/2014/main" id="{A516D445-DEA0-4AEB-A2A6-7096970F779F}"/>
              </a:ext>
            </a:extLst>
          </p:cNvPr>
          <p:cNvSpPr>
            <a:spLocks xmlns:a="http://schemas.openxmlformats.org/drawingml/2006/main" noGrp="1"/>
          </p:cNvSpPr>
          <p:nvPr/>
        </p:nvSpPr>
        <p:spPr>
          <a:xfrm xmlns:a="http://schemas.openxmlformats.org/drawingml/2006/main">
            <a:off x="876300" y="33147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9475E971-AE06-499D-865A-F520892C5F2E}"/>
              </a:ext>
            </a:extLst>
          </p:cNvPr>
          <p:cNvSpPr>
            <a:spLocks xmlns:a="http://schemas.openxmlformats.org/drawingml/2006/main" noGrp="1"/>
          </p:cNvSpPr>
          <p:nvPr/>
        </p:nvSpPr>
        <p:spPr>
          <a:xfrm xmlns:a="http://schemas.openxmlformats.org/drawingml/2006/main">
            <a:off x="876300" y="3448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Workflow</a:t>
            </a:r>
          </a:p>
        </p:txBody>
      </p:sp>
      <p:sp>
        <p:nvSpPr>
          <p:cNvPr id="13" name="">
            <a:extLst xmlns:a="http://schemas.openxmlformats.org/drawingml/2006/main">
              <a:ext uri="{FF2B5EF4-FFF2-40B4-BE49-F238E27FC236}">
                <a16:creationId xmlns:a16="http://schemas.microsoft.com/office/drawing/2014/main" id="{637231A0-F4B9-42BD-9330-30E91B20C966}"/>
              </a:ext>
            </a:extLst>
          </p:cNvPr>
          <p:cNvSpPr>
            <a:spLocks xmlns:a="http://schemas.openxmlformats.org/drawingml/2006/main" noGrp="1"/>
          </p:cNvSpPr>
          <p:nvPr/>
        </p:nvSpPr>
        <p:spPr>
          <a:xfrm xmlns:a="http://schemas.openxmlformats.org/drawingml/2006/main">
            <a:off x="2362200" y="34290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status, stage_version, status_changed_at</a:t>
            </a:r>
          </a:p>
        </p:txBody>
      </p:sp>
      <p:sp>
        <p:nvSpPr>
          <p:cNvPr id="14" name="">
            <a:extLst xmlns:a="http://schemas.openxmlformats.org/drawingml/2006/main">
              <a:ext uri="{FF2B5EF4-FFF2-40B4-BE49-F238E27FC236}">
                <a16:creationId xmlns:a16="http://schemas.microsoft.com/office/drawing/2014/main" id="{7FC7D3F1-37BF-45E3-82EC-1F0960A7E4BB}"/>
              </a:ext>
            </a:extLst>
          </p:cNvPr>
          <p:cNvSpPr>
            <a:spLocks xmlns:a="http://schemas.openxmlformats.org/drawingml/2006/main" noGrp="1"/>
          </p:cNvSpPr>
          <p:nvPr/>
        </p:nvSpPr>
        <p:spPr>
          <a:xfrm xmlns:a="http://schemas.openxmlformats.org/drawingml/2006/main">
            <a:off x="876300" y="38100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B477D97B-E7C5-4377-A9E6-0F3842FD0410}"/>
              </a:ext>
            </a:extLst>
          </p:cNvPr>
          <p:cNvSpPr>
            <a:spLocks xmlns:a="http://schemas.openxmlformats.org/drawingml/2006/main" noGrp="1"/>
          </p:cNvSpPr>
          <p:nvPr/>
        </p:nvSpPr>
        <p:spPr>
          <a:xfrm xmlns:a="http://schemas.openxmlformats.org/drawingml/2006/main">
            <a:off x="876300" y="3943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AI screening</a:t>
            </a:r>
          </a:p>
        </p:txBody>
      </p:sp>
      <p:sp>
        <p:nvSpPr>
          <p:cNvPr id="16" name="">
            <a:extLst xmlns:a="http://schemas.openxmlformats.org/drawingml/2006/main">
              <a:ext uri="{FF2B5EF4-FFF2-40B4-BE49-F238E27FC236}">
                <a16:creationId xmlns:a16="http://schemas.microsoft.com/office/drawing/2014/main" id="{836E0D25-2EF0-461A-BDC7-50ABBB801827}"/>
              </a:ext>
            </a:extLst>
          </p:cNvPr>
          <p:cNvSpPr>
            <a:spLocks xmlns:a="http://schemas.openxmlformats.org/drawingml/2006/main" noGrp="1"/>
          </p:cNvSpPr>
          <p:nvPr/>
        </p:nvSpPr>
        <p:spPr>
          <a:xfrm xmlns:a="http://schemas.openxmlformats.org/drawingml/2006/main">
            <a:off x="2362200" y="39243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ai_status, ai_score, ai_report</a:t>
            </a:r>
          </a:p>
        </p:txBody>
      </p:sp>
      <p:sp>
        <p:nvSpPr>
          <p:cNvPr id="17" name="">
            <a:extLst xmlns:a="http://schemas.openxmlformats.org/drawingml/2006/main">
              <a:ext uri="{FF2B5EF4-FFF2-40B4-BE49-F238E27FC236}">
                <a16:creationId xmlns:a16="http://schemas.microsoft.com/office/drawing/2014/main" id="{A3A531EB-B961-4ECC-953E-119D26B09AD2}"/>
              </a:ext>
            </a:extLst>
          </p:cNvPr>
          <p:cNvSpPr>
            <a:spLocks xmlns:a="http://schemas.openxmlformats.org/drawingml/2006/main" noGrp="1"/>
          </p:cNvSpPr>
          <p:nvPr/>
        </p:nvSpPr>
        <p:spPr>
          <a:xfrm xmlns:a="http://schemas.openxmlformats.org/drawingml/2006/main">
            <a:off x="876300" y="43053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2AFD5741-3614-43A5-900E-CBD42017786C}"/>
              </a:ext>
            </a:extLst>
          </p:cNvPr>
          <p:cNvSpPr>
            <a:spLocks xmlns:a="http://schemas.openxmlformats.org/drawingml/2006/main" noGrp="1"/>
          </p:cNvSpPr>
          <p:nvPr/>
        </p:nvSpPr>
        <p:spPr>
          <a:xfrm xmlns:a="http://schemas.openxmlformats.org/drawingml/2006/main">
            <a:off x="876300" y="4438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Interview</a:t>
            </a:r>
          </a:p>
        </p:txBody>
      </p:sp>
      <p:sp>
        <p:nvSpPr>
          <p:cNvPr id="19" name="">
            <a:extLst xmlns:a="http://schemas.openxmlformats.org/drawingml/2006/main">
              <a:ext uri="{FF2B5EF4-FFF2-40B4-BE49-F238E27FC236}">
                <a16:creationId xmlns:a16="http://schemas.microsoft.com/office/drawing/2014/main" id="{EE3D06B3-738B-41F5-A94D-F1435215617A}"/>
              </a:ext>
            </a:extLst>
          </p:cNvPr>
          <p:cNvSpPr>
            <a:spLocks xmlns:a="http://schemas.openxmlformats.org/drawingml/2006/main" noGrp="1"/>
          </p:cNvSpPr>
          <p:nvPr/>
        </p:nvSpPr>
        <p:spPr>
          <a:xfrm xmlns:a="http://schemas.openxmlformats.org/drawingml/2006/main">
            <a:off x="2362200" y="44196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interview_scheduled_at, interview_notes</a:t>
            </a:r>
          </a:p>
        </p:txBody>
      </p:sp>
      <p:sp>
        <p:nvSpPr>
          <p:cNvPr id="20" name="">
            <a:extLst xmlns:a="http://schemas.openxmlformats.org/drawingml/2006/main">
              <a:ext uri="{FF2B5EF4-FFF2-40B4-BE49-F238E27FC236}">
                <a16:creationId xmlns:a16="http://schemas.microsoft.com/office/drawing/2014/main" id="{C21439AC-79C6-4995-ACCB-67FADEE0F5B3}"/>
              </a:ext>
            </a:extLst>
          </p:cNvPr>
          <p:cNvSpPr>
            <a:spLocks xmlns:a="http://schemas.openxmlformats.org/drawingml/2006/main" noGrp="1"/>
          </p:cNvSpPr>
          <p:nvPr/>
        </p:nvSpPr>
        <p:spPr>
          <a:xfrm xmlns:a="http://schemas.openxmlformats.org/drawingml/2006/main">
            <a:off x="8020050" y="1924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Related records</a:t>
            </a:r>
          </a:p>
        </p:txBody>
      </p:sp>
      <p:sp>
        <p:nvSpPr>
          <p:cNvPr id="21" name="">
            <a:extLst xmlns:a="http://schemas.openxmlformats.org/drawingml/2006/main">
              <a:ext uri="{FF2B5EF4-FFF2-40B4-BE49-F238E27FC236}">
                <a16:creationId xmlns:a16="http://schemas.microsoft.com/office/drawing/2014/main" id="{E83C1C8B-09FE-4130-AACA-91ECF555BD98}"/>
              </a:ext>
            </a:extLst>
          </p:cNvPr>
          <p:cNvSpPr>
            <a:spLocks xmlns:a="http://schemas.openxmlformats.org/drawingml/2006/main" noGrp="1"/>
          </p:cNvSpPr>
          <p:nvPr/>
        </p:nvSpPr>
        <p:spPr>
          <a:xfrm xmlns:a="http://schemas.openxmlformats.org/drawingml/2006/main">
            <a:off x="8020050" y="2381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AA5B4637-B565-4AB2-B0B0-D0F619AC4175}"/>
              </a:ext>
            </a:extLst>
          </p:cNvPr>
          <p:cNvSpPr>
            <a:spLocks xmlns:a="http://schemas.openxmlformats.org/drawingml/2006/main" noGrp="1"/>
          </p:cNvSpPr>
          <p:nvPr/>
        </p:nvSpPr>
        <p:spPr>
          <a:xfrm xmlns:a="http://schemas.openxmlformats.org/drawingml/2006/main">
            <a:off x="8020050" y="2381250"/>
            <a:ext cx="66675" cy="7810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3" name="">
            <a:extLst xmlns:a="http://schemas.openxmlformats.org/drawingml/2006/main">
              <a:ext uri="{FF2B5EF4-FFF2-40B4-BE49-F238E27FC236}">
                <a16:creationId xmlns:a16="http://schemas.microsoft.com/office/drawing/2014/main" id="{D66CE2E8-6BE6-4DB2-A10F-E50084951CDB}"/>
              </a:ext>
            </a:extLst>
          </p:cNvPr>
          <p:cNvSpPr>
            <a:spLocks xmlns:a="http://schemas.openxmlformats.org/drawingml/2006/main" noGrp="1"/>
          </p:cNvSpPr>
          <p:nvPr/>
        </p:nvSpPr>
        <p:spPr>
          <a:xfrm xmlns:a="http://schemas.openxmlformats.org/drawingml/2006/main">
            <a:off x="8229600" y="2495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InterviewFeedback</a:t>
            </a:r>
          </a:p>
        </p:txBody>
      </p:sp>
      <p:sp>
        <p:nvSpPr>
          <p:cNvPr id="24" name="">
            <a:extLst xmlns:a="http://schemas.openxmlformats.org/drawingml/2006/main">
              <a:ext uri="{FF2B5EF4-FFF2-40B4-BE49-F238E27FC236}">
                <a16:creationId xmlns:a16="http://schemas.microsoft.com/office/drawing/2014/main" id="{E2A471C1-A19C-4484-AA51-D316981AB1DF}"/>
              </a:ext>
            </a:extLst>
          </p:cNvPr>
          <p:cNvSpPr>
            <a:spLocks xmlns:a="http://schemas.openxmlformats.org/drawingml/2006/main" noGrp="1"/>
          </p:cNvSpPr>
          <p:nvPr/>
        </p:nvSpPr>
        <p:spPr>
          <a:xfrm xmlns:a="http://schemas.openxmlformats.org/drawingml/2006/main">
            <a:off x="822960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3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review per application and reviewer. Rating stays between 1 and 5.</a:t>
            </a:r>
          </a:p>
        </p:txBody>
      </p:sp>
      <p:sp>
        <p:nvSpPr>
          <p:cNvPr id="25" name="">
            <a:extLst xmlns:a="http://schemas.openxmlformats.org/drawingml/2006/main">
              <a:ext uri="{FF2B5EF4-FFF2-40B4-BE49-F238E27FC236}">
                <a16:creationId xmlns:a16="http://schemas.microsoft.com/office/drawing/2014/main" id="{1AF147A5-AEFF-43E3-ABC1-36A9F40B216B}"/>
              </a:ext>
            </a:extLst>
          </p:cNvPr>
          <p:cNvSpPr>
            <a:spLocks xmlns:a="http://schemas.openxmlformats.org/drawingml/2006/main" noGrp="1"/>
          </p:cNvSpPr>
          <p:nvPr/>
        </p:nvSpPr>
        <p:spPr>
          <a:xfrm xmlns:a="http://schemas.openxmlformats.org/drawingml/2006/main">
            <a:off x="8020050" y="33337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E27460B7-DC43-4B3C-ADBB-29BC27B2B8F8}"/>
              </a:ext>
            </a:extLst>
          </p:cNvPr>
          <p:cNvSpPr>
            <a:spLocks xmlns:a="http://schemas.openxmlformats.org/drawingml/2006/main" noGrp="1"/>
          </p:cNvSpPr>
          <p:nvPr/>
        </p:nvSpPr>
        <p:spPr>
          <a:xfrm xmlns:a="http://schemas.openxmlformats.org/drawingml/2006/main">
            <a:off x="8020050" y="333375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9C7324D0-2A1C-4FF4-8B44-B8AE13F7FBDE}"/>
              </a:ext>
            </a:extLst>
          </p:cNvPr>
          <p:cNvSpPr>
            <a:spLocks xmlns:a="http://schemas.openxmlformats.org/drawingml/2006/main" noGrp="1"/>
          </p:cNvSpPr>
          <p:nvPr/>
        </p:nvSpPr>
        <p:spPr>
          <a:xfrm xmlns:a="http://schemas.openxmlformats.org/drawingml/2006/main">
            <a:off x="8229600" y="34480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ChatMessage</a:t>
            </a:r>
          </a:p>
        </p:txBody>
      </p:sp>
      <p:sp>
        <p:nvSpPr>
          <p:cNvPr id="28" name="">
            <a:extLst xmlns:a="http://schemas.openxmlformats.org/drawingml/2006/main">
              <a:ext uri="{FF2B5EF4-FFF2-40B4-BE49-F238E27FC236}">
                <a16:creationId xmlns:a16="http://schemas.microsoft.com/office/drawing/2014/main" id="{C4880ABB-C0C6-4576-8614-37798A8B61BF}"/>
              </a:ext>
            </a:extLst>
          </p:cNvPr>
          <p:cNvSpPr>
            <a:spLocks xmlns:a="http://schemas.openxmlformats.org/drawingml/2006/main" noGrp="1"/>
          </p:cNvSpPr>
          <p:nvPr/>
        </p:nvSpPr>
        <p:spPr>
          <a:xfrm xmlns:a="http://schemas.openxmlformats.org/drawingml/2006/main">
            <a:off x="8229600" y="3743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666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application represents one recruitment conversation with many ordered messages.</a:t>
            </a:r>
          </a:p>
        </p:txBody>
      </p:sp>
      <p:sp>
        <p:nvSpPr>
          <p:cNvPr id="29" name="">
            <a:extLst xmlns:a="http://schemas.openxmlformats.org/drawingml/2006/main">
              <a:ext uri="{FF2B5EF4-FFF2-40B4-BE49-F238E27FC236}">
                <a16:creationId xmlns:a16="http://schemas.microsoft.com/office/drawing/2014/main" id="{7B146B33-F279-415B-BB3E-EEED2BB67690}"/>
              </a:ext>
            </a:extLst>
          </p:cNvPr>
          <p:cNvSpPr>
            <a:spLocks xmlns:a="http://schemas.openxmlformats.org/drawingml/2006/main" noGrp="1"/>
          </p:cNvSpPr>
          <p:nvPr/>
        </p:nvSpPr>
        <p:spPr>
          <a:xfrm xmlns:a="http://schemas.openxmlformats.org/drawingml/2006/main">
            <a:off x="8020050" y="4286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322BE73F-D243-4BEC-BB67-D9B615E7D3FD}"/>
              </a:ext>
            </a:extLst>
          </p:cNvPr>
          <p:cNvSpPr>
            <a:spLocks xmlns:a="http://schemas.openxmlformats.org/drawingml/2006/main" noGrp="1"/>
          </p:cNvSpPr>
          <p:nvPr/>
        </p:nvSpPr>
        <p:spPr>
          <a:xfrm xmlns:a="http://schemas.openxmlformats.org/drawingml/2006/main">
            <a:off x="8020050" y="4286250"/>
            <a:ext cx="66675" cy="7810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31" name="">
            <a:extLst xmlns:a="http://schemas.openxmlformats.org/drawingml/2006/main">
              <a:ext uri="{FF2B5EF4-FFF2-40B4-BE49-F238E27FC236}">
                <a16:creationId xmlns:a16="http://schemas.microsoft.com/office/drawing/2014/main" id="{0DBEFE06-FE9D-45D5-81A4-9D7898A18421}"/>
              </a:ext>
            </a:extLst>
          </p:cNvPr>
          <p:cNvSpPr>
            <a:spLocks xmlns:a="http://schemas.openxmlformats.org/drawingml/2006/main" noGrp="1"/>
          </p:cNvSpPr>
          <p:nvPr/>
        </p:nvSpPr>
        <p:spPr>
          <a:xfrm xmlns:a="http://schemas.openxmlformats.org/drawingml/2006/main">
            <a:off x="8229600" y="4400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CVAsset</a:t>
            </a:r>
          </a:p>
        </p:txBody>
      </p:sp>
      <p:sp>
        <p:nvSpPr>
          <p:cNvPr id="32" name="">
            <a:extLst xmlns:a="http://schemas.openxmlformats.org/drawingml/2006/main">
              <a:ext uri="{FF2B5EF4-FFF2-40B4-BE49-F238E27FC236}">
                <a16:creationId xmlns:a16="http://schemas.microsoft.com/office/drawing/2014/main" id="{903F5C02-C6B8-4891-9E6B-599FBB9CF850}"/>
              </a:ext>
            </a:extLst>
          </p:cNvPr>
          <p:cNvSpPr>
            <a:spLocks xmlns:a="http://schemas.openxmlformats.org/drawingml/2006/main" noGrp="1"/>
          </p:cNvSpPr>
          <p:nvPr/>
        </p:nvSpPr>
        <p:spPr>
          <a:xfrm xmlns:a="http://schemas.openxmlformats.org/drawingml/2006/main">
            <a:off x="8229600" y="4695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9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verifies that the selected CV belongs to the applying candidate.</a:t>
            </a:r>
          </a:p>
        </p:txBody>
      </p:sp>
      <p:sp>
        <p:nvSpPr>
          <p:cNvPr id="33" name="">
            <a:extLst xmlns:a="http://schemas.openxmlformats.org/drawingml/2006/main">
              <a:ext uri="{FF2B5EF4-FFF2-40B4-BE49-F238E27FC236}">
                <a16:creationId xmlns:a16="http://schemas.microsoft.com/office/drawing/2014/main" id="{020B7164-FADE-46D3-9CE2-2CB87F1BACDC}"/>
              </a:ext>
            </a:extLst>
          </p:cNvPr>
          <p:cNvSpPr>
            <a:spLocks xmlns:a="http://schemas.openxmlformats.org/drawingml/2006/main" noGrp="1"/>
          </p:cNvSpPr>
          <p:nvPr/>
        </p:nvSpPr>
        <p:spPr>
          <a:xfrm xmlns:a="http://schemas.openxmlformats.org/drawingml/2006/main">
            <a:off x="609600" y="54102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Database rules</a:t>
            </a:r>
          </a:p>
        </p:txBody>
      </p:sp>
      <p:sp>
        <p:nvSpPr>
          <p:cNvPr id="34" name="">
            <a:extLst xmlns:a="http://schemas.openxmlformats.org/drawingml/2006/main">
              <a:ext uri="{FF2B5EF4-FFF2-40B4-BE49-F238E27FC236}">
                <a16:creationId xmlns:a16="http://schemas.microsoft.com/office/drawing/2014/main" id="{D501BC99-38BE-41E8-9CF6-2F0635011B1F}"/>
              </a:ext>
            </a:extLst>
          </p:cNvPr>
          <p:cNvSpPr>
            <a:spLocks xmlns:a="http://schemas.openxmlformats.org/drawingml/2006/main" noGrp="1"/>
          </p:cNvSpPr>
          <p:nvPr/>
        </p:nvSpPr>
        <p:spPr>
          <a:xfrm xmlns:a="http://schemas.openxmlformats.org/drawingml/2006/main">
            <a:off x="23431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No duplicate application</a:t>
            </a:r>
          </a:p>
        </p:txBody>
      </p:sp>
      <p:sp>
        <p:nvSpPr>
          <p:cNvPr id="35" name="">
            <a:extLst xmlns:a="http://schemas.openxmlformats.org/drawingml/2006/main">
              <a:ext uri="{FF2B5EF4-FFF2-40B4-BE49-F238E27FC236}">
                <a16:creationId xmlns:a16="http://schemas.microsoft.com/office/drawing/2014/main" id="{95259126-2215-4934-8EE6-955DD90664D2}"/>
              </a:ext>
            </a:extLst>
          </p:cNvPr>
          <p:cNvSpPr>
            <a:spLocks xmlns:a="http://schemas.openxmlformats.org/drawingml/2006/main" noGrp="1"/>
          </p:cNvSpPr>
          <p:nvPr/>
        </p:nvSpPr>
        <p:spPr>
          <a:xfrm xmlns:a="http://schemas.openxmlformats.org/drawingml/2006/main">
            <a:off x="23431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41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Unique candidate and offer pair</a:t>
            </a:r>
          </a:p>
        </p:txBody>
      </p:sp>
      <p:sp>
        <p:nvSpPr>
          <p:cNvPr id="36" name="">
            <a:extLst xmlns:a="http://schemas.openxmlformats.org/drawingml/2006/main">
              <a:ext uri="{FF2B5EF4-FFF2-40B4-BE49-F238E27FC236}">
                <a16:creationId xmlns:a16="http://schemas.microsoft.com/office/drawing/2014/main" id="{EF6AFD96-A686-4A81-950B-2E773B0E75E4}"/>
              </a:ext>
            </a:extLst>
          </p:cNvPr>
          <p:cNvSpPr>
            <a:spLocks xmlns:a="http://schemas.openxmlformats.org/drawingml/2006/main" noGrp="1"/>
          </p:cNvSpPr>
          <p:nvPr/>
        </p:nvSpPr>
        <p:spPr>
          <a:xfrm xmlns:a="http://schemas.openxmlformats.org/drawingml/2006/main">
            <a:off x="46482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Valid workflow state</a:t>
            </a:r>
          </a:p>
        </p:txBody>
      </p:sp>
      <p:sp>
        <p:nvSpPr>
          <p:cNvPr id="37" name="">
            <a:extLst xmlns:a="http://schemas.openxmlformats.org/drawingml/2006/main">
              <a:ext uri="{FF2B5EF4-FFF2-40B4-BE49-F238E27FC236}">
                <a16:creationId xmlns:a16="http://schemas.microsoft.com/office/drawing/2014/main" id="{1ADB6BCB-572D-49FC-9C42-37CA68C02504}"/>
              </a:ext>
            </a:extLst>
          </p:cNvPr>
          <p:cNvSpPr>
            <a:spLocks xmlns:a="http://schemas.openxmlformats.org/drawingml/2006/main" noGrp="1"/>
          </p:cNvSpPr>
          <p:nvPr/>
        </p:nvSpPr>
        <p:spPr>
          <a:xfrm xmlns:a="http://schemas.openxmlformats.org/drawingml/2006/main">
            <a:off x="46482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8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Status limited to known stages</a:t>
            </a:r>
          </a:p>
        </p:txBody>
      </p:sp>
      <p:sp>
        <p:nvSpPr>
          <p:cNvPr id="38" name="">
            <a:extLst xmlns:a="http://schemas.openxmlformats.org/drawingml/2006/main">
              <a:ext uri="{FF2B5EF4-FFF2-40B4-BE49-F238E27FC236}">
                <a16:creationId xmlns:a16="http://schemas.microsoft.com/office/drawing/2014/main" id="{B4E3BFF1-B257-4E5C-8619-E6E8A0D41691}"/>
              </a:ext>
            </a:extLst>
          </p:cNvPr>
          <p:cNvSpPr>
            <a:spLocks xmlns:a="http://schemas.openxmlformats.org/drawingml/2006/main" noGrp="1"/>
          </p:cNvSpPr>
          <p:nvPr/>
        </p:nvSpPr>
        <p:spPr>
          <a:xfrm xmlns:a="http://schemas.openxmlformats.org/drawingml/2006/main">
            <a:off x="69532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Valid AI score</a:t>
            </a:r>
          </a:p>
        </p:txBody>
      </p:sp>
      <p:sp>
        <p:nvSpPr>
          <p:cNvPr id="39" name="">
            <a:extLst xmlns:a="http://schemas.openxmlformats.org/drawingml/2006/main">
              <a:ext uri="{FF2B5EF4-FFF2-40B4-BE49-F238E27FC236}">
                <a16:creationId xmlns:a16="http://schemas.microsoft.com/office/drawing/2014/main" id="{D8F9FFCC-992C-4FD6-A9D9-AF21C1103D4E}"/>
              </a:ext>
            </a:extLst>
          </p:cNvPr>
          <p:cNvSpPr>
            <a:spLocks xmlns:a="http://schemas.openxmlformats.org/drawingml/2006/main" noGrp="1"/>
          </p:cNvSpPr>
          <p:nvPr/>
        </p:nvSpPr>
        <p:spPr>
          <a:xfrm xmlns:a="http://schemas.openxmlformats.org/drawingml/2006/main">
            <a:off x="69532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Null or between 0 and 100</a:t>
            </a:r>
          </a:p>
        </p:txBody>
      </p:sp>
      <p:sp>
        <p:nvSpPr>
          <p:cNvPr id="40" name="">
            <a:extLst xmlns:a="http://schemas.openxmlformats.org/drawingml/2006/main">
              <a:ext uri="{FF2B5EF4-FFF2-40B4-BE49-F238E27FC236}">
                <a16:creationId xmlns:a16="http://schemas.microsoft.com/office/drawing/2014/main" id="{D9238225-FF4F-4AE2-AE39-2B370C8D5BC7}"/>
              </a:ext>
            </a:extLst>
          </p:cNvPr>
          <p:cNvSpPr>
            <a:spLocks xmlns:a="http://schemas.openxmlformats.org/drawingml/2006/main" noGrp="1"/>
          </p:cNvSpPr>
          <p:nvPr/>
        </p:nvSpPr>
        <p:spPr>
          <a:xfrm xmlns:a="http://schemas.openxmlformats.org/drawingml/2006/main">
            <a:off x="92583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Owned CV only</a:t>
            </a:r>
          </a:p>
        </p:txBody>
      </p:sp>
      <p:sp>
        <p:nvSpPr>
          <p:cNvPr id="41" name="">
            <a:extLst xmlns:a="http://schemas.openxmlformats.org/drawingml/2006/main">
              <a:ext uri="{FF2B5EF4-FFF2-40B4-BE49-F238E27FC236}">
                <a16:creationId xmlns:a16="http://schemas.microsoft.com/office/drawing/2014/main" id="{5909D127-AF9E-4F67-9989-365C14232B07}"/>
              </a:ext>
            </a:extLst>
          </p:cNvPr>
          <p:cNvSpPr>
            <a:spLocks xmlns:a="http://schemas.openxmlformats.org/drawingml/2006/main" noGrp="1"/>
          </p:cNvSpPr>
          <p:nvPr/>
        </p:nvSpPr>
        <p:spPr>
          <a:xfrm xmlns:a="http://schemas.openxmlformats.org/drawingml/2006/main">
            <a:off x="92583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Composite foreign key checks owner</a:t>
            </a:r>
          </a:p>
        </p:txBody>
      </p:sp>
      <p:sp>
        <p:nvSpPr>
          <p:cNvPr id="42" name="">
            <a:extLst xmlns:a="http://schemas.openxmlformats.org/drawingml/2006/main">
              <a:ext uri="{FF2B5EF4-FFF2-40B4-BE49-F238E27FC236}">
                <a16:creationId xmlns:a16="http://schemas.microsoft.com/office/drawing/2014/main" id="{02C70CC6-01CF-428B-B217-25333FB7B9C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06370429"/>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8142C0-018B-4401-B6FF-83FE757A78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65E4A13E-96C3-4889-AAC4-CAD61BF0258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384AA90F-736F-43F6-958B-FA2C9E7E484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4EBFC6C3-D757-4157-BC6E-70EA31B5384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6AA674A-5813-4F26-9676-4592E88A5EC5}"/>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1C3711D8-A879-4D9E-B3C5-31A496A2BEBB}"/>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CA47AE7-6150-4332-B11D-2573CD464C3B}"/>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0601A2C6-37AB-4F28-BEB7-9FDEFC06FF68}"/>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D9D97B44-7572-4EEE-91B9-5DFA45E45684}"/>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41F6CB80-FCC0-4A9A-8655-BDEC07222C0F}"/>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EE0BA6F2-4101-4740-A772-4A59951D1874}"/>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42BF31C8-543F-45DB-8D77-BD597C342056}"/>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A4689EEB-8550-44DE-A90D-141F0E6E4F54}"/>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C783178B-F66B-45A5-8772-ADDA48ED8800}"/>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93253008-4B57-427D-A530-0D02B6103082}"/>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5C3067C6-48AD-488C-9F0D-D501804DACEE}"/>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4FBB3A79-971E-4CF3-BF7B-77506E01AA04}"/>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CD7A1AC0-4A8D-4AFA-8182-24FF8645B6E0}"/>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22AA052E-61CE-4EC0-A5A6-7AAF2BED8030}"/>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CF87D9BF-0682-453D-A3CB-88FD49C89816}"/>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B6DBF4B5-0164-4858-984E-0934012162E0}"/>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FB752466-2584-4E0E-9EDC-516E8AF48862}"/>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5DB20DA4-C2CB-44E6-82EC-1CB0D331C6A5}"/>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49D5A967-5B08-4E4A-8C9B-468028E8B47F}"/>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4D28C6B9-94F0-45A4-BAD1-2D7AA61E72F4}"/>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79899087-6629-4B16-B7A7-E0E18217C313}"/>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6A5897AC-347B-4734-8FFA-CFB50AE69F80}"/>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99B4E17A-9B3B-4F77-B30C-D5E80AD943AA}"/>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CF91D14A-1847-4B34-93E1-066BA34719CA}"/>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A0F0052F-8145-4B93-8EBF-B957BFCB0C37}"/>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89505389-75B9-4B78-9630-1061F227FD00}"/>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F92DAA3C-7997-4A15-89DD-EC73F50D0930}"/>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2E8B89AF-6FF4-41D5-BEBC-FAD55BC43448}"/>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9A4ED713-2F7D-48CD-9C45-F49E63EB3C7B}"/>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E46784AC-F441-43F7-9405-61F423DDB1FB}"/>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31BAD666-0994-439E-A525-879180ACFC3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81566508"/>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DC5255A-619E-455A-83DE-E35084C7AA0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CC3E3F2E-4A92-4DC3-A065-9B3EDBC85CF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ABC09F5A-30C1-4CD6-8E2F-282EFDE27C0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1778FB3D-6CF2-4E74-A262-D325D481874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E42E340-D27E-40DC-9A16-808F902C411D}"/>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E20698A8-885D-4BE2-B451-AEDC58BFCAC2}"/>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07459A3-C53F-452C-8B70-413F5A42A1C4}"/>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0A5225DC-C4EC-454C-8EDE-43E74E61794F}"/>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3910D046-BFC1-44A6-921D-3B21B8607253}"/>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D5047D51-9710-4B10-BEA2-3D634B6B28A5}"/>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EA39F858-D51D-4AD1-820C-67A194B19B10}"/>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1DC4C62-F72F-4EE3-8D2A-9FEC2581ABFA}"/>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265ED1EA-3759-477B-BF75-C01FD27C6AA4}"/>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9D2E40BC-7A8F-4018-BE8A-4BF656BD7C5D}"/>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8B69201F-9123-47CC-9419-B65027A124D1}"/>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05026A62-8F8A-4E2A-A9AD-9F2724EB5B6A}"/>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53873F6-80E5-4A29-8991-AAF949294A30}"/>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48835B4D-8928-481E-8301-452BB3DF6B2E}"/>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AC4D2C46-E9F2-4E00-A309-60705617BB71}"/>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A319C9DD-8812-4663-9C5D-A0F56585B33A}"/>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224C236B-4ABF-4193-9176-1B593E6A4136}"/>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8267975B-B92A-42F8-B71C-5D7B37CBBD55}"/>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735810A9-A7CA-4134-AFB4-1BD0C6FD2627}"/>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45F8A867-A3E5-45A3-B756-F5B33C61C601}"/>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AF113745-26C4-401D-83A8-2C7B49BC82A3}"/>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8F3ABEC3-AF75-4A6C-8E30-C55C071192F1}"/>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D56FE70E-C349-4DA0-BED1-415BD48341FD}"/>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E4B7E18E-6B97-47AC-9EBF-9D6CF07FBDFD}"/>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C4E9B028-02DD-461E-ABA5-99FDA67A8776}"/>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852F69A2-E5DA-4587-BD5A-08347FE77998}"/>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15A2DB16-F31B-44CD-B663-FD9F4889DE1A}"/>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BC5ACDCB-818C-4AB0-8746-EA48C7D841D5}"/>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E72C6CBD-7B7D-4187-8F4F-E9EDBFC28996}"/>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0111B6D2-C051-47C2-B67C-8CABDA5BF568}"/>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BACA6344-36FA-475C-A146-D15D6D371722}"/>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045C6A41-8CA2-4109-B6F8-6266335BDD66}"/>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34E35530-2DD7-4CC5-8C0A-FA34AB9D582A}"/>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CDA47770-099F-4F24-8A76-69D4D7E26802}"/>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3F89280D-CD48-44C9-820D-77B06021169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56501678"/>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B063A6C-19C5-482F-B290-21543D5D1AA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C0237A80-0065-4F01-9009-290FC6ADA58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C8454BB1-A074-4014-9224-5DC14D31049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2AB2C2EB-AA4B-42A0-85B9-0889482F51D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52C3CF1-595C-4511-A073-C8F187CFE603}"/>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A2722F2F-2993-461E-91A7-C845E1378514}"/>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7253DAC-570C-4307-A824-83D9B2CBE1AF}"/>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28CDD9B9-9E6F-4C29-992F-F8A814908EC9}"/>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B71C5457-1276-4087-AC69-C6EFC416A68D}"/>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97A77831-8AF4-45AF-8F8A-1D8E65AC202D}"/>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5C146DA2-1564-4DAB-BB5C-26EC16493294}"/>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4D65A3F3-0AC2-4565-89E4-7B234522F1CB}"/>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12CD9F6B-9CDA-4759-9A84-C397F88C1029}"/>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2772975B-BA77-4AF0-99EB-AB17EEE90A18}"/>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6E4A46FD-7BF8-4809-8EA8-3915F5DA6B6D}"/>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C7532149-F996-479A-8A46-BCF8BEA10B63}"/>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5AFCBFBE-EBB3-4D3B-8611-1E3133623772}"/>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AA43754B-5836-4F8F-9B16-A990BA6AD866}"/>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C357FFA6-0148-4A08-A705-48E348101A70}"/>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95FB4A8E-4914-43C1-B154-54FBFDD5A8E8}"/>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7E3A3435-307B-4680-80B8-06A40721D6B8}"/>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B6D1F65E-FB90-4A2F-951C-6AE6FDF26E12}"/>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B49F6C23-AB9A-4704-B887-FBC4EC1C435F}"/>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B4A7144C-1112-4AE9-90E2-550F54FA375D}"/>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F54E5BB5-6591-4DF8-9499-096CF1EAA49B}"/>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045C8A2D-BAEE-4748-B62E-9EF401686219}"/>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F22D518D-FCCA-4BF3-B1D6-4527116E977A}"/>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FC42DA78-B880-4068-B5E8-61FBD56CF468}"/>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63322DE4-BBD9-49FA-8A39-2AA57C0DE721}"/>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A6F2BD4F-B2EE-44B2-A0BA-C415EBF2DE81}"/>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F0A7C6FE-93F3-4470-9A7C-7B4E19F03C77}"/>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1C8C672B-51AF-416D-8C12-F5F27AAE700B}"/>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E0E1452C-334E-4571-8428-FBCBC72F3C0F}"/>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315F223D-B06B-47C6-B652-0B99FD13BFB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68305243"/>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0A6E458-5E88-4DE2-B0F2-7DD9312E570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1E417B49-74E6-425F-ADD2-8E541EE3EBA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C2A01C1C-1DFD-4018-B0C8-31426C1DE75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A12E2B81-5F3F-40AA-95D1-2FC7AD7F377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D96CC69-5F13-46A5-BE72-038624D319F9}"/>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A4CD1CAD-47B9-4660-A46F-439D98FFD3DD}"/>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86309AF-1FD0-4604-B29E-BE84CB52455B}"/>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8DD7D900-1D60-4DE5-AF12-8D4475FC69AF}"/>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A3221FFA-12F8-488B-B966-012B5230C6D7}"/>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362E9A24-C317-48E5-A35C-8ABD43A62AD1}"/>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B15468EC-E309-4B21-9B9B-69EF82BF0C86}"/>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963BB23-9A02-4CAC-BF38-1CAEF9225925}"/>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CB96E852-D828-4EEC-95AD-2131C98D0E92}"/>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D6D9C3E3-5A88-451B-A20B-D9DD0135716F}"/>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88134B99-498A-430E-9136-0BABCBF82286}"/>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913A5931-3429-4719-B9A9-B9CCBB506E5B}"/>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394EB11-71BD-4E4D-862A-E194F10B2C02}"/>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5972E961-4EF8-4830-8ADD-AA40623BB223}"/>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E675C3CE-D866-4813-95EB-ACDA0F349488}"/>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883F6844-78D3-4649-971F-2EB046454508}"/>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B2219064-C9B4-4F2F-B619-3BFB6E6A310C}"/>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AE269BC-C20B-4EB1-9BD8-1508DB01390A}"/>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F89201B5-7C4B-4DB7-9106-1420B589B562}"/>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3A525C1D-AA79-4021-BF7E-365657D2A0CD}"/>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238327E1-E46E-49E0-B293-1B1838522250}"/>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7C55D220-2F2B-448D-8C43-3CB65BFC2EA7}"/>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96FC5A80-FDFA-403B-A219-724EAFE6FA7A}"/>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5DC6A4AF-64CB-4306-9079-5E7D3638859B}"/>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12C52EBC-D3B0-4998-8BF1-89733ED1AF85}"/>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F9EE4E28-6465-4FFE-8CB4-EF032C5CEA76}"/>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9FE51439-E859-40E5-B495-23870061421F}"/>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7E8DCAA1-4B8E-47E9-9E24-21E2CC2FB929}"/>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48AF7F01-3F13-46C7-93C0-AA1C37D1C5B4}"/>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9C0216E7-0230-47F4-BC25-D052A2688660}"/>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1D034B32-3452-4850-836B-801707299132}"/>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6D65701A-EDD5-4CCA-BD06-C8751896E742}"/>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E436E1CD-382B-422B-8658-A5D106645866}"/>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AB19B1D2-8269-4843-8D40-D63F48EB8D7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74050468"/>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52DEE85-087C-4C33-9A46-5A564C4DBDC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07D44B67-0925-4D4B-AC69-08DC9E8E1E1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81C884D0-62AA-4277-AA31-54EE31D7E57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78C714A6-869E-4B1C-A84B-547EA841272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9900E12-872F-410C-B556-7C52F2BA7DB7}"/>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443108A0-CBCE-4BF4-ACD5-6EA7433AA83A}"/>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3AF8C45-A1B1-4249-A3A0-F1151B9ACF58}"/>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1C1D9408-5271-4809-811D-B06591CDCB92}"/>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FADBA8D3-B197-4194-9699-7FF5B0F020C8}"/>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5AD20D0F-AE8E-4765-BC35-92FA334057E4}"/>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10320557-71E2-4C85-A365-A619D5D6FCD8}"/>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1D12352-CF4D-432D-BA75-C34C86962D11}"/>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C2CE1255-7FA7-4A05-8DB5-FCCFC48A0155}"/>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71D34E49-FD03-442C-8C31-2B842876DE0C}"/>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30ABFFFE-B96C-40F0-8A18-42970F80FB3B}"/>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58D159C5-1979-4ABD-831C-F36EB7C44BA4}"/>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537C8CA-8C5B-48B8-A9BF-85CC6CE6B5EF}"/>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95720327-5CD9-45EB-BC48-08323467B389}"/>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5A64DE17-1EFA-4C04-8D2C-0DB99FCD9729}"/>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B60858D8-BB5C-4CDA-82EB-CE0C96D6593C}"/>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351E19F1-B2C4-4453-9ABE-8351F643E094}"/>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E37436D9-F513-41F1-931F-9DDAC16DB69B}"/>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D01BD84F-AA5C-46AF-9D42-F183750F27BC}"/>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C1092064-02AA-499C-9808-4D6DF13A312B}"/>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5BA2F315-90F1-48F2-8926-C5D7B37BEC29}"/>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5F0882DE-2117-451E-894D-1F5700A8BA8D}"/>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2D87D19-EC08-4AEF-9CF0-C9E73ACA0C35}"/>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54BC755C-65CC-4167-9197-6B74C8F07A92}"/>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FCD71CCC-A417-474A-889F-6D97C20AEC78}"/>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D3500A78-DC78-4A8B-AFA0-87B1A2299463}"/>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E834AC0E-D0C6-49FA-838F-122CED22B907}"/>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62192D64-E7DB-4233-A87E-4DBC5F342BBE}"/>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37BA5435-E01F-4C7D-B03A-3F433ED90ABB}"/>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B692DDAC-3D48-48A8-8AB9-E591B32CC25C}"/>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E1C0B0E8-0529-47F4-8E5B-AB9E1D484632}"/>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6447C6D7-A241-4DF2-90D5-20972865FDE7}"/>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7A5F6EBF-CBA3-4A37-9917-C6515C4FCB03}"/>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E06758B0-022B-4551-9F58-400711D315DB}"/>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C6A634FA-B270-4E07-ABDA-A2EBF2C6490F}"/>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6D4CF183-9448-4EDB-9A7A-719737AD9A11}"/>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CE7CFE00-07DB-4B3C-962E-817F5B0DEA5A}"/>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A4307B8E-81F2-47CA-A3AB-DDE096A8619C}"/>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8C1E3CB7-930E-4E95-984B-C3A2AB76718B}"/>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2B5A5CAC-E9B4-410C-A5B6-0677B4724C36}"/>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63222157-2DE7-409F-BE99-6E3581C4DD2B}"/>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75C7D90F-AD23-4F42-874F-B31E3CBEF0B8}"/>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782BD99A-898E-43AC-B8A1-927616BC2A30}"/>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B35E56CB-5E64-4FCF-B348-591ABA4882C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22821616"/>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A619DC0-8502-4679-A171-7623A48AF76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2A9E8CE6-2F55-44C0-88C9-6E6D6BFCD2D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4DC82DEC-3A19-44F0-9C9A-F2553349963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5DEBAB67-3A8B-4E16-A581-DF176F12CD4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170C73F-7AC5-4CC6-B257-C519582B96F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2673F882-713C-4D84-86D9-CAF2E28EA29E}"/>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4E6E3FD-FDC2-40A5-BD55-2E7B7687F0D7}"/>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FFCAC457-17C9-4B1D-B828-233050241918}"/>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3B8CCEBA-3D02-41B0-8935-FDD1D5E34D29}"/>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548C0315-787D-4E55-A475-44AA4C31AA12}"/>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7D77F081-B86C-46D9-BFA6-4DBC63E198D1}"/>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F624DEC-D664-48FE-9D9F-2C3BDC7614B0}"/>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34C9C395-95C7-40B3-A836-0C2B3DB6FBE4}"/>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80451FE6-A201-4374-86C6-BEDBC2B22292}"/>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D597780C-B371-43D7-9A7E-36F301E28F25}"/>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CD738E99-91CF-40A9-B004-D4214C73587B}"/>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52B9070-0D67-468D-93D8-A32A20166FA0}"/>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4D60DE1D-041D-42A2-A11F-1621DC674696}"/>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876F5026-877A-488F-8E79-0179D3C09998}"/>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9E1D6297-D17D-4DC8-9D4E-D736739D7669}"/>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E7D044B6-85A5-4CAF-8834-BB73C22919BE}"/>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30CC97C6-54B2-4442-B1BC-7AB9C3A1FEC4}"/>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3AEA4BF4-F038-4BF3-B127-E22B30F4AFA1}"/>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FC7EC495-C045-4530-9FB5-306A1CF3581C}"/>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E252F97E-F3EA-4F3F-AF0C-1A59E78ED4C1}"/>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AA05D1D7-37F5-43E2-A733-1B08DFCD2160}"/>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26078AC-860C-4628-8074-0BC63F0CB7D4}"/>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CC4585E8-A075-400E-8109-2EC23059D37E}"/>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B6962755-3B97-497E-9D38-52C9E1766A07}"/>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8C3BA731-5C91-4123-9207-B1C516640F14}"/>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A840F043-15E3-4928-9668-DA87E25BECD9}"/>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75AEB46D-51BB-4105-BE68-180C90489DCE}"/>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F1C75572-28C9-42D7-9DEC-5B869E5DA129}"/>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4BFF61D7-09F1-41F3-9A27-541390E39B12}"/>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1FB1353D-66A0-4279-AB2A-155A81AC4F02}"/>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FC823678-8EDE-4141-80D8-223661A1D81C}"/>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E5168E99-01CA-461F-89C5-ECD7FB3F2F7A}"/>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DDF75E27-7C50-4CAF-A6AA-3C61BAF0AB19}"/>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C9D3F12A-5346-4906-B2B6-1B0330D95759}"/>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A27F9473-FFD7-479F-A19C-F917A11F052C}"/>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5CDB59A7-498F-43EC-94AF-0C689CA1FFC2}"/>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8642AB13-05EC-4AB4-B356-317E09EA983C}"/>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4FCA693A-09B1-4E94-9735-6D44214E894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135086003"/>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B20C8C4-9C1B-4DA3-B363-6899F91E7C4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C6893289-7194-4641-B1C5-EEF1B1B888A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BE6AA5DF-5D70-46FA-8975-F2A5FDCBFB7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183030CB-B43B-45FE-BA2A-A5F5207113F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3D8104D-A434-4309-BFA5-EBD2AB957C23}"/>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009B6639-7D65-4D99-A125-460232A50C8D}"/>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E692883-A1C1-4F66-A947-A14605B9D7AC}"/>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33A953EC-8EB2-4E70-ACA8-B8D00BBD46ED}"/>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C91ECCDA-65FC-4E11-9D6C-F1B01B2BFA9B}"/>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FD112C24-51EF-438F-9EF7-FA42230F2ABC}"/>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B0E0B4E9-10AF-4A2B-963C-386D8FDB57AF}"/>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9D65568-3BC8-49A6-9A32-DF0B43A5FF27}"/>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27E875E0-B3BE-4C89-B795-9498D16192C6}"/>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7DF0166D-505E-4CC5-ADF4-4E73DB0AE2A9}"/>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7DAD0CBE-098A-42D5-83C0-2E44A1CB8857}"/>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8061B206-FA4F-4A04-8B58-5F892E12ED06}"/>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B697F64-F5C2-412E-8862-F882A6BD475A}"/>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DFCE0F73-6926-4B2A-A617-07470D981CD6}"/>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50411126-9159-4698-84D0-D515B5CAC694}"/>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369FA1F9-261B-4FFA-9957-A25DD5EF7CE6}"/>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81458A24-796A-4695-968C-6A62A6D25BFE}"/>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58EFEAA5-BE27-4EFB-96C7-48E6EC2E5284}"/>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1155BCC7-0A1D-4E21-9CE9-346EC0A76B0B}"/>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63ADE96B-9022-49A5-895F-AAD74E10744D}"/>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57BE9541-E21C-438E-90D9-A77615CC9AEE}"/>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FA18D008-4BD1-47A5-B2DF-E3EBB0301CEA}"/>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C111F795-F923-4C2B-AAFE-1250143C5CD6}"/>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FE819013-73AF-44D1-AD64-4C98B9C9AD62}"/>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79B0959E-2144-4BDF-8958-53384C174A40}"/>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217536AB-4E1A-4BD8-968C-1F9DACBE5C1D}"/>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9CFC562-D793-4D3C-9FDF-32D283FB10C2}"/>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6093CC20-CB73-4D5C-AA92-C58BFF1F566D}"/>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C33DAF8F-FD24-4513-A771-FA9104BCBDC6}"/>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0C2134AB-0634-4497-9BF7-752A751F64A3}"/>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1EB7482C-FF71-46F2-BF33-3C1D6EAD052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03195429"/>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0D0CBE3-9253-441A-8FC1-B98005EDF7C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DFA6FF30-DB6B-4F85-BF4D-38586710732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3D9536AB-8893-4869-9C29-675BAF6A29F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DA23F2BF-1CE5-41CD-B8CA-0DB99B76291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B10AC0C-AF28-4D8D-AE77-38AE477AA56E}"/>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106F3811-DA0C-4B95-B13B-AA8B1F7A7324}"/>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535FDE0-EC98-4C1D-BC86-C059FDEEBE2A}"/>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E18A0FA1-7EE9-480D-AE01-0CB616A44A6F}"/>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4836BAAD-FC93-4405-A384-162F95E669C9}"/>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7F93BF01-1E6D-404E-AC35-969B44633B50}"/>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B8CB32F4-1B80-42F1-8C0C-F96D2880FAEA}"/>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19DB03B8-5C1E-4A3F-A5AC-C1A57C78247C}"/>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681D85F6-29D3-40E3-A04A-F76EB95695E1}"/>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0AD85DC4-430F-4E5E-A5C4-D7D6F8B4282A}"/>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70EF8F8-DBF8-4F7F-8386-2D0E029F3059}"/>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6E7B44B2-A2F8-4F70-946E-BC2961001612}"/>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D394DCDA-A53F-4737-8D0D-1131F64E5B6A}"/>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57726BF2-15C6-4A5B-B5B1-7ACDF8F96FC7}"/>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4477A5A9-C247-465B-BCF1-4AB0C8392261}"/>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4153399E-647B-4DFB-ABCB-710241680E1F}"/>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0DE54128-6008-4AD8-A49F-DB8B392F3520}"/>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5A27CD43-0C45-4E98-A0D6-3580CD6BC238}"/>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1A3A2F4C-2564-4875-B48A-BAE78FE2ED0F}"/>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F7AE5AEA-CF59-40A8-8673-2212304930FE}"/>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21360178-9763-463D-B8C0-13B0FA1A4A0A}"/>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48593A8D-AB92-4B55-8B71-9FE5C04846C5}"/>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5A7347C5-B16F-4A2C-9569-DD91B12687C1}"/>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D8B5779A-9C8D-405A-944D-0C1CC5BCEDD2}"/>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9A50A0B2-E5C3-4176-A0B0-CA270EFD1779}"/>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F8111BD3-E2E8-4F91-AD92-122C4097C116}"/>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172BD95A-7F5D-4E13-BE1A-A17F925C9581}"/>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515EA161-D89A-4CB7-AF50-628B64153916}"/>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9293B7CC-2EE5-45DB-9D8E-372B20B447DD}"/>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A141A8BA-4533-4A11-BA41-4C3BFD5BDF05}"/>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79C1EBD0-63FC-4468-B545-9EF8665854B8}"/>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2F7B5EA6-BAF4-407F-A69B-063A4B202978}"/>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113983325"/>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DB8A772-368D-424B-93C9-08F1BD84936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3A56EB09-F8AB-4035-B67C-8AAA635AEA5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3C60BAFC-FD67-4755-B13C-AA514080111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5598DE55-CF8A-4FE6-9116-76DC1BC4D35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7E8D04C-422E-4CBA-BD8D-AAA4E2DCFA11}"/>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9CA71F46-BCA8-45DC-A095-9BB09443A334}"/>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7A7467C-7B7E-44CD-9DE4-B070BB822653}"/>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90E0D1BE-A53C-41D3-B5BC-4A6B032AD412}"/>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0D9F71C8-4665-409B-A866-104C96856631}"/>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50F7343D-0C47-4420-9951-0EE624978420}"/>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1CBFB92-A200-4883-87D6-377DD73D2137}"/>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81AA11CC-4F78-4134-8CE8-EDCDADEE2ABC}"/>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304543DC-984D-422B-8A5D-7239876BCF25}"/>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C1F05EE9-78DC-4D2C-9229-2AF1172E43C4}"/>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EEF2D5D-953C-4B80-A290-56D9207DE3B4}"/>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E81A630C-69E5-415B-A114-A756CDED57EC}"/>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451973D4-DFC3-4DEF-9008-BB38375C64CC}"/>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53DC3419-D8CA-4BE2-9C53-0F182E33C0FA}"/>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1E168C09-136A-4AD8-BED5-74069481AC47}"/>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2C153CCB-0C52-4FDF-A8AA-F5AC8D60FF85}"/>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B01D8C9D-DA78-463D-BEF7-2A27F49376CA}"/>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A40B78BA-2162-447E-922D-F83C4D1215C0}"/>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1710903-D248-4A74-800A-2D1E08C28F97}"/>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6F00B678-1AD5-47F3-9D4A-526EB9276482}"/>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20B416AD-3A13-483F-9259-D1C575454377}"/>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8653DABE-A60B-4F69-9A75-AF8752637773}"/>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BC0AA27-FA8B-42FC-9732-6AA9DDCAF633}"/>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01B315F8-CC7B-4FA7-8709-CA4A8D2E3C04}"/>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F5E7237C-69C1-4487-99CF-9990046FAB40}"/>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CA0E88CB-4AE5-48F1-87E4-3D50B62360EB}"/>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B294A922-D838-4499-BE43-864E01030B76}"/>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62AE5B59-0118-415F-B56E-A2176D115ECC}"/>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6D8B3A28-3E79-431B-98BF-FBBEEAC3207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06600552"/>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17BEF7D-E056-4733-B2CD-DFB6EEF2544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CEE1C724-FACF-4818-9711-992855946CFD}"/>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51F9BE9A-43F0-4F04-BB15-951F8711535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D8518DD9-A997-4D11-BD61-74E68627081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FF27EDF-1DC8-4AAB-B86B-5FD72C205188}"/>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CC2CFE23-5D27-4202-B448-AED99AF34B7D}"/>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227D43E-1C30-4CC5-88CB-003C0407C0C6}"/>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32164C71-C60E-41AF-817F-1BA3327C7073}"/>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433F87-CD19-4925-9404-1454FA39A0FA}"/>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D5AFC9E9-4699-4534-9C77-E7815173A269}"/>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B3051C-6518-4B6A-825D-7839F066FB2A}"/>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B7EEF323-F7ED-4347-A03C-D4BA31E9BE7B}"/>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F2DBB63-D67C-4D98-A851-9336593313E0}"/>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F1864169-45FD-41E8-812B-05F301EFE694}"/>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B4AFD69-D84F-45B1-8A0F-DA6D33EEBC4B}"/>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E6DC99E5-1F5A-4E84-A57F-3B8E3D5CADDE}"/>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103705B-FC73-4089-A793-42F972C69D78}"/>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AACE16F1-D093-429B-981C-DC6926766046}"/>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7AB0269-4074-4F74-A453-B96EB1D9B6F1}"/>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752E09BC-A3AC-4B98-A35F-D637BFF343C4}"/>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E3EF4FD7-0627-409C-901C-B414178E2A74}"/>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74A08F24-0789-4651-9A5C-D74170314453}"/>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8AB2C08E-9C41-450A-AEC8-6A9DA3413C0F}"/>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F95D5631-319E-4A56-949A-CC9D89F59375}"/>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96D60AA1-CB0B-4DFF-B966-834F726A5670}"/>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059569C5-BB47-471D-B6B3-D09E1B723712}"/>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99013575-DFE9-4382-A48C-11C042A099EC}"/>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8CFDA55B-C865-44AB-A4C7-D7E97CEB9E98}"/>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830C3B61-9D5B-463D-AA52-5E793195DEE8}"/>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6F324508-AD2F-4872-B1FB-29EFB8181AF2}"/>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44C51FD5-0ED8-4014-879A-FD456F2DC9C8}"/>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D41941C0-B292-4875-847D-FAF0C681683B}"/>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F41DEFC9-B45A-4D31-AEB7-7514D1400AED}"/>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0D79CC94-9606-4F19-8E5C-FCF4304BCB2F}"/>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2BC280DD-D9A7-409A-8CC8-99AB6D226C76}"/>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4C27AAE2-2DA9-4D51-AAC3-A42C7FF60219}"/>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42E1568E-8841-4D52-84EE-EB8FA630D31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360997169"/>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8F8080D-F99A-46CD-B9AB-281F2AB6F5D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0408FBF3-DB10-4552-A3F5-5E7E4090D6C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58EB7480-D94B-456E-BA13-A00A5C66209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EF8C7822-26F5-4181-8AA4-A464E63BCB9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ECC929E-E269-4EAE-82AE-B5D631B8F15B}"/>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89E9E171-DE8E-4E35-94B2-4674D90F0163}"/>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AE23E73-0DB2-446F-BAB1-0F8FE81469DC}"/>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A5DE4F86-7A8A-4144-A7EB-36F60EAE3B65}"/>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D69E10F2-A566-404C-884B-57C526D3AC80}"/>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6EB1FDE4-DCC1-4313-9931-C8E569CE3CD5}"/>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85F8438-A1F5-48FB-8A1D-F70A457635CD}"/>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09F85DFA-0CE5-4ADF-BB3A-82162408EF44}"/>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F6B25D9F-014B-4B1E-B993-B9A9416284D3}"/>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08621931-EF7E-43A7-8BC3-C6B254EAFD4F}"/>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C2CA81B-2686-4BF1-9403-5F6CF5F6FA19}"/>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B163A1BE-2805-4232-BDF6-2D8EB8DC03EA}"/>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D1809A37-B705-411F-89EE-0E3F3FAE95DA}"/>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221A1138-4006-401A-8BCD-BAB53E983C40}"/>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F77F32C3-18EA-490B-B2C4-B5CAE4D7F3E7}"/>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FC5F9183-8002-4351-A5A1-0B285358BA1C}"/>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8CA939E9-AE31-436E-8959-F53D626E4A12}"/>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723202E9-53C2-4ACC-9091-347475DADEF4}"/>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0401AC70-C08B-4D23-AC4A-AFB2099E9C57}"/>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A92DC52E-6148-42BE-A10E-FD1E9D4C9EA0}"/>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B1E2FD4A-1DD6-46CB-8943-DB03B102AFD5}"/>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2F74160B-1A0A-4E0F-9134-56AB137549D4}"/>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6C5296D9-9F74-47DB-B9AC-A3DD4349713B}"/>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FB55093A-E201-4677-B02B-AC9401BE3ECE}"/>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FC49E8A8-316D-46D2-847E-0C2FDA15D75D}"/>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C96DA24D-9A9F-4364-B128-62BDC3797FB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071402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2026-10-19T19:25:25.4910000Z</dcterms:created>
  <dcterms:modified xsi:type="dcterms:W3CDTF">2026-10-19T19:25:25.4910000Z</dcterms:modified>
</coreProperties>
</file>