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0d11f51d5b45bd" /><Relationship Type="http://schemas.openxmlformats.org/officeDocument/2006/relationships/extended-properties" Target="/docProps/app.xml" Id="R6368e53aede548e8" /><Relationship Type="http://schemas.openxmlformats.org/officeDocument/2006/relationships/officeDocument" Target="/ppt/presentation.xml" Id="R9acc022b256e447c" /></Relationships>
</file>

<file path=ppt/presentation.xml><?xml version="1.0" encoding="utf-8"?>
<p:presentation xmlns:p="http://schemas.openxmlformats.org/presentationml/2006/main">
  <p:sldMasterIdLst>
    <p:sldMasterId xmlns:r="http://schemas.openxmlformats.org/officeDocument/2006/relationships" id="2147483648" r:id="R87c34ff19f2c4eaa"/>
  </p:sldMasterIdLst>
  <p:notesMasterIdLst>
    <p:notesMasterId xmlns:r="http://schemas.openxmlformats.org/officeDocument/2006/relationships" r:id="R4e70d2c67b9b4a3e"/>
  </p:notesMasterIdLst>
  <p:sldIdLst>
    <p:sldId xmlns:r="http://schemas.openxmlformats.org/officeDocument/2006/relationships" id="256" r:id="R4f31dddb4e56462e"/>
    <p:sldId xmlns:r="http://schemas.openxmlformats.org/officeDocument/2006/relationships" id="257" r:id="R73bc7fedd5134e30"/>
    <p:sldId xmlns:r="http://schemas.openxmlformats.org/officeDocument/2006/relationships" id="258" r:id="Rf9f7127eac344151"/>
    <p:sldId xmlns:r="http://schemas.openxmlformats.org/officeDocument/2006/relationships" id="259" r:id="Rf2f41061679146cb"/>
    <p:sldId xmlns:r="http://schemas.openxmlformats.org/officeDocument/2006/relationships" id="260" r:id="R54a42f26ddb34d60"/>
    <p:sldId xmlns:r="http://schemas.openxmlformats.org/officeDocument/2006/relationships" id="261" r:id="R4bb558545e25467e"/>
    <p:sldId xmlns:r="http://schemas.openxmlformats.org/officeDocument/2006/relationships" id="262" r:id="R6c8a9e97ae0646d8"/>
    <p:sldId xmlns:r="http://schemas.openxmlformats.org/officeDocument/2006/relationships" id="263" r:id="R73ec72fb811c444d"/>
    <p:sldId xmlns:r="http://schemas.openxmlformats.org/officeDocument/2006/relationships" id="264" r:id="Rf31318a4d7e7447c"/>
    <p:sldId xmlns:r="http://schemas.openxmlformats.org/officeDocument/2006/relationships" id="265" r:id="R52d054202a3244f7"/>
    <p:sldId xmlns:r="http://schemas.openxmlformats.org/officeDocument/2006/relationships" id="266" r:id="R4cb4d8d4afb64aaf"/>
    <p:sldId xmlns:r="http://schemas.openxmlformats.org/officeDocument/2006/relationships" id="267" r:id="R18760a9462b04060"/>
    <p:sldId xmlns:r="http://schemas.openxmlformats.org/officeDocument/2006/relationships" id="268" r:id="Rb8296431bc9042b9"/>
    <p:sldId xmlns:r="http://schemas.openxmlformats.org/officeDocument/2006/relationships" id="269" r:id="R196e46bb96d7401f"/>
    <p:sldId xmlns:r="http://schemas.openxmlformats.org/officeDocument/2006/relationships" id="270" r:id="R95233b3dbfcd4355"/>
    <p:sldId xmlns:r="http://schemas.openxmlformats.org/officeDocument/2006/relationships" id="271" r:id="R58262d7605234051"/>
    <p:sldId xmlns:r="http://schemas.openxmlformats.org/officeDocument/2006/relationships" id="272" r:id="Re9d52f9e95fe4d46"/>
    <p:sldId xmlns:r="http://schemas.openxmlformats.org/officeDocument/2006/relationships" id="273" r:id="R837fdffa496a4c26"/>
    <p:sldId xmlns:r="http://schemas.openxmlformats.org/officeDocument/2006/relationships" id="274" r:id="R462df3cde7f442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0bebb901f246c3" /><Relationship Type="http://schemas.openxmlformats.org/officeDocument/2006/relationships/slideMaster" Target="/ppt/slideMasters/slideMaster1.xml" Id="R87c34ff19f2c4eaa" /><Relationship Type="http://schemas.openxmlformats.org/officeDocument/2006/relationships/notesMaster" Target="/ppt/notesMasters/notesMaster1.xml" Id="R4e70d2c67b9b4a3e" /><Relationship Type="http://schemas.openxmlformats.org/officeDocument/2006/relationships/presProps" Target="/ppt/presProps.xml" Id="R95bf8c1e89634c11" /><Relationship Type="http://schemas.openxmlformats.org/officeDocument/2006/relationships/tableStyles" Target="/ppt/tableStyles.xml" Id="R05f35e579b784e4b" /><Relationship Type="http://schemas.openxmlformats.org/officeDocument/2006/relationships/slide" Target="/ppt/slides/slide1.xml" Id="R4f31dddb4e56462e" /><Relationship Type="http://schemas.openxmlformats.org/officeDocument/2006/relationships/slide" Target="/ppt/slides/slide2.xml" Id="R73bc7fedd5134e30" /><Relationship Type="http://schemas.openxmlformats.org/officeDocument/2006/relationships/slide" Target="/ppt/slides/slide3.xml" Id="Rf9f7127eac344151" /><Relationship Type="http://schemas.openxmlformats.org/officeDocument/2006/relationships/slide" Target="/ppt/slides/slide4.xml" Id="Rf2f41061679146cb" /><Relationship Type="http://schemas.openxmlformats.org/officeDocument/2006/relationships/slide" Target="/ppt/slides/slide5.xml" Id="R54a42f26ddb34d60" /><Relationship Type="http://schemas.openxmlformats.org/officeDocument/2006/relationships/slide" Target="/ppt/slides/slide6.xml" Id="R4bb558545e25467e" /><Relationship Type="http://schemas.openxmlformats.org/officeDocument/2006/relationships/slide" Target="/ppt/slides/slide7.xml" Id="R6c8a9e97ae0646d8" /><Relationship Type="http://schemas.openxmlformats.org/officeDocument/2006/relationships/slide" Target="/ppt/slides/slide8.xml" Id="R73ec72fb811c444d" /><Relationship Type="http://schemas.openxmlformats.org/officeDocument/2006/relationships/slide" Target="/ppt/slides/slide9.xml" Id="Rf31318a4d7e7447c" /><Relationship Type="http://schemas.openxmlformats.org/officeDocument/2006/relationships/slide" Target="/ppt/slides/slide10.xml" Id="R52d054202a3244f7" /><Relationship Type="http://schemas.openxmlformats.org/officeDocument/2006/relationships/slide" Target="/ppt/slides/slide11.xml" Id="R4cb4d8d4afb64aaf" /><Relationship Type="http://schemas.openxmlformats.org/officeDocument/2006/relationships/slide" Target="/ppt/slides/slide12.xml" Id="R18760a9462b04060" /><Relationship Type="http://schemas.openxmlformats.org/officeDocument/2006/relationships/slide" Target="/ppt/slides/slide13.xml" Id="Rb8296431bc9042b9" /><Relationship Type="http://schemas.openxmlformats.org/officeDocument/2006/relationships/slide" Target="/ppt/slides/slide14.xml" Id="R196e46bb96d7401f" /><Relationship Type="http://schemas.openxmlformats.org/officeDocument/2006/relationships/slide" Target="/ppt/slides/slide15.xml" Id="R95233b3dbfcd4355" /><Relationship Type="http://schemas.openxmlformats.org/officeDocument/2006/relationships/slide" Target="/ppt/slides/slide16.xml" Id="R58262d7605234051" /><Relationship Type="http://schemas.openxmlformats.org/officeDocument/2006/relationships/slide" Target="/ppt/slides/slide17.xml" Id="Re9d52f9e95fe4d46" /><Relationship Type="http://schemas.openxmlformats.org/officeDocument/2006/relationships/slide" Target="/ppt/slides/slide18.xml" Id="R837fdffa496a4c26" /><Relationship Type="http://schemas.openxmlformats.org/officeDocument/2006/relationships/slide" Target="/ppt/slides/slide19.xml" Id="R462df3cde7f442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801874e1424f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54f41ff5354e6d" /><Relationship Type="http://schemas.openxmlformats.org/officeDocument/2006/relationships/notesMaster" Target="/ppt/notesMasters/notesMaster1.xml" Id="R312f3949906149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052a1f47d74d9c" /><Relationship Type="http://schemas.openxmlformats.org/officeDocument/2006/relationships/notesMaster" Target="/ppt/notesMasters/notesMaster1.xml" Id="Rbb24ceec7bf0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d9e43e2fb04ebf" /><Relationship Type="http://schemas.openxmlformats.org/officeDocument/2006/relationships/notesMaster" Target="/ppt/notesMasters/notesMaster1.xml" Id="Rc08946f2c8844c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2df49ace8c46fe" /><Relationship Type="http://schemas.openxmlformats.org/officeDocument/2006/relationships/notesMaster" Target="/ppt/notesMasters/notesMaster1.xml" Id="Rfb3922851e2647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e4ec2b8fad4ef3" /><Relationship Type="http://schemas.openxmlformats.org/officeDocument/2006/relationships/notesMaster" Target="/ppt/notesMasters/notesMaster1.xml" Id="Rdf936825da95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726c24efc44ba9" /><Relationship Type="http://schemas.openxmlformats.org/officeDocument/2006/relationships/notesMaster" Target="/ppt/notesMasters/notesMaster1.xml" Id="R37f18994183946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a3ebb5a085427e" /><Relationship Type="http://schemas.openxmlformats.org/officeDocument/2006/relationships/notesMaster" Target="/ppt/notesMasters/notesMaster1.xml" Id="Rbb1d13dabb8e4d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289a91996c4dd8" /><Relationship Type="http://schemas.openxmlformats.org/officeDocument/2006/relationships/notesMaster" Target="/ppt/notesMasters/notesMaster1.xml" Id="R2165529b785049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7736189f374557" /><Relationship Type="http://schemas.openxmlformats.org/officeDocument/2006/relationships/notesMaster" Target="/ppt/notesMasters/notesMaster1.xml" Id="Rf95e3d5b02224b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a12351b95a4015" /><Relationship Type="http://schemas.openxmlformats.org/officeDocument/2006/relationships/notesMaster" Target="/ppt/notesMasters/notesMaster1.xml" Id="R62d1191378d940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c2aee99d514356" /><Relationship Type="http://schemas.openxmlformats.org/officeDocument/2006/relationships/notesMaster" Target="/ppt/notesMasters/notesMaster1.xml" Id="Rc5245a166ea646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00448e54904858" /><Relationship Type="http://schemas.openxmlformats.org/officeDocument/2006/relationships/notesMaster" Target="/ppt/notesMasters/notesMaster1.xml" Id="Rb8bfa0d243ba45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9f0ca73a3244c8" /><Relationship Type="http://schemas.openxmlformats.org/officeDocument/2006/relationships/notesMaster" Target="/ppt/notesMasters/notesMaster1.xml" Id="R9b7bd14e948740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4b0f83bdab40f3" /><Relationship Type="http://schemas.openxmlformats.org/officeDocument/2006/relationships/notesMaster" Target="/ppt/notesMasters/notesMaster1.xml" Id="Rdd17337762f741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db1662289a420b" /><Relationship Type="http://schemas.openxmlformats.org/officeDocument/2006/relationships/notesMaster" Target="/ppt/notesMasters/notesMaster1.xml" Id="Ra62aad296ee448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de3ce362a74d9e" /><Relationship Type="http://schemas.openxmlformats.org/officeDocument/2006/relationships/notesMaster" Target="/ppt/notesMasters/notesMaster1.xml" Id="Rbb9207265ad342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e63a8bb09c4d78" /><Relationship Type="http://schemas.openxmlformats.org/officeDocument/2006/relationships/notesMaster" Target="/ppt/notesMasters/notesMaster1.xml" Id="Rcdfdf437cabe41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fedef850e64479" /><Relationship Type="http://schemas.openxmlformats.org/officeDocument/2006/relationships/notesMaster" Target="/ppt/notesMasters/notesMaster1.xml" Id="R346442d07a6441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6d94e54b1a45a0" /><Relationship Type="http://schemas.openxmlformats.org/officeDocument/2006/relationships/notesMaster" Target="/ppt/notesMasters/notesMaster1.xml" Id="R398b0a76ace744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layers from left to right. Routers handle HTTP and WebSocket input. Dependencies load identity and request context. Services make reusable business decisions. Models and transactions protect durable state. Workers handle slow external systems. Use the application-stage example to show the separation in practice: the router validates input, the dependency loads the caller and company, the service checks permission and state transition, and the transaction updates the application while creating notification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463ad452f445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79e7df102846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5f601ae0cd42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f43d64d6974f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7f6e2e06e84a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77c35f6ee045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5FF9B5-D2A0-4DAB-B11A-86DC192CBA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0ACD6F-95E4-48D9-A0C9-DF8D95017B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824DA7-AF7C-4DFD-8C43-5256CEC724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EA9BA0-58FC-456A-AD4F-422FC37554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D50D9B-0A84-4DAD-B41D-B112A1AD0C1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DC876F-B994-4486-90EA-6A076B9B21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773BD0-3483-4941-9A71-5EAA4A9E68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9E2E51-2951-4B16-A55E-7C5E9B9E75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4CCCC6-566B-4A86-AD72-993A559B6F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D2D6CE-FB55-4F19-A677-98EE460774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da618f1d274c79" /><Relationship Type="http://schemas.openxmlformats.org/officeDocument/2006/relationships/slideLayout" Target="/ppt/slideLayouts/slideLayout1.xml" Id="Rabbd260ce3924158" /><Relationship Type="http://schemas.openxmlformats.org/officeDocument/2006/relationships/slideLayout" Target="/ppt/slideLayouts/slideLayout2.xml" Id="R8e68dd1ff81645b4" /><Relationship Type="http://schemas.openxmlformats.org/officeDocument/2006/relationships/slideLayout" Target="/ppt/slideLayouts/slideLayout3.xml" Id="R6fe202e5086a4138" /><Relationship Type="http://schemas.openxmlformats.org/officeDocument/2006/relationships/slideLayout" Target="/ppt/slideLayouts/slideLayout4.xml" Id="Rfa67fbd5a3aa4478" /><Relationship Type="http://schemas.openxmlformats.org/officeDocument/2006/relationships/slideLayout" Target="/ppt/slideLayouts/slideLayout5.xml" Id="Rbdee8b3d3a6e4c70" /><Relationship Type="http://schemas.openxmlformats.org/officeDocument/2006/relationships/slideLayout" Target="/ppt/slideLayouts/slideLayout6.xml" Id="Re9036b74efa24c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bd260ce3924158"/>
    <p:sldLayoutId xmlns:r="http://schemas.openxmlformats.org/officeDocument/2006/relationships" id="2147483650" r:id="R8e68dd1ff81645b4"/>
    <p:sldLayoutId xmlns:r="http://schemas.openxmlformats.org/officeDocument/2006/relationships" id="2147483651" r:id="R6fe202e5086a4138"/>
    <p:sldLayoutId xmlns:r="http://schemas.openxmlformats.org/officeDocument/2006/relationships" id="2147483652" r:id="Rfa67fbd5a3aa4478"/>
    <p:sldLayoutId xmlns:r="http://schemas.openxmlformats.org/officeDocument/2006/relationships" id="2147483653" r:id="Rbdee8b3d3a6e4c70"/>
    <p:sldLayoutId xmlns:r="http://schemas.openxmlformats.org/officeDocument/2006/relationships" id="2147483654" r:id="Re9036b74efa24c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d33970851f449b" /><Relationship Type="http://schemas.openxmlformats.org/officeDocument/2006/relationships/image" Target="/ppt/media/image.png" Id="Rae243d518b854274" /><Relationship Type="http://schemas.openxmlformats.org/officeDocument/2006/relationships/notesSlide" Target="/ppt/notesSlides/notesSlide1.xml" Id="R81e9ac09790943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f96b8a6c564dd7" /><Relationship Type="http://schemas.openxmlformats.org/officeDocument/2006/relationships/notesSlide" Target="/ppt/notesSlides/notesSlide2.xml" Id="R5472295a95c344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60462336934ca8" /><Relationship Type="http://schemas.openxmlformats.org/officeDocument/2006/relationships/notesSlide" Target="/ppt/notesSlides/notesSlide3.xml" Id="R50ca4593be1a47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8ef44635a04128" /><Relationship Type="http://schemas.openxmlformats.org/officeDocument/2006/relationships/notesSlide" Target="/ppt/notesSlides/notesSlide4.xml" Id="Rd1f0829a816b4a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809211e9804c22" /><Relationship Type="http://schemas.openxmlformats.org/officeDocument/2006/relationships/notesSlide" Target="/ppt/notesSlides/notesSlide5.xml" Id="R94b66f04227046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2baec84b0842ea" /><Relationship Type="http://schemas.openxmlformats.org/officeDocument/2006/relationships/notesSlide" Target="/ppt/notesSlides/notesSlide6.xml" Id="R221d7248115344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1936b7c6b44b5b" /><Relationship Type="http://schemas.openxmlformats.org/officeDocument/2006/relationships/notesSlide" Target="/ppt/notesSlides/notesSlide7.xml" Id="R6de23e76b69b48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f1c7e3571e4faa" /><Relationship Type="http://schemas.openxmlformats.org/officeDocument/2006/relationships/notesSlide" Target="/ppt/notesSlides/notesSlide8.xml" Id="R00ab3d0c90344a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0259addf3a4f7a" /><Relationship Type="http://schemas.openxmlformats.org/officeDocument/2006/relationships/notesSlide" Target="/ppt/notesSlides/notesSlide9.xml" Id="R092df9f0554c4c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90ed10359aa4ecd" /><Relationship Type="http://schemas.openxmlformats.org/officeDocument/2006/relationships/notesSlide" Target="/ppt/notesSlides/notesSlide10.xml" Id="R93aec4cab6e8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c7de1c00f74954" /><Relationship Type="http://schemas.openxmlformats.org/officeDocument/2006/relationships/notesSlide" Target="/ppt/notesSlides/notesSlide11.xml" Id="R9194925bdcdf4e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6e559cfa2a4edc" /><Relationship Type="http://schemas.openxmlformats.org/officeDocument/2006/relationships/notesSlide" Target="/ppt/notesSlides/notesSlide12.xml" Id="R044b98257e5240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7c41ce90de8487f" /><Relationship Type="http://schemas.openxmlformats.org/officeDocument/2006/relationships/notesSlide" Target="/ppt/notesSlides/notesSlide13.xml" Id="Rf3a7258feb614f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80042fccfd474a" /><Relationship Type="http://schemas.openxmlformats.org/officeDocument/2006/relationships/notesSlide" Target="/ppt/notesSlides/notesSlide14.xml" Id="Ra76344b62b234b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ce149c6fd804ae3" /><Relationship Type="http://schemas.openxmlformats.org/officeDocument/2006/relationships/notesSlide" Target="/ppt/notesSlides/notesSlide15.xml" Id="R3f1fc1c7795d47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12613b6d254b37" /><Relationship Type="http://schemas.openxmlformats.org/officeDocument/2006/relationships/notesSlide" Target="/ppt/notesSlides/notesSlide16.xml" Id="R173699f2721348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2e163f7cee64015" /><Relationship Type="http://schemas.openxmlformats.org/officeDocument/2006/relationships/notesSlide" Target="/ppt/notesSlides/notesSlide17.xml" Id="R24878dc6f00a42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7480264ed24a4c" /><Relationship Type="http://schemas.openxmlformats.org/officeDocument/2006/relationships/notesSlide" Target="/ppt/notesSlides/notesSlide18.xml" Id="R9daf271cbf7848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d2931b25f2845b1" /><Relationship Type="http://schemas.openxmlformats.org/officeDocument/2006/relationships/notesSlide" Target="/ppt/notesSlides/notesSlide19.xml" Id="R6942fd5354554986"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0D7800F-AAB7-401F-8DAE-365828551215}"/>
              </a:ext>
            </a:extLst>
          </p:cNvPr>
          <p:cNvPicPr>
            <a:picLocks xmlns:a="http://schemas.openxmlformats.org/drawingml/2006/main" noChangeAspect="1"/>
          </p:cNvPicPr>
          <p:nvPr/>
        </p:nvPicPr>
        <p:blipFill>
          <a:blip xmlns:r="http://schemas.openxmlformats.org/officeDocument/2006/relationships" xmlns:a="http://schemas.openxmlformats.org/drawingml/2006/main" r:embed="Rae243d518b854274"/>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700CFF-6A72-4313-8084-030016444BCB}"/>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E504F23F-216C-4669-A81B-93816C7B3A13}"/>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01A32BD1-D7E0-4407-A0AD-46292F6BAD47}"/>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577AA2F9-D5B7-4B01-9756-7B3988F8BECE}"/>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1A3FB0D4-5058-4E17-B1B0-30095956875D}"/>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65284DF0-A157-4605-8930-7DBE35DC01ED}"/>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6F63D7C3-099E-4EE7-88B1-4ECBF235021C}"/>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C2DB4685-C67A-4B5B-9647-B12D5467D89B}"/>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2116939354"/>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1376064-1F98-401E-944E-694D03A656C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C01C44F3-BB3A-4B05-9D18-AB58C455425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35C8452A-3E61-4A9C-B6DF-34961568A31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90F83088-95AC-4CA3-A337-045F737A074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8C5FD85-734A-4FC1-BCB8-E74B33CB237B}"/>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6A8CEDE6-59CF-4A4C-85F2-D79C04A5765B}"/>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90BF0B3-EBF8-4A31-818C-66FFB255E5CC}"/>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59E1C293-7FB6-4452-969A-1808B1604FA1}"/>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7E54A4C8-47A6-4D6B-8567-C14C494B4C5E}"/>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F50DE5AE-9769-4784-897C-ABD59FDFE7E1}"/>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D1A0F99-F6E4-4934-A563-0031571AD746}"/>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9847BD9E-A7E5-44E4-B98B-EABE08DBCC33}"/>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C142DCC3-C260-467F-B619-26366C3F7594}"/>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82C444A3-465B-44C1-9B5F-9784D56D11CC}"/>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4E65350-42BD-41E2-84C7-11D0FB54DA7E}"/>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0ADF4FCB-4D59-486E-A734-19BA6C6ECF6D}"/>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2EA4E24B-81E7-43BD-B428-2CDFD4FE8D0A}"/>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B1362A72-BFD5-4965-AA4F-08A317155D45}"/>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788F5A86-A6C0-46EA-9D4F-AA36C7137CF9}"/>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598CA037-A030-49E2-9BAD-282150FF7830}"/>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47761457-47AF-452C-949F-ED4F996EE44C}"/>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C941B911-A2C1-491D-BD0F-D89D2C6C66E6}"/>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3BFE394-FB86-4901-969F-0112A864DDAA}"/>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8A915C0E-DB87-4A5C-BA2A-2769CFC1C1CB}"/>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B3439F2D-B16B-4F00-8485-7D1CA49F5FF1}"/>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72299C34-8196-4E61-A7B3-FAAE055D6638}"/>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19AA470E-8A52-41CA-AAA1-11D1C538E900}"/>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8F461F2C-39FA-4737-B005-9FD07167E550}"/>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D20CBCB0-2C9C-4F34-9708-B119F22832A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20066901"/>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E0BE5E-D416-49EC-86A1-50B64E858B9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80822C85-2653-452D-B5C8-2F2FE75673D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712125F7-0015-4202-BCBF-777E940B8C9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676E566A-4B55-4604-A9A2-2A4176A3106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0930162-4F83-4453-91B8-08C889048C00}"/>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E3DE419D-C965-420E-9233-960AB91AEA18}"/>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F16C349-EF1F-4213-97BB-3DC95203F5F6}"/>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A274F23-CF1C-4F6F-850F-177194A81985}"/>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405AEAF5-CECB-42D9-8C1E-907C8C01D302}"/>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6FA31680-D234-4EDB-80EA-25F38F2081A2}"/>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BB83DF4-BA3B-4C90-9804-AF4FB52EFCAA}"/>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3EA76388-A058-4BB5-9B91-51AC99B32129}"/>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8BFB45C4-CDFB-4879-B4D9-A5EC03FB2466}"/>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992794FD-5E5D-4F2D-A4E4-8276287D3B9D}"/>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05E11658-EAEC-474E-8AFF-D4E6DDAD73B2}"/>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892D79AE-088E-4992-AB97-AFCFBC6CE321}"/>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52EE00EF-E34E-465D-A0E4-7203AA23BC01}"/>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1B3A75BB-40C3-462D-95E2-A45B00CF7DA2}"/>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43BA2A25-C82C-4AA1-8C13-29474BF6EC15}"/>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0E47D6D9-A50B-4DF0-B138-5CAF9D736BDB}"/>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7E535A2C-93D8-4E75-BC50-2DAA84F5D3E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32985521"/>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5DE23BA8-D5D8-4D7E-9EA6-9B14FC0C505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5715811F-FD3E-4655-96BF-1B360372767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30C62A04-9876-4223-91A8-3CC03C38D29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DE7C05B9-8E28-4895-A162-DBCA3A764918}"/>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7B5BA5A-8FB0-43D9-A57F-D36FC93FA38C}"/>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B95F6D27-77CB-4DC4-B98F-48A68C7FF5E3}"/>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4CB5EFB8-FD7C-445A-9BB2-E0A4449CF367}"/>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CD69466-0FF4-49E1-9FA1-596973A05947}"/>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6B408CD2-F069-4D6E-9F31-8928B1F5326A}"/>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1D3EEB12-0FE8-4BA5-AAC4-BEFBB843B61A}"/>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42FCBA1B-857E-44C7-A157-63A190E64833}"/>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77EBE485-5591-491E-8DA9-A49F309D049F}"/>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0732BBD-7B58-4416-80C3-E2C36663A6A7}"/>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1660434C-396C-48C4-8261-E48CAEC11105}"/>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5D9D2555-1EB0-49DF-B37B-7995CD3A1A7F}"/>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60A85412-0DC8-4005-959E-934F2C94815B}"/>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D781D70D-7D7B-4287-9843-AD26AF718DFC}"/>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4D730DD1-4C36-4E16-BC27-E9D6F216FA6F}"/>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6D08AC8E-BDB4-457A-8BB8-DDE612BFE9BF}"/>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C4C34E84-EBB8-4A38-9722-9458EDE199B7}"/>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62A664BD-DE81-481C-8755-B64E7FB5910A}"/>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B347ED92-0C45-445E-A421-3F379AA2BFA1}"/>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65950F6-796A-4402-B055-CFBAA07DD0E2}"/>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608DD014-DFCA-4E8E-A472-007B0C76135D}"/>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DCF9DDA8-8620-4D26-ACE7-1D540D781E6D}"/>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84FB22D2-CD4C-42FB-9A41-728C96FACC6A}"/>
              </a:ext>
            </a:extLst>
          </p:cNvPr>
          <p:cNvSpPr>
            <a:spLocks xmlns:a="http://schemas.openxmlformats.org/drawingml/2006/main" noGrp="1"/>
          </p:cNvSpPr>
          <p:nvPr/>
        </p:nvSpPr>
        <p:spPr>
          <a:xfrm xmlns:a="http://schemas.openxmlformats.org/drawingml/2006/main">
            <a:off x="609600" y="3352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2"/>
          </a:bodyPr>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BACKGROUND JOBS</a:t>
            </a:r>
          </a:p>
        </p:txBody>
      </p:sp>
      <p:sp>
        <p:nvSpPr>
          <p:cNvPr id="27" name="">
            <a:extLst xmlns:a="http://schemas.openxmlformats.org/drawingml/2006/main">
              <a:ext uri="{FF2B5EF4-FFF2-40B4-BE49-F238E27FC236}">
                <a16:creationId xmlns:a16="http://schemas.microsoft.com/office/drawing/2014/main" id="{5C761610-F41D-4887-887F-58979B1345E6}"/>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2FB391BD-AD27-4233-A774-677D55969631}"/>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CDDCEB28-A327-4BBF-B9A7-C7640180EDA5}"/>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BDD7556E-AE65-424C-965F-1AAD946B0400}"/>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A775447C-0C2A-4380-9947-2CA3D23BBC0B}"/>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49E6261C-2DE6-47E8-8713-49025AE8C3DE}"/>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F917BC2A-6A0E-401E-8681-E4C866098873}"/>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68CEFE70-83A1-4383-B50E-6FE34B602342}"/>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FD0731AD-A102-4C18-A354-8F2B1930B7FA}"/>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446B1491-55AD-4C90-A2BB-ED0D9D95886B}"/>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7A316FF3-AF4D-4BA0-939D-B6882928D3EF}"/>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B0432D99-B589-4D14-A7D2-D91FD0931910}"/>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BD056733-BCCF-41C9-B3C1-2164239AB515}"/>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B57312FF-3C30-4332-8ACA-412B0628D4EB}"/>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E9132998-17F6-4CA4-9C80-0228362AFA4F}"/>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00966939-2F0F-4E71-B5B3-1B9AAE41BC60}"/>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1ADE48B8-05BB-4DC3-9E63-36B546D0C5EE}"/>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615C247F-99E0-498C-B4A2-BBC296944EF8}"/>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DD2DC97B-F3F2-4205-B7AE-8913F5796D05}"/>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6B652A6B-2E26-4701-B119-91758E8096A4}"/>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E3267FF9-3839-47ED-9347-BF1E23CC1249}"/>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075C2C2B-CEC2-4FB8-9214-B07445B3C36F}"/>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16936DF9-1511-4FC6-B3F8-932AAF8ADFAC}"/>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BE016D03-5C72-45DB-B3FA-6C7B6F8D86C1}"/>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93413E72-1016-4FFD-9F53-E2EBAF09C103}"/>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A14D48FB-189A-4427-9C4B-F2FDB5DD08AD}"/>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61EF32A5-2EAC-48AA-A34C-35B390DFC5F7}"/>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B68D8A87-5A5A-4832-B587-3348D188B5C3}"/>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DD624A21-D6CC-4433-8208-F078F11D82AA}"/>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1907C172-05B3-4F6E-BF1A-E89DE2A48732}"/>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91EA3353-CB80-440E-B8BF-7A7A66FB8125}"/>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2C780AAD-210F-4760-B996-5BC4D4BE46E2}"/>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886B5DB3-B35B-423F-ABCE-051DE3EB3BD0}"/>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C9FBA629-D2B0-4764-ACDF-BA985DEAB683}"/>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227B5509-0AC7-48CD-B4DB-BE6F40C2402F}"/>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70698874-4276-4969-B2E9-AD0C7F85D48F}"/>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F4F8BD2F-7D82-451E-BBED-F1268CD7B861}"/>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37981997-D793-4205-9B47-05EAF57486F2}"/>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B775B2F4-4807-4D3F-B882-845C4B96E0BB}"/>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E49D167B-F6F8-4446-8DFA-38CBA31FE25B}"/>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8D5D479B-FAEF-467E-ADCF-96DC7A4DFCCF}"/>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0BE3D772-9866-4A3B-A213-58E8CD3BB4CE}"/>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848D67AE-8A3A-46E1-B617-093090E4E288}"/>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91E9AF91-B513-4C79-B642-65BABBA66919}"/>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5DE6D44D-667A-4E22-B549-50C61366EDA0}"/>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CA8B9DA5-A0EC-47E8-BBEF-7809BA24B234}"/>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D6501B4C-102B-4D01-9BB5-FA6B2A10F6B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76310282"/>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9DA06698-0E32-4EC0-A4D2-54590825D31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395DD8BA-EF2E-408C-AB1D-DFACD8BC0CA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code structure</a:t>
            </a:r>
          </a:p>
        </p:txBody>
      </p:sp>
      <p:sp>
        <p:nvSpPr>
          <p:cNvPr id="3" name="">
            <a:extLst xmlns:a="http://schemas.openxmlformats.org/drawingml/2006/main">
              <a:ext uri="{FF2B5EF4-FFF2-40B4-BE49-F238E27FC236}">
                <a16:creationId xmlns:a16="http://schemas.microsoft.com/office/drawing/2014/main" id="{DF2C1E95-9F7C-42B6-BE37-CB3D3D02559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BE795943-0DC5-4588-B3EF-8A9538D33DD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3808490-C84D-48F0-8C8D-C9D84574F068}"/>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request moves through five layers. Each layer owns one type of responsibility.</a:t>
            </a:r>
          </a:p>
        </p:txBody>
      </p:sp>
      <p:sp>
        <p:nvSpPr>
          <p:cNvPr id="6" name="">
            <a:extLst xmlns:a="http://schemas.openxmlformats.org/drawingml/2006/main">
              <a:ext uri="{FF2B5EF4-FFF2-40B4-BE49-F238E27FC236}">
                <a16:creationId xmlns:a16="http://schemas.microsoft.com/office/drawing/2014/main" id="{D4F3025A-91B6-4AF0-B5B9-9DB4A639B26E}"/>
              </a:ext>
            </a:extLst>
          </p:cNvPr>
          <p:cNvSpPr>
            <a:spLocks xmlns:a="http://schemas.openxmlformats.org/drawingml/2006/main" noGrp="1"/>
          </p:cNvSpPr>
          <p:nvPr/>
        </p:nvSpPr>
        <p:spPr>
          <a:xfrm xmlns:a="http://schemas.openxmlformats.org/drawingml/2006/main">
            <a:off x="609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F42CF56-55B8-4B60-A734-57DA2473BA64}"/>
              </a:ext>
            </a:extLst>
          </p:cNvPr>
          <p:cNvSpPr>
            <a:spLocks xmlns:a="http://schemas.openxmlformats.org/drawingml/2006/main" noGrp="1"/>
          </p:cNvSpPr>
          <p:nvPr/>
        </p:nvSpPr>
        <p:spPr>
          <a:xfrm xmlns:a="http://schemas.openxmlformats.org/drawingml/2006/main">
            <a:off x="800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B501ED92-6686-46B6-A0DB-DCB91E932BE0}"/>
              </a:ext>
            </a:extLst>
          </p:cNvPr>
          <p:cNvSpPr>
            <a:spLocks xmlns:a="http://schemas.openxmlformats.org/drawingml/2006/main" noGrp="1"/>
          </p:cNvSpPr>
          <p:nvPr/>
        </p:nvSpPr>
        <p:spPr>
          <a:xfrm xmlns:a="http://schemas.openxmlformats.org/drawingml/2006/main">
            <a:off x="800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809D83F6-BEA8-494A-86F0-9A383F0424EB}"/>
              </a:ext>
            </a:extLst>
          </p:cNvPr>
          <p:cNvSpPr>
            <a:spLocks xmlns:a="http://schemas.openxmlformats.org/drawingml/2006/main" noGrp="1"/>
          </p:cNvSpPr>
          <p:nvPr/>
        </p:nvSpPr>
        <p:spPr>
          <a:xfrm xmlns:a="http://schemas.openxmlformats.org/drawingml/2006/main">
            <a:off x="800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HTTP and WebSocket input</a:t>
            </a:r>
          </a:p>
        </p:txBody>
      </p:sp>
      <p:sp>
        <p:nvSpPr>
          <p:cNvPr id="10" name="">
            <a:extLst xmlns:a="http://schemas.openxmlformats.org/drawingml/2006/main">
              <a:ext uri="{FF2B5EF4-FFF2-40B4-BE49-F238E27FC236}">
                <a16:creationId xmlns:a16="http://schemas.microsoft.com/office/drawing/2014/main" id="{F000C50F-6397-4A9E-9C71-35D18C67DF3E}"/>
              </a:ext>
            </a:extLst>
          </p:cNvPr>
          <p:cNvSpPr>
            <a:spLocks xmlns:a="http://schemas.openxmlformats.org/drawingml/2006/main" noGrp="1"/>
          </p:cNvSpPr>
          <p:nvPr/>
        </p:nvSpPr>
        <p:spPr>
          <a:xfrm xmlns:a="http://schemas.openxmlformats.org/drawingml/2006/main">
            <a:off x="800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B6BF9E00-8823-47CE-8F14-1D77D42BEB7D}"/>
              </a:ext>
            </a:extLst>
          </p:cNvPr>
          <p:cNvSpPr>
            <a:spLocks xmlns:a="http://schemas.openxmlformats.org/drawingml/2006/main" noGrp="1"/>
          </p:cNvSpPr>
          <p:nvPr/>
        </p:nvSpPr>
        <p:spPr>
          <a:xfrm xmlns:a="http://schemas.openxmlformats.org/drawingml/2006/main">
            <a:off x="800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Validate transport data and call the next layer</a:t>
            </a:r>
          </a:p>
        </p:txBody>
      </p:sp>
      <p:sp>
        <p:nvSpPr>
          <p:cNvPr id="12" name="">
            <a:extLst xmlns:a="http://schemas.openxmlformats.org/drawingml/2006/main">
              <a:ext uri="{FF2B5EF4-FFF2-40B4-BE49-F238E27FC236}">
                <a16:creationId xmlns:a16="http://schemas.microsoft.com/office/drawing/2014/main" id="{61073BDC-7011-4BFE-91DD-476953B052F8}"/>
              </a:ext>
            </a:extLst>
          </p:cNvPr>
          <p:cNvSpPr>
            <a:spLocks xmlns:a="http://schemas.openxmlformats.org/drawingml/2006/main" noGrp="1"/>
          </p:cNvSpPr>
          <p:nvPr/>
        </p:nvSpPr>
        <p:spPr>
          <a:xfrm xmlns:a="http://schemas.openxmlformats.org/drawingml/2006/main">
            <a:off x="24765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FAC462ED-544F-4B6E-B5B0-E92C3C2BA496}"/>
              </a:ext>
            </a:extLst>
          </p:cNvPr>
          <p:cNvSpPr>
            <a:spLocks xmlns:a="http://schemas.openxmlformats.org/drawingml/2006/main" noGrp="1"/>
          </p:cNvSpPr>
          <p:nvPr/>
        </p:nvSpPr>
        <p:spPr>
          <a:xfrm xmlns:a="http://schemas.openxmlformats.org/drawingml/2006/main">
            <a:off x="28003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3B63278-5782-47BD-85C4-31587E0F8C0F}"/>
              </a:ext>
            </a:extLst>
          </p:cNvPr>
          <p:cNvSpPr>
            <a:spLocks xmlns:a="http://schemas.openxmlformats.org/drawingml/2006/main" noGrp="1"/>
          </p:cNvSpPr>
          <p:nvPr/>
        </p:nvSpPr>
        <p:spPr>
          <a:xfrm xmlns:a="http://schemas.openxmlformats.org/drawingml/2006/main">
            <a:off x="29908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356456"/>
                </a:solidFill>
                <a:latin typeface="Noto Sans"/>
                <a:ea typeface="Noto Sans"/>
                <a:cs typeface="Noto Sans"/>
              </a:defRPr>
            </a:defPPr>
            <a:lvl1pPr algn="l">
              <a:defRPr sz="1125" b="1">
                <a:solidFill>
                  <a:srgbClr val="356456"/>
                </a:solidFill>
                <a:latin typeface="Noto Sans"/>
                <a:ea typeface="Noto Sans"/>
                <a:cs typeface="Noto Sans"/>
              </a:defRPr>
            </a:lvl1pPr>
            <a:lvl2pPr algn="l">
              <a:defRPr sz="1125" b="1">
                <a:solidFill>
                  <a:srgbClr val="356456"/>
                </a:solidFill>
                <a:latin typeface="Noto Sans"/>
                <a:ea typeface="Noto Sans"/>
                <a:cs typeface="Noto Sans"/>
              </a:defRPr>
            </a:lvl2pPr>
            <a:lvl3pPr algn="l">
              <a:defRPr sz="1125" b="1">
                <a:solidFill>
                  <a:srgbClr val="356456"/>
                </a:solidFill>
                <a:latin typeface="Noto Sans"/>
                <a:ea typeface="Noto Sans"/>
                <a:cs typeface="Noto Sans"/>
              </a:defRPr>
            </a:lvl3pPr>
            <a:lvl4pPr algn="l">
              <a:defRPr sz="1125" b="1">
                <a:solidFill>
                  <a:srgbClr val="356456"/>
                </a:solidFill>
                <a:latin typeface="Noto Sans"/>
                <a:ea typeface="Noto Sans"/>
                <a:cs typeface="Noto Sans"/>
              </a:defRPr>
            </a:lvl4pPr>
            <a:lvl5pPr algn="l">
              <a:defRPr sz="1125" b="1">
                <a:solidFill>
                  <a:srgbClr val="356456"/>
                </a:solidFill>
                <a:latin typeface="Noto Sans"/>
                <a:ea typeface="Noto Sans"/>
                <a:cs typeface="Noto Sans"/>
              </a:defRPr>
            </a:lvl5pPr>
            <a:lvl6pPr algn="l">
              <a:defRPr sz="1125" b="1">
                <a:solidFill>
                  <a:srgbClr val="356456"/>
                </a:solidFill>
                <a:latin typeface="Noto Sans"/>
                <a:ea typeface="Noto Sans"/>
                <a:cs typeface="Noto Sans"/>
              </a:defRPr>
            </a:lvl6pPr>
            <a:lvl7pPr algn="l">
              <a:defRPr sz="1125" b="1">
                <a:solidFill>
                  <a:srgbClr val="356456"/>
                </a:solidFill>
                <a:latin typeface="Noto Sans"/>
                <a:ea typeface="Noto Sans"/>
                <a:cs typeface="Noto Sans"/>
              </a:defRPr>
            </a:lvl7pPr>
            <a:lvl8pPr algn="l">
              <a:defRPr sz="1125" b="1">
                <a:solidFill>
                  <a:srgbClr val="356456"/>
                </a:solidFill>
                <a:latin typeface="Noto Sans"/>
                <a:ea typeface="Noto Sans"/>
                <a:cs typeface="Noto Sans"/>
              </a:defRPr>
            </a:lvl8pPr>
            <a:lvl9pPr algn="l">
              <a:defRPr sz="1125" b="1">
                <a:solidFill>
                  <a:srgbClr val="356456"/>
                </a:solidFill>
                <a:latin typeface="Noto Sans"/>
                <a:ea typeface="Noto Sans"/>
                <a:cs typeface="Noto Sans"/>
              </a:defRPr>
            </a:lvl9pPr>
          </a:lstStyle>
          <a:p xmlns:a="http://schemas.openxmlformats.org/drawingml/2006/main">
            <a:pPr algn="l">
              <a:defRPr sz="1125" b="1">
                <a:solidFill>
                  <a:srgbClr val="356456"/>
                </a:solidFill>
                <a:latin typeface="Noto Sans"/>
                <a:ea typeface="Noto Sans"/>
                <a:cs typeface="Noto Sans"/>
              </a:defRPr>
            </a:pPr>
            <a:r>
              <a:rPr sz="1125" b="1">
                <a:solidFill>
                  <a:srgbClr val="356456"/>
                </a:solidFill>
                <a:latin typeface="Noto Sans"/>
                <a:ea typeface="Noto Sans"/>
                <a:cs typeface="Noto Sans"/>
              </a:rPr>
              <a:t>02</a:t>
            </a:r>
          </a:p>
        </p:txBody>
      </p:sp>
      <p:sp>
        <p:nvSpPr>
          <p:cNvPr id="15" name="">
            <a:extLst xmlns:a="http://schemas.openxmlformats.org/drawingml/2006/main">
              <a:ext uri="{FF2B5EF4-FFF2-40B4-BE49-F238E27FC236}">
                <a16:creationId xmlns:a16="http://schemas.microsoft.com/office/drawing/2014/main" id="{8FB08DBB-D46F-4526-89AD-9CB6748D199A}"/>
              </a:ext>
            </a:extLst>
          </p:cNvPr>
          <p:cNvSpPr>
            <a:spLocks xmlns:a="http://schemas.openxmlformats.org/drawingml/2006/main" noGrp="1"/>
          </p:cNvSpPr>
          <p:nvPr/>
        </p:nvSpPr>
        <p:spPr>
          <a:xfrm xmlns:a="http://schemas.openxmlformats.org/drawingml/2006/main">
            <a:off x="29908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Dependencies</a:t>
            </a:r>
          </a:p>
        </p:txBody>
      </p:sp>
      <p:sp>
        <p:nvSpPr>
          <p:cNvPr id="16" name="">
            <a:extLst xmlns:a="http://schemas.openxmlformats.org/drawingml/2006/main">
              <a:ext uri="{FF2B5EF4-FFF2-40B4-BE49-F238E27FC236}">
                <a16:creationId xmlns:a16="http://schemas.microsoft.com/office/drawing/2014/main" id="{2214A7BD-32B3-48F3-9552-06C94997BAD9}"/>
              </a:ext>
            </a:extLst>
          </p:cNvPr>
          <p:cNvSpPr>
            <a:spLocks xmlns:a="http://schemas.openxmlformats.org/drawingml/2006/main" noGrp="1"/>
          </p:cNvSpPr>
          <p:nvPr/>
        </p:nvSpPr>
        <p:spPr>
          <a:xfrm xmlns:a="http://schemas.openxmlformats.org/drawingml/2006/main">
            <a:off x="29908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Identity and request context</a:t>
            </a:r>
          </a:p>
        </p:txBody>
      </p:sp>
      <p:sp>
        <p:nvSpPr>
          <p:cNvPr id="17" name="">
            <a:extLst xmlns:a="http://schemas.openxmlformats.org/drawingml/2006/main">
              <a:ext uri="{FF2B5EF4-FFF2-40B4-BE49-F238E27FC236}">
                <a16:creationId xmlns:a16="http://schemas.microsoft.com/office/drawing/2014/main" id="{AF8CEC7C-C2F8-4F7F-ADC7-21B991B21944}"/>
              </a:ext>
            </a:extLst>
          </p:cNvPr>
          <p:cNvSpPr>
            <a:spLocks xmlns:a="http://schemas.openxmlformats.org/drawingml/2006/main" noGrp="1"/>
          </p:cNvSpPr>
          <p:nvPr/>
        </p:nvSpPr>
        <p:spPr>
          <a:xfrm xmlns:a="http://schemas.openxmlformats.org/drawingml/2006/main">
            <a:off x="29908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9E979BEE-3CE7-46F7-BF05-4F55136F1FF7}"/>
              </a:ext>
            </a:extLst>
          </p:cNvPr>
          <p:cNvSpPr>
            <a:spLocks xmlns:a="http://schemas.openxmlformats.org/drawingml/2006/main" noGrp="1"/>
          </p:cNvSpPr>
          <p:nvPr/>
        </p:nvSpPr>
        <p:spPr>
          <a:xfrm xmlns:a="http://schemas.openxmlformats.org/drawingml/2006/main">
            <a:off x="29908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81"/>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Load the user, session, company, and shared guards</a:t>
            </a:r>
          </a:p>
        </p:txBody>
      </p:sp>
      <p:sp>
        <p:nvSpPr>
          <p:cNvPr id="19" name="">
            <a:extLst xmlns:a="http://schemas.openxmlformats.org/drawingml/2006/main">
              <a:ext uri="{FF2B5EF4-FFF2-40B4-BE49-F238E27FC236}">
                <a16:creationId xmlns:a16="http://schemas.microsoft.com/office/drawing/2014/main" id="{C3BA365B-C758-460D-A934-13E7E952283D}"/>
              </a:ext>
            </a:extLst>
          </p:cNvPr>
          <p:cNvSpPr>
            <a:spLocks xmlns:a="http://schemas.openxmlformats.org/drawingml/2006/main" noGrp="1"/>
          </p:cNvSpPr>
          <p:nvPr/>
        </p:nvSpPr>
        <p:spPr>
          <a:xfrm xmlns:a="http://schemas.openxmlformats.org/drawingml/2006/main">
            <a:off x="46672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7A5FC15D-9E9C-4743-BF4C-03B9F1689E63}"/>
              </a:ext>
            </a:extLst>
          </p:cNvPr>
          <p:cNvSpPr>
            <a:spLocks xmlns:a="http://schemas.openxmlformats.org/drawingml/2006/main" noGrp="1"/>
          </p:cNvSpPr>
          <p:nvPr/>
        </p:nvSpPr>
        <p:spPr>
          <a:xfrm xmlns:a="http://schemas.openxmlformats.org/drawingml/2006/main">
            <a:off x="49911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6A3AE6C9-2828-4FAB-9117-96C73B952087}"/>
              </a:ext>
            </a:extLst>
          </p:cNvPr>
          <p:cNvSpPr>
            <a:spLocks xmlns:a="http://schemas.openxmlformats.org/drawingml/2006/main" noGrp="1"/>
          </p:cNvSpPr>
          <p:nvPr/>
        </p:nvSpPr>
        <p:spPr>
          <a:xfrm xmlns:a="http://schemas.openxmlformats.org/drawingml/2006/main">
            <a:off x="51816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22" name="">
            <a:extLst xmlns:a="http://schemas.openxmlformats.org/drawingml/2006/main">
              <a:ext uri="{FF2B5EF4-FFF2-40B4-BE49-F238E27FC236}">
                <a16:creationId xmlns:a16="http://schemas.microsoft.com/office/drawing/2014/main" id="{0F7BFD38-BA57-4928-9974-B7E8C5F9D857}"/>
              </a:ext>
            </a:extLst>
          </p:cNvPr>
          <p:cNvSpPr>
            <a:spLocks xmlns:a="http://schemas.openxmlformats.org/drawingml/2006/main" noGrp="1"/>
          </p:cNvSpPr>
          <p:nvPr/>
        </p:nvSpPr>
        <p:spPr>
          <a:xfrm xmlns:a="http://schemas.openxmlformats.org/drawingml/2006/main">
            <a:off x="51816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Services</a:t>
            </a:r>
          </a:p>
        </p:txBody>
      </p:sp>
      <p:sp>
        <p:nvSpPr>
          <p:cNvPr id="23" name="">
            <a:extLst xmlns:a="http://schemas.openxmlformats.org/drawingml/2006/main">
              <a:ext uri="{FF2B5EF4-FFF2-40B4-BE49-F238E27FC236}">
                <a16:creationId xmlns:a16="http://schemas.microsoft.com/office/drawing/2014/main" id="{595EBFE0-AB11-4B0C-9B60-682C6A6F6C69}"/>
              </a:ext>
            </a:extLst>
          </p:cNvPr>
          <p:cNvSpPr>
            <a:spLocks xmlns:a="http://schemas.openxmlformats.org/drawingml/2006/main" noGrp="1"/>
          </p:cNvSpPr>
          <p:nvPr/>
        </p:nvSpPr>
        <p:spPr>
          <a:xfrm xmlns:a="http://schemas.openxmlformats.org/drawingml/2006/main">
            <a:off x="51816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43"/>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Business decisions</a:t>
            </a:r>
          </a:p>
        </p:txBody>
      </p:sp>
      <p:sp>
        <p:nvSpPr>
          <p:cNvPr id="24" name="">
            <a:extLst xmlns:a="http://schemas.openxmlformats.org/drawingml/2006/main">
              <a:ext uri="{FF2B5EF4-FFF2-40B4-BE49-F238E27FC236}">
                <a16:creationId xmlns:a16="http://schemas.microsoft.com/office/drawing/2014/main" id="{88DA315D-C537-4CF2-9924-AC57C15B91BC}"/>
              </a:ext>
            </a:extLst>
          </p:cNvPr>
          <p:cNvSpPr>
            <a:spLocks xmlns:a="http://schemas.openxmlformats.org/drawingml/2006/main" noGrp="1"/>
          </p:cNvSpPr>
          <p:nvPr/>
        </p:nvSpPr>
        <p:spPr>
          <a:xfrm xmlns:a="http://schemas.openxmlformats.org/drawingml/2006/main">
            <a:off x="51816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5" name="">
            <a:extLst xmlns:a="http://schemas.openxmlformats.org/drawingml/2006/main">
              <a:ext uri="{FF2B5EF4-FFF2-40B4-BE49-F238E27FC236}">
                <a16:creationId xmlns:a16="http://schemas.microsoft.com/office/drawing/2014/main" id="{BE373387-CA56-4B57-AE83-14B4503B3C99}"/>
              </a:ext>
            </a:extLst>
          </p:cNvPr>
          <p:cNvSpPr>
            <a:spLocks xmlns:a="http://schemas.openxmlformats.org/drawingml/2006/main" noGrp="1"/>
          </p:cNvSpPr>
          <p:nvPr/>
        </p:nvSpPr>
        <p:spPr>
          <a:xfrm xmlns:a="http://schemas.openxmlformats.org/drawingml/2006/main">
            <a:off x="51816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27"/>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Apply permissions, workflows, and domain rules</a:t>
            </a:r>
          </a:p>
        </p:txBody>
      </p:sp>
      <p:sp>
        <p:nvSpPr>
          <p:cNvPr id="26" name="">
            <a:extLst xmlns:a="http://schemas.openxmlformats.org/drawingml/2006/main">
              <a:ext uri="{FF2B5EF4-FFF2-40B4-BE49-F238E27FC236}">
                <a16:creationId xmlns:a16="http://schemas.microsoft.com/office/drawing/2014/main" id="{AE5B692A-1E42-473B-A0A0-67C31B588D69}"/>
              </a:ext>
            </a:extLst>
          </p:cNvPr>
          <p:cNvSpPr>
            <a:spLocks xmlns:a="http://schemas.openxmlformats.org/drawingml/2006/main" noGrp="1"/>
          </p:cNvSpPr>
          <p:nvPr/>
        </p:nvSpPr>
        <p:spPr>
          <a:xfrm xmlns:a="http://schemas.openxmlformats.org/drawingml/2006/main">
            <a:off x="68580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7" name="">
            <a:extLst xmlns:a="http://schemas.openxmlformats.org/drawingml/2006/main">
              <a:ext uri="{FF2B5EF4-FFF2-40B4-BE49-F238E27FC236}">
                <a16:creationId xmlns:a16="http://schemas.microsoft.com/office/drawing/2014/main" id="{0C235D07-9189-4414-8FAB-594C64FDBAB2}"/>
              </a:ext>
            </a:extLst>
          </p:cNvPr>
          <p:cNvSpPr>
            <a:spLocks xmlns:a="http://schemas.openxmlformats.org/drawingml/2006/main" noGrp="1"/>
          </p:cNvSpPr>
          <p:nvPr/>
        </p:nvSpPr>
        <p:spPr>
          <a:xfrm xmlns:a="http://schemas.openxmlformats.org/drawingml/2006/main">
            <a:off x="71818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7E5237BB-37DD-4345-8E15-9F7CB1B4BB75}"/>
              </a:ext>
            </a:extLst>
          </p:cNvPr>
          <p:cNvSpPr>
            <a:spLocks xmlns:a="http://schemas.openxmlformats.org/drawingml/2006/main" noGrp="1"/>
          </p:cNvSpPr>
          <p:nvPr/>
        </p:nvSpPr>
        <p:spPr>
          <a:xfrm xmlns:a="http://schemas.openxmlformats.org/drawingml/2006/main">
            <a:off x="73723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28734D"/>
                </a:solidFill>
                <a:latin typeface="Noto Sans"/>
                <a:ea typeface="Noto Sans"/>
                <a:cs typeface="Noto Sans"/>
              </a:defRPr>
            </a:defPPr>
            <a:lvl1pPr algn="l">
              <a:defRPr sz="1125" b="1">
                <a:solidFill>
                  <a:srgbClr val="28734D"/>
                </a:solidFill>
                <a:latin typeface="Noto Sans"/>
                <a:ea typeface="Noto Sans"/>
                <a:cs typeface="Noto Sans"/>
              </a:defRPr>
            </a:lvl1pPr>
            <a:lvl2pPr algn="l">
              <a:defRPr sz="1125" b="1">
                <a:solidFill>
                  <a:srgbClr val="28734D"/>
                </a:solidFill>
                <a:latin typeface="Noto Sans"/>
                <a:ea typeface="Noto Sans"/>
                <a:cs typeface="Noto Sans"/>
              </a:defRPr>
            </a:lvl2pPr>
            <a:lvl3pPr algn="l">
              <a:defRPr sz="1125" b="1">
                <a:solidFill>
                  <a:srgbClr val="28734D"/>
                </a:solidFill>
                <a:latin typeface="Noto Sans"/>
                <a:ea typeface="Noto Sans"/>
                <a:cs typeface="Noto Sans"/>
              </a:defRPr>
            </a:lvl3pPr>
            <a:lvl4pPr algn="l">
              <a:defRPr sz="1125" b="1">
                <a:solidFill>
                  <a:srgbClr val="28734D"/>
                </a:solidFill>
                <a:latin typeface="Noto Sans"/>
                <a:ea typeface="Noto Sans"/>
                <a:cs typeface="Noto Sans"/>
              </a:defRPr>
            </a:lvl4pPr>
            <a:lvl5pPr algn="l">
              <a:defRPr sz="1125" b="1">
                <a:solidFill>
                  <a:srgbClr val="28734D"/>
                </a:solidFill>
                <a:latin typeface="Noto Sans"/>
                <a:ea typeface="Noto Sans"/>
                <a:cs typeface="Noto Sans"/>
              </a:defRPr>
            </a:lvl5pPr>
            <a:lvl6pPr algn="l">
              <a:defRPr sz="1125" b="1">
                <a:solidFill>
                  <a:srgbClr val="28734D"/>
                </a:solidFill>
                <a:latin typeface="Noto Sans"/>
                <a:ea typeface="Noto Sans"/>
                <a:cs typeface="Noto Sans"/>
              </a:defRPr>
            </a:lvl6pPr>
            <a:lvl7pPr algn="l">
              <a:defRPr sz="1125" b="1">
                <a:solidFill>
                  <a:srgbClr val="28734D"/>
                </a:solidFill>
                <a:latin typeface="Noto Sans"/>
                <a:ea typeface="Noto Sans"/>
                <a:cs typeface="Noto Sans"/>
              </a:defRPr>
            </a:lvl7pPr>
            <a:lvl8pPr algn="l">
              <a:defRPr sz="1125" b="1">
                <a:solidFill>
                  <a:srgbClr val="28734D"/>
                </a:solidFill>
                <a:latin typeface="Noto Sans"/>
                <a:ea typeface="Noto Sans"/>
                <a:cs typeface="Noto Sans"/>
              </a:defRPr>
            </a:lvl8pPr>
            <a:lvl9pPr algn="l">
              <a:defRPr sz="1125" b="1">
                <a:solidFill>
                  <a:srgbClr val="28734D"/>
                </a:solidFill>
                <a:latin typeface="Noto Sans"/>
                <a:ea typeface="Noto Sans"/>
                <a:cs typeface="Noto Sans"/>
              </a:defRPr>
            </a:lvl9pPr>
          </a:lstStyle>
          <a:p xmlns:a="http://schemas.openxmlformats.org/drawingml/2006/main">
            <a:pPr algn="l">
              <a:defRPr sz="1125" b="1">
                <a:solidFill>
                  <a:srgbClr val="28734D"/>
                </a:solidFill>
                <a:latin typeface="Noto Sans"/>
                <a:ea typeface="Noto Sans"/>
                <a:cs typeface="Noto Sans"/>
              </a:defRPr>
            </a:pPr>
            <a:r>
              <a:rPr sz="1125" b="1">
                <a:solidFill>
                  <a:srgbClr val="28734D"/>
                </a:solidFill>
                <a:latin typeface="Noto Sans"/>
                <a:ea typeface="Noto Sans"/>
                <a:cs typeface="Noto Sans"/>
              </a:rPr>
              <a:t>04</a:t>
            </a:r>
          </a:p>
        </p:txBody>
      </p:sp>
      <p:sp>
        <p:nvSpPr>
          <p:cNvPr id="29" name="">
            <a:extLst xmlns:a="http://schemas.openxmlformats.org/drawingml/2006/main">
              <a:ext uri="{FF2B5EF4-FFF2-40B4-BE49-F238E27FC236}">
                <a16:creationId xmlns:a16="http://schemas.microsoft.com/office/drawing/2014/main" id="{D37FEEB0-6ED4-4464-95D7-DCEAC6682DBC}"/>
              </a:ext>
            </a:extLst>
          </p:cNvPr>
          <p:cNvSpPr>
            <a:spLocks xmlns:a="http://schemas.openxmlformats.org/drawingml/2006/main" noGrp="1"/>
          </p:cNvSpPr>
          <p:nvPr/>
        </p:nvSpPr>
        <p:spPr>
          <a:xfrm xmlns:a="http://schemas.openxmlformats.org/drawingml/2006/main">
            <a:off x="73723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Models</a:t>
            </a:r>
          </a:p>
        </p:txBody>
      </p:sp>
      <p:sp>
        <p:nvSpPr>
          <p:cNvPr id="30" name="">
            <a:extLst xmlns:a="http://schemas.openxmlformats.org/drawingml/2006/main">
              <a:ext uri="{FF2B5EF4-FFF2-40B4-BE49-F238E27FC236}">
                <a16:creationId xmlns:a16="http://schemas.microsoft.com/office/drawing/2014/main" id="{289F6A9B-C1B5-47AF-BAD4-630CA5B10D6E}"/>
              </a:ext>
            </a:extLst>
          </p:cNvPr>
          <p:cNvSpPr>
            <a:spLocks xmlns:a="http://schemas.openxmlformats.org/drawingml/2006/main" noGrp="1"/>
          </p:cNvSpPr>
          <p:nvPr/>
        </p:nvSpPr>
        <p:spPr>
          <a:xfrm xmlns:a="http://schemas.openxmlformats.org/drawingml/2006/main">
            <a:off x="73723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Durable state</a:t>
            </a:r>
          </a:p>
        </p:txBody>
      </p:sp>
      <p:sp>
        <p:nvSpPr>
          <p:cNvPr id="31" name="">
            <a:extLst xmlns:a="http://schemas.openxmlformats.org/drawingml/2006/main">
              <a:ext uri="{FF2B5EF4-FFF2-40B4-BE49-F238E27FC236}">
                <a16:creationId xmlns:a16="http://schemas.microsoft.com/office/drawing/2014/main" id="{42B042EB-83DC-4417-BE3E-AC167BE20BC8}"/>
              </a:ext>
            </a:extLst>
          </p:cNvPr>
          <p:cNvSpPr>
            <a:spLocks xmlns:a="http://schemas.openxmlformats.org/drawingml/2006/main" noGrp="1"/>
          </p:cNvSpPr>
          <p:nvPr/>
        </p:nvSpPr>
        <p:spPr>
          <a:xfrm xmlns:a="http://schemas.openxmlformats.org/drawingml/2006/main">
            <a:off x="73723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2" name="">
            <a:extLst xmlns:a="http://schemas.openxmlformats.org/drawingml/2006/main">
              <a:ext uri="{FF2B5EF4-FFF2-40B4-BE49-F238E27FC236}">
                <a16:creationId xmlns:a16="http://schemas.microsoft.com/office/drawing/2014/main" id="{1F6FB592-9762-4EA1-BD74-99F775CA4DF3}"/>
              </a:ext>
            </a:extLst>
          </p:cNvPr>
          <p:cNvSpPr>
            <a:spLocks xmlns:a="http://schemas.openxmlformats.org/drawingml/2006/main" noGrp="1"/>
          </p:cNvSpPr>
          <p:nvPr/>
        </p:nvSpPr>
        <p:spPr>
          <a:xfrm xmlns:a="http://schemas.openxmlformats.org/drawingml/2006/main">
            <a:off x="73723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4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Enforce relationships, constraints, and transactions</a:t>
            </a:r>
          </a:p>
        </p:txBody>
      </p:sp>
      <p:sp>
        <p:nvSpPr>
          <p:cNvPr id="33" name="">
            <a:extLst xmlns:a="http://schemas.openxmlformats.org/drawingml/2006/main">
              <a:ext uri="{FF2B5EF4-FFF2-40B4-BE49-F238E27FC236}">
                <a16:creationId xmlns:a16="http://schemas.microsoft.com/office/drawing/2014/main" id="{19DEFF7A-0CAC-464C-A1B9-0DF132140E60}"/>
              </a:ext>
            </a:extLst>
          </p:cNvPr>
          <p:cNvSpPr>
            <a:spLocks xmlns:a="http://schemas.openxmlformats.org/drawingml/2006/main" noGrp="1"/>
          </p:cNvSpPr>
          <p:nvPr/>
        </p:nvSpPr>
        <p:spPr>
          <a:xfrm xmlns:a="http://schemas.openxmlformats.org/drawingml/2006/main">
            <a:off x="90487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4" name="">
            <a:extLst xmlns:a="http://schemas.openxmlformats.org/drawingml/2006/main">
              <a:ext uri="{FF2B5EF4-FFF2-40B4-BE49-F238E27FC236}">
                <a16:creationId xmlns:a16="http://schemas.microsoft.com/office/drawing/2014/main" id="{93C836F1-3AEE-44A6-9740-73A9A1D19E68}"/>
              </a:ext>
            </a:extLst>
          </p:cNvPr>
          <p:cNvSpPr>
            <a:spLocks xmlns:a="http://schemas.openxmlformats.org/drawingml/2006/main" noGrp="1"/>
          </p:cNvSpPr>
          <p:nvPr/>
        </p:nvSpPr>
        <p:spPr>
          <a:xfrm xmlns:a="http://schemas.openxmlformats.org/drawingml/2006/main">
            <a:off x="9372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86C10E3D-2417-4EA9-B086-8384B851F4CB}"/>
              </a:ext>
            </a:extLst>
          </p:cNvPr>
          <p:cNvSpPr>
            <a:spLocks xmlns:a="http://schemas.openxmlformats.org/drawingml/2006/main" noGrp="1"/>
          </p:cNvSpPr>
          <p:nvPr/>
        </p:nvSpPr>
        <p:spPr>
          <a:xfrm xmlns:a="http://schemas.openxmlformats.org/drawingml/2006/main">
            <a:off x="9563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05</a:t>
            </a:r>
          </a:p>
        </p:txBody>
      </p:sp>
      <p:sp>
        <p:nvSpPr>
          <p:cNvPr id="36" name="">
            <a:extLst xmlns:a="http://schemas.openxmlformats.org/drawingml/2006/main">
              <a:ext uri="{FF2B5EF4-FFF2-40B4-BE49-F238E27FC236}">
                <a16:creationId xmlns:a16="http://schemas.microsoft.com/office/drawing/2014/main" id="{7A80D102-DA05-4EA7-BEBD-83BE5538C0B4}"/>
              </a:ext>
            </a:extLst>
          </p:cNvPr>
          <p:cNvSpPr>
            <a:spLocks xmlns:a="http://schemas.openxmlformats.org/drawingml/2006/main" noGrp="1"/>
          </p:cNvSpPr>
          <p:nvPr/>
        </p:nvSpPr>
        <p:spPr>
          <a:xfrm xmlns:a="http://schemas.openxmlformats.org/drawingml/2006/main">
            <a:off x="9563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Workers</a:t>
            </a:r>
          </a:p>
        </p:txBody>
      </p:sp>
      <p:sp>
        <p:nvSpPr>
          <p:cNvPr id="37" name="">
            <a:extLst xmlns:a="http://schemas.openxmlformats.org/drawingml/2006/main">
              <a:ext uri="{FF2B5EF4-FFF2-40B4-BE49-F238E27FC236}">
                <a16:creationId xmlns:a16="http://schemas.microsoft.com/office/drawing/2014/main" id="{279A3DD5-D613-44B8-876B-CEBCA35F06A2}"/>
              </a:ext>
            </a:extLst>
          </p:cNvPr>
          <p:cNvSpPr>
            <a:spLocks xmlns:a="http://schemas.openxmlformats.org/drawingml/2006/main" noGrp="1"/>
          </p:cNvSpPr>
          <p:nvPr/>
        </p:nvSpPr>
        <p:spPr>
          <a:xfrm xmlns:a="http://schemas.openxmlformats.org/drawingml/2006/main">
            <a:off x="9563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17"/>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Slow external work</a:t>
            </a:r>
          </a:p>
        </p:txBody>
      </p:sp>
      <p:sp>
        <p:nvSpPr>
          <p:cNvPr id="38" name="">
            <a:extLst xmlns:a="http://schemas.openxmlformats.org/drawingml/2006/main">
              <a:ext uri="{FF2B5EF4-FFF2-40B4-BE49-F238E27FC236}">
                <a16:creationId xmlns:a16="http://schemas.microsoft.com/office/drawing/2014/main" id="{22AFCC6C-50D8-426F-BD67-973CE3B68CBC}"/>
              </a:ext>
            </a:extLst>
          </p:cNvPr>
          <p:cNvSpPr>
            <a:spLocks xmlns:a="http://schemas.openxmlformats.org/drawingml/2006/main" noGrp="1"/>
          </p:cNvSpPr>
          <p:nvPr/>
        </p:nvSpPr>
        <p:spPr>
          <a:xfrm xmlns:a="http://schemas.openxmlformats.org/drawingml/2006/main">
            <a:off x="9563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9" name="">
            <a:extLst xmlns:a="http://schemas.openxmlformats.org/drawingml/2006/main">
              <a:ext uri="{FF2B5EF4-FFF2-40B4-BE49-F238E27FC236}">
                <a16:creationId xmlns:a16="http://schemas.microsoft.com/office/drawing/2014/main" id="{8C462CCC-2582-4FEB-9D1C-7B624F07FE04}"/>
              </a:ext>
            </a:extLst>
          </p:cNvPr>
          <p:cNvSpPr>
            <a:spLocks xmlns:a="http://schemas.openxmlformats.org/drawingml/2006/main" noGrp="1"/>
          </p:cNvSpPr>
          <p:nvPr/>
        </p:nvSpPr>
        <p:spPr>
          <a:xfrm xmlns:a="http://schemas.openxmlformats.org/drawingml/2006/main">
            <a:off x="9563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Process AI, email, files, and scheduled tasks</a:t>
            </a:r>
          </a:p>
        </p:txBody>
      </p:sp>
      <p:sp>
        <p:nvSpPr>
          <p:cNvPr id="40" name="">
            <a:extLst xmlns:a="http://schemas.openxmlformats.org/drawingml/2006/main">
              <a:ext uri="{FF2B5EF4-FFF2-40B4-BE49-F238E27FC236}">
                <a16:creationId xmlns:a16="http://schemas.microsoft.com/office/drawing/2014/main" id="{C0B2BB42-4F38-4CE8-BEA0-BA8B4474C95C}"/>
              </a:ext>
            </a:extLst>
          </p:cNvPr>
          <p:cNvSpPr>
            <a:spLocks xmlns:a="http://schemas.openxmlformats.org/drawingml/2006/main" noGrp="1"/>
          </p:cNvSpPr>
          <p:nvPr/>
        </p:nvSpPr>
        <p:spPr>
          <a:xfrm xmlns:a="http://schemas.openxmlformats.org/drawingml/2006/main">
            <a:off x="609600" y="4362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lgn="l">
              <a:defRPr sz="1650" b="1">
                <a:solidFill>
                  <a:srgbClr val="A25C38"/>
                </a:solidFill>
                <a:latin typeface="Noto Sans"/>
                <a:ea typeface="Noto Sans"/>
                <a:cs typeface="Noto Sans"/>
              </a:defRPr>
            </a:defPPr>
            <a:lvl1pPr algn="l">
              <a:defRPr sz="1650" b="1">
                <a:solidFill>
                  <a:srgbClr val="A25C38"/>
                </a:solidFill>
                <a:latin typeface="Noto Sans"/>
                <a:ea typeface="Noto Sans"/>
                <a:cs typeface="Noto Sans"/>
              </a:defRPr>
            </a:lvl1pPr>
            <a:lvl2pPr algn="l">
              <a:defRPr sz="1650" b="1">
                <a:solidFill>
                  <a:srgbClr val="A25C38"/>
                </a:solidFill>
                <a:latin typeface="Noto Sans"/>
                <a:ea typeface="Noto Sans"/>
                <a:cs typeface="Noto Sans"/>
              </a:defRPr>
            </a:lvl2pPr>
            <a:lvl3pPr algn="l">
              <a:defRPr sz="1650" b="1">
                <a:solidFill>
                  <a:srgbClr val="A25C38"/>
                </a:solidFill>
                <a:latin typeface="Noto Sans"/>
                <a:ea typeface="Noto Sans"/>
                <a:cs typeface="Noto Sans"/>
              </a:defRPr>
            </a:lvl3pPr>
            <a:lvl4pPr algn="l">
              <a:defRPr sz="1650" b="1">
                <a:solidFill>
                  <a:srgbClr val="A25C38"/>
                </a:solidFill>
                <a:latin typeface="Noto Sans"/>
                <a:ea typeface="Noto Sans"/>
                <a:cs typeface="Noto Sans"/>
              </a:defRPr>
            </a:lvl4pPr>
            <a:lvl5pPr algn="l">
              <a:defRPr sz="1650" b="1">
                <a:solidFill>
                  <a:srgbClr val="A25C38"/>
                </a:solidFill>
                <a:latin typeface="Noto Sans"/>
                <a:ea typeface="Noto Sans"/>
                <a:cs typeface="Noto Sans"/>
              </a:defRPr>
            </a:lvl5pPr>
            <a:lvl6pPr algn="l">
              <a:defRPr sz="1650" b="1">
                <a:solidFill>
                  <a:srgbClr val="A25C38"/>
                </a:solidFill>
                <a:latin typeface="Noto Sans"/>
                <a:ea typeface="Noto Sans"/>
                <a:cs typeface="Noto Sans"/>
              </a:defRPr>
            </a:lvl6pPr>
            <a:lvl7pPr algn="l">
              <a:defRPr sz="1650" b="1">
                <a:solidFill>
                  <a:srgbClr val="A25C38"/>
                </a:solidFill>
                <a:latin typeface="Noto Sans"/>
                <a:ea typeface="Noto Sans"/>
                <a:cs typeface="Noto Sans"/>
              </a:defRPr>
            </a:lvl7pPr>
            <a:lvl8pPr algn="l">
              <a:defRPr sz="1650" b="1">
                <a:solidFill>
                  <a:srgbClr val="A25C38"/>
                </a:solidFill>
                <a:latin typeface="Noto Sans"/>
                <a:ea typeface="Noto Sans"/>
                <a:cs typeface="Noto Sans"/>
              </a:defRPr>
            </a:lvl8pPr>
            <a:lvl9pPr algn="l">
              <a:defRPr sz="1650" b="1">
                <a:solidFill>
                  <a:srgbClr val="A25C38"/>
                </a:solidFill>
                <a:latin typeface="Noto Sans"/>
                <a:ea typeface="Noto Sans"/>
                <a:cs typeface="Noto Sans"/>
              </a:defRPr>
            </a:lvl9pPr>
          </a:lstStyle>
          <a:p xmlns:a="http://schemas.openxmlformats.org/drawingml/2006/main">
            <a:pPr algn="l">
              <a:defRPr sz="1650" b="1">
                <a:solidFill>
                  <a:srgbClr val="A25C38"/>
                </a:solidFill>
                <a:latin typeface="Noto Sans"/>
                <a:ea typeface="Noto Sans"/>
                <a:cs typeface="Noto Sans"/>
              </a:defRPr>
            </a:pPr>
            <a:r>
              <a:rPr sz="1650" b="1">
                <a:solidFill>
                  <a:srgbClr val="A25C38"/>
                </a:solidFill>
                <a:latin typeface="Noto Sans"/>
                <a:ea typeface="Noto Sans"/>
                <a:cs typeface="Noto Sans"/>
              </a:rPr>
              <a:t>Concrete example</a:t>
            </a:r>
          </a:p>
        </p:txBody>
      </p:sp>
      <p:sp>
        <p:nvSpPr>
          <p:cNvPr id="41" name="">
            <a:extLst xmlns:a="http://schemas.openxmlformats.org/drawingml/2006/main">
              <a:ext uri="{FF2B5EF4-FFF2-40B4-BE49-F238E27FC236}">
                <a16:creationId xmlns:a16="http://schemas.microsoft.com/office/drawing/2014/main" id="{955C900A-40A5-48E7-95C4-4CB2DF0957AD}"/>
              </a:ext>
            </a:extLst>
          </p:cNvPr>
          <p:cNvSpPr>
            <a:spLocks xmlns:a="http://schemas.openxmlformats.org/drawingml/2006/main" noGrp="1"/>
          </p:cNvSpPr>
          <p:nvPr/>
        </p:nvSpPr>
        <p:spPr>
          <a:xfrm xmlns:a="http://schemas.openxmlformats.org/drawingml/2006/main">
            <a:off x="2609850" y="43434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Move an application to the interview stage</a:t>
            </a:r>
          </a:p>
        </p:txBody>
      </p:sp>
      <p:sp>
        <p:nvSpPr>
          <p:cNvPr id="42" name="">
            <a:extLst xmlns:a="http://schemas.openxmlformats.org/drawingml/2006/main">
              <a:ext uri="{FF2B5EF4-FFF2-40B4-BE49-F238E27FC236}">
                <a16:creationId xmlns:a16="http://schemas.microsoft.com/office/drawing/2014/main" id="{6A084B9B-0E28-4898-958F-4822D40403AA}"/>
              </a:ext>
            </a:extLst>
          </p:cNvPr>
          <p:cNvSpPr>
            <a:spLocks xmlns:a="http://schemas.openxmlformats.org/drawingml/2006/main" noGrp="1"/>
          </p:cNvSpPr>
          <p:nvPr/>
        </p:nvSpPr>
        <p:spPr>
          <a:xfrm xmlns:a="http://schemas.openxmlformats.org/drawingml/2006/main">
            <a:off x="6096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43" name="">
            <a:extLst xmlns:a="http://schemas.openxmlformats.org/drawingml/2006/main">
              <a:ext uri="{FF2B5EF4-FFF2-40B4-BE49-F238E27FC236}">
                <a16:creationId xmlns:a16="http://schemas.microsoft.com/office/drawing/2014/main" id="{660E567A-7D35-4FE9-B665-6ABA09200EB2}"/>
              </a:ext>
            </a:extLst>
          </p:cNvPr>
          <p:cNvSpPr>
            <a:spLocks xmlns:a="http://schemas.openxmlformats.org/drawingml/2006/main" noGrp="1"/>
          </p:cNvSpPr>
          <p:nvPr/>
        </p:nvSpPr>
        <p:spPr>
          <a:xfrm xmlns:a="http://schemas.openxmlformats.org/drawingml/2006/main">
            <a:off x="10096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a:t>
            </a:r>
          </a:p>
        </p:txBody>
      </p:sp>
      <p:sp>
        <p:nvSpPr>
          <p:cNvPr id="44" name="">
            <a:extLst xmlns:a="http://schemas.openxmlformats.org/drawingml/2006/main">
              <a:ext uri="{FF2B5EF4-FFF2-40B4-BE49-F238E27FC236}">
                <a16:creationId xmlns:a16="http://schemas.microsoft.com/office/drawing/2014/main" id="{30B240FB-E97F-42FE-B047-29AB2733A476}"/>
              </a:ext>
            </a:extLst>
          </p:cNvPr>
          <p:cNvSpPr>
            <a:spLocks xmlns:a="http://schemas.openxmlformats.org/drawingml/2006/main" noGrp="1"/>
          </p:cNvSpPr>
          <p:nvPr/>
        </p:nvSpPr>
        <p:spPr>
          <a:xfrm xmlns:a="http://schemas.openxmlformats.org/drawingml/2006/main">
            <a:off x="10096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validates the stage request</a:t>
            </a:r>
          </a:p>
        </p:txBody>
      </p:sp>
      <p:sp>
        <p:nvSpPr>
          <p:cNvPr id="45" name="">
            <a:extLst xmlns:a="http://schemas.openxmlformats.org/drawingml/2006/main">
              <a:ext uri="{FF2B5EF4-FFF2-40B4-BE49-F238E27FC236}">
                <a16:creationId xmlns:a16="http://schemas.microsoft.com/office/drawing/2014/main" id="{5640181A-C241-481C-88E7-62420778A940}"/>
              </a:ext>
            </a:extLst>
          </p:cNvPr>
          <p:cNvSpPr>
            <a:spLocks xmlns:a="http://schemas.openxmlformats.org/drawingml/2006/main" noGrp="1"/>
          </p:cNvSpPr>
          <p:nvPr/>
        </p:nvSpPr>
        <p:spPr>
          <a:xfrm xmlns:a="http://schemas.openxmlformats.org/drawingml/2006/main">
            <a:off x="30099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B4F7B4D2-EF05-4F1B-8278-A0EC09398F40}"/>
              </a:ext>
            </a:extLst>
          </p:cNvPr>
          <p:cNvSpPr>
            <a:spLocks xmlns:a="http://schemas.openxmlformats.org/drawingml/2006/main" noGrp="1"/>
          </p:cNvSpPr>
          <p:nvPr/>
        </p:nvSpPr>
        <p:spPr>
          <a:xfrm xmlns:a="http://schemas.openxmlformats.org/drawingml/2006/main">
            <a:off x="33528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02</a:t>
            </a:r>
          </a:p>
        </p:txBody>
      </p:sp>
      <p:sp>
        <p:nvSpPr>
          <p:cNvPr id="47" name="">
            <a:extLst xmlns:a="http://schemas.openxmlformats.org/drawingml/2006/main">
              <a:ext uri="{FF2B5EF4-FFF2-40B4-BE49-F238E27FC236}">
                <a16:creationId xmlns:a16="http://schemas.microsoft.com/office/drawing/2014/main" id="{E79B9277-B019-4954-B604-5937C95BD025}"/>
              </a:ext>
            </a:extLst>
          </p:cNvPr>
          <p:cNvSpPr>
            <a:spLocks xmlns:a="http://schemas.openxmlformats.org/drawingml/2006/main" noGrp="1"/>
          </p:cNvSpPr>
          <p:nvPr/>
        </p:nvSpPr>
        <p:spPr>
          <a:xfrm xmlns:a="http://schemas.openxmlformats.org/drawingml/2006/main">
            <a:off x="37528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Dependency</a:t>
            </a:r>
          </a:p>
        </p:txBody>
      </p:sp>
      <p:sp>
        <p:nvSpPr>
          <p:cNvPr id="48" name="">
            <a:extLst xmlns:a="http://schemas.openxmlformats.org/drawingml/2006/main">
              <a:ext uri="{FF2B5EF4-FFF2-40B4-BE49-F238E27FC236}">
                <a16:creationId xmlns:a16="http://schemas.microsoft.com/office/drawing/2014/main" id="{DDBD09E5-71AB-4227-8967-2B6E04194EC3}"/>
              </a:ext>
            </a:extLst>
          </p:cNvPr>
          <p:cNvSpPr>
            <a:spLocks xmlns:a="http://schemas.openxmlformats.org/drawingml/2006/main" noGrp="1"/>
          </p:cNvSpPr>
          <p:nvPr/>
        </p:nvSpPr>
        <p:spPr>
          <a:xfrm xmlns:a="http://schemas.openxmlformats.org/drawingml/2006/main">
            <a:off x="37528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loads user and company context</a:t>
            </a:r>
          </a:p>
        </p:txBody>
      </p:sp>
      <p:sp>
        <p:nvSpPr>
          <p:cNvPr id="49" name="">
            <a:extLst xmlns:a="http://schemas.openxmlformats.org/drawingml/2006/main">
              <a:ext uri="{FF2B5EF4-FFF2-40B4-BE49-F238E27FC236}">
                <a16:creationId xmlns:a16="http://schemas.microsoft.com/office/drawing/2014/main" id="{2A5520B5-2535-40EC-A262-244254AA35C1}"/>
              </a:ext>
            </a:extLst>
          </p:cNvPr>
          <p:cNvSpPr>
            <a:spLocks xmlns:a="http://schemas.openxmlformats.org/drawingml/2006/main" noGrp="1"/>
          </p:cNvSpPr>
          <p:nvPr/>
        </p:nvSpPr>
        <p:spPr>
          <a:xfrm xmlns:a="http://schemas.openxmlformats.org/drawingml/2006/main">
            <a:off x="57531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0" name="">
            <a:extLst xmlns:a="http://schemas.openxmlformats.org/drawingml/2006/main">
              <a:ext uri="{FF2B5EF4-FFF2-40B4-BE49-F238E27FC236}">
                <a16:creationId xmlns:a16="http://schemas.microsoft.com/office/drawing/2014/main" id="{83A0636B-B7F0-48C0-B084-CB0CC146FFAE}"/>
              </a:ext>
            </a:extLst>
          </p:cNvPr>
          <p:cNvSpPr>
            <a:spLocks xmlns:a="http://schemas.openxmlformats.org/drawingml/2006/main" noGrp="1"/>
          </p:cNvSpPr>
          <p:nvPr/>
        </p:nvSpPr>
        <p:spPr>
          <a:xfrm xmlns:a="http://schemas.openxmlformats.org/drawingml/2006/main">
            <a:off x="60960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03</a:t>
            </a:r>
          </a:p>
        </p:txBody>
      </p:sp>
      <p:sp>
        <p:nvSpPr>
          <p:cNvPr id="51" name="">
            <a:extLst xmlns:a="http://schemas.openxmlformats.org/drawingml/2006/main">
              <a:ext uri="{FF2B5EF4-FFF2-40B4-BE49-F238E27FC236}">
                <a16:creationId xmlns:a16="http://schemas.microsoft.com/office/drawing/2014/main" id="{029BB54F-ED18-45D1-AC43-32E3E5C5375C}"/>
              </a:ext>
            </a:extLst>
          </p:cNvPr>
          <p:cNvSpPr>
            <a:spLocks xmlns:a="http://schemas.openxmlformats.org/drawingml/2006/main" noGrp="1"/>
          </p:cNvSpPr>
          <p:nvPr/>
        </p:nvSpPr>
        <p:spPr>
          <a:xfrm xmlns:a="http://schemas.openxmlformats.org/drawingml/2006/main">
            <a:off x="64960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a:t>
            </a:r>
          </a:p>
        </p:txBody>
      </p:sp>
      <p:sp>
        <p:nvSpPr>
          <p:cNvPr id="52" name="">
            <a:extLst xmlns:a="http://schemas.openxmlformats.org/drawingml/2006/main">
              <a:ext uri="{FF2B5EF4-FFF2-40B4-BE49-F238E27FC236}">
                <a16:creationId xmlns:a16="http://schemas.microsoft.com/office/drawing/2014/main" id="{E099FB16-4039-426B-983A-D3E5E62C8B02}"/>
              </a:ext>
            </a:extLst>
          </p:cNvPr>
          <p:cNvSpPr>
            <a:spLocks xmlns:a="http://schemas.openxmlformats.org/drawingml/2006/main" noGrp="1"/>
          </p:cNvSpPr>
          <p:nvPr/>
        </p:nvSpPr>
        <p:spPr>
          <a:xfrm xmlns:a="http://schemas.openxmlformats.org/drawingml/2006/main">
            <a:off x="64960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checks permission and transition</a:t>
            </a:r>
          </a:p>
        </p:txBody>
      </p:sp>
      <p:sp>
        <p:nvSpPr>
          <p:cNvPr id="53" name="">
            <a:extLst xmlns:a="http://schemas.openxmlformats.org/drawingml/2006/main">
              <a:ext uri="{FF2B5EF4-FFF2-40B4-BE49-F238E27FC236}">
                <a16:creationId xmlns:a16="http://schemas.microsoft.com/office/drawing/2014/main" id="{B60405E8-89FA-45B3-AF0D-2422DFC088F6}"/>
              </a:ext>
            </a:extLst>
          </p:cNvPr>
          <p:cNvSpPr>
            <a:spLocks xmlns:a="http://schemas.openxmlformats.org/drawingml/2006/main" noGrp="1"/>
          </p:cNvSpPr>
          <p:nvPr/>
        </p:nvSpPr>
        <p:spPr>
          <a:xfrm xmlns:a="http://schemas.openxmlformats.org/drawingml/2006/main">
            <a:off x="84963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4" name="">
            <a:extLst xmlns:a="http://schemas.openxmlformats.org/drawingml/2006/main">
              <a:ext uri="{FF2B5EF4-FFF2-40B4-BE49-F238E27FC236}">
                <a16:creationId xmlns:a16="http://schemas.microsoft.com/office/drawing/2014/main" id="{1C82916F-E78F-4138-8B14-8F85D8D95AB9}"/>
              </a:ext>
            </a:extLst>
          </p:cNvPr>
          <p:cNvSpPr>
            <a:spLocks xmlns:a="http://schemas.openxmlformats.org/drawingml/2006/main" noGrp="1"/>
          </p:cNvSpPr>
          <p:nvPr/>
        </p:nvSpPr>
        <p:spPr>
          <a:xfrm xmlns:a="http://schemas.openxmlformats.org/drawingml/2006/main">
            <a:off x="88392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04</a:t>
            </a:r>
          </a:p>
        </p:txBody>
      </p:sp>
      <p:sp>
        <p:nvSpPr>
          <p:cNvPr id="55" name="">
            <a:extLst xmlns:a="http://schemas.openxmlformats.org/drawingml/2006/main">
              <a:ext uri="{FF2B5EF4-FFF2-40B4-BE49-F238E27FC236}">
                <a16:creationId xmlns:a16="http://schemas.microsoft.com/office/drawing/2014/main" id="{25EE930E-A5F9-4A03-B020-1AAF99ACD344}"/>
              </a:ext>
            </a:extLst>
          </p:cNvPr>
          <p:cNvSpPr>
            <a:spLocks xmlns:a="http://schemas.openxmlformats.org/drawingml/2006/main" noGrp="1"/>
          </p:cNvSpPr>
          <p:nvPr/>
        </p:nvSpPr>
        <p:spPr>
          <a:xfrm xmlns:a="http://schemas.openxmlformats.org/drawingml/2006/main">
            <a:off x="92392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Transaction</a:t>
            </a:r>
          </a:p>
        </p:txBody>
      </p:sp>
      <p:sp>
        <p:nvSpPr>
          <p:cNvPr id="56" name="">
            <a:extLst xmlns:a="http://schemas.openxmlformats.org/drawingml/2006/main">
              <a:ext uri="{FF2B5EF4-FFF2-40B4-BE49-F238E27FC236}">
                <a16:creationId xmlns:a16="http://schemas.microsoft.com/office/drawing/2014/main" id="{EB4DC0B5-0978-493D-A968-337FF82D3C59}"/>
              </a:ext>
            </a:extLst>
          </p:cNvPr>
          <p:cNvSpPr>
            <a:spLocks xmlns:a="http://schemas.openxmlformats.org/drawingml/2006/main" noGrp="1"/>
          </p:cNvSpPr>
          <p:nvPr/>
        </p:nvSpPr>
        <p:spPr>
          <a:xfrm xmlns:a="http://schemas.openxmlformats.org/drawingml/2006/main">
            <a:off x="92392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updates state and queues notification</a:t>
            </a:r>
          </a:p>
        </p:txBody>
      </p:sp>
      <p:sp>
        <p:nvSpPr>
          <p:cNvPr id="57" name="">
            <a:extLst xmlns:a="http://schemas.openxmlformats.org/drawingml/2006/main">
              <a:ext uri="{FF2B5EF4-FFF2-40B4-BE49-F238E27FC236}">
                <a16:creationId xmlns:a16="http://schemas.microsoft.com/office/drawing/2014/main" id="{698A9136-69BF-478A-A204-D4FAB8DBE15D}"/>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58" name="">
            <a:extLst xmlns:a="http://schemas.openxmlformats.org/drawingml/2006/main">
              <a:ext uri="{FF2B5EF4-FFF2-40B4-BE49-F238E27FC236}">
                <a16:creationId xmlns:a16="http://schemas.microsoft.com/office/drawing/2014/main" id="{F580C803-EB4D-4D42-9B50-AA824FAB7662}"/>
              </a:ext>
            </a:extLst>
          </p:cNvPr>
          <p:cNvSpPr>
            <a:spLocks xmlns:a="http://schemas.openxmlformats.org/drawingml/2006/main" noGrp="1"/>
          </p:cNvSpPr>
          <p:nvPr/>
        </p:nvSpPr>
        <p:spPr>
          <a:xfrm xmlns:a="http://schemas.openxmlformats.org/drawingml/2006/main">
            <a:off x="819150" y="58483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Routers coordinate the call. Services make the business decision. Database constraints reject invalid state.</a:t>
            </a:r>
          </a:p>
        </p:txBody>
      </p:sp>
      <p:sp>
        <p:nvSpPr>
          <p:cNvPr id="59" name="">
            <a:extLst xmlns:a="http://schemas.openxmlformats.org/drawingml/2006/main">
              <a:ext uri="{FF2B5EF4-FFF2-40B4-BE49-F238E27FC236}">
                <a16:creationId xmlns:a16="http://schemas.microsoft.com/office/drawing/2014/main" id="{D6DE53FA-2DF3-477C-80AE-D9D13B9E4EB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74735168"/>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24858AE-FE77-43DB-A3F6-D144081F2CC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CF41DD08-D07E-4F7F-B543-8C77E49EAD6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C3A02B9A-927C-462D-80A4-883A4A7B9BE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23F2486A-D6E2-4E18-8069-31E0C2C116F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4D02699-5388-46CE-8994-5F5303A86C09}"/>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7749167-AE3D-4398-9A1F-9449F087128E}"/>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8E520AE2-65E4-4C0D-B71B-73FF13A2C109}"/>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7F764D45-6F81-432B-80AC-A225E9DDA054}"/>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A65901C4-C6A4-45E7-B2C3-482617509B20}"/>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7C64FFC-7CE2-4F9F-8B61-EB001EA45A21}"/>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9E191B66-C4CD-4BCA-817F-EEF3EE636C25}"/>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27320299-F553-4BFC-BF19-1C6D3A7752AD}"/>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04458009-2844-49C9-9880-6669BFBDB9E0}"/>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98BB8EB-1289-44ED-A623-B4AC70A7D374}"/>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68649FEA-54AC-442C-BAD2-184B8515FCC8}"/>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1B68F0C4-9B27-4733-A040-565633504610}"/>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60B5573C-3D1E-4E42-B05A-ECC406901CB8}"/>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50A4CBBC-1D61-4301-9C1B-FE9BE85B3ADF}"/>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5C711744-6FF9-4954-B75F-8300AFB9763E}"/>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712CC4A8-888B-4322-9488-FBB9B32C3EBF}"/>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7C063782-D08A-4A20-9AFE-5618EA99B2ED}"/>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0C05FB3-326E-402B-9DA6-83A4E0EEC79C}"/>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EEB6C59E-9BC3-4031-8DCD-C78F0B38BB6B}"/>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5BB188CC-37AF-4EFB-8CD5-3DFDDDC29BD2}"/>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64866B65-96BE-4412-8F2B-0475949BA1C2}"/>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2E6BFC1B-E3BC-493B-A15C-0D31D1F8E06F}"/>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2FE4D13B-AB2A-494C-8429-49749EF65CE9}"/>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3B6D2A7C-0B43-451C-BC87-8B9C71BA5930}"/>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8051A9AC-F1F6-41E0-AF39-F4ECDD9B784F}"/>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B20DC8BC-9798-41DB-A065-98951377085C}"/>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3DFC6C7A-294A-40F0-A95A-CF94A53E297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361964616"/>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6D180C3-A703-45A8-96DE-55F864CF835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77F386E2-826E-4889-8FDD-DFE9708F71C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E47E4B8A-5282-4348-8586-DCEE224CE24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E88E757D-E7AA-47DB-97B0-2848E04CB11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3B16149-E34D-4C9A-B6E8-C7021227802E}"/>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80D273F0-1088-4DA3-83C8-385CBB82B354}"/>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DB276D6-B7A0-4357-A4D1-9AB5C5F6014A}"/>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D080B306-19C1-4AAA-B2FF-D06335B9D93E}"/>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0E055D77-135C-484F-8EDC-23105738C0A4}"/>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D126A13E-719D-4921-9F9B-A176A965B4F2}"/>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4A148DE7-0C7F-484A-AAF2-030C357FF4D3}"/>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1A58B1BB-99EB-46FE-8357-83786D1BED33}"/>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9DB05D1-9572-4780-A119-6D625CBD2D27}"/>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D91C646C-8478-44C3-A7AB-67EDF3911F6D}"/>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E4C4EF37-4707-4355-BEFB-9D8A7EBAA830}"/>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59FB2032-9E01-4FCD-AC98-94A0D4427C15}"/>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9E1FFB9B-3451-409B-B12D-7CFB231B37D0}"/>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45711AA4-C8BD-40A5-A0EC-7966FCC6C919}"/>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05CEE23-4119-4BD6-BBF2-032B435B4282}"/>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3ED0AA40-126D-4617-A7D5-B69928091192}"/>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A76EB53A-ED4F-47A0-9992-745EF9BB12BF}"/>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252E509B-9279-47FF-9486-78B7FA22E582}"/>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E0005317-2658-4C5C-AE2F-30BC3F1374C1}"/>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D9178DDC-6954-46E1-BF5C-4F6F23652F8C}"/>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ADBC1186-68E9-408F-861C-858D4D303D2B}"/>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83EE39B2-4303-45BA-AF32-97BD1BDA4CC4}"/>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C7834FC9-7511-4E0F-B276-F90C96D2A5AB}"/>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FEE1DC1F-FAD3-419B-A489-0B4D356AA1CA}"/>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9F483BFC-6CE2-49D4-ABB7-4CBEDC7CD316}"/>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FCE810ED-F243-41AA-B4E0-CA963ABCBA76}"/>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DCE48AC6-971F-4FEA-91DE-A88A4B44276C}"/>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68217526-23A4-4B59-8CA1-D0C716CAC481}"/>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81B21ADA-5FEC-46B9-98A2-2F8BBE899132}"/>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A9EAAFEB-A707-48FA-9432-240FE547FB6A}"/>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54822654-843B-469B-A0C7-1CB3880432A2}"/>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8378F7A8-A8C8-4AF6-BEED-BEC40D674E89}"/>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A8452411-C65F-48D1-AC31-0F0D61322F05}"/>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72000F62-7875-4A4A-9242-CCC067DD0CAF}"/>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31828DE6-9B1D-4D90-8868-9F4DB4C03E26}"/>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50655371-BD63-4382-BF1D-03F23A82DBED}"/>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1B616517-87B3-4706-9EE4-870849CB91A0}"/>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D09D952E-2130-46F9-A698-78D06D413366}"/>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BEF931F1-21B7-420F-9BE4-1D747533F455}"/>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F1307648-299E-4186-82D6-163939B56804}"/>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1CE3F126-2CC7-463F-927C-4F729E63576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75681096"/>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1015402-FEAD-40AD-801E-C24F4C3399F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0B2E2C92-E32D-423C-A7A3-C262F82CC2B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B65EFA30-389B-4181-8776-589AB5946B5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C009F3FF-CC5F-4705-B73B-399A2EA7BA2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06A3221-1A0E-4ADB-BA63-E249E2448686}"/>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9BF9396F-AFEC-4064-B604-452EA5C22E5B}"/>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72E04BD-12B2-4BD6-A228-436EBF38FAA4}"/>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86AE3F07-7099-479C-BFA1-AA0351BCEED4}"/>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User</a:t>
            </a:r>
          </a:p>
        </p:txBody>
      </p:sp>
      <p:sp>
        <p:nvSpPr>
          <p:cNvPr id="9" name="">
            <a:extLst xmlns:a="http://schemas.openxmlformats.org/drawingml/2006/main">
              <a:ext uri="{FF2B5EF4-FFF2-40B4-BE49-F238E27FC236}">
                <a16:creationId xmlns:a16="http://schemas.microsoft.com/office/drawing/2014/main" id="{49A50D6A-9B3E-48AF-B5C8-6F716AAB6B74}"/>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role, security state</a:t>
            </a:r>
          </a:p>
        </p:txBody>
      </p:sp>
      <p:sp>
        <p:nvSpPr>
          <p:cNvPr id="10" name="">
            <a:extLst xmlns:a="http://schemas.openxmlformats.org/drawingml/2006/main">
              <a:ext uri="{FF2B5EF4-FFF2-40B4-BE49-F238E27FC236}">
                <a16:creationId xmlns:a16="http://schemas.microsoft.com/office/drawing/2014/main" id="{A3A9A1C8-90AB-428C-A6D5-73B198DD84A1}"/>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FB90390-1FE1-4E06-8F3A-A767AF450FC5}"/>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2" name="">
            <a:extLst xmlns:a="http://schemas.openxmlformats.org/drawingml/2006/main">
              <a:ext uri="{FF2B5EF4-FFF2-40B4-BE49-F238E27FC236}">
                <a16:creationId xmlns:a16="http://schemas.microsoft.com/office/drawing/2014/main" id="{9AF9D905-5193-4414-B3DF-E2A65953E70C}"/>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 profile</a:t>
            </a:r>
          </a:p>
        </p:txBody>
      </p:sp>
      <p:sp>
        <p:nvSpPr>
          <p:cNvPr id="13" name="">
            <a:extLst xmlns:a="http://schemas.openxmlformats.org/drawingml/2006/main">
              <a:ext uri="{FF2B5EF4-FFF2-40B4-BE49-F238E27FC236}">
                <a16:creationId xmlns:a16="http://schemas.microsoft.com/office/drawing/2014/main" id="{426F557E-4659-478B-84B2-CB0F7EF39594}"/>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Skills, experience, CV assets</a:t>
            </a:r>
          </a:p>
        </p:txBody>
      </p:sp>
      <p:sp>
        <p:nvSpPr>
          <p:cNvPr id="14" name="">
            <a:extLst xmlns:a="http://schemas.openxmlformats.org/drawingml/2006/main">
              <a:ext uri="{FF2B5EF4-FFF2-40B4-BE49-F238E27FC236}">
                <a16:creationId xmlns:a16="http://schemas.microsoft.com/office/drawing/2014/main" id="{9F249ACA-157D-4245-9173-7D7F795420E5}"/>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1096D91-35B6-4DB8-A743-F9287F3B1903}"/>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15D521EF-5653-4749-AB64-894261F02A7C}"/>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a:t>
            </a:r>
          </a:p>
        </p:txBody>
      </p:sp>
      <p:sp>
        <p:nvSpPr>
          <p:cNvPr id="17" name="">
            <a:extLst xmlns:a="http://schemas.openxmlformats.org/drawingml/2006/main">
              <a:ext uri="{FF2B5EF4-FFF2-40B4-BE49-F238E27FC236}">
                <a16:creationId xmlns:a16="http://schemas.microsoft.com/office/drawing/2014/main" id="{E9A6DB8C-B3D9-423F-B852-A7CE6E4A6094}"/>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and memberships</a:t>
            </a:r>
          </a:p>
        </p:txBody>
      </p:sp>
      <p:sp>
        <p:nvSpPr>
          <p:cNvPr id="18" name="">
            <a:extLst xmlns:a="http://schemas.openxmlformats.org/drawingml/2006/main">
              <a:ext uri="{FF2B5EF4-FFF2-40B4-BE49-F238E27FC236}">
                <a16:creationId xmlns:a16="http://schemas.microsoft.com/office/drawing/2014/main" id="{60F6CD42-194C-4D4E-9F42-2C6F94A3BE87}"/>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CC622B31-1882-46F7-BF41-65F1C62EFB90}"/>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8FD133FE-301F-4CA6-BBCB-5812FB8E75EB}"/>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Offer</a:t>
            </a:r>
          </a:p>
        </p:txBody>
      </p:sp>
      <p:sp>
        <p:nvSpPr>
          <p:cNvPr id="21" name="">
            <a:extLst xmlns:a="http://schemas.openxmlformats.org/drawingml/2006/main">
              <a:ext uri="{FF2B5EF4-FFF2-40B4-BE49-F238E27FC236}">
                <a16:creationId xmlns:a16="http://schemas.microsoft.com/office/drawing/2014/main" id="{F38BF1B4-EFF0-4F33-9FDC-578E5D95D2B4}"/>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Requirements and recruiter</a:t>
            </a:r>
          </a:p>
        </p:txBody>
      </p:sp>
      <p:sp>
        <p:nvSpPr>
          <p:cNvPr id="22" name="">
            <a:extLst xmlns:a="http://schemas.openxmlformats.org/drawingml/2006/main">
              <a:ext uri="{FF2B5EF4-FFF2-40B4-BE49-F238E27FC236}">
                <a16:creationId xmlns:a16="http://schemas.microsoft.com/office/drawing/2014/main" id="{721D4C2C-7F33-4355-BA85-DB95E6928FB0}"/>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B4ADB294-194F-4AD1-81A0-A8A8DB18A813}"/>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4" name="">
            <a:extLst xmlns:a="http://schemas.openxmlformats.org/drawingml/2006/main">
              <a:ext uri="{FF2B5EF4-FFF2-40B4-BE49-F238E27FC236}">
                <a16:creationId xmlns:a16="http://schemas.microsoft.com/office/drawing/2014/main" id="{8432D843-727A-481D-BB4E-3631A61414EC}"/>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Application</a:t>
            </a:r>
          </a:p>
        </p:txBody>
      </p:sp>
      <p:sp>
        <p:nvSpPr>
          <p:cNvPr id="25" name="">
            <a:extLst xmlns:a="http://schemas.openxmlformats.org/drawingml/2006/main">
              <a:ext uri="{FF2B5EF4-FFF2-40B4-BE49-F238E27FC236}">
                <a16:creationId xmlns:a16="http://schemas.microsoft.com/office/drawing/2014/main" id="{4E70CB47-5C9D-40BF-AEAA-BE2054C6F079}"/>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Candidate, offer, CV snapshot, stage</a:t>
            </a:r>
          </a:p>
        </p:txBody>
      </p:sp>
      <p:sp>
        <p:nvSpPr>
          <p:cNvPr id="26" name="">
            <a:extLst xmlns:a="http://schemas.openxmlformats.org/drawingml/2006/main">
              <a:ext uri="{FF2B5EF4-FFF2-40B4-BE49-F238E27FC236}">
                <a16:creationId xmlns:a16="http://schemas.microsoft.com/office/drawing/2014/main" id="{AB4AB621-64BF-45E2-BA3D-2FD6B5D86EC0}"/>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B5F732B-AD80-4C82-8A70-16DA99BD2319}"/>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DAE3DF7D-0EDD-4678-B8DA-76A9048E9FFB}"/>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AD3630F0-D18D-456F-BFBD-DE875212B8C5}"/>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Schedule and feedback</a:t>
            </a:r>
          </a:p>
        </p:txBody>
      </p:sp>
      <p:sp>
        <p:nvSpPr>
          <p:cNvPr id="30" name="">
            <a:extLst xmlns:a="http://schemas.openxmlformats.org/drawingml/2006/main">
              <a:ext uri="{FF2B5EF4-FFF2-40B4-BE49-F238E27FC236}">
                <a16:creationId xmlns:a16="http://schemas.microsoft.com/office/drawing/2014/main" id="{B18A6C0F-1BE5-464F-8409-8C325122CD70}"/>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3B6BCB86-2A54-4308-9155-1AF94EDACBC3}"/>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2" name="">
            <a:extLst xmlns:a="http://schemas.openxmlformats.org/drawingml/2006/main">
              <a:ext uri="{FF2B5EF4-FFF2-40B4-BE49-F238E27FC236}">
                <a16:creationId xmlns:a16="http://schemas.microsoft.com/office/drawing/2014/main" id="{18F202BD-853E-4F89-B5CF-D792BA778DF1}"/>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 messages</a:t>
            </a:r>
          </a:p>
        </p:txBody>
      </p:sp>
      <p:sp>
        <p:nvSpPr>
          <p:cNvPr id="33" name="">
            <a:extLst xmlns:a="http://schemas.openxmlformats.org/drawingml/2006/main">
              <a:ext uri="{FF2B5EF4-FFF2-40B4-BE49-F238E27FC236}">
                <a16:creationId xmlns:a16="http://schemas.microsoft.com/office/drawing/2014/main" id="{389AB9BB-B3A9-4B6C-97C2-836DBBEFF139}"/>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recruitment history</a:t>
            </a:r>
          </a:p>
        </p:txBody>
      </p:sp>
      <p:sp>
        <p:nvSpPr>
          <p:cNvPr id="34" name="">
            <a:extLst xmlns:a="http://schemas.openxmlformats.org/drawingml/2006/main">
              <a:ext uri="{FF2B5EF4-FFF2-40B4-BE49-F238E27FC236}">
                <a16:creationId xmlns:a16="http://schemas.microsoft.com/office/drawing/2014/main" id="{4676A06B-29E3-4C02-99CE-2BAF91F66A0E}"/>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35" name="">
            <a:extLst xmlns:a="http://schemas.openxmlformats.org/drawingml/2006/main">
              <a:ext uri="{FF2B5EF4-FFF2-40B4-BE49-F238E27FC236}">
                <a16:creationId xmlns:a16="http://schemas.microsoft.com/office/drawing/2014/main" id="{D7A188BF-1B19-41D3-972A-F415D2FE2B46}"/>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6" name="">
            <a:extLst xmlns:a="http://schemas.openxmlformats.org/drawingml/2006/main">
              <a:ext uri="{FF2B5EF4-FFF2-40B4-BE49-F238E27FC236}">
                <a16:creationId xmlns:a16="http://schemas.microsoft.com/office/drawing/2014/main" id="{17264125-4D72-48EB-B684-341F10421028}"/>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A25C38"/>
            </a:solidFill>
            <a:prstDash val="solid"/>
          </a:ln>
        </p:spPr>
      </p:sp>
      <p:sp>
        <p:nvSpPr>
          <p:cNvPr id="37" name="">
            <a:extLst xmlns:a="http://schemas.openxmlformats.org/drawingml/2006/main">
              <a:ext uri="{FF2B5EF4-FFF2-40B4-BE49-F238E27FC236}">
                <a16:creationId xmlns:a16="http://schemas.microsoft.com/office/drawing/2014/main" id="{7661ED2F-A13C-45D1-A0F8-B9D611604658}"/>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8" name="">
            <a:extLst xmlns:a="http://schemas.openxmlformats.org/drawingml/2006/main">
              <a:ext uri="{FF2B5EF4-FFF2-40B4-BE49-F238E27FC236}">
                <a16:creationId xmlns:a16="http://schemas.microsoft.com/office/drawing/2014/main" id="{D4B53E60-1A17-48A1-B4A2-206BCDEB7181}"/>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46AE15D6-5EE6-4D43-BFBB-871C9EFEA9A2}"/>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0" name="">
            <a:extLst xmlns:a="http://schemas.openxmlformats.org/drawingml/2006/main">
              <a:ext uri="{FF2B5EF4-FFF2-40B4-BE49-F238E27FC236}">
                <a16:creationId xmlns:a16="http://schemas.microsoft.com/office/drawing/2014/main" id="{3870BBB3-0C78-4943-A4AF-6099C8DCD971}"/>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1" name="">
            <a:extLst xmlns:a="http://schemas.openxmlformats.org/drawingml/2006/main">
              <a:ext uri="{FF2B5EF4-FFF2-40B4-BE49-F238E27FC236}">
                <a16:creationId xmlns:a16="http://schemas.microsoft.com/office/drawing/2014/main" id="{CF4C0B15-4AEB-49F5-9DC4-4FAB9CA012D9}"/>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B31B2C0F-BE4C-42BD-81AE-2587C0008F08}"/>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BFF9B986-DAAB-4B4F-9665-907D5DE81E34}"/>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4" name="">
            <a:extLst xmlns:a="http://schemas.openxmlformats.org/drawingml/2006/main">
              <a:ext uri="{FF2B5EF4-FFF2-40B4-BE49-F238E27FC236}">
                <a16:creationId xmlns:a16="http://schemas.microsoft.com/office/drawing/2014/main" id="{DBB3B332-5A27-4147-85DA-062426185BFF}"/>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5" name="">
            <a:extLst xmlns:a="http://schemas.openxmlformats.org/drawingml/2006/main">
              <a:ext uri="{FF2B5EF4-FFF2-40B4-BE49-F238E27FC236}">
                <a16:creationId xmlns:a16="http://schemas.microsoft.com/office/drawing/2014/main" id="{9B098367-8D9B-45DC-A944-C353D84B3178}"/>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9ABB5008-7AE0-4CD4-B3D1-EBBAAE03AA74}"/>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395FCBD4-60EC-4751-B141-0354E6F427BA}"/>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Integrity rules</a:t>
            </a:r>
          </a:p>
        </p:txBody>
      </p:sp>
      <p:sp>
        <p:nvSpPr>
          <p:cNvPr id="48" name="">
            <a:extLst xmlns:a="http://schemas.openxmlformats.org/drawingml/2006/main">
              <a:ext uri="{FF2B5EF4-FFF2-40B4-BE49-F238E27FC236}">
                <a16:creationId xmlns:a16="http://schemas.microsoft.com/office/drawing/2014/main" id="{1710853A-D025-4920-B3A7-8763EE16E865}"/>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C64B7A11-CC2D-406F-BF77-373ABBF36FF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48209817"/>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5ED0E65-7EF7-46EA-BC34-6C82301A191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B94FCF2B-E569-4F74-8468-DA846B01EEF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B5811441-622C-406A-A44E-DCA194FC691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ED90685F-361E-479C-B51C-87C1AF86312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4FFF89B-97A1-4405-BEE3-D70243032130}"/>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AC5B0AE1-78F9-4B33-B7AB-5BE1A0682305}"/>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BFF5F0E-5572-40DD-BED8-C587B0E52EEB}"/>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24E8CDCF-DAAE-41A9-95DF-93472AC9EA00}"/>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7A9E9AF3-F9FC-4EDA-8712-3C06424B0D22}"/>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BE25ED56-CF58-470A-B657-BF3D1F05C318}"/>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598D7033-9E97-463E-974E-64C9B90B937E}"/>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433F7053-039C-452F-8239-EB039201A81A}"/>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26C7FD6A-05FD-4192-8C24-C3B80C49B453}"/>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E3A75210-55B9-4150-AB30-91C2B3A7955A}"/>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63E0025C-9E4B-41ED-9D76-557872D03D1F}"/>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41ABC24D-477C-4C13-8EDA-EEDC2FA13DF1}"/>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D45357AB-8BEA-42C4-BC38-A2643C1877E8}"/>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D0E7F28F-E6AF-423B-A3BB-DFD746651364}"/>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D4C968A7-1C52-42BB-AF36-F5C037E05909}"/>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442DE198-0F36-467A-9E11-AEFDD8CFBAC2}"/>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9DE1E20A-A431-424D-96BC-CAF17E0470A8}"/>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27B84690-4CB0-4AD7-848B-B8490A81F397}"/>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16733D9A-93AC-4852-80E1-C64CBCAF0754}"/>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AEC17485-11DE-4BA5-81C9-3B252DD91E66}"/>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6D7D0C7B-6062-4334-A0D6-D2047E908B65}"/>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64FD7A61-F6B9-435C-B11C-9D2C19B42999}"/>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764ABEB1-C817-46A6-BC97-36DC8C2EE9E8}"/>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55DB62D2-1BE4-4997-97A5-69879AEAF072}"/>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E0060868-EE4D-438F-A502-BF0797618C6D}"/>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A4083294-3E1E-410C-A0A6-6E522A68BE9B}"/>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EFE52E2F-DA69-41C3-9226-6C14140199CD}"/>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0398F287-B16E-4CB7-BCE9-5C83B45F649C}"/>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DA0ED832-59AA-45C1-BADB-6DF06CC1D9D0}"/>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EB517F2F-9EA5-4E2A-A50B-BF3704C79EAE}"/>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8793CC61-2CC4-4E91-A879-444A5BC0867B}"/>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09AC6D3E-7E6A-4B25-B228-ACE0E1D8232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92505732"/>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E4A3BDC-DF64-4B90-8F46-3809BC58481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4C416DAA-5D60-48EB-A15A-7CD896009E7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FF7A6F68-8143-4043-8CF4-558118BA7C5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3284E979-C0EE-41E1-B6AF-CAC1C3B8135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CB20C7B-7DD3-4C11-9EE9-B8FE46CC24AB}"/>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A1D61367-CBF5-480C-9FC9-F705A2F50FD9}"/>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547AC71-92BF-4049-9C9A-2B44D3C1D878}"/>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22239ABA-F6D2-44B4-AB3E-B8D20F3FDCEA}"/>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FE7B28D3-0148-4003-BC46-8026A74E1467}"/>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33B2487F-52AF-4A31-8986-733F66093688}"/>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58EE2BFC-23F2-42F5-B33C-4B8D961D1E8D}"/>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8C7E861B-E041-4F75-B521-60AD912E3A10}"/>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69EC4EA9-24FB-4980-97B1-BF02DC30D714}"/>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1866686-0D73-4C09-9F64-386FFFFAB07B}"/>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6A22008C-4874-43D1-B14D-0B9B7A5FF3DB}"/>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348CEF59-C1C2-496C-AEFE-4822B3CB950A}"/>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0DCC01A7-5F8B-4EC8-92AE-437BE9B5B31A}"/>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9C96C1F5-30CA-4CC3-AD9B-E9EF25EDC2E8}"/>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10D748C5-0CFB-4611-907D-F3924D22459A}"/>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EE476203-00A6-486B-82B8-81CDCDEFCAA1}"/>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935C9FA3-3404-4F2F-B235-420CFCE6DE84}"/>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01B631C7-C6B7-4DAC-8C91-7A35A8399306}"/>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60ACB771-8841-4AD5-BAA4-70D2C3EEBBC3}"/>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E4A7BA49-6350-4863-A8ED-E7EA8AB4CFC6}"/>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55A18C9B-75C0-457E-9C6A-8AC44458AE75}"/>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C0DD5D89-04FA-469C-90AB-B3A30CB80B2F}"/>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87A6A15-C235-4CEE-8831-04C9015E0576}"/>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E67AB7BB-71B9-40D3-9754-8097AD5FEFA8}"/>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6449F479-A7B3-42B8-AAF8-C4155A9E539B}"/>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1ADE1F5B-DA49-4412-AA8C-3B9BC3A57B5A}"/>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FB06FAB3-631E-4CFF-8672-4103C6D2C755}"/>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B6DE0C5D-DA3A-43E6-B2A6-BC679A2779F0}"/>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9E31B235-CFAF-42BF-A698-D58C1D89EBF0}"/>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ECC15847-0334-4278-B43A-405AB0A361B4}"/>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FDAF36D0-6B31-430D-9702-43C48E0CE2FA}"/>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8B5A3924-E882-4E67-90CD-81AB9C1A70FE}"/>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B7AA5288-7091-4CB9-97CB-C5A243A7314A}"/>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106E1D31-D8A4-419A-BF35-640779D097C9}"/>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7F5A2AD0-BE9F-4E66-A48F-83BDA13514B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14835359"/>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B244DAB-98A8-4091-8618-540E5264C4A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74479DBA-48C6-4346-9547-F2A2494706E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D9C217D7-270E-439F-BFA0-C8BFD923D84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4B00979D-13AB-455F-8763-16BFCE3FC9D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88C9EFF-D4FE-400E-AE32-5E0A08AE818B}"/>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CAB3EE1E-47DE-461D-8522-CF5DD7A55626}"/>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8203C4B-F6CE-47AA-8FAA-8D48077A244C}"/>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DC2A4771-2971-4751-930A-7EB31DF8F745}"/>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8405CAEE-B37F-4271-ABD8-228052158707}"/>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784BF12F-5329-4231-B1C2-64E9422BEEEB}"/>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077BA351-5290-48C8-8317-2D1D06EAD0DD}"/>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FCF9E870-9E1C-4E42-8FB7-FB5353DEA3FF}"/>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66C66826-0E6C-4F7B-8FFE-C51D34610818}"/>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4DE3662F-A4C9-42D4-ABAD-A8159F8357AA}"/>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06081340-3FB9-46CB-AEBD-91C3CDD2D84F}"/>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766DEEC6-7191-4530-9BC1-94C6FE820723}"/>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418FF5F0-ABA7-483E-82C9-D5D0BC5304A3}"/>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3089CD8A-9B38-4B2E-9DD4-D63408AAA98A}"/>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2636A08D-0615-4E0E-A2CC-444832ABA43D}"/>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02538388-B8F2-4618-80F3-7E978359863A}"/>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7C091330-0044-4541-A1D4-B1224B5347DA}"/>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99218C9F-0A78-4274-A234-988BC73E41E3}"/>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5B0C7EC4-133B-46CC-8EB5-32A2AAB711CE}"/>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F46A57D2-567E-435D-A7C5-D30D69996082}"/>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38A95B9A-36A2-4890-96C5-3AE4AD5EB01E}"/>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010F8835-FC7C-4EC8-8E40-7C480CBF1845}"/>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E52180D-E860-4226-A349-8FB574C66B02}"/>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5EF796FE-0F43-4689-9FFB-659623176B17}"/>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A293633B-4CC9-446B-AEC9-FC4B212934C4}"/>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39C6C029-58A3-4919-A378-D7C145F3FE62}"/>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250224AF-5151-4693-A41C-4F438DD11B81}"/>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2E58B57B-C345-416A-A3D6-773A707248A0}"/>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86FEED79-67F3-4446-859A-A5B4EAD9E25A}"/>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6F9A4A85-A3C4-4CE9-A817-1CBA054A5BE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22486104"/>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B496B71-5457-4413-B6F9-FCB18F986E6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CD1AF02F-2B04-4088-99EF-BB8E2BE0771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AAD31AB1-73C7-46A9-BD4C-EAE222709C6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C5D43ABE-4005-4976-B435-1601A0D7504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54D2977-275F-412C-807B-4D0E0E08CC0C}"/>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EE215495-5E92-4662-A1C2-FFB252EDBA8E}"/>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56EBF90-914D-4C57-AE79-E9C673843CC8}"/>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47503D6A-5F52-4A52-831F-754B2C3F11BE}"/>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4DE5C108-4085-4B13-B783-3287E0CA29A0}"/>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447082B7-90A9-4BD2-AAE0-B9B363EB75FF}"/>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1FE0A550-7CA6-4555-941F-1F3865F4082E}"/>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7579455-7BA7-40EE-BA55-7574BA8625A2}"/>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32AB1AA9-F51F-4153-B73B-15F283C46736}"/>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49098888-8AEA-47A5-8C7E-75B36FD9717A}"/>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8A31C672-D8A9-47FE-8592-7D6526666739}"/>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DBF51F9D-4F32-4575-B4DD-AC65C290E291}"/>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7D4735A-3154-436D-8D4F-E1BC66EF7302}"/>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E3CAA394-918E-4388-86EE-133F4DC5D4B3}"/>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6DFB9116-6FDD-42B1-9F0F-55C48105EAA0}"/>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196FABE0-6555-4256-AE82-E43DC56121C0}"/>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CFC5DB8B-81D1-42DA-AE76-98C4FA27EB79}"/>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C2FEE561-237B-4441-A2B8-C59C7CB1A117}"/>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CFC3ED3F-3992-40D3-960B-60DF5864BFB8}"/>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00875413-FC88-4A38-8C26-0269CA768796}"/>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E38E8466-445B-48EE-AF81-83A52BF55024}"/>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31C04163-59BC-444B-B581-F578295396F1}"/>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0E83D651-054B-44CA-AC89-6B13263B9264}"/>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D6D3D01B-911C-4C04-B71D-8B2A2DE3F0F3}"/>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84352A94-6E7E-46A9-B988-65C657CCEE67}"/>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5E3387C1-F96D-4776-BFB9-EC7E7B026F85}"/>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F88BED36-0016-4F75-9CE0-6EEF9389C6D7}"/>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E6526934-52B8-4890-A86F-7DA60014D955}"/>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18FB34A8-3D7D-426A-B61B-48012C8B8E98}"/>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98507DC6-1958-40F2-8351-0110D48BDD3F}"/>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5656AD76-CC8D-4B40-B137-5A849FACD336}"/>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5DB1D271-2C65-4775-A455-69649BCA1A23}"/>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2825C8E2-E95F-49DE-A8D0-77FD659B68D6}"/>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A6AD5638-1A9D-4AD0-9021-A2191E6D2B4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40815910"/>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8970553-AF88-42A3-908C-5F8DB513206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D32EAFFF-EE6E-47AC-8CBB-F44208130F3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D34485C2-BA30-4277-8A7B-92CFCC40353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C9841500-C949-4CD1-B105-5F07A297B5B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1CF6412-3CFD-447F-A4E4-1BCFA5117411}"/>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D3914354-3242-4797-B1EA-1F27CFFE4DFA}"/>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F3FB623-9928-4151-9865-F704D3D260C8}"/>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D2B98564-D016-45BA-8FDB-646971F7D996}"/>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5492D847-2C9D-4E62-9FA2-C64D06E4C96D}"/>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B1A16EA3-81A5-4C86-B6E1-BFB34F844F40}"/>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381B9400-C513-4A43-98E3-9B501C85B429}"/>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851F3C49-2FED-47D3-B323-49B08ADFDE61}"/>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1C71CAF8-F3E5-4032-8AAD-3F8F0FD83EE5}"/>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6DB358A9-F1B2-453A-9BF7-A039C5B44D07}"/>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2C4D8B05-F539-4075-82E5-6FD6DF992041}"/>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98CE8CD1-F3CB-4B29-AE5A-901F39C4AF1C}"/>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909C3CCC-558D-45C4-8BA1-45EAE89F73E4}"/>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0B25B889-AE54-4909-8D29-DA698825A2C3}"/>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9E8006F5-4A24-424E-8FB6-C1612F7DDCB8}"/>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5DB29692-7D35-427F-A6C6-7DAADF60994D}"/>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D951325C-F39C-4E02-B954-F58FE22ADF84}"/>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E510EDE-B91E-4EDD-A33F-D310CAEDACB8}"/>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3BA36D1E-E607-428F-B34A-466DF69C91E5}"/>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F5965098-6F30-4F42-AE93-786A040D2773}"/>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DE8B12E6-43B9-42E4-AAB9-C97E683E1992}"/>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D179A8F2-E243-45DA-BA36-9659C0616ED4}"/>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A31E481-454C-4BF0-AC6C-F9D3CE58B4BC}"/>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668F384D-519C-4A8F-84A7-BBB87FD4B2C8}"/>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E0845A3F-8E79-42C8-A332-1AD0C2BC91E4}"/>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A72E23A4-A23B-4346-BCBE-73D32D9B7115}"/>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5EB4F32D-8884-4D5A-993B-4FC5C68E1FFA}"/>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0BE90E63-8817-4878-9DB7-FE4E0486E9E2}"/>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F87A7166-F7AA-4495-AC1A-A3D70ADD4447}"/>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C321ED59-41FF-494D-B108-D79CEC1E8334}"/>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2767ADE4-5ED4-465D-80B9-1474ADDFD4C6}"/>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A8C33BB1-D5C8-4C6C-B541-F98C9A6450F1}"/>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07CD3E90-32AF-49C1-B4FF-D889F4310CF9}"/>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F29A535F-EC1D-4F26-B641-0F0A5EE48A3C}"/>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69636F9F-B024-4E7A-BB8F-AA243E9BB13B}"/>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04B84E02-B02A-4163-9119-478535AF1823}"/>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106D9046-3F3D-4811-9867-8D9BD60DDA33}"/>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3C250EF2-2039-479C-BA29-7EA1051ADFD6}"/>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DA8B7C90-1CC1-4723-A0E7-48AB79E77EA7}"/>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E2B32691-2FBE-44EC-9BC4-06236F3CEE93}"/>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E4992684-15F4-4381-80B9-5123E1F574C0}"/>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839D1F2A-446F-4906-9B9B-78254C3EFD68}"/>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E4AE5CDC-1FDF-41DA-BF08-17A4693234F2}"/>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587A88B5-AEC3-46BB-A348-8EAE797F7E0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98370816"/>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F9AB7D2-4F5F-4A50-8AA0-47937EB2176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B83BD831-0E97-4681-9830-36096134669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3DA02020-9C74-4FE0-ACAC-1D9D1CEB3B6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FBBCB6F2-F918-4A39-9D1A-CFB75DD413F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BB1ECA3-F38F-4DAA-B7C1-4EAC474A5263}"/>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36BBC405-67B3-4110-B18D-CF63EA549690}"/>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71715F3-860F-4C1B-9274-927E4CD9F8D8}"/>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E9FC9DD6-E534-4F6F-A7D4-545067AC60FD}"/>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5C7AB20B-6B29-41AD-A076-281A587089CA}"/>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07B32DF0-030E-452C-AF69-8B7439029DEE}"/>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50BDB522-9D23-480A-ADB9-B3F2006B5C43}"/>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9B07F4BA-527E-4CC7-A255-2D9836139042}"/>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EB1A3172-F045-4BCF-A11E-44822F294487}"/>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3EFA67F6-BC98-4FF7-9353-18832900E472}"/>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12A0BF0F-7ABD-45A4-90C4-FC2D3A80CCD7}"/>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7C995ACC-8F88-47FC-B70F-EB45C341579A}"/>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3DEDDC0-C108-4F77-922C-E621BAE8E062}"/>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B18B7C36-7EDC-4C30-8494-E3C54A0CE21B}"/>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D2857810-6A14-4432-A754-3E5B6956B1F8}"/>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AB1ECB8D-4671-4C75-ADBA-BC03179BE753}"/>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C59443C7-A9DE-4313-83CE-8C13F2858B3B}"/>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BC30F24-A19E-4F2A-A33B-52278878047C}"/>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6E5884DB-05FB-48C7-9850-B793CB5DB81C}"/>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60D6023B-CD2D-42B5-868B-D2FFD0D7AFF7}"/>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3DA9F14A-C86F-4CF8-9463-558E249693F6}"/>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AFD78787-A4B3-462D-A6FC-13504E9ADC19}"/>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D2459226-3DDA-443C-A5F7-1EC301E31CD8}"/>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17F65961-642C-48D9-9DD7-60C7A3748E27}"/>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7C6F9BD6-C48A-48EA-A7DA-BA30D5F22EB0}"/>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D32E94C4-0548-4C36-8975-3540B75869FC}"/>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F10E26C5-635C-43AB-8EAD-AD3E11525E3E}"/>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5159A15A-B8D0-4146-8C9F-2DFC5C6848FE}"/>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76311496-D611-4E7E-AD3C-E93B48504E06}"/>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72D48597-3A71-419B-8460-9757F4A0E53A}"/>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AEEF9EA1-6D9A-477D-9DF4-7AF332E2EFFD}"/>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6DFCA5BA-11AB-4DFF-B849-25DE0FBF1E06}"/>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FEB09709-7743-4947-97F6-47958B3AA5B4}"/>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1409EC13-0212-4715-8710-44AFFBCF58C7}"/>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09507DCF-8932-4221-A21E-538A7E1B512E}"/>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84773784-2F59-4E28-8ED3-BFCFD70B77E7}"/>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B045EB8E-743C-4535-8BFE-BE0623259638}"/>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233673BB-480F-491A-BA74-5E01D18323A2}"/>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E6F2C03C-4A81-466C-AD1E-C3832E731B7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41175598"/>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F3F9266-497D-4D81-87E8-B7AB849AF05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913BFD9E-DBA7-4A93-A439-B2A7D8538C9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DD853750-2FB3-4C09-BE10-E322C6332C2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BF778A78-F2A0-4A04-A91D-ABEFA7202E8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DAC168B-D5BF-4331-9071-A734999ADB25}"/>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91267FC9-2C18-4681-A046-097191FFB30D}"/>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3E429BE-FE41-4178-83C4-FC3198C5B34B}"/>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AFC4FD2A-44D8-4DC4-BE7A-80D3B09C492A}"/>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ADF4B6E9-AA58-4994-91E0-BA8B0F3C3959}"/>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9F8C0B6F-03AF-4E51-A151-06CBFAD3893F}"/>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73C89253-FB9C-4E61-969F-24C1C0FDAD91}"/>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E299050-25BC-4127-BEDE-64972733D7F7}"/>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66803A85-CE66-48E0-8269-BE6D90A78EA5}"/>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7A989DD9-918F-4A40-A4ED-591D775FB457}"/>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E72E43E0-C994-4980-8944-B507943A2716}"/>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F00F05EC-4D19-471B-ADA5-146E693319E6}"/>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C51D8584-12EE-41D7-B3A4-7DF8524223FA}"/>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EE10762A-1C5C-4A28-A8B3-B961C38D6881}"/>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5FBEDC5D-FD2D-43BA-A489-EB7BBF0481E3}"/>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140F7988-1BC8-4A77-99D8-60182A8AC2F7}"/>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DDB66698-5C68-4BB8-830B-E05A853FA165}"/>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212B3818-E0CA-4F13-B1F9-F1F6747C833C}"/>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99332D3-7A89-43C8-B671-4EF1FDD7E395}"/>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882ECFEB-177D-4E4B-B646-46505A5C72A5}"/>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917757BD-7EE0-4C30-98C6-C0227C18DD99}"/>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DD859A48-A92A-425B-AF73-EE71A2AC9E5B}"/>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5432366E-0399-4D39-AE92-4F01D6EE3F09}"/>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DB9CF544-F39E-4FE9-97CD-0B8AFCA6D117}"/>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F817FC96-3E05-4E1C-9291-6170211FB233}"/>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73FC07FA-7890-4CC3-89AE-972806752D96}"/>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525B3855-04D2-4327-95D8-606461C99626}"/>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08FA4589-E483-467B-A444-4472FC1B2C14}"/>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FDF1EE64-9FB3-4181-A011-8CB1E23657CB}"/>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72A5D840-5767-4809-A5A8-C54C8DF29992}"/>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C941623F-4133-4D08-9547-6A73115BEAC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72771998"/>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3D6F41E-E6FE-4C6B-860A-F2D8696E057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954A5656-C11D-499D-9F82-FA2FE3282D9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F9751318-B964-40A9-85B3-06CECBB8D35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B2CFA5F3-F692-4D12-8795-99520E6E638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AC35ABE-5E21-4E04-8335-5A8A65F9B846}"/>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D319F2D1-C28C-48B5-A0AB-C9ADAAF8414A}"/>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C8B78C2-47E9-46F8-9C33-2BE6292CFE68}"/>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232A1538-72D1-44B1-B3BD-C052299CB60A}"/>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1603872E-A751-42C6-A70E-0F58141299DC}"/>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7BFD51FB-0392-492E-AD72-AA75010BBBFD}"/>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2386C8F-AD34-45EF-878E-D7E795B69A90}"/>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6DD8B9B1-B240-4305-9B90-DD5AB7179826}"/>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E5F14A59-F1C2-4129-A31E-8B495D9F32C1}"/>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676FC26D-D012-4DA6-9201-52485AC5EB15}"/>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8E368D6-BCC1-402B-A7AA-845728DBDF30}"/>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E5644C10-2A7D-4EEB-9606-1ADA15834AE3}"/>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4B8FF6C2-FA9A-4E54-B800-476DE3F68A74}"/>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6C4ECE3E-E3F3-45A5-A663-036067BF1827}"/>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0FE3FD0E-53EB-49C8-8CC6-D9AD623769B4}"/>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AE71F0FA-7AB9-48DB-A2B7-3697A74E897C}"/>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D5175044-4EFE-4600-ABF6-B90EDEC3C472}"/>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CE53840C-8980-46D5-AB4D-560F8685DE26}"/>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D96D524D-94E5-4D39-B7BB-F76CD32A9486}"/>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6889E23D-EB84-489F-A7E2-CECB7D8BF3C2}"/>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CECF0E4A-E834-4D14-BC43-CCBBA6FCA16B}"/>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8EC199A8-F46C-446A-8471-BE56E569BB5C}"/>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D91967E3-6758-4639-B8B3-1199EE6E9DE9}"/>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410AEEB2-3798-4255-A626-3C55BFF1E6EA}"/>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208D0368-7610-4E22-ADA1-FACC53FC5C5F}"/>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7002972B-A7CE-42C7-831F-70EC6B84963E}"/>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02DF2F0B-A4DC-4613-93CE-7729017BFC78}"/>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EF12AEA2-CF03-4EF3-9719-633C8B0EAF8B}"/>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D40FB76B-EA2C-41F3-A19F-C361B15908AA}"/>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50B264E1-1CD1-4E56-AF2F-31C92B4A7894}"/>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148C9AAD-66A8-49A5-B86E-8D3AEF00695F}"/>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9D0355A9-268E-4805-993B-2419FD53571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45311695"/>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85AAEC9-A70B-4518-824A-FBC20773517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FD506DFE-5F41-4133-9DA6-6FD686C775B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F232630B-856A-4263-8501-B52D912EF78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DE432A83-CB96-4308-8325-C8D5B1AA489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76779C1-F2D1-4595-989A-D354F86E339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87633C94-1AE3-447C-8454-ED38D835AA7F}"/>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18C37A9-A92A-4E84-8A69-C884F38559D2}"/>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DE09AAAE-DE74-4BAA-A4B1-286608ACA96F}"/>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C76F7F73-D03B-4AA8-B7CE-D8152DB69427}"/>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C184EF66-5EB5-40F7-BFAB-69ACBB9FD12A}"/>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5A0CD32-D8E0-4169-93FA-9FF1F00FFF5C}"/>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E2FA7676-2D7E-41E7-A6BD-6A9AB7F480A4}"/>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538778C9-5F67-4D53-A957-A0A8C5BF64BC}"/>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444B16B1-A62B-4433-ABBF-27D79454EF19}"/>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BC4C9B0-C90E-480C-B52F-056AABC2248B}"/>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E1959A4F-3B62-4518-8F98-C8F7F586514F}"/>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402B2AC7-0B96-44DD-A2BF-8D28D1D2D27D}"/>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E2CB48E3-01E3-41BD-BAB7-DE513E1C2114}"/>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B04DD2E2-DDDC-49A9-8871-0626279FF269}"/>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70C30A6F-ED86-48B7-A9D7-D1F29E2CD5A3}"/>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0E4930F3-A476-4AA5-ACB7-447A907D2E7B}"/>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1402F74C-0EB2-47E3-BA2A-73DD5587D39A}"/>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B7B64682-D0A3-4D20-B775-A6E9011E07D1}"/>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2BA721C3-0E0C-4A67-B54E-55A54A084225}"/>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5BC0E2D9-70AB-4ADC-864F-EA2C45D53E05}"/>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0370BF02-1C23-47B4-BB93-1D75B7D3EA15}"/>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73238663-4654-488E-9C76-8E1365235787}"/>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C671E3DC-BCF1-4B8F-A0D3-A3CBE608591B}"/>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7BF1B960-AC59-4646-BA92-F66E936FE6E1}"/>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D73BAF7A-B830-4312-8C78-B860E8021285}"/>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DC70399A-F1B3-4481-AF18-37F32B07FA7C}"/>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3F3C4E96-A3F4-482D-BE09-112B1C616083}"/>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E45676BE-FFC8-4E96-88D3-3CC2E1F681C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443270501"/>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9C806EC-E06A-4A22-A979-300CE904103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9E1A0D41-BAF8-474A-8E6C-4939D050382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F1DE96DB-1252-41A8-B1A1-2107A954422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49725411-B916-4583-8FDB-E558F0F5283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3570CE4-1845-415F-8C77-3FD3FABD65AA}"/>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16709648-42BE-4F62-820A-590501CF179F}"/>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A014948-805B-477D-A5B6-5396E8C2BF1D}"/>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ABDB20AE-F72A-4430-A9A3-C5C3FA5D697F}"/>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C5B5653-B113-453B-8D86-DD0AD87C2D35}"/>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8A629BBC-7A9A-4C1B-A138-C046B87BE33D}"/>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E8E540-0871-4780-B86D-5F83B01D6119}"/>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0E431B04-58FA-4CC8-B6CC-AEC89C98CF24}"/>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0D339F-A5EF-4DE9-8ACE-2893D4DD4CCD}"/>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D573B9FB-BCB6-4D1E-AD18-0C7B8BE0FBF5}"/>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935F405-D700-41CD-A608-D090C3840780}"/>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A0D44E0B-E305-444B-8E9D-0D8ED1491509}"/>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6AAD4A-8DE3-4A8F-9742-30A945AC24E4}"/>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618A0C92-0246-471E-9904-F22391CBB83A}"/>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4CDD8BE-3691-48A8-958D-5DE6E5491848}"/>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9E32C3D6-44DB-451A-A01F-2474B84CC431}"/>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EDE2FC20-CB58-44A5-AABD-47465F07CDE8}"/>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2C1539B3-2407-4DDE-9FE1-1EF266BE3B04}"/>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6F6B3BD3-146A-4798-A404-37D70BBDF90B}"/>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5238F2E3-BA99-44B4-B05A-AA9A9BFB639F}"/>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6730178C-26DB-4C74-B960-7C9D0B050078}"/>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910D091B-A789-468B-BE79-83F47222CB3C}"/>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151C029F-A817-4523-BB0F-9E6C060CB79E}"/>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A3FDB9F7-5BE8-447B-AADB-663137723AC4}"/>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ACC3E8A5-9374-4A77-8A79-5FEC75452B5C}"/>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0C4DB3A9-8F39-4EFD-8F0E-D250EB786093}"/>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F9A2F6EF-4ED1-4391-B26C-5A7E1024D4DF}"/>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E925945E-DF20-4D29-88F0-0DD8186D54B1}"/>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4693E2D1-EC3A-4E15-88B7-F3FD619A5027}"/>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F13D4820-5A57-41A5-ADAB-9CF13CFC2062}"/>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85ECC3E0-CDC9-4A16-8D8D-3875C7D4BD6E}"/>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E39FFCF9-ACFD-451E-AAAB-89AF143E027A}"/>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E0BB0CBB-D83E-408E-9C62-C09C05384FC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97885186"/>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EF95385-248E-407D-B070-E2A4F98BEA5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87FCC4DE-D652-4D6A-9378-A622854BD3F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B68B207A-A363-4393-8CC2-F2EF7DBC0A4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699BBA14-46B8-4CCC-AE16-74F5C13677B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C4D23E6-CC70-43DC-A9CB-C78A959E8D8B}"/>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6B652E5A-266A-4C1F-921F-DD18625A4B26}"/>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1FF0424-1871-40DA-9FE4-820B4DE50F03}"/>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D3B59C99-0112-4326-AC77-0B60D9A18961}"/>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CF26BF64-9744-46A8-8BE4-8A7FCDDADF75}"/>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99C15E73-AC41-40CF-8AB5-2D2EEE3D1A39}"/>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30D2966-E6B8-40A7-B7BF-EF6660AA96A8}"/>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03AF59B8-DBF0-4339-BCF1-F1EC6596E13C}"/>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C49000F2-BC1D-4A12-B170-230B1C514E83}"/>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796E2FD4-24F5-482A-BEEC-B57AC0A66A5B}"/>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439A38D-CF57-4A9D-BEA4-1B29703A06AD}"/>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64604B22-3B67-4E04-A852-C86ED41B9EC7}"/>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3FD0EFCD-C523-4440-B6F6-F65A72279902}"/>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3C7E52CA-9E59-4DE7-AFBB-FB244C60ECF6}"/>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B646A14C-F034-462A-B6D0-AD5C5BC43BCE}"/>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96D956C0-8CAA-4DDD-AD08-A4626FECE633}"/>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9F47586E-D221-4BD1-987E-C589B5226D5E}"/>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4C448187-BD9B-43EF-9670-952F8BCDE2AA}"/>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468F56CC-49CF-4D85-9443-53CD418F90E9}"/>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CE853526-7228-474A-A63E-57E7DB81F7C4}"/>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95002EED-6289-433C-802C-9B5B3F14353B}"/>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7A31192D-D5FF-40B0-9A07-C1799895A5B1}"/>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11B8A33C-A167-4FD3-9B4D-90B50FC60AA3}"/>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9D186227-6981-44A6-AA6F-583A4FEBF85A}"/>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C4629F68-4B68-4590-BA56-07D96B80648D}"/>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CE250DCD-62B3-4CD1-90D2-0C6EADBBA5D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3751077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2026-10-19T10:19:10.0740000Z</dcterms:created>
  <dcterms:modified xsi:type="dcterms:W3CDTF">2026-10-19T10:19:10.0740000Z</dcterms:modified>
</coreProperties>
</file>