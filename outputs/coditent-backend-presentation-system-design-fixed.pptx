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30e1d0c89e45f0" /><Relationship Type="http://schemas.openxmlformats.org/officeDocument/2006/relationships/extended-properties" Target="/docProps/app.xml" Id="R44e130ac46ff4d77" /><Relationship Type="http://schemas.openxmlformats.org/officeDocument/2006/relationships/officeDocument" Target="/ppt/presentation.xml" Id="Rc5ef29af18644a7e" /></Relationships>
</file>

<file path=ppt/presentation.xml><?xml version="1.0" encoding="utf-8"?>
<p:presentation xmlns:p="http://schemas.openxmlformats.org/presentationml/2006/main">
  <p:sldMasterIdLst>
    <p:sldMasterId xmlns:r="http://schemas.openxmlformats.org/officeDocument/2006/relationships" id="2147483648" r:id="R56dab95bb3ff4285"/>
  </p:sldMasterIdLst>
  <p:notesMasterIdLst>
    <p:notesMasterId xmlns:r="http://schemas.openxmlformats.org/officeDocument/2006/relationships" r:id="R240b3d507e7f41a2"/>
  </p:notesMasterIdLst>
  <p:sldIdLst>
    <p:sldId xmlns:r="http://schemas.openxmlformats.org/officeDocument/2006/relationships" id="256" r:id="R3186126f890f409e"/>
    <p:sldId xmlns:r="http://schemas.openxmlformats.org/officeDocument/2006/relationships" id="257" r:id="R6477475a55294f2c"/>
    <p:sldId xmlns:r="http://schemas.openxmlformats.org/officeDocument/2006/relationships" id="258" r:id="Rb8e82aa6710f4614"/>
    <p:sldId xmlns:r="http://schemas.openxmlformats.org/officeDocument/2006/relationships" id="259" r:id="R7b3af3f3f6894e85"/>
    <p:sldId xmlns:r="http://schemas.openxmlformats.org/officeDocument/2006/relationships" id="260" r:id="R02ab20a6b8e84121"/>
    <p:sldId xmlns:r="http://schemas.openxmlformats.org/officeDocument/2006/relationships" id="261" r:id="R16615132e4e74547"/>
    <p:sldId xmlns:r="http://schemas.openxmlformats.org/officeDocument/2006/relationships" id="262" r:id="R0a42b3f682414b2b"/>
    <p:sldId xmlns:r="http://schemas.openxmlformats.org/officeDocument/2006/relationships" id="263" r:id="Rd3e2f4fbe72b48ce"/>
    <p:sldId xmlns:r="http://schemas.openxmlformats.org/officeDocument/2006/relationships" id="264" r:id="R0998a66ff6b040a5"/>
    <p:sldId xmlns:r="http://schemas.openxmlformats.org/officeDocument/2006/relationships" id="265" r:id="R41dc98f8df1f45a4"/>
    <p:sldId xmlns:r="http://schemas.openxmlformats.org/officeDocument/2006/relationships" id="266" r:id="Rc693f74b707f435b"/>
    <p:sldId xmlns:r="http://schemas.openxmlformats.org/officeDocument/2006/relationships" id="267" r:id="Rc13f8514a0674293"/>
    <p:sldId xmlns:r="http://schemas.openxmlformats.org/officeDocument/2006/relationships" id="268" r:id="R4dc56296c44d4642"/>
    <p:sldId xmlns:r="http://schemas.openxmlformats.org/officeDocument/2006/relationships" id="269" r:id="R00c687ac32154127"/>
    <p:sldId xmlns:r="http://schemas.openxmlformats.org/officeDocument/2006/relationships" id="270" r:id="Rda3a3cd6d8494808"/>
    <p:sldId xmlns:r="http://schemas.openxmlformats.org/officeDocument/2006/relationships" id="271" r:id="R9d30730d044f4db3"/>
    <p:sldId xmlns:r="http://schemas.openxmlformats.org/officeDocument/2006/relationships" id="272" r:id="Rfa799063e55a4f4e"/>
    <p:sldId xmlns:r="http://schemas.openxmlformats.org/officeDocument/2006/relationships" id="273" r:id="R1e3f4736737a4175"/>
    <p:sldId xmlns:r="http://schemas.openxmlformats.org/officeDocument/2006/relationships" id="274" r:id="Ra75bf61eaed246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9e69109269468c" /><Relationship Type="http://schemas.openxmlformats.org/officeDocument/2006/relationships/slideMaster" Target="/ppt/slideMasters/slideMaster1.xml" Id="R56dab95bb3ff4285" /><Relationship Type="http://schemas.openxmlformats.org/officeDocument/2006/relationships/notesMaster" Target="/ppt/notesMasters/notesMaster1.xml" Id="R240b3d507e7f41a2" /><Relationship Type="http://schemas.openxmlformats.org/officeDocument/2006/relationships/presProps" Target="/ppt/presProps.xml" Id="R7e3bcb0dd4cc40b4" /><Relationship Type="http://schemas.openxmlformats.org/officeDocument/2006/relationships/tableStyles" Target="/ppt/tableStyles.xml" Id="R075cb3b7eb554ae2" /><Relationship Type="http://schemas.openxmlformats.org/officeDocument/2006/relationships/slide" Target="/ppt/slides/slide1.xml" Id="R3186126f890f409e" /><Relationship Type="http://schemas.openxmlformats.org/officeDocument/2006/relationships/slide" Target="/ppt/slides/slide2.xml" Id="R6477475a55294f2c" /><Relationship Type="http://schemas.openxmlformats.org/officeDocument/2006/relationships/slide" Target="/ppt/slides/slide3.xml" Id="Rb8e82aa6710f4614" /><Relationship Type="http://schemas.openxmlformats.org/officeDocument/2006/relationships/slide" Target="/ppt/slides/slide4.xml" Id="R7b3af3f3f6894e85" /><Relationship Type="http://schemas.openxmlformats.org/officeDocument/2006/relationships/slide" Target="/ppt/slides/slide5.xml" Id="R02ab20a6b8e84121" /><Relationship Type="http://schemas.openxmlformats.org/officeDocument/2006/relationships/slide" Target="/ppt/slides/slide6.xml" Id="R16615132e4e74547" /><Relationship Type="http://schemas.openxmlformats.org/officeDocument/2006/relationships/slide" Target="/ppt/slides/slide7.xml" Id="R0a42b3f682414b2b" /><Relationship Type="http://schemas.openxmlformats.org/officeDocument/2006/relationships/slide" Target="/ppt/slides/slide8.xml" Id="Rd3e2f4fbe72b48ce" /><Relationship Type="http://schemas.openxmlformats.org/officeDocument/2006/relationships/slide" Target="/ppt/slides/slide9.xml" Id="R0998a66ff6b040a5" /><Relationship Type="http://schemas.openxmlformats.org/officeDocument/2006/relationships/slide" Target="/ppt/slides/slide10.xml" Id="R41dc98f8df1f45a4" /><Relationship Type="http://schemas.openxmlformats.org/officeDocument/2006/relationships/slide" Target="/ppt/slides/slide11.xml" Id="Rc693f74b707f435b" /><Relationship Type="http://schemas.openxmlformats.org/officeDocument/2006/relationships/slide" Target="/ppt/slides/slide12.xml" Id="Rc13f8514a0674293" /><Relationship Type="http://schemas.openxmlformats.org/officeDocument/2006/relationships/slide" Target="/ppt/slides/slide13.xml" Id="R4dc56296c44d4642" /><Relationship Type="http://schemas.openxmlformats.org/officeDocument/2006/relationships/slide" Target="/ppt/slides/slide14.xml" Id="R00c687ac32154127" /><Relationship Type="http://schemas.openxmlformats.org/officeDocument/2006/relationships/slide" Target="/ppt/slides/slide15.xml" Id="Rda3a3cd6d8494808" /><Relationship Type="http://schemas.openxmlformats.org/officeDocument/2006/relationships/slide" Target="/ppt/slides/slide16.xml" Id="R9d30730d044f4db3" /><Relationship Type="http://schemas.openxmlformats.org/officeDocument/2006/relationships/slide" Target="/ppt/slides/slide17.xml" Id="Rfa799063e55a4f4e" /><Relationship Type="http://schemas.openxmlformats.org/officeDocument/2006/relationships/slide" Target="/ppt/slides/slide18.xml" Id="R1e3f4736737a4175" /><Relationship Type="http://schemas.openxmlformats.org/officeDocument/2006/relationships/slide" Target="/ppt/slides/slide19.xml" Id="Ra75bf61eaed246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0c10ba5a4242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7318be75944cc6" /><Relationship Type="http://schemas.openxmlformats.org/officeDocument/2006/relationships/notesMaster" Target="/ppt/notesMasters/notesMaster1.xml" Id="R38738e0a4afb47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30685c0f9e49ff" /><Relationship Type="http://schemas.openxmlformats.org/officeDocument/2006/relationships/notesMaster" Target="/ppt/notesMasters/notesMaster1.xml" Id="R4cebd00432084f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2ddd402be643d4" /><Relationship Type="http://schemas.openxmlformats.org/officeDocument/2006/relationships/notesMaster" Target="/ppt/notesMasters/notesMaster1.xml" Id="R9a392d74fc234b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47033d5c5e452d" /><Relationship Type="http://schemas.openxmlformats.org/officeDocument/2006/relationships/notesMaster" Target="/ppt/notesMasters/notesMaster1.xml" Id="R8c1501b9d4c34f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3e034998cb4e73" /><Relationship Type="http://schemas.openxmlformats.org/officeDocument/2006/relationships/notesMaster" Target="/ppt/notesMasters/notesMaster1.xml" Id="Rbcb567672f4b40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ce0e3a8e584b15" /><Relationship Type="http://schemas.openxmlformats.org/officeDocument/2006/relationships/notesMaster" Target="/ppt/notesMasters/notesMaster1.xml" Id="R58ca0c1170264d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7662008d5d40a2" /><Relationship Type="http://schemas.openxmlformats.org/officeDocument/2006/relationships/notesMaster" Target="/ppt/notesMasters/notesMaster1.xml" Id="R13baee9adc4246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cdd26521dd4a21" /><Relationship Type="http://schemas.openxmlformats.org/officeDocument/2006/relationships/notesMaster" Target="/ppt/notesMasters/notesMaster1.xml" Id="Rea6831acede04e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e6ca04ba374551" /><Relationship Type="http://schemas.openxmlformats.org/officeDocument/2006/relationships/notesMaster" Target="/ppt/notesMasters/notesMaster1.xml" Id="Ra69895e0a54849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0d2d2a72554a29" /><Relationship Type="http://schemas.openxmlformats.org/officeDocument/2006/relationships/notesMaster" Target="/ppt/notesMasters/notesMaster1.xml" Id="Rd09cc8b888e647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42ef2f0b8643a6" /><Relationship Type="http://schemas.openxmlformats.org/officeDocument/2006/relationships/notesMaster" Target="/ppt/notesMasters/notesMaster1.xml" Id="R08825db054b645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7b8d2dc7f14d36" /><Relationship Type="http://schemas.openxmlformats.org/officeDocument/2006/relationships/notesMaster" Target="/ppt/notesMasters/notesMaster1.xml" Id="R6b11d0f1bea44e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63d19296a6433d" /><Relationship Type="http://schemas.openxmlformats.org/officeDocument/2006/relationships/notesMaster" Target="/ppt/notesMasters/notesMaster1.xml" Id="Rd2b3f42697724a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4e52a941df4b2f" /><Relationship Type="http://schemas.openxmlformats.org/officeDocument/2006/relationships/notesMaster" Target="/ppt/notesMasters/notesMaster1.xml" Id="R14e5a490f23b49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88740fc9af4ad5" /><Relationship Type="http://schemas.openxmlformats.org/officeDocument/2006/relationships/notesMaster" Target="/ppt/notesMasters/notesMaster1.xml" Id="R41db5a7e918343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3c94c179f04704" /><Relationship Type="http://schemas.openxmlformats.org/officeDocument/2006/relationships/notesMaster" Target="/ppt/notesMasters/notesMaster1.xml" Id="R3a89179ec2ec41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fcd736aa9b4e27" /><Relationship Type="http://schemas.openxmlformats.org/officeDocument/2006/relationships/notesMaster" Target="/ppt/notesMasters/notesMaster1.xml" Id="R4f4364b251364c0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307bf992ee4f1e" /><Relationship Type="http://schemas.openxmlformats.org/officeDocument/2006/relationships/notesMaster" Target="/ppt/notesMasters/notesMaster1.xml" Id="Rb5bbdd2ca55747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8011e931d54d1f" /><Relationship Type="http://schemas.openxmlformats.org/officeDocument/2006/relationships/notesMaster" Target="/ppt/notesMasters/notesMaster1.xml" Id="R497fbee2fc724a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numbers as evidence of scope, not as vanity metrics. The repository contains 18 domain routers, 163 route decorators, 29 SQLAlchemy models, 46 Alembic migrations, 53 test files, and 365 test functions at the time this deck was generated. Explain that the important point is the variety of responsibilities: identity, hiring workflows, real-time communication, background jobs, data privacy, and production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paths separately. In the request path, Nginx terminates HTTPS and FastAPI validates identity, permissions, and business rules before using PostgreSQL or private storage. In the background path, the API commits durable outbox rows before Redis and Celery coordinate delivery to Gemini or Resend. In the real-time path, a short-lived socket ticket reaches an authorized WebSocket endpoint, PostgreSQL stores message history, and Redis distributes presence and messages across API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concerns. Routers should remain thin and focus on transport. Dependencies resolve identity and shared request context. Services own business decisions so the same rule can be reused by HTTP routes, WebSockets, workers, and tests. Models and migrations enforce durable invariants. Workers isolate slow external systems from the API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Authentication accepts a bearer token or secure access cookie, verifies the JWT, checks session revocation, and loads the current user. Mutating cookie requests also require Origin and double-submit CSRF validation. Authorization checks role, tenant, and ownership. The service applies business rules inside a transaction, and response models prevent accidental data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entity. It connects one candidate to one offer and carries the recruitment stage and CV snapshot. Interviews, chat, screening results, and notifications relate to that workflow. Foreign keys and unique constraints provide a second layer of protection beyond Python code. Alembic makes schema changes explicit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what happens when requests race. Application checks are necessary but not sufficient. Database constraints reject invalid final states. Transactions group related updates. Row locks protect state-machine transitions. Skip-locked claiming lets multiple workers process different jobs without blocking one another. Idempotency keys make retries safe. The application keeps a CV snapshot so later CV edits do not silently rewrite hiring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carry a session ID and authorization version, but protected routes still load current user state. Redis is a fast revocation cache while PostgreSQL remains durable truth, so revoked sessions stay rejected even if Redis is unavailable. Sensitive changes increment auth_version, invalidating old credentials. Two-factor challenges use atomic consumption to prevent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could lose work when the API restarts. CODITENT writes durable job state first. Jobs carry a unique dedupe key, retry state, availability time, lease deadline, and lease owner. The dispatcher recovers expired leases; workers heartbeat while processing; the final update checks lease ownership before committing.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Email is a separate reliability problem from the user request. The same transaction that changes the domain state creates an EmailDelivery row, so the intent is durable. The payload is encrypted, and a unique dedupe key prevents duplicate business messages. Workers claim rows with skip-locked row locking, deliver through Resend with a provider idempotency key, and apply bounded retry delays from 30 seconds to one hour.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d931621acd40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7d556950de48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a34ed628aa48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d52913e0094e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d9cdeb5c224b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30b7bc2a3d46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20B71E-5EBF-4FD9-B0FA-6F4FC3033C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746A7E-4F0F-4E61-9AA3-3AEEF2488F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CAABA8-D64E-4549-9C46-B4F2EB4320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6D7860-65C7-436A-B74A-D5DF5CB654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9473F1-8E80-4C04-BF24-80352FFD84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D739FC-B943-4718-9CA6-36AFD5599D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77B232-C3E7-44F6-B5F8-0791FAC624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014A92-493D-405E-AB3A-D98EF87170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483CA5-6DF5-4B19-A0EF-7CEDB6540F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957B19-D8C3-4523-B845-C6F9A8572A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5449cd2ed442bd" /><Relationship Type="http://schemas.openxmlformats.org/officeDocument/2006/relationships/slideLayout" Target="/ppt/slideLayouts/slideLayout1.xml" Id="R9f4ebe98a7ee4ad7" /><Relationship Type="http://schemas.openxmlformats.org/officeDocument/2006/relationships/slideLayout" Target="/ppt/slideLayouts/slideLayout2.xml" Id="Rd08c842350da4f76" /><Relationship Type="http://schemas.openxmlformats.org/officeDocument/2006/relationships/slideLayout" Target="/ppt/slideLayouts/slideLayout3.xml" Id="R871126c88e0c4260" /><Relationship Type="http://schemas.openxmlformats.org/officeDocument/2006/relationships/slideLayout" Target="/ppt/slideLayouts/slideLayout4.xml" Id="Ra45314f9aa694e05" /><Relationship Type="http://schemas.openxmlformats.org/officeDocument/2006/relationships/slideLayout" Target="/ppt/slideLayouts/slideLayout5.xml" Id="R6ad3ee2a82b54106" /><Relationship Type="http://schemas.openxmlformats.org/officeDocument/2006/relationships/slideLayout" Target="/ppt/slideLayouts/slideLayout6.xml" Id="Ra0fe8832f5e84c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4ebe98a7ee4ad7"/>
    <p:sldLayoutId xmlns:r="http://schemas.openxmlformats.org/officeDocument/2006/relationships" id="2147483650" r:id="Rd08c842350da4f76"/>
    <p:sldLayoutId xmlns:r="http://schemas.openxmlformats.org/officeDocument/2006/relationships" id="2147483651" r:id="R871126c88e0c4260"/>
    <p:sldLayoutId xmlns:r="http://schemas.openxmlformats.org/officeDocument/2006/relationships" id="2147483652" r:id="Ra45314f9aa694e05"/>
    <p:sldLayoutId xmlns:r="http://schemas.openxmlformats.org/officeDocument/2006/relationships" id="2147483653" r:id="R6ad3ee2a82b54106"/>
    <p:sldLayoutId xmlns:r="http://schemas.openxmlformats.org/officeDocument/2006/relationships" id="2147483654" r:id="Ra0fe8832f5e84c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c329620fc64e3d" /><Relationship Type="http://schemas.openxmlformats.org/officeDocument/2006/relationships/image" Target="/ppt/media/image.png" Id="R1dceb4abc9f6424d" /><Relationship Type="http://schemas.openxmlformats.org/officeDocument/2006/relationships/notesSlide" Target="/ppt/notesSlides/notesSlide1.xml" Id="Rcdae880df5c645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bee861be694ce6" /><Relationship Type="http://schemas.openxmlformats.org/officeDocument/2006/relationships/notesSlide" Target="/ppt/notesSlides/notesSlide2.xml" Id="R8ea7330d876443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1ff3412ddd4b70" /><Relationship Type="http://schemas.openxmlformats.org/officeDocument/2006/relationships/notesSlide" Target="/ppt/notesSlides/notesSlide3.xml" Id="R26ee923bd3d04b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31ab13f44a4ba3" /><Relationship Type="http://schemas.openxmlformats.org/officeDocument/2006/relationships/notesSlide" Target="/ppt/notesSlides/notesSlide4.xml" Id="Rc3f2af0785514a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6ec5ebb68c4767" /><Relationship Type="http://schemas.openxmlformats.org/officeDocument/2006/relationships/notesSlide" Target="/ppt/notesSlides/notesSlide5.xml" Id="R9effbd8fd5fd41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305354a7d742e1" /><Relationship Type="http://schemas.openxmlformats.org/officeDocument/2006/relationships/notesSlide" Target="/ppt/notesSlides/notesSlide6.xml" Id="Rc751d120516b47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9d8da5539c4bff" /><Relationship Type="http://schemas.openxmlformats.org/officeDocument/2006/relationships/notesSlide" Target="/ppt/notesSlides/notesSlide7.xml" Id="Rcbd4374ccc5746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d8f19267e034ffb" /><Relationship Type="http://schemas.openxmlformats.org/officeDocument/2006/relationships/notesSlide" Target="/ppt/notesSlides/notesSlide8.xml" Id="Rbfe8c7e8d9d74d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0e7854a6834455" /><Relationship Type="http://schemas.openxmlformats.org/officeDocument/2006/relationships/notesSlide" Target="/ppt/notesSlides/notesSlide9.xml" Id="Re18823c0739749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9859a63c12140f9" /><Relationship Type="http://schemas.openxmlformats.org/officeDocument/2006/relationships/notesSlide" Target="/ppt/notesSlides/notesSlide10.xml" Id="Rdd58b0c22bc644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11baf7e75524c49" /><Relationship Type="http://schemas.openxmlformats.org/officeDocument/2006/relationships/notesSlide" Target="/ppt/notesSlides/notesSlide11.xml" Id="R0701dabae0ab4c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22772d5187342c0" /><Relationship Type="http://schemas.openxmlformats.org/officeDocument/2006/relationships/notesSlide" Target="/ppt/notesSlides/notesSlide12.xml" Id="R08e35fa0997b4e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5b9478436d248fe" /><Relationship Type="http://schemas.openxmlformats.org/officeDocument/2006/relationships/notesSlide" Target="/ppt/notesSlides/notesSlide13.xml" Id="R49f319032d3a46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19aed616d964fca" /><Relationship Type="http://schemas.openxmlformats.org/officeDocument/2006/relationships/notesSlide" Target="/ppt/notesSlides/notesSlide14.xml" Id="R185157312e164c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f8820e2f10f4e35" /><Relationship Type="http://schemas.openxmlformats.org/officeDocument/2006/relationships/notesSlide" Target="/ppt/notesSlides/notesSlide15.xml" Id="R0a136fe60ea543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ebfd1b2c4a14746" /><Relationship Type="http://schemas.openxmlformats.org/officeDocument/2006/relationships/notesSlide" Target="/ppt/notesSlides/notesSlide16.xml" Id="Rdca1cec693ea4b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74a28607f024793" /><Relationship Type="http://schemas.openxmlformats.org/officeDocument/2006/relationships/notesSlide" Target="/ppt/notesSlides/notesSlide17.xml" Id="Ra781049cb56347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3f584d30b45447e" /><Relationship Type="http://schemas.openxmlformats.org/officeDocument/2006/relationships/notesSlide" Target="/ppt/notesSlides/notesSlide18.xml" Id="Re97ffa9f0a4342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e480c751f704a17" /><Relationship Type="http://schemas.openxmlformats.org/officeDocument/2006/relationships/notesSlide" Target="/ppt/notesSlides/notesSlide19.xml" Id="R53f486a92123496a"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AB8D632-18F7-42AD-931D-16BF47DE8DBB}"/>
              </a:ext>
            </a:extLst>
          </p:cNvPr>
          <p:cNvPicPr>
            <a:picLocks xmlns:a="http://schemas.openxmlformats.org/drawingml/2006/main" noChangeAspect="1"/>
          </p:cNvPicPr>
          <p:nvPr/>
        </p:nvPicPr>
        <p:blipFill>
          <a:blip xmlns:r="http://schemas.openxmlformats.org/officeDocument/2006/relationships" xmlns:a="http://schemas.openxmlformats.org/drawingml/2006/main" r:embed="R1dceb4abc9f6424d"/>
          <a:srcRect xmlns:a="http://schemas.openxmlformats.org/drawingml/2006/main" l="3819" t="0" r="381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AA8466-6DC8-43EB-B950-27291FD36213}"/>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oundRect">
            <a:avLst>
              <a:gd name="adj" fmla="val 1846"/>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A1271FAC-8B0A-42F8-858A-8BBC33AA3DAB}"/>
              </a:ext>
            </a:extLst>
          </p:cNvPr>
          <p:cNvSpPr>
            <a:spLocks xmlns:a="http://schemas.openxmlformats.org/drawingml/2006/main" noGrp="1"/>
          </p:cNvSpPr>
          <p:nvPr/>
        </p:nvSpPr>
        <p:spPr>
          <a:xfrm xmlns:a="http://schemas.openxmlformats.org/drawingml/2006/main">
            <a:off x="685800" y="666750"/>
            <a:ext cx="51435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5DF804E0-35ED-4814-AE61-63E8EB293C24}"/>
              </a:ext>
            </a:extLst>
          </p:cNvPr>
          <p:cNvSpPr>
            <a:spLocks xmlns:a="http://schemas.openxmlformats.org/drawingml/2006/main" noGrp="1"/>
          </p:cNvSpPr>
          <p:nvPr/>
        </p:nvSpPr>
        <p:spPr>
          <a:xfrm xmlns:a="http://schemas.openxmlformats.org/drawingml/2006/main">
            <a:off x="685800" y="857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5133925A-62CD-495B-8698-A23D561E913E}"/>
              </a:ext>
            </a:extLst>
          </p:cNvPr>
          <p:cNvSpPr>
            <a:spLocks xmlns:a="http://schemas.openxmlformats.org/drawingml/2006/main" noGrp="1"/>
          </p:cNvSpPr>
          <p:nvPr/>
        </p:nvSpPr>
        <p:spPr>
          <a:xfrm xmlns:a="http://schemas.openxmlformats.org/drawingml/2006/main">
            <a:off x="685800" y="15811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414"/>
          </a:bodyPr>
          <a:lstStyle xmlns:a="http://schemas.openxmlformats.org/drawingml/2006/main">
            <a:defPPr algn="l">
              <a:defRPr sz="4950" b="0">
                <a:solidFill>
                  <a:srgbClr val="192B23"/>
                </a:solidFill>
                <a:latin typeface="Noto Serif"/>
                <a:ea typeface="Noto Serif"/>
                <a:cs typeface="Noto Serif"/>
              </a:defRPr>
            </a:defPPr>
            <a:lvl1pPr algn="l">
              <a:defRPr sz="4950" b="0">
                <a:solidFill>
                  <a:srgbClr val="192B23"/>
                </a:solidFill>
                <a:latin typeface="Noto Serif"/>
                <a:ea typeface="Noto Serif"/>
                <a:cs typeface="Noto Serif"/>
              </a:defRPr>
            </a:lvl1pPr>
            <a:lvl2pPr algn="l">
              <a:defRPr sz="4950" b="0">
                <a:solidFill>
                  <a:srgbClr val="192B23"/>
                </a:solidFill>
                <a:latin typeface="Noto Serif"/>
                <a:ea typeface="Noto Serif"/>
                <a:cs typeface="Noto Serif"/>
              </a:defRPr>
            </a:lvl2pPr>
            <a:lvl3pPr algn="l">
              <a:defRPr sz="4950" b="0">
                <a:solidFill>
                  <a:srgbClr val="192B23"/>
                </a:solidFill>
                <a:latin typeface="Noto Serif"/>
                <a:ea typeface="Noto Serif"/>
                <a:cs typeface="Noto Serif"/>
              </a:defRPr>
            </a:lvl3pPr>
            <a:lvl4pPr algn="l">
              <a:defRPr sz="4950" b="0">
                <a:solidFill>
                  <a:srgbClr val="192B23"/>
                </a:solidFill>
                <a:latin typeface="Noto Serif"/>
                <a:ea typeface="Noto Serif"/>
                <a:cs typeface="Noto Serif"/>
              </a:defRPr>
            </a:lvl4pPr>
            <a:lvl5pPr algn="l">
              <a:defRPr sz="4950" b="0">
                <a:solidFill>
                  <a:srgbClr val="192B23"/>
                </a:solidFill>
                <a:latin typeface="Noto Serif"/>
                <a:ea typeface="Noto Serif"/>
                <a:cs typeface="Noto Serif"/>
              </a:defRPr>
            </a:lvl5pPr>
            <a:lvl6pPr algn="l">
              <a:defRPr sz="4950" b="0">
                <a:solidFill>
                  <a:srgbClr val="192B23"/>
                </a:solidFill>
                <a:latin typeface="Noto Serif"/>
                <a:ea typeface="Noto Serif"/>
                <a:cs typeface="Noto Serif"/>
              </a:defRPr>
            </a:lvl6pPr>
            <a:lvl7pPr algn="l">
              <a:defRPr sz="4950" b="0">
                <a:solidFill>
                  <a:srgbClr val="192B23"/>
                </a:solidFill>
                <a:latin typeface="Noto Serif"/>
                <a:ea typeface="Noto Serif"/>
                <a:cs typeface="Noto Serif"/>
              </a:defRPr>
            </a:lvl7pPr>
            <a:lvl8pPr algn="l">
              <a:defRPr sz="4950" b="0">
                <a:solidFill>
                  <a:srgbClr val="192B23"/>
                </a:solidFill>
                <a:latin typeface="Noto Serif"/>
                <a:ea typeface="Noto Serif"/>
                <a:cs typeface="Noto Serif"/>
              </a:defRPr>
            </a:lvl8pPr>
            <a:lvl9pPr algn="l">
              <a:defRPr sz="4950" b="0">
                <a:solidFill>
                  <a:srgbClr val="192B23"/>
                </a:solidFill>
                <a:latin typeface="Noto Serif"/>
                <a:ea typeface="Noto Serif"/>
                <a:cs typeface="Noto Serif"/>
              </a:defRPr>
            </a:lvl9pPr>
          </a:lstStyle>
          <a:p xmlns:a="http://schemas.openxmlformats.org/drawingml/2006/main">
            <a:pPr algn="l">
              <a:defRPr sz="4950" b="0">
                <a:solidFill>
                  <a:srgbClr val="192B23"/>
                </a:solidFill>
                <a:latin typeface="Noto Serif"/>
                <a:ea typeface="Noto Serif"/>
                <a:cs typeface="Noto Serif"/>
              </a:defRPr>
            </a:pPr>
            <a:r>
              <a:rPr sz="4950" b="0">
                <a:solidFill>
                  <a:srgbClr val="192B23"/>
                </a:solidFill>
                <a:latin typeface="Noto Serif"/>
                <a:ea typeface="Noto Serif"/>
                <a:cs typeface="Noto Serif"/>
              </a:rPr>
              <a:t>CODITENT</a:t>
            </a:r>
          </a:p>
        </p:txBody>
      </p:sp>
      <p:sp>
        <p:nvSpPr>
          <p:cNvPr id="6" name="">
            <a:extLst xmlns:a="http://schemas.openxmlformats.org/drawingml/2006/main">
              <a:ext uri="{FF2B5EF4-FFF2-40B4-BE49-F238E27FC236}">
                <a16:creationId xmlns:a16="http://schemas.microsoft.com/office/drawing/2014/main" id="{E45AAF54-25D4-4D0B-9CCD-91C25F3E8B0D}"/>
              </a:ext>
            </a:extLst>
          </p:cNvPr>
          <p:cNvSpPr>
            <a:spLocks xmlns:a="http://schemas.openxmlformats.org/drawingml/2006/main" noGrp="1"/>
          </p:cNvSpPr>
          <p:nvPr/>
        </p:nvSpPr>
        <p:spPr>
          <a:xfrm xmlns:a="http://schemas.openxmlformats.org/drawingml/2006/main">
            <a:off x="723900" y="24003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75" b="0">
                <a:solidFill>
                  <a:srgbClr val="617369"/>
                </a:solidFill>
                <a:latin typeface="Noto Serif"/>
                <a:ea typeface="Noto Serif"/>
                <a:cs typeface="Noto Serif"/>
              </a:defRPr>
            </a:defPPr>
            <a:lvl1pPr algn="l">
              <a:defRPr sz="2475" b="0">
                <a:solidFill>
                  <a:srgbClr val="617369"/>
                </a:solidFill>
                <a:latin typeface="Noto Serif"/>
                <a:ea typeface="Noto Serif"/>
                <a:cs typeface="Noto Serif"/>
              </a:defRPr>
            </a:lvl1pPr>
            <a:lvl2pPr algn="l">
              <a:defRPr sz="2475" b="0">
                <a:solidFill>
                  <a:srgbClr val="617369"/>
                </a:solidFill>
                <a:latin typeface="Noto Serif"/>
                <a:ea typeface="Noto Serif"/>
                <a:cs typeface="Noto Serif"/>
              </a:defRPr>
            </a:lvl2pPr>
            <a:lvl3pPr algn="l">
              <a:defRPr sz="2475" b="0">
                <a:solidFill>
                  <a:srgbClr val="617369"/>
                </a:solidFill>
                <a:latin typeface="Noto Serif"/>
                <a:ea typeface="Noto Serif"/>
                <a:cs typeface="Noto Serif"/>
              </a:defRPr>
            </a:lvl3pPr>
            <a:lvl4pPr algn="l">
              <a:defRPr sz="2475" b="0">
                <a:solidFill>
                  <a:srgbClr val="617369"/>
                </a:solidFill>
                <a:latin typeface="Noto Serif"/>
                <a:ea typeface="Noto Serif"/>
                <a:cs typeface="Noto Serif"/>
              </a:defRPr>
            </a:lvl4pPr>
            <a:lvl5pPr algn="l">
              <a:defRPr sz="2475" b="0">
                <a:solidFill>
                  <a:srgbClr val="617369"/>
                </a:solidFill>
                <a:latin typeface="Noto Serif"/>
                <a:ea typeface="Noto Serif"/>
                <a:cs typeface="Noto Serif"/>
              </a:defRPr>
            </a:lvl5pPr>
            <a:lvl6pPr algn="l">
              <a:defRPr sz="2475" b="0">
                <a:solidFill>
                  <a:srgbClr val="617369"/>
                </a:solidFill>
                <a:latin typeface="Noto Serif"/>
                <a:ea typeface="Noto Serif"/>
                <a:cs typeface="Noto Serif"/>
              </a:defRPr>
            </a:lvl6pPr>
            <a:lvl7pPr algn="l">
              <a:defRPr sz="2475" b="0">
                <a:solidFill>
                  <a:srgbClr val="617369"/>
                </a:solidFill>
                <a:latin typeface="Noto Serif"/>
                <a:ea typeface="Noto Serif"/>
                <a:cs typeface="Noto Serif"/>
              </a:defRPr>
            </a:lvl7pPr>
            <a:lvl8pPr algn="l">
              <a:defRPr sz="2475" b="0">
                <a:solidFill>
                  <a:srgbClr val="617369"/>
                </a:solidFill>
                <a:latin typeface="Noto Serif"/>
                <a:ea typeface="Noto Serif"/>
                <a:cs typeface="Noto Serif"/>
              </a:defRPr>
            </a:lvl8pPr>
            <a:lvl9pPr algn="l">
              <a:defRPr sz="2475" b="0">
                <a:solidFill>
                  <a:srgbClr val="617369"/>
                </a:solidFill>
                <a:latin typeface="Noto Serif"/>
                <a:ea typeface="Noto Serif"/>
                <a:cs typeface="Noto Serif"/>
              </a:defRPr>
            </a:lvl9pPr>
          </a:lstStyle>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Backend architecture</a:t>
            </a:r>
          </a:p>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and engineering</a:t>
            </a:r>
          </a:p>
        </p:txBody>
      </p:sp>
      <p:sp>
        <p:nvSpPr>
          <p:cNvPr id="7" name="">
            <a:extLst xmlns:a="http://schemas.openxmlformats.org/drawingml/2006/main">
              <a:ext uri="{FF2B5EF4-FFF2-40B4-BE49-F238E27FC236}">
                <a16:creationId xmlns:a16="http://schemas.microsoft.com/office/drawing/2014/main" id="{3BF25BB4-408D-42EE-89FC-1D10EE362CD4}"/>
              </a:ext>
            </a:extLst>
          </p:cNvPr>
          <p:cNvSpPr>
            <a:spLocks xmlns:a="http://schemas.openxmlformats.org/drawingml/2006/main" noGrp="1"/>
          </p:cNvSpPr>
          <p:nvPr/>
        </p:nvSpPr>
        <p:spPr>
          <a:xfrm xmlns:a="http://schemas.openxmlformats.org/drawingml/2006/main">
            <a:off x="723900" y="37147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  PostgreSQL  /  Redis</a:t>
            </a:r>
          </a:p>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Celery  /  WebSockets</a:t>
            </a:r>
          </a:p>
        </p:txBody>
      </p:sp>
      <p:sp>
        <p:nvSpPr>
          <p:cNvPr id="8" name="">
            <a:extLst xmlns:a="http://schemas.openxmlformats.org/drawingml/2006/main">
              <a:ext uri="{FF2B5EF4-FFF2-40B4-BE49-F238E27FC236}">
                <a16:creationId xmlns:a16="http://schemas.microsoft.com/office/drawing/2014/main" id="{A8466C7A-B5C9-4EF0-80C5-9BE9C32F9498}"/>
              </a:ext>
            </a:extLst>
          </p:cNvPr>
          <p:cNvSpPr>
            <a:spLocks xmlns:a="http://schemas.openxmlformats.org/drawingml/2006/main" noGrp="1"/>
          </p:cNvSpPr>
          <p:nvPr/>
        </p:nvSpPr>
        <p:spPr>
          <a:xfrm xmlns:a="http://schemas.openxmlformats.org/drawingml/2006/main">
            <a:off x="723900" y="550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194D38"/>
                </a:solidFill>
                <a:latin typeface="Noto Sans"/>
                <a:ea typeface="Noto Sans"/>
                <a:cs typeface="Noto Sans"/>
              </a:defRPr>
            </a:defPPr>
            <a:lvl1pPr algn="l">
              <a:defRPr sz="1650" b="1">
                <a:solidFill>
                  <a:srgbClr val="194D38"/>
                </a:solidFill>
                <a:latin typeface="Noto Sans"/>
                <a:ea typeface="Noto Sans"/>
                <a:cs typeface="Noto Sans"/>
              </a:defRPr>
            </a:lvl1pPr>
            <a:lvl2pPr algn="l">
              <a:defRPr sz="1650" b="1">
                <a:solidFill>
                  <a:srgbClr val="194D38"/>
                </a:solidFill>
                <a:latin typeface="Noto Sans"/>
                <a:ea typeface="Noto Sans"/>
                <a:cs typeface="Noto Sans"/>
              </a:defRPr>
            </a:lvl2pPr>
            <a:lvl3pPr algn="l">
              <a:defRPr sz="1650" b="1">
                <a:solidFill>
                  <a:srgbClr val="194D38"/>
                </a:solidFill>
                <a:latin typeface="Noto Sans"/>
                <a:ea typeface="Noto Sans"/>
                <a:cs typeface="Noto Sans"/>
              </a:defRPr>
            </a:lvl3pPr>
            <a:lvl4pPr algn="l">
              <a:defRPr sz="1650" b="1">
                <a:solidFill>
                  <a:srgbClr val="194D38"/>
                </a:solidFill>
                <a:latin typeface="Noto Sans"/>
                <a:ea typeface="Noto Sans"/>
                <a:cs typeface="Noto Sans"/>
              </a:defRPr>
            </a:lvl4pPr>
            <a:lvl5pPr algn="l">
              <a:defRPr sz="1650" b="1">
                <a:solidFill>
                  <a:srgbClr val="194D38"/>
                </a:solidFill>
                <a:latin typeface="Noto Sans"/>
                <a:ea typeface="Noto Sans"/>
                <a:cs typeface="Noto Sans"/>
              </a:defRPr>
            </a:lvl5pPr>
            <a:lvl6pPr algn="l">
              <a:defRPr sz="1650" b="1">
                <a:solidFill>
                  <a:srgbClr val="194D38"/>
                </a:solidFill>
                <a:latin typeface="Noto Sans"/>
                <a:ea typeface="Noto Sans"/>
                <a:cs typeface="Noto Sans"/>
              </a:defRPr>
            </a:lvl6pPr>
            <a:lvl7pPr algn="l">
              <a:defRPr sz="1650" b="1">
                <a:solidFill>
                  <a:srgbClr val="194D38"/>
                </a:solidFill>
                <a:latin typeface="Noto Sans"/>
                <a:ea typeface="Noto Sans"/>
                <a:cs typeface="Noto Sans"/>
              </a:defRPr>
            </a:lvl7pPr>
            <a:lvl8pPr algn="l">
              <a:defRPr sz="1650" b="1">
                <a:solidFill>
                  <a:srgbClr val="194D38"/>
                </a:solidFill>
                <a:latin typeface="Noto Sans"/>
                <a:ea typeface="Noto Sans"/>
                <a:cs typeface="Noto Sans"/>
              </a:defRPr>
            </a:lvl8pPr>
            <a:lvl9pPr algn="l">
              <a:defRPr sz="1650" b="1">
                <a:solidFill>
                  <a:srgbClr val="194D38"/>
                </a:solidFill>
                <a:latin typeface="Noto Sans"/>
                <a:ea typeface="Noto Sans"/>
                <a:cs typeface="Noto Sans"/>
              </a:defRPr>
            </a:lvl9pPr>
          </a:lstStyle>
          <a:p xmlns:a="http://schemas.openxmlformats.org/drawingml/2006/main">
            <a:pPr algn="l">
              <a:defRPr sz="1650" b="1">
                <a:solidFill>
                  <a:srgbClr val="194D38"/>
                </a:solidFill>
                <a:latin typeface="Noto Sans"/>
                <a:ea typeface="Noto Sans"/>
                <a:cs typeface="Noto Sans"/>
              </a:defRPr>
            </a:pPr>
            <a:r>
              <a:rPr sz="1650" b="1">
                <a:solidFill>
                  <a:srgbClr val="194D38"/>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2989DD9E-2590-459C-B7B2-5E7E5C7A62E0}"/>
              </a:ext>
            </a:extLst>
          </p:cNvPr>
          <p:cNvSpPr>
            <a:spLocks xmlns:a="http://schemas.openxmlformats.org/drawingml/2006/main" noGrp="1"/>
          </p:cNvSpPr>
          <p:nvPr/>
        </p:nvSpPr>
        <p:spPr>
          <a:xfrm xmlns:a="http://schemas.openxmlformats.org/drawingml/2006/main">
            <a:off x="723900" y="5905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1504908877"/>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2CEDFF7-0257-4EAC-B235-510A4E0E3B6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523E96A8-53E9-4E3D-8FF6-E0DA5AFDAAD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at a glance</a:t>
            </a:r>
          </a:p>
        </p:txBody>
      </p:sp>
      <p:sp>
        <p:nvSpPr>
          <p:cNvPr id="3" name="">
            <a:extLst xmlns:a="http://schemas.openxmlformats.org/drawingml/2006/main">
              <a:ext uri="{FF2B5EF4-FFF2-40B4-BE49-F238E27FC236}">
                <a16:creationId xmlns:a16="http://schemas.microsoft.com/office/drawing/2014/main" id="{E7970376-B64F-47E3-B7BF-B554D09AA7D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B9819C1F-5F53-4B25-8239-85125EB0E56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800E139-E427-4EB7-B410-92DCD1C274D2}"/>
              </a:ext>
            </a:extLst>
          </p:cNvPr>
          <p:cNvSpPr>
            <a:spLocks xmlns:a="http://schemas.openxmlformats.org/drawingml/2006/main" noGrp="1"/>
          </p:cNvSpPr>
          <p:nvPr/>
        </p:nvSpPr>
        <p:spPr>
          <a:xfrm xmlns:a="http://schemas.openxmlformats.org/drawingml/2006/main">
            <a:off x="609600" y="138112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436"/>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A production-shaped backend with breadth across API design, data, security, asynchronous work, and operations.</a:t>
            </a:r>
          </a:p>
        </p:txBody>
      </p:sp>
      <p:sp>
        <p:nvSpPr>
          <p:cNvPr id="6" name="">
            <a:extLst xmlns:a="http://schemas.openxmlformats.org/drawingml/2006/main">
              <a:ext uri="{FF2B5EF4-FFF2-40B4-BE49-F238E27FC236}">
                <a16:creationId xmlns:a16="http://schemas.microsoft.com/office/drawing/2014/main" id="{9A16628C-0ED6-4989-99D0-7A27E8302D2B}"/>
              </a:ext>
            </a:extLst>
          </p:cNvPr>
          <p:cNvSpPr>
            <a:spLocks xmlns:a="http://schemas.openxmlformats.org/drawingml/2006/main" noGrp="1"/>
          </p:cNvSpPr>
          <p:nvPr/>
        </p:nvSpPr>
        <p:spPr>
          <a:xfrm xmlns:a="http://schemas.openxmlformats.org/drawingml/2006/main">
            <a:off x="6096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7CE1097-EB96-4DEA-9378-6C1EAC43C357}"/>
              </a:ext>
            </a:extLst>
          </p:cNvPr>
          <p:cNvSpPr>
            <a:spLocks xmlns:a="http://schemas.openxmlformats.org/drawingml/2006/main" noGrp="1"/>
          </p:cNvSpPr>
          <p:nvPr/>
        </p:nvSpPr>
        <p:spPr>
          <a:xfrm xmlns:a="http://schemas.openxmlformats.org/drawingml/2006/main">
            <a:off x="8191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18</a:t>
            </a:r>
          </a:p>
        </p:txBody>
      </p:sp>
      <p:sp>
        <p:nvSpPr>
          <p:cNvPr id="8" name="">
            <a:extLst xmlns:a="http://schemas.openxmlformats.org/drawingml/2006/main">
              <a:ext uri="{FF2B5EF4-FFF2-40B4-BE49-F238E27FC236}">
                <a16:creationId xmlns:a16="http://schemas.microsoft.com/office/drawing/2014/main" id="{3D8A1001-0775-4937-838B-7C603E09EB06}"/>
              </a:ext>
            </a:extLst>
          </p:cNvPr>
          <p:cNvSpPr>
            <a:spLocks xmlns:a="http://schemas.openxmlformats.org/drawingml/2006/main" noGrp="1"/>
          </p:cNvSpPr>
          <p:nvPr/>
        </p:nvSpPr>
        <p:spPr>
          <a:xfrm xmlns:a="http://schemas.openxmlformats.org/drawingml/2006/main">
            <a:off x="8191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 routers</a:t>
            </a:r>
          </a:p>
        </p:txBody>
      </p:sp>
      <p:sp>
        <p:nvSpPr>
          <p:cNvPr id="9" name="">
            <a:extLst xmlns:a="http://schemas.openxmlformats.org/drawingml/2006/main">
              <a:ext uri="{FF2B5EF4-FFF2-40B4-BE49-F238E27FC236}">
                <a16:creationId xmlns:a16="http://schemas.microsoft.com/office/drawing/2014/main" id="{4EB26F92-83F1-4C6D-AECD-0863E7FAC64F}"/>
              </a:ext>
            </a:extLst>
          </p:cNvPr>
          <p:cNvSpPr>
            <a:spLocks xmlns:a="http://schemas.openxmlformats.org/drawingml/2006/main" noGrp="1"/>
          </p:cNvSpPr>
          <p:nvPr/>
        </p:nvSpPr>
        <p:spPr>
          <a:xfrm xmlns:a="http://schemas.openxmlformats.org/drawingml/2006/main">
            <a:off x="8191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Separated by domain</a:t>
            </a:r>
          </a:p>
        </p:txBody>
      </p:sp>
      <p:sp>
        <p:nvSpPr>
          <p:cNvPr id="10" name="">
            <a:extLst xmlns:a="http://schemas.openxmlformats.org/drawingml/2006/main">
              <a:ext uri="{FF2B5EF4-FFF2-40B4-BE49-F238E27FC236}">
                <a16:creationId xmlns:a16="http://schemas.microsoft.com/office/drawing/2014/main" id="{7E4D02F5-4CAB-47BB-91AE-D9DF7F456FC1}"/>
              </a:ext>
            </a:extLst>
          </p:cNvPr>
          <p:cNvSpPr>
            <a:spLocks xmlns:a="http://schemas.openxmlformats.org/drawingml/2006/main" noGrp="1"/>
          </p:cNvSpPr>
          <p:nvPr/>
        </p:nvSpPr>
        <p:spPr>
          <a:xfrm xmlns:a="http://schemas.openxmlformats.org/drawingml/2006/main">
            <a:off x="33528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352DAF9-45EF-427C-B9BF-C7FDF0AD1B49}"/>
              </a:ext>
            </a:extLst>
          </p:cNvPr>
          <p:cNvSpPr>
            <a:spLocks xmlns:a="http://schemas.openxmlformats.org/drawingml/2006/main" noGrp="1"/>
          </p:cNvSpPr>
          <p:nvPr/>
        </p:nvSpPr>
        <p:spPr>
          <a:xfrm xmlns:a="http://schemas.openxmlformats.org/drawingml/2006/main">
            <a:off x="35623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A25C38"/>
                </a:solidFill>
                <a:latin typeface="Noto Serif"/>
                <a:ea typeface="Noto Serif"/>
                <a:cs typeface="Noto Serif"/>
              </a:defRPr>
            </a:defPPr>
            <a:lvl1pPr algn="l">
              <a:defRPr sz="3600" b="0">
                <a:solidFill>
                  <a:srgbClr val="A25C38"/>
                </a:solidFill>
                <a:latin typeface="Noto Serif"/>
                <a:ea typeface="Noto Serif"/>
                <a:cs typeface="Noto Serif"/>
              </a:defRPr>
            </a:lvl1pPr>
            <a:lvl2pPr algn="l">
              <a:defRPr sz="3600" b="0">
                <a:solidFill>
                  <a:srgbClr val="A25C38"/>
                </a:solidFill>
                <a:latin typeface="Noto Serif"/>
                <a:ea typeface="Noto Serif"/>
                <a:cs typeface="Noto Serif"/>
              </a:defRPr>
            </a:lvl2pPr>
            <a:lvl3pPr algn="l">
              <a:defRPr sz="3600" b="0">
                <a:solidFill>
                  <a:srgbClr val="A25C38"/>
                </a:solidFill>
                <a:latin typeface="Noto Serif"/>
                <a:ea typeface="Noto Serif"/>
                <a:cs typeface="Noto Serif"/>
              </a:defRPr>
            </a:lvl3pPr>
            <a:lvl4pPr algn="l">
              <a:defRPr sz="3600" b="0">
                <a:solidFill>
                  <a:srgbClr val="A25C38"/>
                </a:solidFill>
                <a:latin typeface="Noto Serif"/>
                <a:ea typeface="Noto Serif"/>
                <a:cs typeface="Noto Serif"/>
              </a:defRPr>
            </a:lvl4pPr>
            <a:lvl5pPr algn="l">
              <a:defRPr sz="3600" b="0">
                <a:solidFill>
                  <a:srgbClr val="A25C38"/>
                </a:solidFill>
                <a:latin typeface="Noto Serif"/>
                <a:ea typeface="Noto Serif"/>
                <a:cs typeface="Noto Serif"/>
              </a:defRPr>
            </a:lvl5pPr>
            <a:lvl6pPr algn="l">
              <a:defRPr sz="3600" b="0">
                <a:solidFill>
                  <a:srgbClr val="A25C38"/>
                </a:solidFill>
                <a:latin typeface="Noto Serif"/>
                <a:ea typeface="Noto Serif"/>
                <a:cs typeface="Noto Serif"/>
              </a:defRPr>
            </a:lvl6pPr>
            <a:lvl7pPr algn="l">
              <a:defRPr sz="3600" b="0">
                <a:solidFill>
                  <a:srgbClr val="A25C38"/>
                </a:solidFill>
                <a:latin typeface="Noto Serif"/>
                <a:ea typeface="Noto Serif"/>
                <a:cs typeface="Noto Serif"/>
              </a:defRPr>
            </a:lvl7pPr>
            <a:lvl8pPr algn="l">
              <a:defRPr sz="3600" b="0">
                <a:solidFill>
                  <a:srgbClr val="A25C38"/>
                </a:solidFill>
                <a:latin typeface="Noto Serif"/>
                <a:ea typeface="Noto Serif"/>
                <a:cs typeface="Noto Serif"/>
              </a:defRPr>
            </a:lvl8pPr>
            <a:lvl9pPr algn="l">
              <a:defRPr sz="3600" b="0">
                <a:solidFill>
                  <a:srgbClr val="A25C38"/>
                </a:solidFill>
                <a:latin typeface="Noto Serif"/>
                <a:ea typeface="Noto Serif"/>
                <a:cs typeface="Noto Serif"/>
              </a:defRPr>
            </a:lvl9pPr>
          </a:lstStyle>
          <a:p xmlns:a="http://schemas.openxmlformats.org/drawingml/2006/main">
            <a:pPr algn="l">
              <a:defRPr sz="3600" b="0">
                <a:solidFill>
                  <a:srgbClr val="A25C38"/>
                </a:solidFill>
                <a:latin typeface="Noto Serif"/>
                <a:ea typeface="Noto Serif"/>
                <a:cs typeface="Noto Serif"/>
              </a:defRPr>
            </a:pPr>
            <a:r>
              <a:rPr sz="3600" b="0">
                <a:solidFill>
                  <a:srgbClr val="A25C38"/>
                </a:solidFill>
                <a:latin typeface="Noto Serif"/>
                <a:ea typeface="Noto Serif"/>
                <a:cs typeface="Noto Serif"/>
              </a:rPr>
              <a:t>163</a:t>
            </a:r>
          </a:p>
        </p:txBody>
      </p:sp>
      <p:sp>
        <p:nvSpPr>
          <p:cNvPr id="12" name="">
            <a:extLst xmlns:a="http://schemas.openxmlformats.org/drawingml/2006/main">
              <a:ext uri="{FF2B5EF4-FFF2-40B4-BE49-F238E27FC236}">
                <a16:creationId xmlns:a16="http://schemas.microsoft.com/office/drawing/2014/main" id="{F1C83873-D81E-4A8B-BF8D-77AC7B8732D5}"/>
              </a:ext>
            </a:extLst>
          </p:cNvPr>
          <p:cNvSpPr>
            <a:spLocks xmlns:a="http://schemas.openxmlformats.org/drawingml/2006/main" noGrp="1"/>
          </p:cNvSpPr>
          <p:nvPr/>
        </p:nvSpPr>
        <p:spPr>
          <a:xfrm xmlns:a="http://schemas.openxmlformats.org/drawingml/2006/main">
            <a:off x="35623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 handlers</a:t>
            </a:r>
          </a:p>
        </p:txBody>
      </p:sp>
      <p:sp>
        <p:nvSpPr>
          <p:cNvPr id="13" name="">
            <a:extLst xmlns:a="http://schemas.openxmlformats.org/drawingml/2006/main">
              <a:ext uri="{FF2B5EF4-FFF2-40B4-BE49-F238E27FC236}">
                <a16:creationId xmlns:a16="http://schemas.microsoft.com/office/drawing/2014/main" id="{DC2426C2-6396-4D27-BE9A-BFE02FBDA5C5}"/>
              </a:ext>
            </a:extLst>
          </p:cNvPr>
          <p:cNvSpPr>
            <a:spLocks xmlns:a="http://schemas.openxmlformats.org/drawingml/2006/main" noGrp="1"/>
          </p:cNvSpPr>
          <p:nvPr/>
        </p:nvSpPr>
        <p:spPr>
          <a:xfrm xmlns:a="http://schemas.openxmlformats.org/drawingml/2006/main">
            <a:off x="35623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and WebSocket entry points</a:t>
            </a:r>
          </a:p>
        </p:txBody>
      </p:sp>
      <p:sp>
        <p:nvSpPr>
          <p:cNvPr id="14" name="">
            <a:extLst xmlns:a="http://schemas.openxmlformats.org/drawingml/2006/main">
              <a:ext uri="{FF2B5EF4-FFF2-40B4-BE49-F238E27FC236}">
                <a16:creationId xmlns:a16="http://schemas.microsoft.com/office/drawing/2014/main" id="{BCFDB9B6-FF95-4FEE-9246-F8D55CD609A0}"/>
              </a:ext>
            </a:extLst>
          </p:cNvPr>
          <p:cNvSpPr>
            <a:spLocks xmlns:a="http://schemas.openxmlformats.org/drawingml/2006/main" noGrp="1"/>
          </p:cNvSpPr>
          <p:nvPr/>
        </p:nvSpPr>
        <p:spPr>
          <a:xfrm xmlns:a="http://schemas.openxmlformats.org/drawingml/2006/main">
            <a:off x="60960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7990889E-5475-41B1-95AA-8112B26D111B}"/>
              </a:ext>
            </a:extLst>
          </p:cNvPr>
          <p:cNvSpPr>
            <a:spLocks xmlns:a="http://schemas.openxmlformats.org/drawingml/2006/main" noGrp="1"/>
          </p:cNvSpPr>
          <p:nvPr/>
        </p:nvSpPr>
        <p:spPr>
          <a:xfrm xmlns:a="http://schemas.openxmlformats.org/drawingml/2006/main">
            <a:off x="63055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29</a:t>
            </a:r>
          </a:p>
        </p:txBody>
      </p:sp>
      <p:sp>
        <p:nvSpPr>
          <p:cNvPr id="16" name="">
            <a:extLst xmlns:a="http://schemas.openxmlformats.org/drawingml/2006/main">
              <a:ext uri="{FF2B5EF4-FFF2-40B4-BE49-F238E27FC236}">
                <a16:creationId xmlns:a16="http://schemas.microsoft.com/office/drawing/2014/main" id="{44A57548-D209-410F-8974-29BBAC519E1D}"/>
              </a:ext>
            </a:extLst>
          </p:cNvPr>
          <p:cNvSpPr>
            <a:spLocks xmlns:a="http://schemas.openxmlformats.org/drawingml/2006/main" noGrp="1"/>
          </p:cNvSpPr>
          <p:nvPr/>
        </p:nvSpPr>
        <p:spPr>
          <a:xfrm xmlns:a="http://schemas.openxmlformats.org/drawingml/2006/main">
            <a:off x="63055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B5CA3CA2-49AD-4F30-A6FF-4A5F8675AA32}"/>
              </a:ext>
            </a:extLst>
          </p:cNvPr>
          <p:cNvSpPr>
            <a:spLocks xmlns:a="http://schemas.openxmlformats.org/drawingml/2006/main" noGrp="1"/>
          </p:cNvSpPr>
          <p:nvPr/>
        </p:nvSpPr>
        <p:spPr>
          <a:xfrm xmlns:a="http://schemas.openxmlformats.org/drawingml/2006/main">
            <a:off x="63055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Recruitment, identity and operations</a:t>
            </a:r>
          </a:p>
        </p:txBody>
      </p:sp>
      <p:sp>
        <p:nvSpPr>
          <p:cNvPr id="18" name="">
            <a:extLst xmlns:a="http://schemas.openxmlformats.org/drawingml/2006/main">
              <a:ext uri="{FF2B5EF4-FFF2-40B4-BE49-F238E27FC236}">
                <a16:creationId xmlns:a16="http://schemas.microsoft.com/office/drawing/2014/main" id="{5C2785F4-96B1-4D2B-88C6-799C311DCEA3}"/>
              </a:ext>
            </a:extLst>
          </p:cNvPr>
          <p:cNvSpPr>
            <a:spLocks xmlns:a="http://schemas.openxmlformats.org/drawingml/2006/main" noGrp="1"/>
          </p:cNvSpPr>
          <p:nvPr/>
        </p:nvSpPr>
        <p:spPr>
          <a:xfrm xmlns:a="http://schemas.openxmlformats.org/drawingml/2006/main">
            <a:off x="88392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F9D5943F-DA57-4FAC-9C2F-491140E49BD5}"/>
              </a:ext>
            </a:extLst>
          </p:cNvPr>
          <p:cNvSpPr>
            <a:spLocks xmlns:a="http://schemas.openxmlformats.org/drawingml/2006/main" noGrp="1"/>
          </p:cNvSpPr>
          <p:nvPr/>
        </p:nvSpPr>
        <p:spPr>
          <a:xfrm xmlns:a="http://schemas.openxmlformats.org/drawingml/2006/main">
            <a:off x="90487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46</a:t>
            </a:r>
          </a:p>
        </p:txBody>
      </p:sp>
      <p:sp>
        <p:nvSpPr>
          <p:cNvPr id="20" name="">
            <a:extLst xmlns:a="http://schemas.openxmlformats.org/drawingml/2006/main">
              <a:ext uri="{FF2B5EF4-FFF2-40B4-BE49-F238E27FC236}">
                <a16:creationId xmlns:a16="http://schemas.microsoft.com/office/drawing/2014/main" id="{1CC0651A-61D4-470B-BEE2-D4504A7CC582}"/>
              </a:ext>
            </a:extLst>
          </p:cNvPr>
          <p:cNvSpPr>
            <a:spLocks xmlns:a="http://schemas.openxmlformats.org/drawingml/2006/main" noGrp="1"/>
          </p:cNvSpPr>
          <p:nvPr/>
        </p:nvSpPr>
        <p:spPr>
          <a:xfrm xmlns:a="http://schemas.openxmlformats.org/drawingml/2006/main">
            <a:off x="90487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migrations</a:t>
            </a:r>
          </a:p>
        </p:txBody>
      </p:sp>
      <p:sp>
        <p:nvSpPr>
          <p:cNvPr id="21" name="">
            <a:extLst xmlns:a="http://schemas.openxmlformats.org/drawingml/2006/main">
              <a:ext uri="{FF2B5EF4-FFF2-40B4-BE49-F238E27FC236}">
                <a16:creationId xmlns:a16="http://schemas.microsoft.com/office/drawing/2014/main" id="{CB6E1825-2C7A-458F-956D-53400C1429DE}"/>
              </a:ext>
            </a:extLst>
          </p:cNvPr>
          <p:cNvSpPr>
            <a:spLocks xmlns:a="http://schemas.openxmlformats.org/drawingml/2006/main" noGrp="1"/>
          </p:cNvSpPr>
          <p:nvPr/>
        </p:nvSpPr>
        <p:spPr>
          <a:xfrm xmlns:a="http://schemas.openxmlformats.org/drawingml/2006/main">
            <a:off x="90487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Versioned schema evolution</a:t>
            </a:r>
          </a:p>
        </p:txBody>
      </p:sp>
      <p:sp>
        <p:nvSpPr>
          <p:cNvPr id="22" name="">
            <a:extLst xmlns:a="http://schemas.openxmlformats.org/drawingml/2006/main">
              <a:ext uri="{FF2B5EF4-FFF2-40B4-BE49-F238E27FC236}">
                <a16:creationId xmlns:a16="http://schemas.microsoft.com/office/drawing/2014/main" id="{F86437A8-0F35-4C62-BD73-71B92293C28B}"/>
              </a:ext>
            </a:extLst>
          </p:cNvPr>
          <p:cNvSpPr>
            <a:spLocks xmlns:a="http://schemas.openxmlformats.org/drawingml/2006/main" noGrp="1"/>
          </p:cNvSpPr>
          <p:nvPr/>
        </p:nvSpPr>
        <p:spPr>
          <a:xfrm xmlns:a="http://schemas.openxmlformats.org/drawingml/2006/main">
            <a:off x="609600" y="4248150"/>
            <a:ext cx="10648950" cy="1219200"/>
          </a:xfrm>
          <a:prstGeom xmlns:a="http://schemas.openxmlformats.org/drawingml/2006/main" prst="roundRect">
            <a:avLst>
              <a:gd name="adj" fmla="val 9375"/>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08544628-57B9-4BFB-8CE6-37D79FE09C3C}"/>
              </a:ext>
            </a:extLst>
          </p:cNvPr>
          <p:cNvSpPr>
            <a:spLocks xmlns:a="http://schemas.openxmlformats.org/drawingml/2006/main" noGrp="1"/>
          </p:cNvSpPr>
          <p:nvPr/>
        </p:nvSpPr>
        <p:spPr>
          <a:xfrm xmlns:a="http://schemas.openxmlformats.org/drawingml/2006/main">
            <a:off x="8572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Testing evidence</a:t>
            </a:r>
          </a:p>
        </p:txBody>
      </p:sp>
      <p:sp>
        <p:nvSpPr>
          <p:cNvPr id="24" name="">
            <a:extLst xmlns:a="http://schemas.openxmlformats.org/drawingml/2006/main">
              <a:ext uri="{FF2B5EF4-FFF2-40B4-BE49-F238E27FC236}">
                <a16:creationId xmlns:a16="http://schemas.microsoft.com/office/drawing/2014/main" id="{4A40BE86-C1DD-4872-B0D4-96927517C90F}"/>
              </a:ext>
            </a:extLst>
          </p:cNvPr>
          <p:cNvSpPr>
            <a:spLocks xmlns:a="http://schemas.openxmlformats.org/drawingml/2006/main" noGrp="1"/>
          </p:cNvSpPr>
          <p:nvPr/>
        </p:nvSpPr>
        <p:spPr>
          <a:xfrm xmlns:a="http://schemas.openxmlformats.org/drawingml/2006/main">
            <a:off x="857250" y="48768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53 test files</a:t>
            </a:r>
          </a:p>
        </p:txBody>
      </p:sp>
      <p:sp>
        <p:nvSpPr>
          <p:cNvPr id="25" name="">
            <a:extLst xmlns:a="http://schemas.openxmlformats.org/drawingml/2006/main">
              <a:ext uri="{FF2B5EF4-FFF2-40B4-BE49-F238E27FC236}">
                <a16:creationId xmlns:a16="http://schemas.microsoft.com/office/drawing/2014/main" id="{07B00DCE-74A5-48D6-805B-0D30468EE745}"/>
              </a:ext>
            </a:extLst>
          </p:cNvPr>
          <p:cNvSpPr>
            <a:spLocks xmlns:a="http://schemas.openxmlformats.org/drawingml/2006/main" noGrp="1"/>
          </p:cNvSpPr>
          <p:nvPr/>
        </p:nvSpPr>
        <p:spPr>
          <a:xfrm xmlns:a="http://schemas.openxmlformats.org/drawingml/2006/main">
            <a:off x="3143250" y="4876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365 test functions</a:t>
            </a:r>
          </a:p>
        </p:txBody>
      </p:sp>
      <p:sp>
        <p:nvSpPr>
          <p:cNvPr id="26" name="">
            <a:extLst xmlns:a="http://schemas.openxmlformats.org/drawingml/2006/main">
              <a:ext uri="{FF2B5EF4-FFF2-40B4-BE49-F238E27FC236}">
                <a16:creationId xmlns:a16="http://schemas.microsoft.com/office/drawing/2014/main" id="{59B0EC66-55AE-40A8-8A61-CD5DA2E03055}"/>
              </a:ext>
            </a:extLst>
          </p:cNvPr>
          <p:cNvSpPr>
            <a:spLocks xmlns:a="http://schemas.openxmlformats.org/drawingml/2006/main" noGrp="1"/>
          </p:cNvSpPr>
          <p:nvPr/>
        </p:nvSpPr>
        <p:spPr>
          <a:xfrm xmlns:a="http://schemas.openxmlformats.org/drawingml/2006/main">
            <a:off x="61531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Runtime services</a:t>
            </a:r>
          </a:p>
        </p:txBody>
      </p:sp>
      <p:sp>
        <p:nvSpPr>
          <p:cNvPr id="27" name="">
            <a:extLst xmlns:a="http://schemas.openxmlformats.org/drawingml/2006/main">
              <a:ext uri="{FF2B5EF4-FFF2-40B4-BE49-F238E27FC236}">
                <a16:creationId xmlns:a16="http://schemas.microsoft.com/office/drawing/2014/main" id="{6F0B437A-7090-4800-B775-42D730E4414E}"/>
              </a:ext>
            </a:extLst>
          </p:cNvPr>
          <p:cNvSpPr>
            <a:spLocks xmlns:a="http://schemas.openxmlformats.org/drawingml/2006/main" noGrp="1"/>
          </p:cNvSpPr>
          <p:nvPr/>
        </p:nvSpPr>
        <p:spPr>
          <a:xfrm xmlns:a="http://schemas.openxmlformats.org/drawingml/2006/main">
            <a:off x="615315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API  •  worker  •  AI dispatcher  •  Redis  •  web  •  proxy</a:t>
            </a:r>
          </a:p>
        </p:txBody>
      </p:sp>
      <p:sp>
        <p:nvSpPr>
          <p:cNvPr id="28" name="">
            <a:extLst xmlns:a="http://schemas.openxmlformats.org/drawingml/2006/main">
              <a:ext uri="{FF2B5EF4-FFF2-40B4-BE49-F238E27FC236}">
                <a16:creationId xmlns:a16="http://schemas.microsoft.com/office/drawing/2014/main" id="{BE102E55-BA18-448F-B15B-EDBA85C541E3}"/>
              </a:ext>
            </a:extLst>
          </p:cNvPr>
          <p:cNvSpPr>
            <a:spLocks xmlns:a="http://schemas.openxmlformats.org/drawingml/2006/main" noGrp="1"/>
          </p:cNvSpPr>
          <p:nvPr/>
        </p:nvSpPr>
        <p:spPr>
          <a:xfrm xmlns:a="http://schemas.openxmlformats.org/drawingml/2006/main">
            <a:off x="609600" y="58102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Counts are a point-in-time snapshot of the submitted repository.</a:t>
            </a:r>
          </a:p>
        </p:txBody>
      </p:sp>
      <p:sp>
        <p:nvSpPr>
          <p:cNvPr id="29" name="">
            <a:extLst xmlns:a="http://schemas.openxmlformats.org/drawingml/2006/main">
              <a:ext uri="{FF2B5EF4-FFF2-40B4-BE49-F238E27FC236}">
                <a16:creationId xmlns:a16="http://schemas.microsoft.com/office/drawing/2014/main" id="{CF506958-C7E9-4099-B7D7-69B53D19F231}"/>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069682041"/>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2CF07FE-21B4-4151-A0E1-81E8738AD10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53D492AF-3934-44E4-93B2-57D7A984B0AA}"/>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The backend connects every recruitment role</a:t>
            </a:r>
          </a:p>
        </p:txBody>
      </p:sp>
      <p:sp>
        <p:nvSpPr>
          <p:cNvPr id="3" name="">
            <a:extLst xmlns:a="http://schemas.openxmlformats.org/drawingml/2006/main">
              <a:ext uri="{FF2B5EF4-FFF2-40B4-BE49-F238E27FC236}">
                <a16:creationId xmlns:a16="http://schemas.microsoft.com/office/drawing/2014/main" id="{828BF941-3C67-4F54-9F98-3BE689A8606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C47A6A93-6774-4D4F-98BD-B756C259528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A9F35D0-F6EC-4DE3-A10A-E0CCB9B15EBD}"/>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CCCCDA62-DB8D-47C8-A208-921A50698A1F}"/>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7D0BA07-10D1-4217-9660-90FEE5152391}"/>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A8A58F7B-CF6D-4631-B032-91ABB2714EB3}"/>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B1D64108-3711-4FCD-B9B2-640035D3BD24}"/>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0E195E0B-F5AD-4376-84AA-2155626B1FFB}"/>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0B5D43B-16B8-4BC0-A4D1-E376CB75BB04}"/>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3F7B7753-9F3C-4EBF-A498-E5113F938A56}"/>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 teams</a:t>
            </a:r>
          </a:p>
        </p:txBody>
      </p:sp>
      <p:sp>
        <p:nvSpPr>
          <p:cNvPr id="13" name="">
            <a:extLst xmlns:a="http://schemas.openxmlformats.org/drawingml/2006/main">
              <a:ext uri="{FF2B5EF4-FFF2-40B4-BE49-F238E27FC236}">
                <a16:creationId xmlns:a16="http://schemas.microsoft.com/office/drawing/2014/main" id="{1C06B8E6-B634-49F7-81D2-9A60882F95CE}"/>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4E87BCD4-B7D0-4732-892A-A0793322083D}"/>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9B0EFE5A-10B0-4FAE-94E8-D5FD5F19950E}"/>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6" name="">
            <a:extLst xmlns:a="http://schemas.openxmlformats.org/drawingml/2006/main">
              <a:ext uri="{FF2B5EF4-FFF2-40B4-BE49-F238E27FC236}">
                <a16:creationId xmlns:a16="http://schemas.microsoft.com/office/drawing/2014/main" id="{0EE3AEB4-0C03-48B5-A2FB-99F85D83032C}"/>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Platform admins</a:t>
            </a:r>
          </a:p>
        </p:txBody>
      </p:sp>
      <p:sp>
        <p:nvSpPr>
          <p:cNvPr id="17" name="">
            <a:extLst xmlns:a="http://schemas.openxmlformats.org/drawingml/2006/main">
              <a:ext uri="{FF2B5EF4-FFF2-40B4-BE49-F238E27FC236}">
                <a16:creationId xmlns:a16="http://schemas.microsoft.com/office/drawing/2014/main" id="{A64BF527-DB22-4FB8-8B31-6C1AE7828C60}"/>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4BAFCA5B-FF0A-4AE5-844E-05A52D83DCCF}"/>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My backend scope</a:t>
            </a:r>
          </a:p>
        </p:txBody>
      </p:sp>
      <p:sp>
        <p:nvSpPr>
          <p:cNvPr id="19" name="">
            <a:extLst xmlns:a="http://schemas.openxmlformats.org/drawingml/2006/main">
              <a:ext uri="{FF2B5EF4-FFF2-40B4-BE49-F238E27FC236}">
                <a16:creationId xmlns:a16="http://schemas.microsoft.com/office/drawing/2014/main" id="{BD48C923-21E0-464F-8008-9ACB1FBB42DF}"/>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60"/>
          </a:bodyPr>
          <a:lstStyle xmlns:a="http://schemas.openxmlformats.org/drawingml/2006/main">
            <a:defPPr algn="l">
              <a:defRPr sz="1950" b="1">
                <a:solidFill>
                  <a:srgbClr val="192B23"/>
                </a:solidFill>
                <a:latin typeface="Noto Sans"/>
                <a:ea typeface="Noto Sans"/>
                <a:cs typeface="Noto Sans"/>
              </a:defRPr>
            </a:defPPr>
            <a:lvl1pPr algn="l">
              <a:defRPr sz="1950" b="1">
                <a:solidFill>
                  <a:srgbClr val="192B23"/>
                </a:solidFill>
                <a:latin typeface="Noto Sans"/>
                <a:ea typeface="Noto Sans"/>
                <a:cs typeface="Noto Sans"/>
              </a:defRPr>
            </a:lvl1pPr>
            <a:lvl2pPr algn="l">
              <a:defRPr sz="1950" b="1">
                <a:solidFill>
                  <a:srgbClr val="192B23"/>
                </a:solidFill>
                <a:latin typeface="Noto Sans"/>
                <a:ea typeface="Noto Sans"/>
                <a:cs typeface="Noto Sans"/>
              </a:defRPr>
            </a:lvl2pPr>
            <a:lvl3pPr algn="l">
              <a:defRPr sz="1950" b="1">
                <a:solidFill>
                  <a:srgbClr val="192B23"/>
                </a:solidFill>
                <a:latin typeface="Noto Sans"/>
                <a:ea typeface="Noto Sans"/>
                <a:cs typeface="Noto Sans"/>
              </a:defRPr>
            </a:lvl3pPr>
            <a:lvl4pPr algn="l">
              <a:defRPr sz="1950" b="1">
                <a:solidFill>
                  <a:srgbClr val="192B23"/>
                </a:solidFill>
                <a:latin typeface="Noto Sans"/>
                <a:ea typeface="Noto Sans"/>
                <a:cs typeface="Noto Sans"/>
              </a:defRPr>
            </a:lvl4pPr>
            <a:lvl5pPr algn="l">
              <a:defRPr sz="1950" b="1">
                <a:solidFill>
                  <a:srgbClr val="192B23"/>
                </a:solidFill>
                <a:latin typeface="Noto Sans"/>
                <a:ea typeface="Noto Sans"/>
                <a:cs typeface="Noto Sans"/>
              </a:defRPr>
            </a:lvl5pPr>
            <a:lvl6pPr algn="l">
              <a:defRPr sz="1950" b="1">
                <a:solidFill>
                  <a:srgbClr val="192B23"/>
                </a:solidFill>
                <a:latin typeface="Noto Sans"/>
                <a:ea typeface="Noto Sans"/>
                <a:cs typeface="Noto Sans"/>
              </a:defRPr>
            </a:lvl6pPr>
            <a:lvl7pPr algn="l">
              <a:defRPr sz="1950" b="1">
                <a:solidFill>
                  <a:srgbClr val="192B23"/>
                </a:solidFill>
                <a:latin typeface="Noto Sans"/>
                <a:ea typeface="Noto Sans"/>
                <a:cs typeface="Noto Sans"/>
              </a:defRPr>
            </a:lvl7pPr>
            <a:lvl8pPr algn="l">
              <a:defRPr sz="1950" b="1">
                <a:solidFill>
                  <a:srgbClr val="192B23"/>
                </a:solidFill>
                <a:latin typeface="Noto Sans"/>
                <a:ea typeface="Noto Sans"/>
                <a:cs typeface="Noto Sans"/>
              </a:defRPr>
            </a:lvl8pPr>
            <a:lvl9pPr algn="l">
              <a:defRPr sz="1950" b="1">
                <a:solidFill>
                  <a:srgbClr val="192B23"/>
                </a:solidFill>
                <a:latin typeface="Noto Sans"/>
                <a:ea typeface="Noto Sans"/>
                <a:cs typeface="Noto Sans"/>
              </a:defRPr>
            </a:lvl9pPr>
          </a:lstStyle>
          <a:p xmlns:a="http://schemas.openxmlformats.org/drawingml/2006/main">
            <a:pPr algn="l">
              <a:defRPr sz="1950" b="1">
                <a:solidFill>
                  <a:srgbClr val="192B23"/>
                </a:solidFill>
                <a:latin typeface="Noto Sans"/>
                <a:ea typeface="Noto Sans"/>
                <a:cs typeface="Noto Sans"/>
              </a:defRPr>
            </a:pPr>
            <a:r>
              <a:rPr sz="1950" b="1">
                <a:solidFill>
                  <a:srgbClr val="192B23"/>
                </a:solidFill>
                <a:latin typeface="Noto Sans"/>
                <a:ea typeface="Noto Sans"/>
                <a:cs typeface="Noto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C79094A9-3951-4FE8-87AF-2D521A541822}"/>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9B651B"/>
                </a:solidFill>
                <a:latin typeface="Noto Sans"/>
                <a:ea typeface="Noto Sans"/>
                <a:cs typeface="Noto Sans"/>
              </a:defRPr>
            </a:defPPr>
            <a:lvl1pPr algn="l">
              <a:defRPr sz="1500" b="0">
                <a:solidFill>
                  <a:srgbClr val="9B651B"/>
                </a:solidFill>
                <a:latin typeface="Noto Sans"/>
                <a:ea typeface="Noto Sans"/>
                <a:cs typeface="Noto Sans"/>
              </a:defRPr>
            </a:lvl1pPr>
            <a:lvl2pPr algn="l">
              <a:defRPr sz="1500" b="0">
                <a:solidFill>
                  <a:srgbClr val="9B651B"/>
                </a:solidFill>
                <a:latin typeface="Noto Sans"/>
                <a:ea typeface="Noto Sans"/>
                <a:cs typeface="Noto Sans"/>
              </a:defRPr>
            </a:lvl2pPr>
            <a:lvl3pPr algn="l">
              <a:defRPr sz="1500" b="0">
                <a:solidFill>
                  <a:srgbClr val="9B651B"/>
                </a:solidFill>
                <a:latin typeface="Noto Sans"/>
                <a:ea typeface="Noto Sans"/>
                <a:cs typeface="Noto Sans"/>
              </a:defRPr>
            </a:lvl3pPr>
            <a:lvl4pPr algn="l">
              <a:defRPr sz="1500" b="0">
                <a:solidFill>
                  <a:srgbClr val="9B651B"/>
                </a:solidFill>
                <a:latin typeface="Noto Sans"/>
                <a:ea typeface="Noto Sans"/>
                <a:cs typeface="Noto Sans"/>
              </a:defRPr>
            </a:lvl4pPr>
            <a:lvl5pPr algn="l">
              <a:defRPr sz="1500" b="0">
                <a:solidFill>
                  <a:srgbClr val="9B651B"/>
                </a:solidFill>
                <a:latin typeface="Noto Sans"/>
                <a:ea typeface="Noto Sans"/>
                <a:cs typeface="Noto Sans"/>
              </a:defRPr>
            </a:lvl5pPr>
            <a:lvl6pPr algn="l">
              <a:defRPr sz="1500" b="0">
                <a:solidFill>
                  <a:srgbClr val="9B651B"/>
                </a:solidFill>
                <a:latin typeface="Noto Sans"/>
                <a:ea typeface="Noto Sans"/>
                <a:cs typeface="Noto Sans"/>
              </a:defRPr>
            </a:lvl6pPr>
            <a:lvl7pPr algn="l">
              <a:defRPr sz="1500" b="0">
                <a:solidFill>
                  <a:srgbClr val="9B651B"/>
                </a:solidFill>
                <a:latin typeface="Noto Sans"/>
                <a:ea typeface="Noto Sans"/>
                <a:cs typeface="Noto Sans"/>
              </a:defRPr>
            </a:lvl7pPr>
            <a:lvl8pPr algn="l">
              <a:defRPr sz="1500" b="0">
                <a:solidFill>
                  <a:srgbClr val="9B651B"/>
                </a:solidFill>
                <a:latin typeface="Noto Sans"/>
                <a:ea typeface="Noto Sans"/>
                <a:cs typeface="Noto Sans"/>
              </a:defRPr>
            </a:lvl8pPr>
            <a:lvl9pPr algn="l">
              <a:defRPr sz="1500" b="0">
                <a:solidFill>
                  <a:srgbClr val="9B651B"/>
                </a:solidFill>
                <a:latin typeface="Noto Sans"/>
                <a:ea typeface="Noto Sans"/>
                <a:cs typeface="Noto Sans"/>
              </a:defRPr>
            </a:lvl9pPr>
          </a:lstStyle>
          <a:p xmlns:a="http://schemas.openxmlformats.org/drawingml/2006/main">
            <a:pPr algn="l">
              <a:defRPr sz="1500" b="0">
                <a:solidFill>
                  <a:srgbClr val="9B651B"/>
                </a:solidFill>
                <a:latin typeface="Noto Sans"/>
                <a:ea typeface="Noto Sans"/>
                <a:cs typeface="Noto Sans"/>
              </a:defRPr>
            </a:pPr>
            <a:r>
              <a:rPr sz="1500" b="0">
                <a:solidFill>
                  <a:srgbClr val="9B651B"/>
                </a:solidFill>
                <a:latin typeface="Noto Sans"/>
                <a:ea typeface="Noto Sans"/>
                <a:cs typeface="Noto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47B2F248-B159-488F-BCCA-DA6193B1E8F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191045696"/>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A05FAFDF-4842-47B6-9312-47346B10650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B775EAAE-6252-41EE-8B30-EB628941264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architecture</a:t>
            </a:r>
          </a:p>
        </p:txBody>
      </p:sp>
      <p:sp>
        <p:nvSpPr>
          <p:cNvPr id="3" name="">
            <a:extLst xmlns:a="http://schemas.openxmlformats.org/drawingml/2006/main">
              <a:ext uri="{FF2B5EF4-FFF2-40B4-BE49-F238E27FC236}">
                <a16:creationId xmlns:a16="http://schemas.microsoft.com/office/drawing/2014/main" id="{BAB1CD86-5BF2-4E5B-9AC9-95E931F835B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B0F5E21E-1E68-49F0-906D-95A735866AD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286CBFD-5FED-410E-B222-530EF5A46A0F}"/>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FastAPI controls three paths: immediate requests, durable background work, and real-time communication.</a:t>
            </a:r>
          </a:p>
        </p:txBody>
      </p:sp>
      <p:sp>
        <p:nvSpPr>
          <p:cNvPr id="6" name="">
            <a:extLst xmlns:a="http://schemas.openxmlformats.org/drawingml/2006/main">
              <a:ext uri="{FF2B5EF4-FFF2-40B4-BE49-F238E27FC236}">
                <a16:creationId xmlns:a16="http://schemas.microsoft.com/office/drawing/2014/main" id="{926C6D54-2A6E-4BE7-9BEC-1589703E2A37}"/>
              </a:ext>
            </a:extLst>
          </p:cNvPr>
          <p:cNvSpPr>
            <a:spLocks xmlns:a="http://schemas.openxmlformats.org/drawingml/2006/main" noGrp="1"/>
          </p:cNvSpPr>
          <p:nvPr/>
        </p:nvSpPr>
        <p:spPr>
          <a:xfrm xmlns:a="http://schemas.openxmlformats.org/drawingml/2006/main">
            <a:off x="609600" y="2000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REQUEST PATH</a:t>
            </a:r>
          </a:p>
        </p:txBody>
      </p:sp>
      <p:sp>
        <p:nvSpPr>
          <p:cNvPr id="7" name="">
            <a:extLst xmlns:a="http://schemas.openxmlformats.org/drawingml/2006/main">
              <a:ext uri="{FF2B5EF4-FFF2-40B4-BE49-F238E27FC236}">
                <a16:creationId xmlns:a16="http://schemas.microsoft.com/office/drawing/2014/main" id="{0B2A6CA2-6601-4A61-94B4-520C89F446C4}"/>
              </a:ext>
            </a:extLst>
          </p:cNvPr>
          <p:cNvSpPr>
            <a:spLocks xmlns:a="http://schemas.openxmlformats.org/drawingml/2006/main" noGrp="1"/>
          </p:cNvSpPr>
          <p:nvPr/>
        </p:nvSpPr>
        <p:spPr>
          <a:xfrm xmlns:a="http://schemas.openxmlformats.org/drawingml/2006/main">
            <a:off x="2000250" y="1866900"/>
            <a:ext cx="16192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758B55FA-709F-4C1D-89A3-75A971CAF45B}"/>
              </a:ext>
            </a:extLst>
          </p:cNvPr>
          <p:cNvSpPr>
            <a:spLocks xmlns:a="http://schemas.openxmlformats.org/drawingml/2006/main" noGrp="1"/>
          </p:cNvSpPr>
          <p:nvPr/>
        </p:nvSpPr>
        <p:spPr>
          <a:xfrm xmlns:a="http://schemas.openxmlformats.org/drawingml/2006/main">
            <a:off x="2000250" y="186690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9E31CA1A-0407-489D-93D7-1CB100C688CC}"/>
              </a:ext>
            </a:extLst>
          </p:cNvPr>
          <p:cNvSpPr>
            <a:spLocks xmlns:a="http://schemas.openxmlformats.org/drawingml/2006/main" noGrp="1"/>
          </p:cNvSpPr>
          <p:nvPr/>
        </p:nvSpPr>
        <p:spPr>
          <a:xfrm xmlns:a="http://schemas.openxmlformats.org/drawingml/2006/main">
            <a:off x="2209800" y="1981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Browser</a:t>
            </a:r>
          </a:p>
        </p:txBody>
      </p:sp>
      <p:sp>
        <p:nvSpPr>
          <p:cNvPr id="10" name="">
            <a:extLst xmlns:a="http://schemas.openxmlformats.org/drawingml/2006/main">
              <a:ext uri="{FF2B5EF4-FFF2-40B4-BE49-F238E27FC236}">
                <a16:creationId xmlns:a16="http://schemas.microsoft.com/office/drawing/2014/main" id="{2DDB2E68-5B21-43C6-9478-77113FA610DE}"/>
              </a:ext>
            </a:extLst>
          </p:cNvPr>
          <p:cNvSpPr>
            <a:spLocks xmlns:a="http://schemas.openxmlformats.org/drawingml/2006/main" noGrp="1"/>
          </p:cNvSpPr>
          <p:nvPr/>
        </p:nvSpPr>
        <p:spPr>
          <a:xfrm xmlns:a="http://schemas.openxmlformats.org/drawingml/2006/main">
            <a:off x="2209800" y="2276475"/>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Next.js client</a:t>
            </a:r>
          </a:p>
        </p:txBody>
      </p:sp>
      <p:sp>
        <p:nvSpPr>
          <p:cNvPr id="11" name="">
            <a:extLst xmlns:a="http://schemas.openxmlformats.org/drawingml/2006/main">
              <a:ext uri="{FF2B5EF4-FFF2-40B4-BE49-F238E27FC236}">
                <a16:creationId xmlns:a16="http://schemas.microsoft.com/office/drawing/2014/main" id="{2CB43306-5D22-4F7A-ABF6-F536750C6E4F}"/>
              </a:ext>
            </a:extLst>
          </p:cNvPr>
          <p:cNvSpPr>
            <a:spLocks xmlns:a="http://schemas.openxmlformats.org/drawingml/2006/main" noGrp="1"/>
          </p:cNvSpPr>
          <p:nvPr/>
        </p:nvSpPr>
        <p:spPr>
          <a:xfrm xmlns:a="http://schemas.openxmlformats.org/drawingml/2006/main">
            <a:off x="36195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9B1F54AB-B354-484B-871F-AF79D2987C6F}"/>
              </a:ext>
            </a:extLst>
          </p:cNvPr>
          <p:cNvSpPr>
            <a:spLocks xmlns:a="http://schemas.openxmlformats.org/drawingml/2006/main" noGrp="1"/>
          </p:cNvSpPr>
          <p:nvPr/>
        </p:nvSpPr>
        <p:spPr>
          <a:xfrm xmlns:a="http://schemas.openxmlformats.org/drawingml/2006/main">
            <a:off x="4019550" y="1866900"/>
            <a:ext cx="171450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8C35D45-A98B-4A3F-B47A-D6AF5CACE4E4}"/>
              </a:ext>
            </a:extLst>
          </p:cNvPr>
          <p:cNvSpPr>
            <a:spLocks xmlns:a="http://schemas.openxmlformats.org/drawingml/2006/main" noGrp="1"/>
          </p:cNvSpPr>
          <p:nvPr/>
        </p:nvSpPr>
        <p:spPr>
          <a:xfrm xmlns:a="http://schemas.openxmlformats.org/drawingml/2006/main">
            <a:off x="4019550" y="1866900"/>
            <a:ext cx="66675" cy="7810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38A6A053-D9CA-4B84-ADA6-F8F0F340847F}"/>
              </a:ext>
            </a:extLst>
          </p:cNvPr>
          <p:cNvSpPr>
            <a:spLocks xmlns:a="http://schemas.openxmlformats.org/drawingml/2006/main" noGrp="1"/>
          </p:cNvSpPr>
          <p:nvPr/>
        </p:nvSpPr>
        <p:spPr>
          <a:xfrm xmlns:a="http://schemas.openxmlformats.org/drawingml/2006/main">
            <a:off x="4229100" y="198120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EF490DAE-C4C8-4B27-920B-AD3B1318CDBA}"/>
              </a:ext>
            </a:extLst>
          </p:cNvPr>
          <p:cNvSpPr>
            <a:spLocks xmlns:a="http://schemas.openxmlformats.org/drawingml/2006/main" noGrp="1"/>
          </p:cNvSpPr>
          <p:nvPr/>
        </p:nvSpPr>
        <p:spPr>
          <a:xfrm xmlns:a="http://schemas.openxmlformats.org/drawingml/2006/main">
            <a:off x="4229100" y="2276475"/>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proxy, WAF</a:t>
            </a:r>
          </a:p>
        </p:txBody>
      </p:sp>
      <p:sp>
        <p:nvSpPr>
          <p:cNvPr id="16" name="">
            <a:extLst xmlns:a="http://schemas.openxmlformats.org/drawingml/2006/main">
              <a:ext uri="{FF2B5EF4-FFF2-40B4-BE49-F238E27FC236}">
                <a16:creationId xmlns:a16="http://schemas.microsoft.com/office/drawing/2014/main" id="{673E364C-69BE-404F-821E-51A4053D908A}"/>
              </a:ext>
            </a:extLst>
          </p:cNvPr>
          <p:cNvSpPr>
            <a:spLocks xmlns:a="http://schemas.openxmlformats.org/drawingml/2006/main" noGrp="1"/>
          </p:cNvSpPr>
          <p:nvPr/>
        </p:nvSpPr>
        <p:spPr>
          <a:xfrm xmlns:a="http://schemas.openxmlformats.org/drawingml/2006/main">
            <a:off x="573405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DDF64681-17FD-49A1-A6F3-1B42282F81D9}"/>
              </a:ext>
            </a:extLst>
          </p:cNvPr>
          <p:cNvSpPr>
            <a:spLocks xmlns:a="http://schemas.openxmlformats.org/drawingml/2006/main" noGrp="1"/>
          </p:cNvSpPr>
          <p:nvPr/>
        </p:nvSpPr>
        <p:spPr>
          <a:xfrm xmlns:a="http://schemas.openxmlformats.org/drawingml/2006/main">
            <a:off x="6134100" y="1790700"/>
            <a:ext cx="240030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D4E60731-01FC-4EBF-8AA4-55FE564F07C0}"/>
              </a:ext>
            </a:extLst>
          </p:cNvPr>
          <p:cNvSpPr>
            <a:spLocks xmlns:a="http://schemas.openxmlformats.org/drawingml/2006/main" noGrp="1"/>
          </p:cNvSpPr>
          <p:nvPr/>
        </p:nvSpPr>
        <p:spPr>
          <a:xfrm xmlns:a="http://schemas.openxmlformats.org/drawingml/2006/main">
            <a:off x="6134100" y="1790700"/>
            <a:ext cx="66675" cy="933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4039CBC5-977E-48EB-9925-979D0834AA81}"/>
              </a:ext>
            </a:extLst>
          </p:cNvPr>
          <p:cNvSpPr>
            <a:spLocks xmlns:a="http://schemas.openxmlformats.org/drawingml/2006/main" noGrp="1"/>
          </p:cNvSpPr>
          <p:nvPr/>
        </p:nvSpPr>
        <p:spPr>
          <a:xfrm xmlns:a="http://schemas.openxmlformats.org/drawingml/2006/main">
            <a:off x="6343650" y="19050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20" name="">
            <a:extLst xmlns:a="http://schemas.openxmlformats.org/drawingml/2006/main">
              <a:ext uri="{FF2B5EF4-FFF2-40B4-BE49-F238E27FC236}">
                <a16:creationId xmlns:a16="http://schemas.microsoft.com/office/drawing/2014/main" id="{A5693479-22D0-4BB0-83CA-D02B531606B3}"/>
              </a:ext>
            </a:extLst>
          </p:cNvPr>
          <p:cNvSpPr>
            <a:spLocks xmlns:a="http://schemas.openxmlformats.org/drawingml/2006/main" noGrp="1"/>
          </p:cNvSpPr>
          <p:nvPr/>
        </p:nvSpPr>
        <p:spPr>
          <a:xfrm xmlns:a="http://schemas.openxmlformats.org/drawingml/2006/main">
            <a:off x="6343650" y="2200275"/>
            <a:ext cx="2076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Validation, permissions, business rules</a:t>
            </a:r>
          </a:p>
        </p:txBody>
      </p:sp>
      <p:sp>
        <p:nvSpPr>
          <p:cNvPr id="21" name="">
            <a:extLst xmlns:a="http://schemas.openxmlformats.org/drawingml/2006/main">
              <a:ext uri="{FF2B5EF4-FFF2-40B4-BE49-F238E27FC236}">
                <a16:creationId xmlns:a16="http://schemas.microsoft.com/office/drawing/2014/main" id="{63A57EB9-24C8-4E88-BE72-8B40F8DDFEB0}"/>
              </a:ext>
            </a:extLst>
          </p:cNvPr>
          <p:cNvSpPr>
            <a:spLocks xmlns:a="http://schemas.openxmlformats.org/drawingml/2006/main" noGrp="1"/>
          </p:cNvSpPr>
          <p:nvPr/>
        </p:nvSpPr>
        <p:spPr>
          <a:xfrm xmlns:a="http://schemas.openxmlformats.org/drawingml/2006/main">
            <a:off x="85344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2" name="">
            <a:extLst xmlns:a="http://schemas.openxmlformats.org/drawingml/2006/main">
              <a:ext uri="{FF2B5EF4-FFF2-40B4-BE49-F238E27FC236}">
                <a16:creationId xmlns:a16="http://schemas.microsoft.com/office/drawing/2014/main" id="{D34D00AB-E579-4A20-81FC-BAD852A37C89}"/>
              </a:ext>
            </a:extLst>
          </p:cNvPr>
          <p:cNvSpPr>
            <a:spLocks xmlns:a="http://schemas.openxmlformats.org/drawingml/2006/main" noGrp="1"/>
          </p:cNvSpPr>
          <p:nvPr/>
        </p:nvSpPr>
        <p:spPr>
          <a:xfrm xmlns:a="http://schemas.openxmlformats.org/drawingml/2006/main">
            <a:off x="8934450" y="1790700"/>
            <a:ext cx="264795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FB6AECE4-254E-4399-ADBC-C04432C61A77}"/>
              </a:ext>
            </a:extLst>
          </p:cNvPr>
          <p:cNvSpPr>
            <a:spLocks xmlns:a="http://schemas.openxmlformats.org/drawingml/2006/main" noGrp="1"/>
          </p:cNvSpPr>
          <p:nvPr/>
        </p:nvSpPr>
        <p:spPr>
          <a:xfrm xmlns:a="http://schemas.openxmlformats.org/drawingml/2006/main">
            <a:off x="8934450" y="1790700"/>
            <a:ext cx="66675" cy="9334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893DDC91-608D-40F7-92CF-812C57CC9A1A}"/>
              </a:ext>
            </a:extLst>
          </p:cNvPr>
          <p:cNvSpPr>
            <a:spLocks xmlns:a="http://schemas.openxmlformats.org/drawingml/2006/main" noGrp="1"/>
          </p:cNvSpPr>
          <p:nvPr/>
        </p:nvSpPr>
        <p:spPr>
          <a:xfrm xmlns:a="http://schemas.openxmlformats.org/drawingml/2006/main">
            <a:off x="9144000" y="19050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 services</a:t>
            </a:r>
          </a:p>
        </p:txBody>
      </p:sp>
      <p:sp>
        <p:nvSpPr>
          <p:cNvPr id="25" name="">
            <a:extLst xmlns:a="http://schemas.openxmlformats.org/drawingml/2006/main">
              <a:ext uri="{FF2B5EF4-FFF2-40B4-BE49-F238E27FC236}">
                <a16:creationId xmlns:a16="http://schemas.microsoft.com/office/drawing/2014/main" id="{943F782A-8901-4BB7-8DDD-91F37715EAD8}"/>
              </a:ext>
            </a:extLst>
          </p:cNvPr>
          <p:cNvSpPr>
            <a:spLocks xmlns:a="http://schemas.openxmlformats.org/drawingml/2006/main" noGrp="1"/>
          </p:cNvSpPr>
          <p:nvPr/>
        </p:nvSpPr>
        <p:spPr>
          <a:xfrm xmlns:a="http://schemas.openxmlformats.org/drawingml/2006/main">
            <a:off x="9144000" y="2200275"/>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PostgreSQL records and private file storage</a:t>
            </a:r>
          </a:p>
        </p:txBody>
      </p:sp>
      <p:sp>
        <p:nvSpPr>
          <p:cNvPr id="26" name="">
            <a:extLst xmlns:a="http://schemas.openxmlformats.org/drawingml/2006/main">
              <a:ext uri="{FF2B5EF4-FFF2-40B4-BE49-F238E27FC236}">
                <a16:creationId xmlns:a16="http://schemas.microsoft.com/office/drawing/2014/main" id="{F440CFBB-E158-46E1-916A-9616FBFD6286}"/>
              </a:ext>
            </a:extLst>
          </p:cNvPr>
          <p:cNvSpPr>
            <a:spLocks xmlns:a="http://schemas.openxmlformats.org/drawingml/2006/main" noGrp="1"/>
          </p:cNvSpPr>
          <p:nvPr/>
        </p:nvSpPr>
        <p:spPr>
          <a:xfrm xmlns:a="http://schemas.openxmlformats.org/drawingml/2006/main">
            <a:off x="609600" y="33528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BACKGROUND WORK</a:t>
            </a:r>
          </a:p>
        </p:txBody>
      </p:sp>
      <p:sp>
        <p:nvSpPr>
          <p:cNvPr id="27" name="">
            <a:extLst xmlns:a="http://schemas.openxmlformats.org/drawingml/2006/main">
              <a:ext uri="{FF2B5EF4-FFF2-40B4-BE49-F238E27FC236}">
                <a16:creationId xmlns:a16="http://schemas.microsoft.com/office/drawing/2014/main" id="{9E47C5EE-DEEE-47A0-9273-4EECD4F1BA8C}"/>
              </a:ext>
            </a:extLst>
          </p:cNvPr>
          <p:cNvSpPr>
            <a:spLocks xmlns:a="http://schemas.openxmlformats.org/drawingml/2006/main" noGrp="1"/>
          </p:cNvSpPr>
          <p:nvPr/>
        </p:nvSpPr>
        <p:spPr>
          <a:xfrm xmlns:a="http://schemas.openxmlformats.org/drawingml/2006/main">
            <a:off x="1809750" y="3143250"/>
            <a:ext cx="1809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31AEBC7F-A5B2-4EB3-8180-A2DF6125B167}"/>
              </a:ext>
            </a:extLst>
          </p:cNvPr>
          <p:cNvSpPr>
            <a:spLocks xmlns:a="http://schemas.openxmlformats.org/drawingml/2006/main" noGrp="1"/>
          </p:cNvSpPr>
          <p:nvPr/>
        </p:nvSpPr>
        <p:spPr>
          <a:xfrm xmlns:a="http://schemas.openxmlformats.org/drawingml/2006/main">
            <a:off x="1809750" y="314325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EDE909C5-1D32-464B-8420-791D0A5CF4D0}"/>
              </a:ext>
            </a:extLst>
          </p:cNvPr>
          <p:cNvSpPr>
            <a:spLocks xmlns:a="http://schemas.openxmlformats.org/drawingml/2006/main" noGrp="1"/>
          </p:cNvSpPr>
          <p:nvPr/>
        </p:nvSpPr>
        <p:spPr>
          <a:xfrm xmlns:a="http://schemas.openxmlformats.org/drawingml/2006/main">
            <a:off x="2019300" y="32575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API transaction</a:t>
            </a:r>
          </a:p>
        </p:txBody>
      </p:sp>
      <p:sp>
        <p:nvSpPr>
          <p:cNvPr id="30" name="">
            <a:extLst xmlns:a="http://schemas.openxmlformats.org/drawingml/2006/main">
              <a:ext uri="{FF2B5EF4-FFF2-40B4-BE49-F238E27FC236}">
                <a16:creationId xmlns:a16="http://schemas.microsoft.com/office/drawing/2014/main" id="{C9B10971-64FA-4F92-999F-EF0206FF0D65}"/>
              </a:ext>
            </a:extLst>
          </p:cNvPr>
          <p:cNvSpPr>
            <a:spLocks xmlns:a="http://schemas.openxmlformats.org/drawingml/2006/main" noGrp="1"/>
          </p:cNvSpPr>
          <p:nvPr/>
        </p:nvSpPr>
        <p:spPr>
          <a:xfrm xmlns:a="http://schemas.openxmlformats.org/drawingml/2006/main">
            <a:off x="2019300" y="3552825"/>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Create a durable job or email row</a:t>
            </a:r>
          </a:p>
        </p:txBody>
      </p:sp>
      <p:sp>
        <p:nvSpPr>
          <p:cNvPr id="31" name="">
            <a:extLst xmlns:a="http://schemas.openxmlformats.org/drawingml/2006/main">
              <a:ext uri="{FF2B5EF4-FFF2-40B4-BE49-F238E27FC236}">
                <a16:creationId xmlns:a16="http://schemas.microsoft.com/office/drawing/2014/main" id="{E2146066-FA6D-4837-84D1-3CC72007CDB1}"/>
              </a:ext>
            </a:extLst>
          </p:cNvPr>
          <p:cNvSpPr>
            <a:spLocks xmlns:a="http://schemas.openxmlformats.org/drawingml/2006/main" noGrp="1"/>
          </p:cNvSpPr>
          <p:nvPr/>
        </p:nvSpPr>
        <p:spPr>
          <a:xfrm xmlns:a="http://schemas.openxmlformats.org/drawingml/2006/main">
            <a:off x="36195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2" name="">
            <a:extLst xmlns:a="http://schemas.openxmlformats.org/drawingml/2006/main">
              <a:ext uri="{FF2B5EF4-FFF2-40B4-BE49-F238E27FC236}">
                <a16:creationId xmlns:a16="http://schemas.microsoft.com/office/drawing/2014/main" id="{3E6D65B4-9390-4D9C-B7B7-9931568FFECE}"/>
              </a:ext>
            </a:extLst>
          </p:cNvPr>
          <p:cNvSpPr>
            <a:spLocks xmlns:a="http://schemas.openxmlformats.org/drawingml/2006/main" noGrp="1"/>
          </p:cNvSpPr>
          <p:nvPr/>
        </p:nvSpPr>
        <p:spPr>
          <a:xfrm xmlns:a="http://schemas.openxmlformats.org/drawingml/2006/main">
            <a:off x="3905250" y="3143250"/>
            <a:ext cx="19050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475A5BF8-85F3-46CD-8400-CF3898AEB8C4}"/>
              </a:ext>
            </a:extLst>
          </p:cNvPr>
          <p:cNvSpPr>
            <a:spLocks xmlns:a="http://schemas.openxmlformats.org/drawingml/2006/main" noGrp="1"/>
          </p:cNvSpPr>
          <p:nvPr/>
        </p:nvSpPr>
        <p:spPr>
          <a:xfrm xmlns:a="http://schemas.openxmlformats.org/drawingml/2006/main">
            <a:off x="3905250" y="314325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4" name="">
            <a:extLst xmlns:a="http://schemas.openxmlformats.org/drawingml/2006/main">
              <a:ext uri="{FF2B5EF4-FFF2-40B4-BE49-F238E27FC236}">
                <a16:creationId xmlns:a16="http://schemas.microsoft.com/office/drawing/2014/main" id="{95E040DC-1F68-46BC-8090-AA9D2A3F82D0}"/>
              </a:ext>
            </a:extLst>
          </p:cNvPr>
          <p:cNvSpPr>
            <a:spLocks xmlns:a="http://schemas.openxmlformats.org/drawingml/2006/main" noGrp="1"/>
          </p:cNvSpPr>
          <p:nvPr/>
        </p:nvSpPr>
        <p:spPr>
          <a:xfrm xmlns:a="http://schemas.openxmlformats.org/drawingml/2006/main">
            <a:off x="4114800" y="32575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 outbox</a:t>
            </a:r>
          </a:p>
        </p:txBody>
      </p:sp>
      <p:sp>
        <p:nvSpPr>
          <p:cNvPr id="35" name="">
            <a:extLst xmlns:a="http://schemas.openxmlformats.org/drawingml/2006/main">
              <a:ext uri="{FF2B5EF4-FFF2-40B4-BE49-F238E27FC236}">
                <a16:creationId xmlns:a16="http://schemas.microsoft.com/office/drawing/2014/main" id="{38E3E443-FC82-44B4-B4A7-F9A7524922E5}"/>
              </a:ext>
            </a:extLst>
          </p:cNvPr>
          <p:cNvSpPr>
            <a:spLocks xmlns:a="http://schemas.openxmlformats.org/drawingml/2006/main" noGrp="1"/>
          </p:cNvSpPr>
          <p:nvPr/>
        </p:nvSpPr>
        <p:spPr>
          <a:xfrm xmlns:a="http://schemas.openxmlformats.org/drawingml/2006/main">
            <a:off x="4114800" y="35528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retry state, lease</a:t>
            </a:r>
          </a:p>
        </p:txBody>
      </p:sp>
      <p:sp>
        <p:nvSpPr>
          <p:cNvPr id="36" name="">
            <a:extLst xmlns:a="http://schemas.openxmlformats.org/drawingml/2006/main">
              <a:ext uri="{FF2B5EF4-FFF2-40B4-BE49-F238E27FC236}">
                <a16:creationId xmlns:a16="http://schemas.microsoft.com/office/drawing/2014/main" id="{065035B0-550E-414F-A39A-45E90DBD670C}"/>
              </a:ext>
            </a:extLst>
          </p:cNvPr>
          <p:cNvSpPr>
            <a:spLocks xmlns:a="http://schemas.openxmlformats.org/drawingml/2006/main" noGrp="1"/>
          </p:cNvSpPr>
          <p:nvPr/>
        </p:nvSpPr>
        <p:spPr>
          <a:xfrm xmlns:a="http://schemas.openxmlformats.org/drawingml/2006/main">
            <a:off x="58102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44EB0390-5164-491C-8B69-8BF18657D85D}"/>
              </a:ext>
            </a:extLst>
          </p:cNvPr>
          <p:cNvSpPr>
            <a:spLocks xmlns:a="http://schemas.openxmlformats.org/drawingml/2006/main" noGrp="1"/>
          </p:cNvSpPr>
          <p:nvPr/>
        </p:nvSpPr>
        <p:spPr>
          <a:xfrm xmlns:a="http://schemas.openxmlformats.org/drawingml/2006/main">
            <a:off x="6096000" y="3143250"/>
            <a:ext cx="1428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151993CC-8DE9-4C77-994E-3D77FDEF9302}"/>
              </a:ext>
            </a:extLst>
          </p:cNvPr>
          <p:cNvSpPr>
            <a:spLocks xmlns:a="http://schemas.openxmlformats.org/drawingml/2006/main" noGrp="1"/>
          </p:cNvSpPr>
          <p:nvPr/>
        </p:nvSpPr>
        <p:spPr>
          <a:xfrm xmlns:a="http://schemas.openxmlformats.org/drawingml/2006/main">
            <a:off x="6096000" y="314325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39" name="">
            <a:extLst xmlns:a="http://schemas.openxmlformats.org/drawingml/2006/main">
              <a:ext uri="{FF2B5EF4-FFF2-40B4-BE49-F238E27FC236}">
                <a16:creationId xmlns:a16="http://schemas.microsoft.com/office/drawing/2014/main" id="{9E60CB5F-94DF-4024-91D2-9C709454C99B}"/>
              </a:ext>
            </a:extLst>
          </p:cNvPr>
          <p:cNvSpPr>
            <a:spLocks xmlns:a="http://schemas.openxmlformats.org/drawingml/2006/main" noGrp="1"/>
          </p:cNvSpPr>
          <p:nvPr/>
        </p:nvSpPr>
        <p:spPr>
          <a:xfrm xmlns:a="http://schemas.openxmlformats.org/drawingml/2006/main">
            <a:off x="6305550" y="32575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40" name="">
            <a:extLst xmlns:a="http://schemas.openxmlformats.org/drawingml/2006/main">
              <a:ext uri="{FF2B5EF4-FFF2-40B4-BE49-F238E27FC236}">
                <a16:creationId xmlns:a16="http://schemas.microsoft.com/office/drawing/2014/main" id="{873E3A7B-5D3D-45F3-B8F2-7FE95791620B}"/>
              </a:ext>
            </a:extLst>
          </p:cNvPr>
          <p:cNvSpPr>
            <a:spLocks xmlns:a="http://schemas.openxmlformats.org/drawingml/2006/main" noGrp="1"/>
          </p:cNvSpPr>
          <p:nvPr/>
        </p:nvSpPr>
        <p:spPr>
          <a:xfrm xmlns:a="http://schemas.openxmlformats.org/drawingml/2006/main">
            <a:off x="6305550" y="3552825"/>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Broker and shared state</a:t>
            </a:r>
          </a:p>
        </p:txBody>
      </p:sp>
      <p:sp>
        <p:nvSpPr>
          <p:cNvPr id="41" name="">
            <a:extLst xmlns:a="http://schemas.openxmlformats.org/drawingml/2006/main">
              <a:ext uri="{FF2B5EF4-FFF2-40B4-BE49-F238E27FC236}">
                <a16:creationId xmlns:a16="http://schemas.microsoft.com/office/drawing/2014/main" id="{CEF87AEB-806A-4ECF-B6CC-2097C8C701E0}"/>
              </a:ext>
            </a:extLst>
          </p:cNvPr>
          <p:cNvSpPr>
            <a:spLocks xmlns:a="http://schemas.openxmlformats.org/drawingml/2006/main" noGrp="1"/>
          </p:cNvSpPr>
          <p:nvPr/>
        </p:nvSpPr>
        <p:spPr>
          <a:xfrm xmlns:a="http://schemas.openxmlformats.org/drawingml/2006/main">
            <a:off x="75247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CAF5023B-6958-4531-B95C-FD4FF60DE2AC}"/>
              </a:ext>
            </a:extLst>
          </p:cNvPr>
          <p:cNvSpPr>
            <a:spLocks xmlns:a="http://schemas.openxmlformats.org/drawingml/2006/main" noGrp="1"/>
          </p:cNvSpPr>
          <p:nvPr/>
        </p:nvSpPr>
        <p:spPr>
          <a:xfrm xmlns:a="http://schemas.openxmlformats.org/drawingml/2006/main">
            <a:off x="7810500" y="3143250"/>
            <a:ext cx="1714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3" name="">
            <a:extLst xmlns:a="http://schemas.openxmlformats.org/drawingml/2006/main">
              <a:ext uri="{FF2B5EF4-FFF2-40B4-BE49-F238E27FC236}">
                <a16:creationId xmlns:a16="http://schemas.microsoft.com/office/drawing/2014/main" id="{DBBD6184-9006-4E99-B238-C47DAAE31377}"/>
              </a:ext>
            </a:extLst>
          </p:cNvPr>
          <p:cNvSpPr>
            <a:spLocks xmlns:a="http://schemas.openxmlformats.org/drawingml/2006/main" noGrp="1"/>
          </p:cNvSpPr>
          <p:nvPr/>
        </p:nvSpPr>
        <p:spPr>
          <a:xfrm xmlns:a="http://schemas.openxmlformats.org/drawingml/2006/main">
            <a:off x="781050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4" name="">
            <a:extLst xmlns:a="http://schemas.openxmlformats.org/drawingml/2006/main">
              <a:ext uri="{FF2B5EF4-FFF2-40B4-BE49-F238E27FC236}">
                <a16:creationId xmlns:a16="http://schemas.microsoft.com/office/drawing/2014/main" id="{5523075F-A983-4B53-9BB6-E86A0F30D45C}"/>
              </a:ext>
            </a:extLst>
          </p:cNvPr>
          <p:cNvSpPr>
            <a:spLocks xmlns:a="http://schemas.openxmlformats.org/drawingml/2006/main" noGrp="1"/>
          </p:cNvSpPr>
          <p:nvPr/>
        </p:nvSpPr>
        <p:spPr>
          <a:xfrm xmlns:a="http://schemas.openxmlformats.org/drawingml/2006/main">
            <a:off x="8020050" y="32575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Celery workers</a:t>
            </a:r>
          </a:p>
        </p:txBody>
      </p:sp>
      <p:sp>
        <p:nvSpPr>
          <p:cNvPr id="45" name="">
            <a:extLst xmlns:a="http://schemas.openxmlformats.org/drawingml/2006/main">
              <a:ext uri="{FF2B5EF4-FFF2-40B4-BE49-F238E27FC236}">
                <a16:creationId xmlns:a16="http://schemas.microsoft.com/office/drawing/2014/main" id="{9AECEC49-83DA-4EF4-B3C8-ED893A7A61D9}"/>
              </a:ext>
            </a:extLst>
          </p:cNvPr>
          <p:cNvSpPr>
            <a:spLocks xmlns:a="http://schemas.openxmlformats.org/drawingml/2006/main" noGrp="1"/>
          </p:cNvSpPr>
          <p:nvPr/>
        </p:nvSpPr>
        <p:spPr>
          <a:xfrm xmlns:a="http://schemas.openxmlformats.org/drawingml/2006/main">
            <a:off x="8020050" y="3552825"/>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and email execution</a:t>
            </a:r>
          </a:p>
        </p:txBody>
      </p:sp>
      <p:sp>
        <p:nvSpPr>
          <p:cNvPr id="46" name="">
            <a:extLst xmlns:a="http://schemas.openxmlformats.org/drawingml/2006/main">
              <a:ext uri="{FF2B5EF4-FFF2-40B4-BE49-F238E27FC236}">
                <a16:creationId xmlns:a16="http://schemas.microsoft.com/office/drawing/2014/main" id="{BABCEEED-2B67-4074-B042-68BF1D7EABCD}"/>
              </a:ext>
            </a:extLst>
          </p:cNvPr>
          <p:cNvSpPr>
            <a:spLocks xmlns:a="http://schemas.openxmlformats.org/drawingml/2006/main" noGrp="1"/>
          </p:cNvSpPr>
          <p:nvPr/>
        </p:nvSpPr>
        <p:spPr>
          <a:xfrm xmlns:a="http://schemas.openxmlformats.org/drawingml/2006/main">
            <a:off x="95250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C091F5C7-DB33-4182-B78E-B2BF0BBA972C}"/>
              </a:ext>
            </a:extLst>
          </p:cNvPr>
          <p:cNvSpPr>
            <a:spLocks xmlns:a="http://schemas.openxmlformats.org/drawingml/2006/main" noGrp="1"/>
          </p:cNvSpPr>
          <p:nvPr/>
        </p:nvSpPr>
        <p:spPr>
          <a:xfrm xmlns:a="http://schemas.openxmlformats.org/drawingml/2006/main">
            <a:off x="9810750" y="3143250"/>
            <a:ext cx="17716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8" name="">
            <a:extLst xmlns:a="http://schemas.openxmlformats.org/drawingml/2006/main">
              <a:ext uri="{FF2B5EF4-FFF2-40B4-BE49-F238E27FC236}">
                <a16:creationId xmlns:a16="http://schemas.microsoft.com/office/drawing/2014/main" id="{16E58E14-E3BB-4C70-9307-95CC04459CA6}"/>
              </a:ext>
            </a:extLst>
          </p:cNvPr>
          <p:cNvSpPr>
            <a:spLocks xmlns:a="http://schemas.openxmlformats.org/drawingml/2006/main" noGrp="1"/>
          </p:cNvSpPr>
          <p:nvPr/>
        </p:nvSpPr>
        <p:spPr>
          <a:xfrm xmlns:a="http://schemas.openxmlformats.org/drawingml/2006/main">
            <a:off x="981075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9" name="">
            <a:extLst xmlns:a="http://schemas.openxmlformats.org/drawingml/2006/main">
              <a:ext uri="{FF2B5EF4-FFF2-40B4-BE49-F238E27FC236}">
                <a16:creationId xmlns:a16="http://schemas.microsoft.com/office/drawing/2014/main" id="{B28A338E-3CBE-4515-ADE6-B4DA0C1301F5}"/>
              </a:ext>
            </a:extLst>
          </p:cNvPr>
          <p:cNvSpPr>
            <a:spLocks xmlns:a="http://schemas.openxmlformats.org/drawingml/2006/main" noGrp="1"/>
          </p:cNvSpPr>
          <p:nvPr/>
        </p:nvSpPr>
        <p:spPr>
          <a:xfrm xmlns:a="http://schemas.openxmlformats.org/drawingml/2006/main">
            <a:off x="10020300" y="32575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9050"/>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External providers</a:t>
            </a:r>
          </a:p>
        </p:txBody>
      </p:sp>
      <p:sp>
        <p:nvSpPr>
          <p:cNvPr id="50" name="">
            <a:extLst xmlns:a="http://schemas.openxmlformats.org/drawingml/2006/main">
              <a:ext uri="{FF2B5EF4-FFF2-40B4-BE49-F238E27FC236}">
                <a16:creationId xmlns:a16="http://schemas.microsoft.com/office/drawing/2014/main" id="{810CAD55-2619-4EE4-84C6-5BFBC416CD02}"/>
              </a:ext>
            </a:extLst>
          </p:cNvPr>
          <p:cNvSpPr>
            <a:spLocks xmlns:a="http://schemas.openxmlformats.org/drawingml/2006/main" noGrp="1"/>
          </p:cNvSpPr>
          <p:nvPr/>
        </p:nvSpPr>
        <p:spPr>
          <a:xfrm xmlns:a="http://schemas.openxmlformats.org/drawingml/2006/main">
            <a:off x="10020300" y="35528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77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Gemini and Resend</a:t>
            </a:r>
          </a:p>
        </p:txBody>
      </p:sp>
      <p:sp>
        <p:nvSpPr>
          <p:cNvPr id="51" name="">
            <a:extLst xmlns:a="http://schemas.openxmlformats.org/drawingml/2006/main">
              <a:ext uri="{FF2B5EF4-FFF2-40B4-BE49-F238E27FC236}">
                <a16:creationId xmlns:a16="http://schemas.microsoft.com/office/drawing/2014/main" id="{22A938AF-53DB-458B-B670-63C3CABB6235}"/>
              </a:ext>
            </a:extLst>
          </p:cNvPr>
          <p:cNvSpPr>
            <a:spLocks xmlns:a="http://schemas.openxmlformats.org/drawingml/2006/main" noGrp="1"/>
          </p:cNvSpPr>
          <p:nvPr/>
        </p:nvSpPr>
        <p:spPr>
          <a:xfrm xmlns:a="http://schemas.openxmlformats.org/drawingml/2006/main">
            <a:off x="609600" y="4705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9B651B"/>
                </a:solidFill>
                <a:latin typeface="Noto Sans"/>
                <a:ea typeface="Noto Sans"/>
                <a:cs typeface="Noto Sans"/>
              </a:defRPr>
            </a:defPPr>
            <a:lvl1pPr algn="l">
              <a:defRPr sz="975" b="1">
                <a:solidFill>
                  <a:srgbClr val="9B651B"/>
                </a:solidFill>
                <a:latin typeface="Noto Sans"/>
                <a:ea typeface="Noto Sans"/>
                <a:cs typeface="Noto Sans"/>
              </a:defRPr>
            </a:lvl1pPr>
            <a:lvl2pPr algn="l">
              <a:defRPr sz="975" b="1">
                <a:solidFill>
                  <a:srgbClr val="9B651B"/>
                </a:solidFill>
                <a:latin typeface="Noto Sans"/>
                <a:ea typeface="Noto Sans"/>
                <a:cs typeface="Noto Sans"/>
              </a:defRPr>
            </a:lvl2pPr>
            <a:lvl3pPr algn="l">
              <a:defRPr sz="975" b="1">
                <a:solidFill>
                  <a:srgbClr val="9B651B"/>
                </a:solidFill>
                <a:latin typeface="Noto Sans"/>
                <a:ea typeface="Noto Sans"/>
                <a:cs typeface="Noto Sans"/>
              </a:defRPr>
            </a:lvl3pPr>
            <a:lvl4pPr algn="l">
              <a:defRPr sz="975" b="1">
                <a:solidFill>
                  <a:srgbClr val="9B651B"/>
                </a:solidFill>
                <a:latin typeface="Noto Sans"/>
                <a:ea typeface="Noto Sans"/>
                <a:cs typeface="Noto Sans"/>
              </a:defRPr>
            </a:lvl4pPr>
            <a:lvl5pPr algn="l">
              <a:defRPr sz="975" b="1">
                <a:solidFill>
                  <a:srgbClr val="9B651B"/>
                </a:solidFill>
                <a:latin typeface="Noto Sans"/>
                <a:ea typeface="Noto Sans"/>
                <a:cs typeface="Noto Sans"/>
              </a:defRPr>
            </a:lvl5pPr>
            <a:lvl6pPr algn="l">
              <a:defRPr sz="975" b="1">
                <a:solidFill>
                  <a:srgbClr val="9B651B"/>
                </a:solidFill>
                <a:latin typeface="Noto Sans"/>
                <a:ea typeface="Noto Sans"/>
                <a:cs typeface="Noto Sans"/>
              </a:defRPr>
            </a:lvl6pPr>
            <a:lvl7pPr algn="l">
              <a:defRPr sz="975" b="1">
                <a:solidFill>
                  <a:srgbClr val="9B651B"/>
                </a:solidFill>
                <a:latin typeface="Noto Sans"/>
                <a:ea typeface="Noto Sans"/>
                <a:cs typeface="Noto Sans"/>
              </a:defRPr>
            </a:lvl7pPr>
            <a:lvl8pPr algn="l">
              <a:defRPr sz="975" b="1">
                <a:solidFill>
                  <a:srgbClr val="9B651B"/>
                </a:solidFill>
                <a:latin typeface="Noto Sans"/>
                <a:ea typeface="Noto Sans"/>
                <a:cs typeface="Noto Sans"/>
              </a:defRPr>
            </a:lvl8pPr>
            <a:lvl9pPr algn="l">
              <a:defRPr sz="975" b="1">
                <a:solidFill>
                  <a:srgbClr val="9B651B"/>
                </a:solidFill>
                <a:latin typeface="Noto Sans"/>
                <a:ea typeface="Noto Sans"/>
                <a:cs typeface="Noto Sans"/>
              </a:defRPr>
            </a:lvl9pPr>
          </a:lstStyle>
          <a:p xmlns:a="http://schemas.openxmlformats.org/drawingml/2006/main">
            <a:pPr algn="l">
              <a:defRPr sz="975" b="1">
                <a:solidFill>
                  <a:srgbClr val="9B651B"/>
                </a:solidFill>
                <a:latin typeface="Noto Sans"/>
                <a:ea typeface="Noto Sans"/>
                <a:cs typeface="Noto Sans"/>
              </a:defRPr>
            </a:pPr>
            <a:r>
              <a:rPr sz="975" b="1">
                <a:solidFill>
                  <a:srgbClr val="9B651B"/>
                </a:solidFill>
                <a:latin typeface="Noto Sans"/>
                <a:ea typeface="Noto Sans"/>
                <a:cs typeface="Noto Sans"/>
              </a:rPr>
              <a:t>REAL-TIME PATH</a:t>
            </a:r>
          </a:p>
        </p:txBody>
      </p:sp>
      <p:sp>
        <p:nvSpPr>
          <p:cNvPr id="52" name="">
            <a:extLst xmlns:a="http://schemas.openxmlformats.org/drawingml/2006/main">
              <a:ext uri="{FF2B5EF4-FFF2-40B4-BE49-F238E27FC236}">
                <a16:creationId xmlns:a16="http://schemas.microsoft.com/office/drawing/2014/main" id="{D13A3898-C9DA-462C-86EF-CC18C6E76733}"/>
              </a:ext>
            </a:extLst>
          </p:cNvPr>
          <p:cNvSpPr>
            <a:spLocks xmlns:a="http://schemas.openxmlformats.org/drawingml/2006/main" noGrp="1"/>
          </p:cNvSpPr>
          <p:nvPr/>
        </p:nvSpPr>
        <p:spPr>
          <a:xfrm xmlns:a="http://schemas.openxmlformats.org/drawingml/2006/main">
            <a:off x="2000250" y="4495800"/>
            <a:ext cx="20002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3" name="">
            <a:extLst xmlns:a="http://schemas.openxmlformats.org/drawingml/2006/main">
              <a:ext uri="{FF2B5EF4-FFF2-40B4-BE49-F238E27FC236}">
                <a16:creationId xmlns:a16="http://schemas.microsoft.com/office/drawing/2014/main" id="{BE24D07F-11FF-49E0-9F2F-1686C53BB1DE}"/>
              </a:ext>
            </a:extLst>
          </p:cNvPr>
          <p:cNvSpPr>
            <a:spLocks xmlns:a="http://schemas.openxmlformats.org/drawingml/2006/main" noGrp="1"/>
          </p:cNvSpPr>
          <p:nvPr/>
        </p:nvSpPr>
        <p:spPr>
          <a:xfrm xmlns:a="http://schemas.openxmlformats.org/drawingml/2006/main">
            <a:off x="2000250" y="4495800"/>
            <a:ext cx="66675" cy="8953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54" name="">
            <a:extLst xmlns:a="http://schemas.openxmlformats.org/drawingml/2006/main">
              <a:ext uri="{FF2B5EF4-FFF2-40B4-BE49-F238E27FC236}">
                <a16:creationId xmlns:a16="http://schemas.microsoft.com/office/drawing/2014/main" id="{A5B1BC56-CB12-4991-B0EA-1062AB107DE4}"/>
              </a:ext>
            </a:extLst>
          </p:cNvPr>
          <p:cNvSpPr>
            <a:spLocks xmlns:a="http://schemas.openxmlformats.org/drawingml/2006/main" noGrp="1"/>
          </p:cNvSpPr>
          <p:nvPr/>
        </p:nvSpPr>
        <p:spPr>
          <a:xfrm xmlns:a="http://schemas.openxmlformats.org/drawingml/2006/main">
            <a:off x="2209800" y="46101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55" name="">
            <a:extLst xmlns:a="http://schemas.openxmlformats.org/drawingml/2006/main">
              <a:ext uri="{FF2B5EF4-FFF2-40B4-BE49-F238E27FC236}">
                <a16:creationId xmlns:a16="http://schemas.microsoft.com/office/drawing/2014/main" id="{F0F78983-536B-430A-817C-4478580967D0}"/>
              </a:ext>
            </a:extLst>
          </p:cNvPr>
          <p:cNvSpPr>
            <a:spLocks xmlns:a="http://schemas.openxmlformats.org/drawingml/2006/main" noGrp="1"/>
          </p:cNvSpPr>
          <p:nvPr/>
        </p:nvSpPr>
        <p:spPr>
          <a:xfrm xmlns:a="http://schemas.openxmlformats.org/drawingml/2006/main">
            <a:off x="2209800" y="4905375"/>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credential</a:t>
            </a:r>
          </a:p>
        </p:txBody>
      </p:sp>
      <p:sp>
        <p:nvSpPr>
          <p:cNvPr id="56" name="">
            <a:extLst xmlns:a="http://schemas.openxmlformats.org/drawingml/2006/main">
              <a:ext uri="{FF2B5EF4-FFF2-40B4-BE49-F238E27FC236}">
                <a16:creationId xmlns:a16="http://schemas.microsoft.com/office/drawing/2014/main" id="{1CA02294-9D17-40A7-A553-64382AEA077D}"/>
              </a:ext>
            </a:extLst>
          </p:cNvPr>
          <p:cNvSpPr>
            <a:spLocks xmlns:a="http://schemas.openxmlformats.org/drawingml/2006/main" noGrp="1"/>
          </p:cNvSpPr>
          <p:nvPr/>
        </p:nvSpPr>
        <p:spPr>
          <a:xfrm xmlns:a="http://schemas.openxmlformats.org/drawingml/2006/main">
            <a:off x="40005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7" name="">
            <a:extLst xmlns:a="http://schemas.openxmlformats.org/drawingml/2006/main">
              <a:ext uri="{FF2B5EF4-FFF2-40B4-BE49-F238E27FC236}">
                <a16:creationId xmlns:a16="http://schemas.microsoft.com/office/drawing/2014/main" id="{58652DC7-59E9-403C-A7B0-D798F2B61823}"/>
              </a:ext>
            </a:extLst>
          </p:cNvPr>
          <p:cNvSpPr>
            <a:spLocks xmlns:a="http://schemas.openxmlformats.org/drawingml/2006/main" noGrp="1"/>
          </p:cNvSpPr>
          <p:nvPr/>
        </p:nvSpPr>
        <p:spPr>
          <a:xfrm xmlns:a="http://schemas.openxmlformats.org/drawingml/2006/main">
            <a:off x="4400550" y="4495800"/>
            <a:ext cx="2095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A04B9C9A-CC12-4B41-B705-48F2CFFAC071}"/>
              </a:ext>
            </a:extLst>
          </p:cNvPr>
          <p:cNvSpPr>
            <a:spLocks xmlns:a="http://schemas.openxmlformats.org/drawingml/2006/main" noGrp="1"/>
          </p:cNvSpPr>
          <p:nvPr/>
        </p:nvSpPr>
        <p:spPr>
          <a:xfrm xmlns:a="http://schemas.openxmlformats.org/drawingml/2006/main">
            <a:off x="4400550" y="449580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59" name="">
            <a:extLst xmlns:a="http://schemas.openxmlformats.org/drawingml/2006/main">
              <a:ext uri="{FF2B5EF4-FFF2-40B4-BE49-F238E27FC236}">
                <a16:creationId xmlns:a16="http://schemas.microsoft.com/office/drawing/2014/main" id="{65E4C37B-0626-4CF4-8AAD-80F82DB3A48B}"/>
              </a:ext>
            </a:extLst>
          </p:cNvPr>
          <p:cNvSpPr>
            <a:spLocks xmlns:a="http://schemas.openxmlformats.org/drawingml/2006/main" noGrp="1"/>
          </p:cNvSpPr>
          <p:nvPr/>
        </p:nvSpPr>
        <p:spPr>
          <a:xfrm xmlns:a="http://schemas.openxmlformats.org/drawingml/2006/main">
            <a:off x="4610100" y="46101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60" name="">
            <a:extLst xmlns:a="http://schemas.openxmlformats.org/drawingml/2006/main">
              <a:ext uri="{FF2B5EF4-FFF2-40B4-BE49-F238E27FC236}">
                <a16:creationId xmlns:a16="http://schemas.microsoft.com/office/drawing/2014/main" id="{FBB132F7-5DCE-4466-9C91-BD3A52F44368}"/>
              </a:ext>
            </a:extLst>
          </p:cNvPr>
          <p:cNvSpPr>
            <a:spLocks xmlns:a="http://schemas.openxmlformats.org/drawingml/2006/main" noGrp="1"/>
          </p:cNvSpPr>
          <p:nvPr/>
        </p:nvSpPr>
        <p:spPr>
          <a:xfrm xmlns:a="http://schemas.openxmlformats.org/drawingml/2006/main">
            <a:off x="4610100" y="490537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stage checks</a:t>
            </a:r>
          </a:p>
        </p:txBody>
      </p:sp>
      <p:sp>
        <p:nvSpPr>
          <p:cNvPr id="61" name="">
            <a:extLst xmlns:a="http://schemas.openxmlformats.org/drawingml/2006/main">
              <a:ext uri="{FF2B5EF4-FFF2-40B4-BE49-F238E27FC236}">
                <a16:creationId xmlns:a16="http://schemas.microsoft.com/office/drawing/2014/main" id="{88BE85B1-3B2B-4047-B514-B1E3A1872977}"/>
              </a:ext>
            </a:extLst>
          </p:cNvPr>
          <p:cNvSpPr>
            <a:spLocks xmlns:a="http://schemas.openxmlformats.org/drawingml/2006/main" noGrp="1"/>
          </p:cNvSpPr>
          <p:nvPr/>
        </p:nvSpPr>
        <p:spPr>
          <a:xfrm xmlns:a="http://schemas.openxmlformats.org/drawingml/2006/main">
            <a:off x="649605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2" name="">
            <a:extLst xmlns:a="http://schemas.openxmlformats.org/drawingml/2006/main">
              <a:ext uri="{FF2B5EF4-FFF2-40B4-BE49-F238E27FC236}">
                <a16:creationId xmlns:a16="http://schemas.microsoft.com/office/drawing/2014/main" id="{EB49D22B-7DFD-4ACF-91BD-443588BF8A89}"/>
              </a:ext>
            </a:extLst>
          </p:cNvPr>
          <p:cNvSpPr>
            <a:spLocks xmlns:a="http://schemas.openxmlformats.org/drawingml/2006/main" noGrp="1"/>
          </p:cNvSpPr>
          <p:nvPr/>
        </p:nvSpPr>
        <p:spPr>
          <a:xfrm xmlns:a="http://schemas.openxmlformats.org/drawingml/2006/main">
            <a:off x="6896100" y="4495800"/>
            <a:ext cx="19431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3" name="">
            <a:extLst xmlns:a="http://schemas.openxmlformats.org/drawingml/2006/main">
              <a:ext uri="{FF2B5EF4-FFF2-40B4-BE49-F238E27FC236}">
                <a16:creationId xmlns:a16="http://schemas.microsoft.com/office/drawing/2014/main" id="{91F12092-DF61-4D58-B800-5CFA25F5069F}"/>
              </a:ext>
            </a:extLst>
          </p:cNvPr>
          <p:cNvSpPr>
            <a:spLocks xmlns:a="http://schemas.openxmlformats.org/drawingml/2006/main" noGrp="1"/>
          </p:cNvSpPr>
          <p:nvPr/>
        </p:nvSpPr>
        <p:spPr>
          <a:xfrm xmlns:a="http://schemas.openxmlformats.org/drawingml/2006/main">
            <a:off x="6896100" y="449580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64" name="">
            <a:extLst xmlns:a="http://schemas.openxmlformats.org/drawingml/2006/main">
              <a:ext uri="{FF2B5EF4-FFF2-40B4-BE49-F238E27FC236}">
                <a16:creationId xmlns:a16="http://schemas.microsoft.com/office/drawing/2014/main" id="{E5D35F2A-D579-4973-9005-0BA387A5CE81}"/>
              </a:ext>
            </a:extLst>
          </p:cNvPr>
          <p:cNvSpPr>
            <a:spLocks xmlns:a="http://schemas.openxmlformats.org/drawingml/2006/main" noGrp="1"/>
          </p:cNvSpPr>
          <p:nvPr/>
        </p:nvSpPr>
        <p:spPr>
          <a:xfrm xmlns:a="http://schemas.openxmlformats.org/drawingml/2006/main">
            <a:off x="7105650" y="4610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65" name="">
            <a:extLst xmlns:a="http://schemas.openxmlformats.org/drawingml/2006/main">
              <a:ext uri="{FF2B5EF4-FFF2-40B4-BE49-F238E27FC236}">
                <a16:creationId xmlns:a16="http://schemas.microsoft.com/office/drawing/2014/main" id="{1D6B6B0E-3CC0-468B-A3CA-CF4B334F76DE}"/>
              </a:ext>
            </a:extLst>
          </p:cNvPr>
          <p:cNvSpPr>
            <a:spLocks xmlns:a="http://schemas.openxmlformats.org/drawingml/2006/main" noGrp="1"/>
          </p:cNvSpPr>
          <p:nvPr/>
        </p:nvSpPr>
        <p:spPr>
          <a:xfrm xmlns:a="http://schemas.openxmlformats.org/drawingml/2006/main">
            <a:off x="7105650" y="49053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66" name="">
            <a:extLst xmlns:a="http://schemas.openxmlformats.org/drawingml/2006/main">
              <a:ext uri="{FF2B5EF4-FFF2-40B4-BE49-F238E27FC236}">
                <a16:creationId xmlns:a16="http://schemas.microsoft.com/office/drawing/2014/main" id="{4D4687A1-3029-4995-B060-ABBD98632C28}"/>
              </a:ext>
            </a:extLst>
          </p:cNvPr>
          <p:cNvSpPr>
            <a:spLocks xmlns:a="http://schemas.openxmlformats.org/drawingml/2006/main" noGrp="1"/>
          </p:cNvSpPr>
          <p:nvPr/>
        </p:nvSpPr>
        <p:spPr>
          <a:xfrm xmlns:a="http://schemas.openxmlformats.org/drawingml/2006/main">
            <a:off x="88392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7" name="">
            <a:extLst xmlns:a="http://schemas.openxmlformats.org/drawingml/2006/main">
              <a:ext uri="{FF2B5EF4-FFF2-40B4-BE49-F238E27FC236}">
                <a16:creationId xmlns:a16="http://schemas.microsoft.com/office/drawing/2014/main" id="{054053E5-44A6-4A95-AE7D-78689AEB6499}"/>
              </a:ext>
            </a:extLst>
          </p:cNvPr>
          <p:cNvSpPr>
            <a:spLocks xmlns:a="http://schemas.openxmlformats.org/drawingml/2006/main" noGrp="1"/>
          </p:cNvSpPr>
          <p:nvPr/>
        </p:nvSpPr>
        <p:spPr>
          <a:xfrm xmlns:a="http://schemas.openxmlformats.org/drawingml/2006/main">
            <a:off x="9239250" y="4495800"/>
            <a:ext cx="23431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9108C971-DDCE-4CA1-BAB2-BC9860A6D840}"/>
              </a:ext>
            </a:extLst>
          </p:cNvPr>
          <p:cNvSpPr>
            <a:spLocks xmlns:a="http://schemas.openxmlformats.org/drawingml/2006/main" noGrp="1"/>
          </p:cNvSpPr>
          <p:nvPr/>
        </p:nvSpPr>
        <p:spPr>
          <a:xfrm xmlns:a="http://schemas.openxmlformats.org/drawingml/2006/main">
            <a:off x="9239250" y="449580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69" name="">
            <a:extLst xmlns:a="http://schemas.openxmlformats.org/drawingml/2006/main">
              <a:ext uri="{FF2B5EF4-FFF2-40B4-BE49-F238E27FC236}">
                <a16:creationId xmlns:a16="http://schemas.microsoft.com/office/drawing/2014/main" id="{31C67700-483A-4965-A26A-13A901377A9C}"/>
              </a:ext>
            </a:extLst>
          </p:cNvPr>
          <p:cNvSpPr>
            <a:spLocks xmlns:a="http://schemas.openxmlformats.org/drawingml/2006/main" noGrp="1"/>
          </p:cNvSpPr>
          <p:nvPr/>
        </p:nvSpPr>
        <p:spPr>
          <a:xfrm xmlns:a="http://schemas.openxmlformats.org/drawingml/2006/main">
            <a:off x="9448800" y="461010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fan-out</a:t>
            </a:r>
          </a:p>
        </p:txBody>
      </p:sp>
      <p:sp>
        <p:nvSpPr>
          <p:cNvPr id="70" name="">
            <a:extLst xmlns:a="http://schemas.openxmlformats.org/drawingml/2006/main">
              <a:ext uri="{FF2B5EF4-FFF2-40B4-BE49-F238E27FC236}">
                <a16:creationId xmlns:a16="http://schemas.microsoft.com/office/drawing/2014/main" id="{2F782AF2-4D96-4906-93F3-19138228FACE}"/>
              </a:ext>
            </a:extLst>
          </p:cNvPr>
          <p:cNvSpPr>
            <a:spLocks xmlns:a="http://schemas.openxmlformats.org/drawingml/2006/main" noGrp="1"/>
          </p:cNvSpPr>
          <p:nvPr/>
        </p:nvSpPr>
        <p:spPr>
          <a:xfrm xmlns:a="http://schemas.openxmlformats.org/drawingml/2006/main">
            <a:off x="9448800" y="4905375"/>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delivery</a:t>
            </a:r>
          </a:p>
        </p:txBody>
      </p:sp>
      <p:sp>
        <p:nvSpPr>
          <p:cNvPr id="71" name="">
            <a:extLst xmlns:a="http://schemas.openxmlformats.org/drawingml/2006/main">
              <a:ext uri="{FF2B5EF4-FFF2-40B4-BE49-F238E27FC236}">
                <a16:creationId xmlns:a16="http://schemas.microsoft.com/office/drawing/2014/main" id="{4E4758F5-FE6B-4DC8-A6AA-CDEAB6DE1351}"/>
              </a:ext>
            </a:extLst>
          </p:cNvPr>
          <p:cNvSpPr>
            <a:spLocks xmlns:a="http://schemas.openxmlformats.org/drawingml/2006/main" noGrp="1"/>
          </p:cNvSpPr>
          <p:nvPr/>
        </p:nvSpPr>
        <p:spPr>
          <a:xfrm xmlns:a="http://schemas.openxmlformats.org/drawingml/2006/main">
            <a:off x="2000250" y="5715000"/>
            <a:ext cx="95821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72" name="">
            <a:extLst xmlns:a="http://schemas.openxmlformats.org/drawingml/2006/main">
              <a:ext uri="{FF2B5EF4-FFF2-40B4-BE49-F238E27FC236}">
                <a16:creationId xmlns:a16="http://schemas.microsoft.com/office/drawing/2014/main" id="{443EBE3C-40B5-44B9-825F-16FA69726D98}"/>
              </a:ext>
            </a:extLst>
          </p:cNvPr>
          <p:cNvSpPr>
            <a:spLocks xmlns:a="http://schemas.openxmlformats.org/drawingml/2006/main" noGrp="1"/>
          </p:cNvSpPr>
          <p:nvPr/>
        </p:nvSpPr>
        <p:spPr>
          <a:xfrm xmlns:a="http://schemas.openxmlformats.org/drawingml/2006/main">
            <a:off x="2209800" y="5753100"/>
            <a:ext cx="912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66"/>
          </a:bodyPr>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Durable state stays in PostgreSQL. Redis coordinates fast, temporary work. External providers remain behind controlled workers.</a:t>
            </a:r>
          </a:p>
        </p:txBody>
      </p:sp>
      <p:sp>
        <p:nvSpPr>
          <p:cNvPr id="73" name="">
            <a:extLst xmlns:a="http://schemas.openxmlformats.org/drawingml/2006/main">
              <a:ext uri="{FF2B5EF4-FFF2-40B4-BE49-F238E27FC236}">
                <a16:creationId xmlns:a16="http://schemas.microsoft.com/office/drawing/2014/main" id="{3721B2DD-4588-4E57-9386-F297B005984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70628797"/>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00C2883-BD0B-4745-B561-AE8968CDD22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55E48BF3-D85C-49F9-BCBE-1A486E10773D}"/>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How the backend code is organized</a:t>
            </a:r>
          </a:p>
        </p:txBody>
      </p:sp>
      <p:sp>
        <p:nvSpPr>
          <p:cNvPr id="3" name="">
            <a:extLst xmlns:a="http://schemas.openxmlformats.org/drawingml/2006/main">
              <a:ext uri="{FF2B5EF4-FFF2-40B4-BE49-F238E27FC236}">
                <a16:creationId xmlns:a16="http://schemas.microsoft.com/office/drawing/2014/main" id="{07AB590B-B707-4470-9ADD-B4A99271F6D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514E271D-9112-47CF-B6E9-28DE9BFCC6E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D7B5DCE-9A41-4141-9FB6-AE06AA632BE4}"/>
              </a:ext>
            </a:extLst>
          </p:cNvPr>
          <p:cNvSpPr>
            <a:spLocks xmlns:a="http://schemas.openxmlformats.org/drawingml/2006/main" noGrp="1"/>
          </p:cNvSpPr>
          <p:nvPr/>
        </p:nvSpPr>
        <p:spPr>
          <a:xfrm xmlns:a="http://schemas.openxmlformats.org/drawingml/2006/main">
            <a:off x="60960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Each layer has one clear responsibility, which keeps security and business rules reusable.</a:t>
            </a:r>
          </a:p>
        </p:txBody>
      </p:sp>
      <p:sp>
        <p:nvSpPr>
          <p:cNvPr id="6" name="">
            <a:extLst xmlns:a="http://schemas.openxmlformats.org/drawingml/2006/main">
              <a:ext uri="{FF2B5EF4-FFF2-40B4-BE49-F238E27FC236}">
                <a16:creationId xmlns:a16="http://schemas.microsoft.com/office/drawing/2014/main" id="{E880AD66-7C33-4374-8C35-A2574730BA56}"/>
              </a:ext>
            </a:extLst>
          </p:cNvPr>
          <p:cNvSpPr>
            <a:spLocks xmlns:a="http://schemas.openxmlformats.org/drawingml/2006/main" noGrp="1"/>
          </p:cNvSpPr>
          <p:nvPr/>
        </p:nvSpPr>
        <p:spPr>
          <a:xfrm xmlns:a="http://schemas.openxmlformats.org/drawingml/2006/main">
            <a:off x="609600" y="1981200"/>
            <a:ext cx="71056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8FD7B26-AB51-471B-8289-F8E9C734A9F7}"/>
              </a:ext>
            </a:extLst>
          </p:cNvPr>
          <p:cNvSpPr>
            <a:spLocks xmlns:a="http://schemas.openxmlformats.org/drawingml/2006/main" noGrp="1"/>
          </p:cNvSpPr>
          <p:nvPr/>
        </p:nvSpPr>
        <p:spPr>
          <a:xfrm xmlns:a="http://schemas.openxmlformats.org/drawingml/2006/main">
            <a:off x="838200" y="2057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Routers</a:t>
            </a:r>
          </a:p>
        </p:txBody>
      </p:sp>
      <p:sp>
        <p:nvSpPr>
          <p:cNvPr id="8" name="">
            <a:extLst xmlns:a="http://schemas.openxmlformats.org/drawingml/2006/main">
              <a:ext uri="{FF2B5EF4-FFF2-40B4-BE49-F238E27FC236}">
                <a16:creationId xmlns:a16="http://schemas.microsoft.com/office/drawing/2014/main" id="{17D73EF0-374E-41AE-9E54-7504E193041A}"/>
              </a:ext>
            </a:extLst>
          </p:cNvPr>
          <p:cNvSpPr>
            <a:spLocks xmlns:a="http://schemas.openxmlformats.org/drawingml/2006/main" noGrp="1"/>
          </p:cNvSpPr>
          <p:nvPr/>
        </p:nvSpPr>
        <p:spPr>
          <a:xfrm xmlns:a="http://schemas.openxmlformats.org/drawingml/2006/main">
            <a:off x="2724150" y="20478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HTTP and WebSocket boundaries</a:t>
            </a:r>
          </a:p>
        </p:txBody>
      </p:sp>
      <p:sp>
        <p:nvSpPr>
          <p:cNvPr id="9" name="">
            <a:extLst xmlns:a="http://schemas.openxmlformats.org/drawingml/2006/main">
              <a:ext uri="{FF2B5EF4-FFF2-40B4-BE49-F238E27FC236}">
                <a16:creationId xmlns:a16="http://schemas.microsoft.com/office/drawing/2014/main" id="{C6A3AC7E-1419-4733-9B99-7B5A7C29E499}"/>
              </a:ext>
            </a:extLst>
          </p:cNvPr>
          <p:cNvSpPr>
            <a:spLocks xmlns:a="http://schemas.openxmlformats.org/drawingml/2006/main" noGrp="1"/>
          </p:cNvSpPr>
          <p:nvPr/>
        </p:nvSpPr>
        <p:spPr>
          <a:xfrm xmlns:a="http://schemas.openxmlformats.org/drawingml/2006/main">
            <a:off x="5162550" y="2038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Parse the request and coordinate dependencies</a:t>
            </a:r>
          </a:p>
        </p:txBody>
      </p:sp>
      <p:sp>
        <p:nvSpPr>
          <p:cNvPr id="10" name="">
            <a:extLst xmlns:a="http://schemas.openxmlformats.org/drawingml/2006/main">
              <a:ext uri="{FF2B5EF4-FFF2-40B4-BE49-F238E27FC236}">
                <a16:creationId xmlns:a16="http://schemas.microsoft.com/office/drawing/2014/main" id="{51053F97-7D59-4416-9F59-04DBF1125F38}"/>
              </a:ext>
            </a:extLst>
          </p:cNvPr>
          <p:cNvSpPr>
            <a:spLocks xmlns:a="http://schemas.openxmlformats.org/drawingml/2006/main" noGrp="1"/>
          </p:cNvSpPr>
          <p:nvPr/>
        </p:nvSpPr>
        <p:spPr>
          <a:xfrm xmlns:a="http://schemas.openxmlformats.org/drawingml/2006/main">
            <a:off x="781050" y="2724150"/>
            <a:ext cx="67627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524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F77538C-E374-4466-9FCF-7889C0A4E8FC}"/>
              </a:ext>
            </a:extLst>
          </p:cNvPr>
          <p:cNvSpPr>
            <a:spLocks xmlns:a="http://schemas.openxmlformats.org/drawingml/2006/main" noGrp="1"/>
          </p:cNvSpPr>
          <p:nvPr/>
        </p:nvSpPr>
        <p:spPr>
          <a:xfrm xmlns:a="http://schemas.openxmlformats.org/drawingml/2006/main">
            <a:off x="1009650" y="2800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Dependencies</a:t>
            </a:r>
          </a:p>
        </p:txBody>
      </p:sp>
      <p:sp>
        <p:nvSpPr>
          <p:cNvPr id="12" name="">
            <a:extLst xmlns:a="http://schemas.openxmlformats.org/drawingml/2006/main">
              <a:ext uri="{FF2B5EF4-FFF2-40B4-BE49-F238E27FC236}">
                <a16:creationId xmlns:a16="http://schemas.microsoft.com/office/drawing/2014/main" id="{C76052F8-1043-469F-8EC8-ED5DE5C6B821}"/>
              </a:ext>
            </a:extLst>
          </p:cNvPr>
          <p:cNvSpPr>
            <a:spLocks xmlns:a="http://schemas.openxmlformats.org/drawingml/2006/main" noGrp="1"/>
          </p:cNvSpPr>
          <p:nvPr/>
        </p:nvSpPr>
        <p:spPr>
          <a:xfrm xmlns:a="http://schemas.openxmlformats.org/drawingml/2006/main">
            <a:off x="2895600" y="27908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Identity and request context</a:t>
            </a:r>
          </a:p>
        </p:txBody>
      </p:sp>
      <p:sp>
        <p:nvSpPr>
          <p:cNvPr id="13" name="">
            <a:extLst xmlns:a="http://schemas.openxmlformats.org/drawingml/2006/main">
              <a:ext uri="{FF2B5EF4-FFF2-40B4-BE49-F238E27FC236}">
                <a16:creationId xmlns:a16="http://schemas.microsoft.com/office/drawing/2014/main" id="{8CE5C417-AF22-461A-90EE-357750EF19A7}"/>
              </a:ext>
            </a:extLst>
          </p:cNvPr>
          <p:cNvSpPr>
            <a:spLocks xmlns:a="http://schemas.openxmlformats.org/drawingml/2006/main" noGrp="1"/>
          </p:cNvSpPr>
          <p:nvPr/>
        </p:nvSpPr>
        <p:spPr>
          <a:xfrm xmlns:a="http://schemas.openxmlformats.org/drawingml/2006/main">
            <a:off x="5334000" y="2781300"/>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Authentication, sessions, pagination and shared guards</a:t>
            </a:r>
          </a:p>
        </p:txBody>
      </p:sp>
      <p:sp>
        <p:nvSpPr>
          <p:cNvPr id="14" name="">
            <a:extLst xmlns:a="http://schemas.openxmlformats.org/drawingml/2006/main">
              <a:ext uri="{FF2B5EF4-FFF2-40B4-BE49-F238E27FC236}">
                <a16:creationId xmlns:a16="http://schemas.microsoft.com/office/drawing/2014/main" id="{D1EB20A1-5F6F-4E15-9F6D-8FED0B5E4BCB}"/>
              </a:ext>
            </a:extLst>
          </p:cNvPr>
          <p:cNvSpPr>
            <a:spLocks xmlns:a="http://schemas.openxmlformats.org/drawingml/2006/main" noGrp="1"/>
          </p:cNvSpPr>
          <p:nvPr/>
        </p:nvSpPr>
        <p:spPr>
          <a:xfrm xmlns:a="http://schemas.openxmlformats.org/drawingml/2006/main">
            <a:off x="952500" y="3467100"/>
            <a:ext cx="64198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198E9B82-49E8-4E29-B78C-D0814F5ACE1F}"/>
              </a:ext>
            </a:extLst>
          </p:cNvPr>
          <p:cNvSpPr>
            <a:spLocks xmlns:a="http://schemas.openxmlformats.org/drawingml/2006/main" noGrp="1"/>
          </p:cNvSpPr>
          <p:nvPr/>
        </p:nvSpPr>
        <p:spPr>
          <a:xfrm xmlns:a="http://schemas.openxmlformats.org/drawingml/2006/main">
            <a:off x="1181100" y="35433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Services</a:t>
            </a:r>
          </a:p>
        </p:txBody>
      </p:sp>
      <p:sp>
        <p:nvSpPr>
          <p:cNvPr id="16" name="">
            <a:extLst xmlns:a="http://schemas.openxmlformats.org/drawingml/2006/main">
              <a:ext uri="{FF2B5EF4-FFF2-40B4-BE49-F238E27FC236}">
                <a16:creationId xmlns:a16="http://schemas.microsoft.com/office/drawing/2014/main" id="{61827A8B-2C94-48E3-A670-4FBC7428F582}"/>
              </a:ext>
            </a:extLst>
          </p:cNvPr>
          <p:cNvSpPr>
            <a:spLocks xmlns:a="http://schemas.openxmlformats.org/drawingml/2006/main" noGrp="1"/>
          </p:cNvSpPr>
          <p:nvPr/>
        </p:nvSpPr>
        <p:spPr>
          <a:xfrm xmlns:a="http://schemas.openxmlformats.org/drawingml/2006/main">
            <a:off x="3067050" y="35337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Domain behavior</a:t>
            </a:r>
          </a:p>
        </p:txBody>
      </p:sp>
      <p:sp>
        <p:nvSpPr>
          <p:cNvPr id="17" name="">
            <a:extLst xmlns:a="http://schemas.openxmlformats.org/drawingml/2006/main">
              <a:ext uri="{FF2B5EF4-FFF2-40B4-BE49-F238E27FC236}">
                <a16:creationId xmlns:a16="http://schemas.microsoft.com/office/drawing/2014/main" id="{73D7FD0B-0EF2-48C8-8437-585B7174C65B}"/>
              </a:ext>
            </a:extLst>
          </p:cNvPr>
          <p:cNvSpPr>
            <a:spLocks xmlns:a="http://schemas.openxmlformats.org/drawingml/2006/main" noGrp="1"/>
          </p:cNvSpPr>
          <p:nvPr/>
        </p:nvSpPr>
        <p:spPr>
          <a:xfrm xmlns:a="http://schemas.openxmlformats.org/drawingml/2006/main">
            <a:off x="5505450" y="3524250"/>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Recruitment rules, files, AI, email and notifications</a:t>
            </a:r>
          </a:p>
        </p:txBody>
      </p:sp>
      <p:sp>
        <p:nvSpPr>
          <p:cNvPr id="18" name="">
            <a:extLst xmlns:a="http://schemas.openxmlformats.org/drawingml/2006/main">
              <a:ext uri="{FF2B5EF4-FFF2-40B4-BE49-F238E27FC236}">
                <a16:creationId xmlns:a16="http://schemas.microsoft.com/office/drawing/2014/main" id="{9CF107AC-BD0F-42BE-9627-ACF28965E5CA}"/>
              </a:ext>
            </a:extLst>
          </p:cNvPr>
          <p:cNvSpPr>
            <a:spLocks xmlns:a="http://schemas.openxmlformats.org/drawingml/2006/main" noGrp="1"/>
          </p:cNvSpPr>
          <p:nvPr/>
        </p:nvSpPr>
        <p:spPr>
          <a:xfrm xmlns:a="http://schemas.openxmlformats.org/drawingml/2006/main">
            <a:off x="1123950" y="4210050"/>
            <a:ext cx="60769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524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EEB5A41-1626-4C9F-9B34-75A87C3C0D9F}"/>
              </a:ext>
            </a:extLst>
          </p:cNvPr>
          <p:cNvSpPr>
            <a:spLocks xmlns:a="http://schemas.openxmlformats.org/drawingml/2006/main" noGrp="1"/>
          </p:cNvSpPr>
          <p:nvPr/>
        </p:nvSpPr>
        <p:spPr>
          <a:xfrm xmlns:a="http://schemas.openxmlformats.org/drawingml/2006/main">
            <a:off x="1352550" y="4286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28734D"/>
                </a:solidFill>
                <a:latin typeface="Noto Sans"/>
                <a:ea typeface="Noto Sans"/>
                <a:cs typeface="Noto Sans"/>
              </a:defRPr>
            </a:defPPr>
            <a:lvl1pPr algn="l">
              <a:defRPr sz="1350" b="1">
                <a:solidFill>
                  <a:srgbClr val="28734D"/>
                </a:solidFill>
                <a:latin typeface="Noto Sans"/>
                <a:ea typeface="Noto Sans"/>
                <a:cs typeface="Noto Sans"/>
              </a:defRPr>
            </a:lvl1pPr>
            <a:lvl2pPr algn="l">
              <a:defRPr sz="1350" b="1">
                <a:solidFill>
                  <a:srgbClr val="28734D"/>
                </a:solidFill>
                <a:latin typeface="Noto Sans"/>
                <a:ea typeface="Noto Sans"/>
                <a:cs typeface="Noto Sans"/>
              </a:defRPr>
            </a:lvl2pPr>
            <a:lvl3pPr algn="l">
              <a:defRPr sz="1350" b="1">
                <a:solidFill>
                  <a:srgbClr val="28734D"/>
                </a:solidFill>
                <a:latin typeface="Noto Sans"/>
                <a:ea typeface="Noto Sans"/>
                <a:cs typeface="Noto Sans"/>
              </a:defRPr>
            </a:lvl3pPr>
            <a:lvl4pPr algn="l">
              <a:defRPr sz="1350" b="1">
                <a:solidFill>
                  <a:srgbClr val="28734D"/>
                </a:solidFill>
                <a:latin typeface="Noto Sans"/>
                <a:ea typeface="Noto Sans"/>
                <a:cs typeface="Noto Sans"/>
              </a:defRPr>
            </a:lvl4pPr>
            <a:lvl5pPr algn="l">
              <a:defRPr sz="1350" b="1">
                <a:solidFill>
                  <a:srgbClr val="28734D"/>
                </a:solidFill>
                <a:latin typeface="Noto Sans"/>
                <a:ea typeface="Noto Sans"/>
                <a:cs typeface="Noto Sans"/>
              </a:defRPr>
            </a:lvl5pPr>
            <a:lvl6pPr algn="l">
              <a:defRPr sz="1350" b="1">
                <a:solidFill>
                  <a:srgbClr val="28734D"/>
                </a:solidFill>
                <a:latin typeface="Noto Sans"/>
                <a:ea typeface="Noto Sans"/>
                <a:cs typeface="Noto Sans"/>
              </a:defRPr>
            </a:lvl6pPr>
            <a:lvl7pPr algn="l">
              <a:defRPr sz="1350" b="1">
                <a:solidFill>
                  <a:srgbClr val="28734D"/>
                </a:solidFill>
                <a:latin typeface="Noto Sans"/>
                <a:ea typeface="Noto Sans"/>
                <a:cs typeface="Noto Sans"/>
              </a:defRPr>
            </a:lvl7pPr>
            <a:lvl8pPr algn="l">
              <a:defRPr sz="1350" b="1">
                <a:solidFill>
                  <a:srgbClr val="28734D"/>
                </a:solidFill>
                <a:latin typeface="Noto Sans"/>
                <a:ea typeface="Noto Sans"/>
                <a:cs typeface="Noto Sans"/>
              </a:defRPr>
            </a:lvl8pPr>
            <a:lvl9pPr algn="l">
              <a:defRPr sz="1350" b="1">
                <a:solidFill>
                  <a:srgbClr val="28734D"/>
                </a:solidFill>
                <a:latin typeface="Noto Sans"/>
                <a:ea typeface="Noto Sans"/>
                <a:cs typeface="Noto Sans"/>
              </a:defRPr>
            </a:lvl9pPr>
          </a:lstStyle>
          <a:p xmlns:a="http://schemas.openxmlformats.org/drawingml/2006/main">
            <a:pPr algn="l">
              <a:defRPr sz="1350" b="1">
                <a:solidFill>
                  <a:srgbClr val="28734D"/>
                </a:solidFill>
                <a:latin typeface="Noto Sans"/>
                <a:ea typeface="Noto Sans"/>
                <a:cs typeface="Noto Sans"/>
              </a:defRPr>
            </a:pPr>
            <a:r>
              <a:rPr sz="1350" b="1">
                <a:solidFill>
                  <a:srgbClr val="28734D"/>
                </a:solidFill>
                <a:latin typeface="Noto Sans"/>
                <a:ea typeface="Noto Sans"/>
                <a:cs typeface="Noto Sans"/>
              </a:rPr>
              <a:t>Models + migrations</a:t>
            </a:r>
          </a:p>
        </p:txBody>
      </p:sp>
      <p:sp>
        <p:nvSpPr>
          <p:cNvPr id="20" name="">
            <a:extLst xmlns:a="http://schemas.openxmlformats.org/drawingml/2006/main">
              <a:ext uri="{FF2B5EF4-FFF2-40B4-BE49-F238E27FC236}">
                <a16:creationId xmlns:a16="http://schemas.microsoft.com/office/drawing/2014/main" id="{8660C56A-B62E-46B5-8101-10D9E3A6FAEC}"/>
              </a:ext>
            </a:extLst>
          </p:cNvPr>
          <p:cNvSpPr>
            <a:spLocks xmlns:a="http://schemas.openxmlformats.org/drawingml/2006/main" noGrp="1"/>
          </p:cNvSpPr>
          <p:nvPr/>
        </p:nvSpPr>
        <p:spPr>
          <a:xfrm xmlns:a="http://schemas.openxmlformats.org/drawingml/2006/main">
            <a:off x="3238500" y="42767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Durable state</a:t>
            </a:r>
          </a:p>
        </p:txBody>
      </p:sp>
      <p:sp>
        <p:nvSpPr>
          <p:cNvPr id="21" name="">
            <a:extLst xmlns:a="http://schemas.openxmlformats.org/drawingml/2006/main">
              <a:ext uri="{FF2B5EF4-FFF2-40B4-BE49-F238E27FC236}">
                <a16:creationId xmlns:a16="http://schemas.microsoft.com/office/drawing/2014/main" id="{B340FC0E-5BDB-4210-85F0-FF0F3C385181}"/>
              </a:ext>
            </a:extLst>
          </p:cNvPr>
          <p:cNvSpPr>
            <a:spLocks xmlns:a="http://schemas.openxmlformats.org/drawingml/2006/main" noGrp="1"/>
          </p:cNvSpPr>
          <p:nvPr/>
        </p:nvSpPr>
        <p:spPr>
          <a:xfrm xmlns:a="http://schemas.openxmlformats.org/drawingml/2006/main">
            <a:off x="5676900" y="426720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4"/>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Relationships, constraints, indexes and schema history</a:t>
            </a:r>
          </a:p>
        </p:txBody>
      </p:sp>
      <p:sp>
        <p:nvSpPr>
          <p:cNvPr id="22" name="">
            <a:extLst xmlns:a="http://schemas.openxmlformats.org/drawingml/2006/main">
              <a:ext uri="{FF2B5EF4-FFF2-40B4-BE49-F238E27FC236}">
                <a16:creationId xmlns:a16="http://schemas.microsoft.com/office/drawing/2014/main" id="{6AB02759-E152-492C-AD57-A61EB343475D}"/>
              </a:ext>
            </a:extLst>
          </p:cNvPr>
          <p:cNvSpPr>
            <a:spLocks xmlns:a="http://schemas.openxmlformats.org/drawingml/2006/main" noGrp="1"/>
          </p:cNvSpPr>
          <p:nvPr/>
        </p:nvSpPr>
        <p:spPr>
          <a:xfrm xmlns:a="http://schemas.openxmlformats.org/drawingml/2006/main">
            <a:off x="1295400" y="4953000"/>
            <a:ext cx="57340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D6BE28FC-A28D-49FD-8800-F1CC5AE1268B}"/>
              </a:ext>
            </a:extLst>
          </p:cNvPr>
          <p:cNvSpPr>
            <a:spLocks xmlns:a="http://schemas.openxmlformats.org/drawingml/2006/main" noGrp="1"/>
          </p:cNvSpPr>
          <p:nvPr/>
        </p:nvSpPr>
        <p:spPr>
          <a:xfrm xmlns:a="http://schemas.openxmlformats.org/drawingml/2006/main">
            <a:off x="1524000" y="5029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Workers + integrations</a:t>
            </a:r>
          </a:p>
        </p:txBody>
      </p:sp>
      <p:sp>
        <p:nvSpPr>
          <p:cNvPr id="24" name="">
            <a:extLst xmlns:a="http://schemas.openxmlformats.org/drawingml/2006/main">
              <a:ext uri="{FF2B5EF4-FFF2-40B4-BE49-F238E27FC236}">
                <a16:creationId xmlns:a16="http://schemas.microsoft.com/office/drawing/2014/main" id="{0BE7A070-92B5-4777-8268-F149010F8ADF}"/>
              </a:ext>
            </a:extLst>
          </p:cNvPr>
          <p:cNvSpPr>
            <a:spLocks xmlns:a="http://schemas.openxmlformats.org/drawingml/2006/main" noGrp="1"/>
          </p:cNvSpPr>
          <p:nvPr/>
        </p:nvSpPr>
        <p:spPr>
          <a:xfrm xmlns:a="http://schemas.openxmlformats.org/drawingml/2006/main">
            <a:off x="3409950" y="50196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Asynchronous edges</a:t>
            </a:r>
          </a:p>
        </p:txBody>
      </p:sp>
      <p:sp>
        <p:nvSpPr>
          <p:cNvPr id="25" name="">
            <a:extLst xmlns:a="http://schemas.openxmlformats.org/drawingml/2006/main">
              <a:ext uri="{FF2B5EF4-FFF2-40B4-BE49-F238E27FC236}">
                <a16:creationId xmlns:a16="http://schemas.microsoft.com/office/drawing/2014/main" id="{8CB5FF00-5FD6-4EA1-8B23-8A0ECC0463B6}"/>
              </a:ext>
            </a:extLst>
          </p:cNvPr>
          <p:cNvSpPr>
            <a:spLocks xmlns:a="http://schemas.openxmlformats.org/drawingml/2006/main" noGrp="1"/>
          </p:cNvSpPr>
          <p:nvPr/>
        </p:nvSpPr>
        <p:spPr>
          <a:xfrm xmlns:a="http://schemas.openxmlformats.org/drawingml/2006/main">
            <a:off x="5848350" y="501015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05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Redis, Celery, Gemini, Resend and private storage</a:t>
            </a:r>
          </a:p>
        </p:txBody>
      </p:sp>
      <p:sp>
        <p:nvSpPr>
          <p:cNvPr id="26" name="">
            <a:extLst xmlns:a="http://schemas.openxmlformats.org/drawingml/2006/main">
              <a:ext uri="{FF2B5EF4-FFF2-40B4-BE49-F238E27FC236}">
                <a16:creationId xmlns:a16="http://schemas.microsoft.com/office/drawing/2014/main" id="{D81A7F65-1A8F-4DAC-AC66-8A3B0DA5A399}"/>
              </a:ext>
            </a:extLst>
          </p:cNvPr>
          <p:cNvSpPr>
            <a:spLocks xmlns:a="http://schemas.openxmlformats.org/drawingml/2006/main" noGrp="1"/>
          </p:cNvSpPr>
          <p:nvPr/>
        </p:nvSpPr>
        <p:spPr>
          <a:xfrm xmlns:a="http://schemas.openxmlformats.org/drawingml/2006/main">
            <a:off x="8172450" y="1981200"/>
            <a:ext cx="3409950" cy="3714750"/>
          </a:xfrm>
          <a:prstGeom xmlns:a="http://schemas.openxmlformats.org/drawingml/2006/main" prst="roundRect">
            <a:avLst>
              <a:gd name="adj" fmla="val 3352"/>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4F2009D8-9302-46C4-BA0D-CB7B9DF7BDD7}"/>
              </a:ext>
            </a:extLst>
          </p:cNvPr>
          <p:cNvSpPr>
            <a:spLocks xmlns:a="http://schemas.openxmlformats.org/drawingml/2006/main" noGrp="1"/>
          </p:cNvSpPr>
          <p:nvPr/>
        </p:nvSpPr>
        <p:spPr>
          <a:xfrm xmlns:a="http://schemas.openxmlformats.org/drawingml/2006/main">
            <a:off x="8458200" y="220980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205"/>
          </a:bodyPr>
          <a:lstStyle xmlns:a="http://schemas.openxmlformats.org/drawingml/2006/main">
            <a:defPPr algn="l">
              <a:defRPr sz="1950" b="0">
                <a:solidFill>
                  <a:srgbClr val="194D38"/>
                </a:solidFill>
                <a:latin typeface="Noto Serif"/>
                <a:ea typeface="Noto Serif"/>
                <a:cs typeface="Noto Serif"/>
              </a:defRPr>
            </a:defPPr>
            <a:lvl1pPr algn="l">
              <a:defRPr sz="1950" b="0">
                <a:solidFill>
                  <a:srgbClr val="194D38"/>
                </a:solidFill>
                <a:latin typeface="Noto Serif"/>
                <a:ea typeface="Noto Serif"/>
                <a:cs typeface="Noto Serif"/>
              </a:defRPr>
            </a:lvl1pPr>
            <a:lvl2pPr algn="l">
              <a:defRPr sz="1950" b="0">
                <a:solidFill>
                  <a:srgbClr val="194D38"/>
                </a:solidFill>
                <a:latin typeface="Noto Serif"/>
                <a:ea typeface="Noto Serif"/>
                <a:cs typeface="Noto Serif"/>
              </a:defRPr>
            </a:lvl2pPr>
            <a:lvl3pPr algn="l">
              <a:defRPr sz="1950" b="0">
                <a:solidFill>
                  <a:srgbClr val="194D38"/>
                </a:solidFill>
                <a:latin typeface="Noto Serif"/>
                <a:ea typeface="Noto Serif"/>
                <a:cs typeface="Noto Serif"/>
              </a:defRPr>
            </a:lvl3pPr>
            <a:lvl4pPr algn="l">
              <a:defRPr sz="1950" b="0">
                <a:solidFill>
                  <a:srgbClr val="194D38"/>
                </a:solidFill>
                <a:latin typeface="Noto Serif"/>
                <a:ea typeface="Noto Serif"/>
                <a:cs typeface="Noto Serif"/>
              </a:defRPr>
            </a:lvl4pPr>
            <a:lvl5pPr algn="l">
              <a:defRPr sz="1950" b="0">
                <a:solidFill>
                  <a:srgbClr val="194D38"/>
                </a:solidFill>
                <a:latin typeface="Noto Serif"/>
                <a:ea typeface="Noto Serif"/>
                <a:cs typeface="Noto Serif"/>
              </a:defRPr>
            </a:lvl5pPr>
            <a:lvl6pPr algn="l">
              <a:defRPr sz="1950" b="0">
                <a:solidFill>
                  <a:srgbClr val="194D38"/>
                </a:solidFill>
                <a:latin typeface="Noto Serif"/>
                <a:ea typeface="Noto Serif"/>
                <a:cs typeface="Noto Serif"/>
              </a:defRPr>
            </a:lvl6pPr>
            <a:lvl7pPr algn="l">
              <a:defRPr sz="1950" b="0">
                <a:solidFill>
                  <a:srgbClr val="194D38"/>
                </a:solidFill>
                <a:latin typeface="Noto Serif"/>
                <a:ea typeface="Noto Serif"/>
                <a:cs typeface="Noto Serif"/>
              </a:defRPr>
            </a:lvl7pPr>
            <a:lvl8pPr algn="l">
              <a:defRPr sz="1950" b="0">
                <a:solidFill>
                  <a:srgbClr val="194D38"/>
                </a:solidFill>
                <a:latin typeface="Noto Serif"/>
                <a:ea typeface="Noto Serif"/>
                <a:cs typeface="Noto Serif"/>
              </a:defRPr>
            </a:lvl8pPr>
            <a:lvl9pPr algn="l">
              <a:defRPr sz="1950" b="0">
                <a:solidFill>
                  <a:srgbClr val="194D38"/>
                </a:solidFill>
                <a:latin typeface="Noto Serif"/>
                <a:ea typeface="Noto Serif"/>
                <a:cs typeface="Noto Serif"/>
              </a:defRPr>
            </a:lvl9pPr>
          </a:lstStyle>
          <a:p xmlns:a="http://schemas.openxmlformats.org/drawingml/2006/main">
            <a:pPr algn="l">
              <a:defRPr sz="1950" b="0">
                <a:solidFill>
                  <a:srgbClr val="194D38"/>
                </a:solidFill>
                <a:latin typeface="Noto Serif"/>
                <a:ea typeface="Noto Serif"/>
                <a:cs typeface="Noto Serif"/>
              </a:defRPr>
            </a:pPr>
            <a:r>
              <a:rPr sz="1950" b="0">
                <a:solidFill>
                  <a:srgbClr val="194D38"/>
                </a:solidFill>
                <a:latin typeface="Noto Serif"/>
                <a:ea typeface="Noto Serif"/>
                <a:cs typeface="Noto Serif"/>
              </a:rPr>
              <a:t>Design rule</a:t>
            </a:r>
          </a:p>
        </p:txBody>
      </p:sp>
      <p:sp>
        <p:nvSpPr>
          <p:cNvPr id="28" name="">
            <a:extLst xmlns:a="http://schemas.openxmlformats.org/drawingml/2006/main">
              <a:ext uri="{FF2B5EF4-FFF2-40B4-BE49-F238E27FC236}">
                <a16:creationId xmlns:a16="http://schemas.microsoft.com/office/drawing/2014/main" id="{4F24F47C-8A99-4E50-A645-88B159051FF6}"/>
              </a:ext>
            </a:extLst>
          </p:cNvPr>
          <p:cNvSpPr>
            <a:spLocks xmlns:a="http://schemas.openxmlformats.org/drawingml/2006/main" noGrp="1"/>
          </p:cNvSpPr>
          <p:nvPr/>
        </p:nvSpPr>
        <p:spPr>
          <a:xfrm xmlns:a="http://schemas.openxmlformats.org/drawingml/2006/main">
            <a:off x="8458200" y="2762250"/>
            <a:ext cx="26860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31"/>
          </a:bodyPr>
          <a:lstStyle xmlns:a="http://schemas.openxmlformats.org/drawingml/2006/main">
            <a:defPPr algn="l">
              <a:defRPr sz="2100" b="1">
                <a:solidFill>
                  <a:srgbClr val="192B23"/>
                </a:solidFill>
                <a:latin typeface="Noto Sans"/>
                <a:ea typeface="Noto Sans"/>
                <a:cs typeface="Noto Sans"/>
              </a:defRPr>
            </a:defPPr>
            <a:lvl1pPr algn="l">
              <a:defRPr sz="2100" b="1">
                <a:solidFill>
                  <a:srgbClr val="192B23"/>
                </a:solidFill>
                <a:latin typeface="Noto Sans"/>
                <a:ea typeface="Noto Sans"/>
                <a:cs typeface="Noto Sans"/>
              </a:defRPr>
            </a:lvl1pPr>
            <a:lvl2pPr algn="l">
              <a:defRPr sz="2100" b="1">
                <a:solidFill>
                  <a:srgbClr val="192B23"/>
                </a:solidFill>
                <a:latin typeface="Noto Sans"/>
                <a:ea typeface="Noto Sans"/>
                <a:cs typeface="Noto Sans"/>
              </a:defRPr>
            </a:lvl2pPr>
            <a:lvl3pPr algn="l">
              <a:defRPr sz="2100" b="1">
                <a:solidFill>
                  <a:srgbClr val="192B23"/>
                </a:solidFill>
                <a:latin typeface="Noto Sans"/>
                <a:ea typeface="Noto Sans"/>
                <a:cs typeface="Noto Sans"/>
              </a:defRPr>
            </a:lvl3pPr>
            <a:lvl4pPr algn="l">
              <a:defRPr sz="2100" b="1">
                <a:solidFill>
                  <a:srgbClr val="192B23"/>
                </a:solidFill>
                <a:latin typeface="Noto Sans"/>
                <a:ea typeface="Noto Sans"/>
                <a:cs typeface="Noto Sans"/>
              </a:defRPr>
            </a:lvl4pPr>
            <a:lvl5pPr algn="l">
              <a:defRPr sz="2100" b="1">
                <a:solidFill>
                  <a:srgbClr val="192B23"/>
                </a:solidFill>
                <a:latin typeface="Noto Sans"/>
                <a:ea typeface="Noto Sans"/>
                <a:cs typeface="Noto Sans"/>
              </a:defRPr>
            </a:lvl5pPr>
            <a:lvl6pPr algn="l">
              <a:defRPr sz="2100" b="1">
                <a:solidFill>
                  <a:srgbClr val="192B23"/>
                </a:solidFill>
                <a:latin typeface="Noto Sans"/>
                <a:ea typeface="Noto Sans"/>
                <a:cs typeface="Noto Sans"/>
              </a:defRPr>
            </a:lvl6pPr>
            <a:lvl7pPr algn="l">
              <a:defRPr sz="2100" b="1">
                <a:solidFill>
                  <a:srgbClr val="192B23"/>
                </a:solidFill>
                <a:latin typeface="Noto Sans"/>
                <a:ea typeface="Noto Sans"/>
                <a:cs typeface="Noto Sans"/>
              </a:defRPr>
            </a:lvl7pPr>
            <a:lvl8pPr algn="l">
              <a:defRPr sz="2100" b="1">
                <a:solidFill>
                  <a:srgbClr val="192B23"/>
                </a:solidFill>
                <a:latin typeface="Noto Sans"/>
                <a:ea typeface="Noto Sans"/>
                <a:cs typeface="Noto Sans"/>
              </a:defRPr>
            </a:lvl8pPr>
            <a:lvl9pPr algn="l">
              <a:defRPr sz="2100" b="1">
                <a:solidFill>
                  <a:srgbClr val="192B23"/>
                </a:solidFill>
                <a:latin typeface="Noto Sans"/>
                <a:ea typeface="Noto Sans"/>
                <a:cs typeface="Noto Sans"/>
              </a:defRPr>
            </a:lvl9pPr>
          </a:lstStyle>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Routers coordinate.</a:t>
            </a:r>
          </a:p>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Services decide.</a:t>
            </a:r>
          </a:p>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The database protects.</a:t>
            </a:r>
          </a:p>
        </p:txBody>
      </p:sp>
      <p:sp>
        <p:nvSpPr>
          <p:cNvPr id="29" name="">
            <a:extLst xmlns:a="http://schemas.openxmlformats.org/drawingml/2006/main">
              <a:ext uri="{FF2B5EF4-FFF2-40B4-BE49-F238E27FC236}">
                <a16:creationId xmlns:a16="http://schemas.microsoft.com/office/drawing/2014/main" id="{46747160-9F02-4364-9ACF-ECABE306CDA7}"/>
              </a:ext>
            </a:extLst>
          </p:cNvPr>
          <p:cNvSpPr>
            <a:spLocks xmlns:a="http://schemas.openxmlformats.org/drawingml/2006/main" noGrp="1"/>
          </p:cNvSpPr>
          <p:nvPr/>
        </p:nvSpPr>
        <p:spPr>
          <a:xfrm xmlns:a="http://schemas.openxmlformats.org/drawingml/2006/main">
            <a:off x="8458200" y="4171950"/>
            <a:ext cx="2590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0" name="">
            <a:extLst xmlns:a="http://schemas.openxmlformats.org/drawingml/2006/main">
              <a:ext uri="{FF2B5EF4-FFF2-40B4-BE49-F238E27FC236}">
                <a16:creationId xmlns:a16="http://schemas.microsoft.com/office/drawing/2014/main" id="{624399F7-CE4C-4F54-8A14-6BE4260ACD0D}"/>
              </a:ext>
            </a:extLst>
          </p:cNvPr>
          <p:cNvSpPr>
            <a:spLocks xmlns:a="http://schemas.openxmlformats.org/drawingml/2006/main" noGrp="1"/>
          </p:cNvSpPr>
          <p:nvPr/>
        </p:nvSpPr>
        <p:spPr>
          <a:xfrm xmlns:a="http://schemas.openxmlformats.org/drawingml/2006/main">
            <a:off x="8458200" y="436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Why it matters</a:t>
            </a:r>
          </a:p>
        </p:txBody>
      </p:sp>
      <p:sp>
        <p:nvSpPr>
          <p:cNvPr id="31" name="">
            <a:extLst xmlns:a="http://schemas.openxmlformats.org/drawingml/2006/main">
              <a:ext uri="{FF2B5EF4-FFF2-40B4-BE49-F238E27FC236}">
                <a16:creationId xmlns:a16="http://schemas.microsoft.com/office/drawing/2014/main" id="{75B53195-A3A0-42C5-92CF-47AA377C503D}"/>
              </a:ext>
            </a:extLst>
          </p:cNvPr>
          <p:cNvSpPr>
            <a:spLocks xmlns:a="http://schemas.openxmlformats.org/drawingml/2006/main" noGrp="1"/>
          </p:cNvSpPr>
          <p:nvPr/>
        </p:nvSpPr>
        <p:spPr>
          <a:xfrm xmlns:a="http://schemas.openxmlformats.org/drawingml/2006/main">
            <a:off x="8458200" y="4705350"/>
            <a:ext cx="2686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2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The same permission and workflow logic can serve the web UI, API clients, workers, and tests without duplication.</a:t>
            </a:r>
          </a:p>
        </p:txBody>
      </p:sp>
      <p:sp>
        <p:nvSpPr>
          <p:cNvPr id="32" name="">
            <a:extLst xmlns:a="http://schemas.openxmlformats.org/drawingml/2006/main">
              <a:ext uri="{FF2B5EF4-FFF2-40B4-BE49-F238E27FC236}">
                <a16:creationId xmlns:a16="http://schemas.microsoft.com/office/drawing/2014/main" id="{6BF596E2-B9EF-45D6-9108-2757ED663F9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90937523"/>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9C102EA-A15C-4AAC-85D5-E5B30C7911D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94F092D4-0424-469C-AB8C-5C49FD63189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Technical choices and trade-offs</a:t>
            </a:r>
          </a:p>
        </p:txBody>
      </p:sp>
      <p:sp>
        <p:nvSpPr>
          <p:cNvPr id="3" name="">
            <a:extLst xmlns:a="http://schemas.openxmlformats.org/drawingml/2006/main">
              <a:ext uri="{FF2B5EF4-FFF2-40B4-BE49-F238E27FC236}">
                <a16:creationId xmlns:a16="http://schemas.microsoft.com/office/drawing/2014/main" id="{78D5FF5E-9625-43B9-AD3C-D1C7A169258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CE38BED8-5C9D-40E8-9412-7BC1BFBE142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6CAB4D8-25C1-4ED0-8EA9-8209AD7453C8}"/>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A6BD0B0-7AC3-499E-BA2E-4E1D78E6B3D9}"/>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7" name="">
            <a:extLst xmlns:a="http://schemas.openxmlformats.org/drawingml/2006/main">
              <a:ext uri="{FF2B5EF4-FFF2-40B4-BE49-F238E27FC236}">
                <a16:creationId xmlns:a16="http://schemas.microsoft.com/office/drawing/2014/main" id="{E2EE779C-0CAF-4F8B-A7FD-CD5D4E9B436C}"/>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8" name="">
            <a:extLst xmlns:a="http://schemas.openxmlformats.org/drawingml/2006/main">
              <a:ext uri="{FF2B5EF4-FFF2-40B4-BE49-F238E27FC236}">
                <a16:creationId xmlns:a16="http://schemas.microsoft.com/office/drawing/2014/main" id="{FBC570EF-524C-4504-B790-6E4A033C8AEB}"/>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B68F6F12-C72F-489A-B6C8-B54D067D7F2F}"/>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4674B65-76C0-40D8-9CF3-4ABCE9CA466B}"/>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1" name="">
            <a:extLst xmlns:a="http://schemas.openxmlformats.org/drawingml/2006/main">
              <a:ext uri="{FF2B5EF4-FFF2-40B4-BE49-F238E27FC236}">
                <a16:creationId xmlns:a16="http://schemas.microsoft.com/office/drawing/2014/main" id="{F581F766-A89A-4E99-90A0-610686374687}"/>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12" name="">
            <a:extLst xmlns:a="http://schemas.openxmlformats.org/drawingml/2006/main">
              <a:ext uri="{FF2B5EF4-FFF2-40B4-BE49-F238E27FC236}">
                <a16:creationId xmlns:a16="http://schemas.microsoft.com/office/drawing/2014/main" id="{E1AA1222-5572-4125-AC8F-78BFE459294C}"/>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216D8D5E-B3F8-49A6-B9F7-26C74C26E39B}"/>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50B387A-2A3D-485D-AA42-20BF641C0473}"/>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5" name="">
            <a:extLst xmlns:a="http://schemas.openxmlformats.org/drawingml/2006/main">
              <a:ext uri="{FF2B5EF4-FFF2-40B4-BE49-F238E27FC236}">
                <a16:creationId xmlns:a16="http://schemas.microsoft.com/office/drawing/2014/main" id="{E71C0CC0-698D-4198-9E86-55E55F780C32}"/>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SQLAlchemy + Alembic</a:t>
            </a:r>
          </a:p>
        </p:txBody>
      </p:sp>
      <p:sp>
        <p:nvSpPr>
          <p:cNvPr id="16" name="">
            <a:extLst xmlns:a="http://schemas.openxmlformats.org/drawingml/2006/main">
              <a:ext uri="{FF2B5EF4-FFF2-40B4-BE49-F238E27FC236}">
                <a16:creationId xmlns:a16="http://schemas.microsoft.com/office/drawing/2014/main" id="{371D4FD1-8D3B-4D43-8E79-E1A487C4F1DF}"/>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E7257E28-DF1E-47B8-B670-1176352C633B}"/>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0E7E96BA-BEB9-4CAD-A1A4-0D7D687AED08}"/>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19" name="">
            <a:extLst xmlns:a="http://schemas.openxmlformats.org/drawingml/2006/main">
              <a:ext uri="{FF2B5EF4-FFF2-40B4-BE49-F238E27FC236}">
                <a16:creationId xmlns:a16="http://schemas.microsoft.com/office/drawing/2014/main" id="{36C8FDFE-F28A-40B3-941E-142794D31074}"/>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 Celery</a:t>
            </a:r>
          </a:p>
        </p:txBody>
      </p:sp>
      <p:sp>
        <p:nvSpPr>
          <p:cNvPr id="20" name="">
            <a:extLst xmlns:a="http://schemas.openxmlformats.org/drawingml/2006/main">
              <a:ext uri="{FF2B5EF4-FFF2-40B4-BE49-F238E27FC236}">
                <a16:creationId xmlns:a16="http://schemas.microsoft.com/office/drawing/2014/main" id="{B0B37184-5952-4C79-836E-9140739580FC}"/>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Slow AI tasks leave the HTTP request path</a:t>
            </a:r>
          </a:p>
        </p:txBody>
      </p:sp>
      <p:sp>
        <p:nvSpPr>
          <p:cNvPr id="21" name="">
            <a:extLst xmlns:a="http://schemas.openxmlformats.org/drawingml/2006/main">
              <a:ext uri="{FF2B5EF4-FFF2-40B4-BE49-F238E27FC236}">
                <a16:creationId xmlns:a16="http://schemas.microsoft.com/office/drawing/2014/main" id="{82444D3E-17E2-4EBC-BCF8-F431FE54FD75}"/>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3685CB28-3CCC-41BE-ABF7-DF5680CDD648}"/>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D130902D-4079-4A68-8778-1CF13265B91A}"/>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Supabase private storage</a:t>
            </a:r>
          </a:p>
        </p:txBody>
      </p:sp>
      <p:sp>
        <p:nvSpPr>
          <p:cNvPr id="24" name="">
            <a:extLst xmlns:a="http://schemas.openxmlformats.org/drawingml/2006/main">
              <a:ext uri="{FF2B5EF4-FFF2-40B4-BE49-F238E27FC236}">
                <a16:creationId xmlns:a16="http://schemas.microsoft.com/office/drawing/2014/main" id="{08568C18-C450-451B-B85E-97352F960EAD}"/>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FBDAFE2D-2740-46A5-9FF2-025F176C89A8}"/>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86454F59-5F70-4F1C-B20F-8B185A5EC629}"/>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7" name="">
            <a:extLst xmlns:a="http://schemas.openxmlformats.org/drawingml/2006/main">
              <a:ext uri="{FF2B5EF4-FFF2-40B4-BE49-F238E27FC236}">
                <a16:creationId xmlns:a16="http://schemas.microsoft.com/office/drawing/2014/main" id="{185A75F4-CFAB-420F-A2D3-578DE4AA10A3}"/>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Docker + Ansible</a:t>
            </a:r>
          </a:p>
        </p:txBody>
      </p:sp>
      <p:sp>
        <p:nvSpPr>
          <p:cNvPr id="28" name="">
            <a:extLst xmlns:a="http://schemas.openxmlformats.org/drawingml/2006/main">
              <a:ext uri="{FF2B5EF4-FFF2-40B4-BE49-F238E27FC236}">
                <a16:creationId xmlns:a16="http://schemas.microsoft.com/office/drawing/2014/main" id="{E35D7D46-8B82-4FED-AD7C-926698FB93B9}"/>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44C8DF0B-2080-4B0C-A3B0-D3B7A986FBE1}"/>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Main trade-off</a:t>
            </a:r>
          </a:p>
        </p:txBody>
      </p:sp>
      <p:sp>
        <p:nvSpPr>
          <p:cNvPr id="30" name="">
            <a:extLst xmlns:a="http://schemas.openxmlformats.org/drawingml/2006/main">
              <a:ext uri="{FF2B5EF4-FFF2-40B4-BE49-F238E27FC236}">
                <a16:creationId xmlns:a16="http://schemas.microsoft.com/office/drawing/2014/main" id="{966DD99B-7460-4BC5-BDBC-E16620A12063}"/>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4"/>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190D8E01-343E-4929-98B3-66C3C4D014B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25276507"/>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169E077-DA7B-4F75-9222-160F61E990B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C7109334-917B-4FB2-926C-0062C398199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 protected API request</a:t>
            </a:r>
          </a:p>
        </p:txBody>
      </p:sp>
      <p:sp>
        <p:nvSpPr>
          <p:cNvPr id="3" name="">
            <a:extLst xmlns:a="http://schemas.openxmlformats.org/drawingml/2006/main">
              <a:ext uri="{FF2B5EF4-FFF2-40B4-BE49-F238E27FC236}">
                <a16:creationId xmlns:a16="http://schemas.microsoft.com/office/drawing/2014/main" id="{2FF60C70-246A-4B8B-A8C8-7985B8EE970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BCB1A2A5-8FA6-4756-96E5-4BB3D0A36C2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A1FAC11-FB14-4885-9A94-F22368FFDCC6}"/>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682E932D-C616-4255-8F0B-45246C64565A}"/>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F58A766-1577-419A-A759-98C63000A443}"/>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1F79B613-19A3-4B3D-B3A9-B232E130CD82}"/>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D57A01BA-46C2-4369-B6DE-4AFD6366E553}"/>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a:t>
            </a:r>
          </a:p>
        </p:txBody>
      </p:sp>
      <p:sp>
        <p:nvSpPr>
          <p:cNvPr id="10" name="">
            <a:extLst xmlns:a="http://schemas.openxmlformats.org/drawingml/2006/main">
              <a:ext uri="{FF2B5EF4-FFF2-40B4-BE49-F238E27FC236}">
                <a16:creationId xmlns:a16="http://schemas.microsoft.com/office/drawing/2014/main" id="{0B01B2F9-CCB3-405F-B3AB-69F472F9D56E}"/>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FastAPI matches the endpoint</a:t>
            </a:r>
          </a:p>
        </p:txBody>
      </p:sp>
      <p:sp>
        <p:nvSpPr>
          <p:cNvPr id="11" name="">
            <a:extLst xmlns:a="http://schemas.openxmlformats.org/drawingml/2006/main">
              <a:ext uri="{FF2B5EF4-FFF2-40B4-BE49-F238E27FC236}">
                <a16:creationId xmlns:a16="http://schemas.microsoft.com/office/drawing/2014/main" id="{1FCC4A65-C723-4693-B3FB-5570979BC33B}"/>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C2205ECD-8A1C-4460-A56E-4415A56FB025}"/>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896382DE-E808-4F8C-B918-D7C865FDDB97}"/>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4" name="">
            <a:extLst xmlns:a="http://schemas.openxmlformats.org/drawingml/2006/main">
              <a:ext uri="{FF2B5EF4-FFF2-40B4-BE49-F238E27FC236}">
                <a16:creationId xmlns:a16="http://schemas.microsoft.com/office/drawing/2014/main" id="{4B06CEF9-F672-4872-8281-B3EBDC04B67A}"/>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2D92C6BB-13E8-43D7-8CAD-763AE26A435D}"/>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a:t>
            </a:r>
          </a:p>
        </p:txBody>
      </p:sp>
      <p:sp>
        <p:nvSpPr>
          <p:cNvPr id="16" name="">
            <a:extLst xmlns:a="http://schemas.openxmlformats.org/drawingml/2006/main">
              <a:ext uri="{FF2B5EF4-FFF2-40B4-BE49-F238E27FC236}">
                <a16:creationId xmlns:a16="http://schemas.microsoft.com/office/drawing/2014/main" id="{9BABD21C-789B-491B-8011-CEAEE8B2F369}"/>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Pydantic checks input</a:t>
            </a:r>
          </a:p>
        </p:txBody>
      </p:sp>
      <p:sp>
        <p:nvSpPr>
          <p:cNvPr id="17" name="">
            <a:extLst xmlns:a="http://schemas.openxmlformats.org/drawingml/2006/main">
              <a:ext uri="{FF2B5EF4-FFF2-40B4-BE49-F238E27FC236}">
                <a16:creationId xmlns:a16="http://schemas.microsoft.com/office/drawing/2014/main" id="{DE5FBB8F-108E-401F-AABA-0DD54EF3416D}"/>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8" name="">
            <a:extLst xmlns:a="http://schemas.openxmlformats.org/drawingml/2006/main">
              <a:ext uri="{FF2B5EF4-FFF2-40B4-BE49-F238E27FC236}">
                <a16:creationId xmlns:a16="http://schemas.microsoft.com/office/drawing/2014/main" id="{22A49FBB-C843-4031-8629-C4C0EA6A0464}"/>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BDDF4FD9-0BC3-405D-A259-5FD1190B82DC}"/>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20" name="">
            <a:extLst xmlns:a="http://schemas.openxmlformats.org/drawingml/2006/main">
              <a:ext uri="{FF2B5EF4-FFF2-40B4-BE49-F238E27FC236}">
                <a16:creationId xmlns:a16="http://schemas.microsoft.com/office/drawing/2014/main" id="{6F53F67F-C86D-4E69-BAAE-EF63EDB1519D}"/>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21" name="">
            <a:extLst xmlns:a="http://schemas.openxmlformats.org/drawingml/2006/main">
              <a:ext uri="{FF2B5EF4-FFF2-40B4-BE49-F238E27FC236}">
                <a16:creationId xmlns:a16="http://schemas.microsoft.com/office/drawing/2014/main" id="{6161EAD4-B16D-4CA2-9C80-E2CCCF294811}"/>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Authenticate</a:t>
            </a:r>
          </a:p>
        </p:txBody>
      </p:sp>
      <p:sp>
        <p:nvSpPr>
          <p:cNvPr id="22" name="">
            <a:extLst xmlns:a="http://schemas.openxmlformats.org/drawingml/2006/main">
              <a:ext uri="{FF2B5EF4-FFF2-40B4-BE49-F238E27FC236}">
                <a16:creationId xmlns:a16="http://schemas.microsoft.com/office/drawing/2014/main" id="{24D4B834-63D3-4F11-B5F6-96817884F3C6}"/>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the current user</a:t>
            </a:r>
          </a:p>
        </p:txBody>
      </p:sp>
      <p:sp>
        <p:nvSpPr>
          <p:cNvPr id="23" name="">
            <a:extLst xmlns:a="http://schemas.openxmlformats.org/drawingml/2006/main">
              <a:ext uri="{FF2B5EF4-FFF2-40B4-BE49-F238E27FC236}">
                <a16:creationId xmlns:a16="http://schemas.microsoft.com/office/drawing/2014/main" id="{D731E5D5-CF3C-46B9-BE3F-BDCAD2FD1B3E}"/>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CD6BA601-2B66-48B0-8099-1CC112BBE612}"/>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25" name="">
            <a:extLst xmlns:a="http://schemas.openxmlformats.org/drawingml/2006/main">
              <a:ext uri="{FF2B5EF4-FFF2-40B4-BE49-F238E27FC236}">
                <a16:creationId xmlns:a16="http://schemas.microsoft.com/office/drawing/2014/main" id="{74DABEFB-E152-418A-AF05-609F389AFC08}"/>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6" name="">
            <a:extLst xmlns:a="http://schemas.openxmlformats.org/drawingml/2006/main">
              <a:ext uri="{FF2B5EF4-FFF2-40B4-BE49-F238E27FC236}">
                <a16:creationId xmlns:a16="http://schemas.microsoft.com/office/drawing/2014/main" id="{937EF3F7-3960-48FC-8472-CDF70465B8DD}"/>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Authorize</a:t>
            </a:r>
          </a:p>
        </p:txBody>
      </p:sp>
      <p:sp>
        <p:nvSpPr>
          <p:cNvPr id="27" name="">
            <a:extLst xmlns:a="http://schemas.openxmlformats.org/drawingml/2006/main">
              <a:ext uri="{FF2B5EF4-FFF2-40B4-BE49-F238E27FC236}">
                <a16:creationId xmlns:a16="http://schemas.microsoft.com/office/drawing/2014/main" id="{6A7184F0-7AED-446E-BB6D-C70AD398E3CD}"/>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 and ownership</a:t>
            </a:r>
          </a:p>
        </p:txBody>
      </p:sp>
      <p:sp>
        <p:nvSpPr>
          <p:cNvPr id="28" name="">
            <a:extLst xmlns:a="http://schemas.openxmlformats.org/drawingml/2006/main">
              <a:ext uri="{FF2B5EF4-FFF2-40B4-BE49-F238E27FC236}">
                <a16:creationId xmlns:a16="http://schemas.microsoft.com/office/drawing/2014/main" id="{CDABC3CF-5F5F-418C-93D8-0995746E5F59}"/>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31A854CC-840F-4FCD-98BF-582F774C63BA}"/>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C2591F71-E50E-45B3-8EC9-69A5170D2438}"/>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31" name="">
            <a:extLst xmlns:a="http://schemas.openxmlformats.org/drawingml/2006/main">
              <a:ext uri="{FF2B5EF4-FFF2-40B4-BE49-F238E27FC236}">
                <a16:creationId xmlns:a16="http://schemas.microsoft.com/office/drawing/2014/main" id="{E8A19124-DACB-41E2-A38B-29ACC2CE1DA1}"/>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32" name="">
            <a:extLst xmlns:a="http://schemas.openxmlformats.org/drawingml/2006/main">
              <a:ext uri="{FF2B5EF4-FFF2-40B4-BE49-F238E27FC236}">
                <a16:creationId xmlns:a16="http://schemas.microsoft.com/office/drawing/2014/main" id="{CC0706F0-3561-4668-881A-EF176D9BDC0A}"/>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Execute</a:t>
            </a:r>
          </a:p>
        </p:txBody>
      </p:sp>
      <p:sp>
        <p:nvSpPr>
          <p:cNvPr id="33" name="">
            <a:extLst xmlns:a="http://schemas.openxmlformats.org/drawingml/2006/main">
              <a:ext uri="{FF2B5EF4-FFF2-40B4-BE49-F238E27FC236}">
                <a16:creationId xmlns:a16="http://schemas.microsoft.com/office/drawing/2014/main" id="{59664D4E-7F16-4151-B949-E1A4207A5D45}"/>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Service logic and transaction</a:t>
            </a:r>
          </a:p>
        </p:txBody>
      </p:sp>
      <p:sp>
        <p:nvSpPr>
          <p:cNvPr id="34" name="">
            <a:extLst xmlns:a="http://schemas.openxmlformats.org/drawingml/2006/main">
              <a:ext uri="{FF2B5EF4-FFF2-40B4-BE49-F238E27FC236}">
                <a16:creationId xmlns:a16="http://schemas.microsoft.com/office/drawing/2014/main" id="{AEA9074E-A54A-48F4-8847-45009C542BC7}"/>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5" name="">
            <a:extLst xmlns:a="http://schemas.openxmlformats.org/drawingml/2006/main">
              <a:ext uri="{FF2B5EF4-FFF2-40B4-BE49-F238E27FC236}">
                <a16:creationId xmlns:a16="http://schemas.microsoft.com/office/drawing/2014/main" id="{549C23EA-CE83-4F44-8EDE-EE9CCB234FCE}"/>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5BD7B22D-F1C3-4B4E-8C72-AD588ED51BA3}"/>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37" name="">
            <a:extLst xmlns:a="http://schemas.openxmlformats.org/drawingml/2006/main">
              <a:ext uri="{FF2B5EF4-FFF2-40B4-BE49-F238E27FC236}">
                <a16:creationId xmlns:a16="http://schemas.microsoft.com/office/drawing/2014/main" id="{EC20C5E7-2869-400D-8323-6012CBD8BF36}"/>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8" name="">
            <a:extLst xmlns:a="http://schemas.openxmlformats.org/drawingml/2006/main">
              <a:ext uri="{FF2B5EF4-FFF2-40B4-BE49-F238E27FC236}">
                <a16:creationId xmlns:a16="http://schemas.microsoft.com/office/drawing/2014/main" id="{C3632685-D649-4D8A-9C2F-229CD2999F3E}"/>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Respond</a:t>
            </a:r>
          </a:p>
        </p:txBody>
      </p:sp>
      <p:sp>
        <p:nvSpPr>
          <p:cNvPr id="39" name="">
            <a:extLst xmlns:a="http://schemas.openxmlformats.org/drawingml/2006/main">
              <a:ext uri="{FF2B5EF4-FFF2-40B4-BE49-F238E27FC236}">
                <a16:creationId xmlns:a16="http://schemas.microsoft.com/office/drawing/2014/main" id="{98DCF9DE-10E9-46F4-8F85-8E1FF258154B}"/>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output or safe error</a:t>
            </a:r>
          </a:p>
        </p:txBody>
      </p:sp>
      <p:sp>
        <p:nvSpPr>
          <p:cNvPr id="40" name="">
            <a:extLst xmlns:a="http://schemas.openxmlformats.org/drawingml/2006/main">
              <a:ext uri="{FF2B5EF4-FFF2-40B4-BE49-F238E27FC236}">
                <a16:creationId xmlns:a16="http://schemas.microsoft.com/office/drawing/2014/main" id="{37336981-BD24-408A-8AFE-8F98F0298A88}"/>
              </a:ext>
            </a:extLst>
          </p:cNvPr>
          <p:cNvSpPr>
            <a:spLocks xmlns:a="http://schemas.openxmlformats.org/drawingml/2006/main" noGrp="1"/>
          </p:cNvSpPr>
          <p:nvPr/>
        </p:nvSpPr>
        <p:spPr>
          <a:xfrm xmlns:a="http://schemas.openxmlformats.org/drawingml/2006/main">
            <a:off x="609600" y="5010150"/>
            <a:ext cx="10610850" cy="990600"/>
          </a:xfrm>
          <a:prstGeom xmlns:a="http://schemas.openxmlformats.org/drawingml/2006/main" prst="roundRect">
            <a:avLst>
              <a:gd name="adj" fmla="val 11538"/>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476CC145-E050-4ACA-BD5D-C4DB7C3F5BC2}"/>
              </a:ext>
            </a:extLst>
          </p:cNvPr>
          <p:cNvSpPr>
            <a:spLocks xmlns:a="http://schemas.openxmlformats.org/drawingml/2006/main" noGrp="1"/>
          </p:cNvSpPr>
          <p:nvPr/>
        </p:nvSpPr>
        <p:spPr>
          <a:xfrm xmlns:a="http://schemas.openxmlformats.org/drawingml/2006/main">
            <a:off x="800100" y="5143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B34538"/>
                </a:solidFill>
                <a:latin typeface="Noto Sans"/>
                <a:ea typeface="Noto Sans"/>
                <a:cs typeface="Noto Sans"/>
              </a:defRPr>
            </a:defPPr>
            <a:lvl1pPr algn="l">
              <a:defRPr sz="1350" b="1">
                <a:solidFill>
                  <a:srgbClr val="B34538"/>
                </a:solidFill>
                <a:latin typeface="Noto Sans"/>
                <a:ea typeface="Noto Sans"/>
                <a:cs typeface="Noto Sans"/>
              </a:defRPr>
            </a:lvl1pPr>
            <a:lvl2pPr algn="l">
              <a:defRPr sz="1350" b="1">
                <a:solidFill>
                  <a:srgbClr val="B34538"/>
                </a:solidFill>
                <a:latin typeface="Noto Sans"/>
                <a:ea typeface="Noto Sans"/>
                <a:cs typeface="Noto Sans"/>
              </a:defRPr>
            </a:lvl2pPr>
            <a:lvl3pPr algn="l">
              <a:defRPr sz="1350" b="1">
                <a:solidFill>
                  <a:srgbClr val="B34538"/>
                </a:solidFill>
                <a:latin typeface="Noto Sans"/>
                <a:ea typeface="Noto Sans"/>
                <a:cs typeface="Noto Sans"/>
              </a:defRPr>
            </a:lvl3pPr>
            <a:lvl4pPr algn="l">
              <a:defRPr sz="1350" b="1">
                <a:solidFill>
                  <a:srgbClr val="B34538"/>
                </a:solidFill>
                <a:latin typeface="Noto Sans"/>
                <a:ea typeface="Noto Sans"/>
                <a:cs typeface="Noto Sans"/>
              </a:defRPr>
            </a:lvl4pPr>
            <a:lvl5pPr algn="l">
              <a:defRPr sz="1350" b="1">
                <a:solidFill>
                  <a:srgbClr val="B34538"/>
                </a:solidFill>
                <a:latin typeface="Noto Sans"/>
                <a:ea typeface="Noto Sans"/>
                <a:cs typeface="Noto Sans"/>
              </a:defRPr>
            </a:lvl5pPr>
            <a:lvl6pPr algn="l">
              <a:defRPr sz="1350" b="1">
                <a:solidFill>
                  <a:srgbClr val="B34538"/>
                </a:solidFill>
                <a:latin typeface="Noto Sans"/>
                <a:ea typeface="Noto Sans"/>
                <a:cs typeface="Noto Sans"/>
              </a:defRPr>
            </a:lvl6pPr>
            <a:lvl7pPr algn="l">
              <a:defRPr sz="1350" b="1">
                <a:solidFill>
                  <a:srgbClr val="B34538"/>
                </a:solidFill>
                <a:latin typeface="Noto Sans"/>
                <a:ea typeface="Noto Sans"/>
                <a:cs typeface="Noto Sans"/>
              </a:defRPr>
            </a:lvl7pPr>
            <a:lvl8pPr algn="l">
              <a:defRPr sz="1350" b="1">
                <a:solidFill>
                  <a:srgbClr val="B34538"/>
                </a:solidFill>
                <a:latin typeface="Noto Sans"/>
                <a:ea typeface="Noto Sans"/>
                <a:cs typeface="Noto Sans"/>
              </a:defRPr>
            </a:lvl8pPr>
            <a:lvl9pPr algn="l">
              <a:defRPr sz="1350" b="1">
                <a:solidFill>
                  <a:srgbClr val="B34538"/>
                </a:solidFill>
                <a:latin typeface="Noto Sans"/>
                <a:ea typeface="Noto Sans"/>
                <a:cs typeface="Noto Sans"/>
              </a:defRPr>
            </a:lvl9pPr>
          </a:lstStyle>
          <a:p xmlns:a="http://schemas.openxmlformats.org/drawingml/2006/main">
            <a:pPr algn="l">
              <a:defRPr sz="1350" b="1">
                <a:solidFill>
                  <a:srgbClr val="B34538"/>
                </a:solidFill>
                <a:latin typeface="Noto Sans"/>
                <a:ea typeface="Noto Sans"/>
                <a:cs typeface="Noto Sans"/>
              </a:defRPr>
            </a:pPr>
            <a:r>
              <a:rPr sz="1350" b="1">
                <a:solidFill>
                  <a:srgbClr val="B34538"/>
                </a:solidFill>
                <a:latin typeface="Noto Sans"/>
                <a:ea typeface="Noto Sans"/>
                <a:cs typeface="Noto Sans"/>
              </a:rPr>
              <a:t>Cookie security</a:t>
            </a:r>
          </a:p>
        </p:txBody>
      </p:sp>
      <p:sp>
        <p:nvSpPr>
          <p:cNvPr id="42" name="">
            <a:extLst xmlns:a="http://schemas.openxmlformats.org/drawingml/2006/main">
              <a:ext uri="{FF2B5EF4-FFF2-40B4-BE49-F238E27FC236}">
                <a16:creationId xmlns:a16="http://schemas.microsoft.com/office/drawing/2014/main" id="{6E69B73B-313F-44CF-B3CD-AF297BEF539A}"/>
              </a:ext>
            </a:extLst>
          </p:cNvPr>
          <p:cNvSpPr>
            <a:spLocks xmlns:a="http://schemas.openxmlformats.org/drawingml/2006/main" noGrp="1"/>
          </p:cNvSpPr>
          <p:nvPr/>
        </p:nvSpPr>
        <p:spPr>
          <a:xfrm xmlns:a="http://schemas.openxmlformats.org/drawingml/2006/main">
            <a:off x="2609850" y="50863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173"/>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Mutating cookie requests require an approved Origin plus a matching CSRF cookie and X-CSRF-Token header.</a:t>
            </a:r>
          </a:p>
        </p:txBody>
      </p:sp>
      <p:sp>
        <p:nvSpPr>
          <p:cNvPr id="43" name="">
            <a:extLst xmlns:a="http://schemas.openxmlformats.org/drawingml/2006/main">
              <a:ext uri="{FF2B5EF4-FFF2-40B4-BE49-F238E27FC236}">
                <a16:creationId xmlns:a16="http://schemas.microsoft.com/office/drawing/2014/main" id="{E680CCA7-7099-4F13-A797-AE18E3BC3FDA}"/>
              </a:ext>
            </a:extLst>
          </p:cNvPr>
          <p:cNvSpPr>
            <a:spLocks xmlns:a="http://schemas.openxmlformats.org/drawingml/2006/main" noGrp="1"/>
          </p:cNvSpPr>
          <p:nvPr/>
        </p:nvSpPr>
        <p:spPr>
          <a:xfrm xmlns:a="http://schemas.openxmlformats.org/drawingml/2006/main">
            <a:off x="800100" y="55626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Safe failures</a:t>
            </a:r>
          </a:p>
        </p:txBody>
      </p:sp>
      <p:sp>
        <p:nvSpPr>
          <p:cNvPr id="44" name="">
            <a:extLst xmlns:a="http://schemas.openxmlformats.org/drawingml/2006/main">
              <a:ext uri="{FF2B5EF4-FFF2-40B4-BE49-F238E27FC236}">
                <a16:creationId xmlns:a16="http://schemas.microsoft.com/office/drawing/2014/main" id="{11483607-E76D-4D0A-9F85-D5D7343DF068}"/>
              </a:ext>
            </a:extLst>
          </p:cNvPr>
          <p:cNvSpPr>
            <a:spLocks xmlns:a="http://schemas.openxmlformats.org/drawingml/2006/main" noGrp="1"/>
          </p:cNvSpPr>
          <p:nvPr/>
        </p:nvSpPr>
        <p:spPr>
          <a:xfrm xmlns:a="http://schemas.openxmlformats.org/drawingml/2006/main">
            <a:off x="2609850" y="55054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Expected errors stay explicit; unexpected failures return a safe message and a traceable error ID.</a:t>
            </a:r>
          </a:p>
        </p:txBody>
      </p:sp>
      <p:sp>
        <p:nvSpPr>
          <p:cNvPr id="45" name="">
            <a:extLst xmlns:a="http://schemas.openxmlformats.org/drawingml/2006/main">
              <a:ext uri="{FF2B5EF4-FFF2-40B4-BE49-F238E27FC236}">
                <a16:creationId xmlns:a16="http://schemas.microsoft.com/office/drawing/2014/main" id="{77B4DBFB-6CF2-45AE-8CFC-C71074E98E2F}"/>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062744544"/>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CA27E3FB-5C14-4F08-BA74-C975CA65BB2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ED29FADB-8793-40A3-8A79-45D6563568F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Recruitment data model</a:t>
            </a:r>
          </a:p>
        </p:txBody>
      </p:sp>
      <p:sp>
        <p:nvSpPr>
          <p:cNvPr id="3" name="">
            <a:extLst xmlns:a="http://schemas.openxmlformats.org/drawingml/2006/main">
              <a:ext uri="{FF2B5EF4-FFF2-40B4-BE49-F238E27FC236}">
                <a16:creationId xmlns:a16="http://schemas.microsoft.com/office/drawing/2014/main" id="{E4AE87DB-AB1B-46A3-966D-26175017DC6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804C6A92-D14E-450A-A7A9-6AA10F0FBAA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8D5B63D-9761-46E6-B1F8-EB94E83594CC}"/>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application record connects the candidate, offer, workflow, and conversation.</a:t>
            </a:r>
          </a:p>
        </p:txBody>
      </p:sp>
      <p:sp>
        <p:nvSpPr>
          <p:cNvPr id="6" name="">
            <a:extLst xmlns:a="http://schemas.openxmlformats.org/drawingml/2006/main">
              <a:ext uri="{FF2B5EF4-FFF2-40B4-BE49-F238E27FC236}">
                <a16:creationId xmlns:a16="http://schemas.microsoft.com/office/drawing/2014/main" id="{7EB3641D-E333-4935-A5E8-E7262F6F0CA8}"/>
              </a:ext>
            </a:extLst>
          </p:cNvPr>
          <p:cNvSpPr>
            <a:spLocks xmlns:a="http://schemas.openxmlformats.org/drawingml/2006/main" noGrp="1"/>
          </p:cNvSpPr>
          <p:nvPr/>
        </p:nvSpPr>
        <p:spPr>
          <a:xfrm xmlns:a="http://schemas.openxmlformats.org/drawingml/2006/main">
            <a:off x="723900" y="217170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7657DAA-A4DE-4B2F-996D-B452078DC00F}"/>
              </a:ext>
            </a:extLst>
          </p:cNvPr>
          <p:cNvSpPr>
            <a:spLocks xmlns:a="http://schemas.openxmlformats.org/drawingml/2006/main" noGrp="1"/>
          </p:cNvSpPr>
          <p:nvPr/>
        </p:nvSpPr>
        <p:spPr>
          <a:xfrm xmlns:a="http://schemas.openxmlformats.org/drawingml/2006/main">
            <a:off x="723900" y="217170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CE87AAEE-09D7-4205-B9ED-198ED657EB34}"/>
              </a:ext>
            </a:extLst>
          </p:cNvPr>
          <p:cNvSpPr>
            <a:spLocks xmlns:a="http://schemas.openxmlformats.org/drawingml/2006/main" noGrp="1"/>
          </p:cNvSpPr>
          <p:nvPr/>
        </p:nvSpPr>
        <p:spPr>
          <a:xfrm xmlns:a="http://schemas.openxmlformats.org/drawingml/2006/main">
            <a:off x="933450" y="2286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User</a:t>
            </a:r>
          </a:p>
        </p:txBody>
      </p:sp>
      <p:sp>
        <p:nvSpPr>
          <p:cNvPr id="9" name="">
            <a:extLst xmlns:a="http://schemas.openxmlformats.org/drawingml/2006/main">
              <a:ext uri="{FF2B5EF4-FFF2-40B4-BE49-F238E27FC236}">
                <a16:creationId xmlns:a16="http://schemas.microsoft.com/office/drawing/2014/main" id="{97EDC9E4-0251-4601-B5B4-BD3E5BAC6F95}"/>
              </a:ext>
            </a:extLst>
          </p:cNvPr>
          <p:cNvSpPr>
            <a:spLocks xmlns:a="http://schemas.openxmlformats.org/drawingml/2006/main" noGrp="1"/>
          </p:cNvSpPr>
          <p:nvPr/>
        </p:nvSpPr>
        <p:spPr>
          <a:xfrm xmlns:a="http://schemas.openxmlformats.org/drawingml/2006/main">
            <a:off x="933450" y="25812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role, security state</a:t>
            </a:r>
          </a:p>
        </p:txBody>
      </p:sp>
      <p:sp>
        <p:nvSpPr>
          <p:cNvPr id="10" name="">
            <a:extLst xmlns:a="http://schemas.openxmlformats.org/drawingml/2006/main">
              <a:ext uri="{FF2B5EF4-FFF2-40B4-BE49-F238E27FC236}">
                <a16:creationId xmlns:a16="http://schemas.microsoft.com/office/drawing/2014/main" id="{2B092CBD-77B0-4690-9773-1D32B8A37B4F}"/>
              </a:ext>
            </a:extLst>
          </p:cNvPr>
          <p:cNvSpPr>
            <a:spLocks xmlns:a="http://schemas.openxmlformats.org/drawingml/2006/main" noGrp="1"/>
          </p:cNvSpPr>
          <p:nvPr/>
        </p:nvSpPr>
        <p:spPr>
          <a:xfrm xmlns:a="http://schemas.openxmlformats.org/drawingml/2006/main">
            <a:off x="723900" y="382905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33A082D-967A-4DAE-A198-2D3CA0040C42}"/>
              </a:ext>
            </a:extLst>
          </p:cNvPr>
          <p:cNvSpPr>
            <a:spLocks xmlns:a="http://schemas.openxmlformats.org/drawingml/2006/main" noGrp="1"/>
          </p:cNvSpPr>
          <p:nvPr/>
        </p:nvSpPr>
        <p:spPr>
          <a:xfrm xmlns:a="http://schemas.openxmlformats.org/drawingml/2006/main">
            <a:off x="723900" y="382905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2" name="">
            <a:extLst xmlns:a="http://schemas.openxmlformats.org/drawingml/2006/main">
              <a:ext uri="{FF2B5EF4-FFF2-40B4-BE49-F238E27FC236}">
                <a16:creationId xmlns:a16="http://schemas.microsoft.com/office/drawing/2014/main" id="{85FE6BA8-40C5-4057-9BDB-09B6F4BE4C0C}"/>
              </a:ext>
            </a:extLst>
          </p:cNvPr>
          <p:cNvSpPr>
            <a:spLocks xmlns:a="http://schemas.openxmlformats.org/drawingml/2006/main" noGrp="1"/>
          </p:cNvSpPr>
          <p:nvPr/>
        </p:nvSpPr>
        <p:spPr>
          <a:xfrm xmlns:a="http://schemas.openxmlformats.org/drawingml/2006/main">
            <a:off x="933450" y="39433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 profile</a:t>
            </a:r>
          </a:p>
        </p:txBody>
      </p:sp>
      <p:sp>
        <p:nvSpPr>
          <p:cNvPr id="13" name="">
            <a:extLst xmlns:a="http://schemas.openxmlformats.org/drawingml/2006/main">
              <a:ext uri="{FF2B5EF4-FFF2-40B4-BE49-F238E27FC236}">
                <a16:creationId xmlns:a16="http://schemas.microsoft.com/office/drawing/2014/main" id="{81C30040-8490-41E3-B926-B8B30857641D}"/>
              </a:ext>
            </a:extLst>
          </p:cNvPr>
          <p:cNvSpPr>
            <a:spLocks xmlns:a="http://schemas.openxmlformats.org/drawingml/2006/main" noGrp="1"/>
          </p:cNvSpPr>
          <p:nvPr/>
        </p:nvSpPr>
        <p:spPr>
          <a:xfrm xmlns:a="http://schemas.openxmlformats.org/drawingml/2006/main">
            <a:off x="933450" y="423862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Skills, experience, CV assets</a:t>
            </a:r>
          </a:p>
        </p:txBody>
      </p:sp>
      <p:sp>
        <p:nvSpPr>
          <p:cNvPr id="14" name="">
            <a:extLst xmlns:a="http://schemas.openxmlformats.org/drawingml/2006/main">
              <a:ext uri="{FF2B5EF4-FFF2-40B4-BE49-F238E27FC236}">
                <a16:creationId xmlns:a16="http://schemas.microsoft.com/office/drawing/2014/main" id="{FA9F5A8D-85F8-4997-8FBA-6C50A88D486E}"/>
              </a:ext>
            </a:extLst>
          </p:cNvPr>
          <p:cNvSpPr>
            <a:spLocks xmlns:a="http://schemas.openxmlformats.org/drawingml/2006/main" noGrp="1"/>
          </p:cNvSpPr>
          <p:nvPr/>
        </p:nvSpPr>
        <p:spPr>
          <a:xfrm xmlns:a="http://schemas.openxmlformats.org/drawingml/2006/main">
            <a:off x="3505200" y="175260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90055DF-AF27-40B2-ACD6-628479BB94CF}"/>
              </a:ext>
            </a:extLst>
          </p:cNvPr>
          <p:cNvSpPr>
            <a:spLocks xmlns:a="http://schemas.openxmlformats.org/drawingml/2006/main" noGrp="1"/>
          </p:cNvSpPr>
          <p:nvPr/>
        </p:nvSpPr>
        <p:spPr>
          <a:xfrm xmlns:a="http://schemas.openxmlformats.org/drawingml/2006/main">
            <a:off x="3505200" y="175260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82B6779B-0269-4017-A305-FFB573E331EA}"/>
              </a:ext>
            </a:extLst>
          </p:cNvPr>
          <p:cNvSpPr>
            <a:spLocks xmlns:a="http://schemas.openxmlformats.org/drawingml/2006/main" noGrp="1"/>
          </p:cNvSpPr>
          <p:nvPr/>
        </p:nvSpPr>
        <p:spPr>
          <a:xfrm xmlns:a="http://schemas.openxmlformats.org/drawingml/2006/main">
            <a:off x="3714750" y="1866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a:t>
            </a:r>
          </a:p>
        </p:txBody>
      </p:sp>
      <p:sp>
        <p:nvSpPr>
          <p:cNvPr id="17" name="">
            <a:extLst xmlns:a="http://schemas.openxmlformats.org/drawingml/2006/main">
              <a:ext uri="{FF2B5EF4-FFF2-40B4-BE49-F238E27FC236}">
                <a16:creationId xmlns:a16="http://schemas.microsoft.com/office/drawing/2014/main" id="{B8003566-DB39-47CF-8E11-5DAE58577A26}"/>
              </a:ext>
            </a:extLst>
          </p:cNvPr>
          <p:cNvSpPr>
            <a:spLocks xmlns:a="http://schemas.openxmlformats.org/drawingml/2006/main" noGrp="1"/>
          </p:cNvSpPr>
          <p:nvPr/>
        </p:nvSpPr>
        <p:spPr>
          <a:xfrm xmlns:a="http://schemas.openxmlformats.org/drawingml/2006/main">
            <a:off x="3714750" y="21621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and memberships</a:t>
            </a:r>
          </a:p>
        </p:txBody>
      </p:sp>
      <p:sp>
        <p:nvSpPr>
          <p:cNvPr id="18" name="">
            <a:extLst xmlns:a="http://schemas.openxmlformats.org/drawingml/2006/main">
              <a:ext uri="{FF2B5EF4-FFF2-40B4-BE49-F238E27FC236}">
                <a16:creationId xmlns:a16="http://schemas.microsoft.com/office/drawing/2014/main" id="{E333B448-243B-49A6-8711-62CD82F05112}"/>
              </a:ext>
            </a:extLst>
          </p:cNvPr>
          <p:cNvSpPr>
            <a:spLocks xmlns:a="http://schemas.openxmlformats.org/drawingml/2006/main" noGrp="1"/>
          </p:cNvSpPr>
          <p:nvPr/>
        </p:nvSpPr>
        <p:spPr>
          <a:xfrm xmlns:a="http://schemas.openxmlformats.org/drawingml/2006/main">
            <a:off x="3505200" y="340995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8E73B20F-32B1-4CE5-91AC-C423B29BF375}"/>
              </a:ext>
            </a:extLst>
          </p:cNvPr>
          <p:cNvSpPr>
            <a:spLocks xmlns:a="http://schemas.openxmlformats.org/drawingml/2006/main" noGrp="1"/>
          </p:cNvSpPr>
          <p:nvPr/>
        </p:nvSpPr>
        <p:spPr>
          <a:xfrm xmlns:a="http://schemas.openxmlformats.org/drawingml/2006/main">
            <a:off x="3505200" y="340995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7BFE4A16-83FF-42C8-A391-24559A12657A}"/>
              </a:ext>
            </a:extLst>
          </p:cNvPr>
          <p:cNvSpPr>
            <a:spLocks xmlns:a="http://schemas.openxmlformats.org/drawingml/2006/main" noGrp="1"/>
          </p:cNvSpPr>
          <p:nvPr/>
        </p:nvSpPr>
        <p:spPr>
          <a:xfrm xmlns:a="http://schemas.openxmlformats.org/drawingml/2006/main">
            <a:off x="3714750" y="3524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Offer</a:t>
            </a:r>
          </a:p>
        </p:txBody>
      </p:sp>
      <p:sp>
        <p:nvSpPr>
          <p:cNvPr id="21" name="">
            <a:extLst xmlns:a="http://schemas.openxmlformats.org/drawingml/2006/main">
              <a:ext uri="{FF2B5EF4-FFF2-40B4-BE49-F238E27FC236}">
                <a16:creationId xmlns:a16="http://schemas.microsoft.com/office/drawing/2014/main" id="{EBF8F815-872F-48B9-B138-D6E5BBB0794C}"/>
              </a:ext>
            </a:extLst>
          </p:cNvPr>
          <p:cNvSpPr>
            <a:spLocks xmlns:a="http://schemas.openxmlformats.org/drawingml/2006/main" noGrp="1"/>
          </p:cNvSpPr>
          <p:nvPr/>
        </p:nvSpPr>
        <p:spPr>
          <a:xfrm xmlns:a="http://schemas.openxmlformats.org/drawingml/2006/main">
            <a:off x="3714750" y="38195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Requirements and recruiter</a:t>
            </a:r>
          </a:p>
        </p:txBody>
      </p:sp>
      <p:sp>
        <p:nvSpPr>
          <p:cNvPr id="22" name="">
            <a:extLst xmlns:a="http://schemas.openxmlformats.org/drawingml/2006/main">
              <a:ext uri="{FF2B5EF4-FFF2-40B4-BE49-F238E27FC236}">
                <a16:creationId xmlns:a16="http://schemas.microsoft.com/office/drawing/2014/main" id="{3290B97F-30CC-4E36-AEC1-FFD2FB44384A}"/>
              </a:ext>
            </a:extLst>
          </p:cNvPr>
          <p:cNvSpPr>
            <a:spLocks xmlns:a="http://schemas.openxmlformats.org/drawingml/2006/main" noGrp="1"/>
          </p:cNvSpPr>
          <p:nvPr/>
        </p:nvSpPr>
        <p:spPr>
          <a:xfrm xmlns:a="http://schemas.openxmlformats.org/drawingml/2006/main">
            <a:off x="6477000" y="2571750"/>
            <a:ext cx="2343150" cy="1276350"/>
          </a:xfrm>
          <a:prstGeom xmlns:a="http://schemas.openxmlformats.org/drawingml/2006/main" prst="roundRect">
            <a:avLst>
              <a:gd name="adj" fmla="val 895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E9AD9592-54CC-4276-AEFA-3AD51B2AC30B}"/>
              </a:ext>
            </a:extLst>
          </p:cNvPr>
          <p:cNvSpPr>
            <a:spLocks xmlns:a="http://schemas.openxmlformats.org/drawingml/2006/main" noGrp="1"/>
          </p:cNvSpPr>
          <p:nvPr/>
        </p:nvSpPr>
        <p:spPr>
          <a:xfrm xmlns:a="http://schemas.openxmlformats.org/drawingml/2006/main">
            <a:off x="6477000" y="2571750"/>
            <a:ext cx="66675" cy="1276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4" name="">
            <a:extLst xmlns:a="http://schemas.openxmlformats.org/drawingml/2006/main">
              <a:ext uri="{FF2B5EF4-FFF2-40B4-BE49-F238E27FC236}">
                <a16:creationId xmlns:a16="http://schemas.microsoft.com/office/drawing/2014/main" id="{E056893F-E5E9-43C3-BF7F-23188FA217E5}"/>
              </a:ext>
            </a:extLst>
          </p:cNvPr>
          <p:cNvSpPr>
            <a:spLocks xmlns:a="http://schemas.openxmlformats.org/drawingml/2006/main" noGrp="1"/>
          </p:cNvSpPr>
          <p:nvPr/>
        </p:nvSpPr>
        <p:spPr>
          <a:xfrm xmlns:a="http://schemas.openxmlformats.org/drawingml/2006/main">
            <a:off x="6686550" y="26860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Application</a:t>
            </a:r>
          </a:p>
        </p:txBody>
      </p:sp>
      <p:sp>
        <p:nvSpPr>
          <p:cNvPr id="25" name="">
            <a:extLst xmlns:a="http://schemas.openxmlformats.org/drawingml/2006/main">
              <a:ext uri="{FF2B5EF4-FFF2-40B4-BE49-F238E27FC236}">
                <a16:creationId xmlns:a16="http://schemas.microsoft.com/office/drawing/2014/main" id="{102747E4-1182-4CDD-9435-57DA6EF091E4}"/>
              </a:ext>
            </a:extLst>
          </p:cNvPr>
          <p:cNvSpPr>
            <a:spLocks xmlns:a="http://schemas.openxmlformats.org/drawingml/2006/main" noGrp="1"/>
          </p:cNvSpPr>
          <p:nvPr/>
        </p:nvSpPr>
        <p:spPr>
          <a:xfrm xmlns:a="http://schemas.openxmlformats.org/drawingml/2006/main">
            <a:off x="6686550" y="2981325"/>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Candidate, offer, CV snapshot, stage</a:t>
            </a:r>
          </a:p>
        </p:txBody>
      </p:sp>
      <p:sp>
        <p:nvSpPr>
          <p:cNvPr id="26" name="">
            <a:extLst xmlns:a="http://schemas.openxmlformats.org/drawingml/2006/main">
              <a:ext uri="{FF2B5EF4-FFF2-40B4-BE49-F238E27FC236}">
                <a16:creationId xmlns:a16="http://schemas.microsoft.com/office/drawing/2014/main" id="{F4DF50A5-F6C2-44B8-BEE7-5BE46335DD79}"/>
              </a:ext>
            </a:extLst>
          </p:cNvPr>
          <p:cNvSpPr>
            <a:spLocks xmlns:a="http://schemas.openxmlformats.org/drawingml/2006/main" noGrp="1"/>
          </p:cNvSpPr>
          <p:nvPr/>
        </p:nvSpPr>
        <p:spPr>
          <a:xfrm xmlns:a="http://schemas.openxmlformats.org/drawingml/2006/main">
            <a:off x="9563100" y="175260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23CAB974-F4EA-4D4B-886A-3B19356FB4BC}"/>
              </a:ext>
            </a:extLst>
          </p:cNvPr>
          <p:cNvSpPr>
            <a:spLocks xmlns:a="http://schemas.openxmlformats.org/drawingml/2006/main" noGrp="1"/>
          </p:cNvSpPr>
          <p:nvPr/>
        </p:nvSpPr>
        <p:spPr>
          <a:xfrm xmlns:a="http://schemas.openxmlformats.org/drawingml/2006/main">
            <a:off x="9563100" y="175260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8" name="">
            <a:extLst xmlns:a="http://schemas.openxmlformats.org/drawingml/2006/main">
              <a:ext uri="{FF2B5EF4-FFF2-40B4-BE49-F238E27FC236}">
                <a16:creationId xmlns:a16="http://schemas.microsoft.com/office/drawing/2014/main" id="{03CFFE56-7FF3-4786-8EBE-14F786324B3D}"/>
              </a:ext>
            </a:extLst>
          </p:cNvPr>
          <p:cNvSpPr>
            <a:spLocks xmlns:a="http://schemas.openxmlformats.org/drawingml/2006/main" noGrp="1"/>
          </p:cNvSpPr>
          <p:nvPr/>
        </p:nvSpPr>
        <p:spPr>
          <a:xfrm xmlns:a="http://schemas.openxmlformats.org/drawingml/2006/main">
            <a:off x="9772650" y="18669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942ECCB5-3CD1-4584-90F7-9A8A2646E699}"/>
              </a:ext>
            </a:extLst>
          </p:cNvPr>
          <p:cNvSpPr>
            <a:spLocks xmlns:a="http://schemas.openxmlformats.org/drawingml/2006/main" noGrp="1"/>
          </p:cNvSpPr>
          <p:nvPr/>
        </p:nvSpPr>
        <p:spPr>
          <a:xfrm xmlns:a="http://schemas.openxmlformats.org/drawingml/2006/main">
            <a:off x="9772650" y="216217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Schedule and feedback</a:t>
            </a:r>
          </a:p>
        </p:txBody>
      </p:sp>
      <p:sp>
        <p:nvSpPr>
          <p:cNvPr id="30" name="">
            <a:extLst xmlns:a="http://schemas.openxmlformats.org/drawingml/2006/main">
              <a:ext uri="{FF2B5EF4-FFF2-40B4-BE49-F238E27FC236}">
                <a16:creationId xmlns:a16="http://schemas.microsoft.com/office/drawing/2014/main" id="{9868657C-7591-4E33-B8F6-A059B511B934}"/>
              </a:ext>
            </a:extLst>
          </p:cNvPr>
          <p:cNvSpPr>
            <a:spLocks xmlns:a="http://schemas.openxmlformats.org/drawingml/2006/main" noGrp="1"/>
          </p:cNvSpPr>
          <p:nvPr/>
        </p:nvSpPr>
        <p:spPr>
          <a:xfrm xmlns:a="http://schemas.openxmlformats.org/drawingml/2006/main">
            <a:off x="9563100" y="340995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53FE5B88-9F60-49E5-B3CD-C31D299179E4}"/>
              </a:ext>
            </a:extLst>
          </p:cNvPr>
          <p:cNvSpPr>
            <a:spLocks xmlns:a="http://schemas.openxmlformats.org/drawingml/2006/main" noGrp="1"/>
          </p:cNvSpPr>
          <p:nvPr/>
        </p:nvSpPr>
        <p:spPr>
          <a:xfrm xmlns:a="http://schemas.openxmlformats.org/drawingml/2006/main">
            <a:off x="9563100" y="340995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2" name="">
            <a:extLst xmlns:a="http://schemas.openxmlformats.org/drawingml/2006/main">
              <a:ext uri="{FF2B5EF4-FFF2-40B4-BE49-F238E27FC236}">
                <a16:creationId xmlns:a16="http://schemas.microsoft.com/office/drawing/2014/main" id="{16875ECA-355B-4AB1-8BD6-E94E4B52110E}"/>
              </a:ext>
            </a:extLst>
          </p:cNvPr>
          <p:cNvSpPr>
            <a:spLocks xmlns:a="http://schemas.openxmlformats.org/drawingml/2006/main" noGrp="1"/>
          </p:cNvSpPr>
          <p:nvPr/>
        </p:nvSpPr>
        <p:spPr>
          <a:xfrm xmlns:a="http://schemas.openxmlformats.org/drawingml/2006/main">
            <a:off x="9772650" y="3524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Chat messages</a:t>
            </a:r>
          </a:p>
        </p:txBody>
      </p:sp>
      <p:sp>
        <p:nvSpPr>
          <p:cNvPr id="33" name="">
            <a:extLst xmlns:a="http://schemas.openxmlformats.org/drawingml/2006/main">
              <a:ext uri="{FF2B5EF4-FFF2-40B4-BE49-F238E27FC236}">
                <a16:creationId xmlns:a16="http://schemas.microsoft.com/office/drawing/2014/main" id="{C297ECB2-43A3-49EA-A76F-E543806C5269}"/>
              </a:ext>
            </a:extLst>
          </p:cNvPr>
          <p:cNvSpPr>
            <a:spLocks xmlns:a="http://schemas.openxmlformats.org/drawingml/2006/main" noGrp="1"/>
          </p:cNvSpPr>
          <p:nvPr/>
        </p:nvSpPr>
        <p:spPr>
          <a:xfrm xmlns:a="http://schemas.openxmlformats.org/drawingml/2006/main">
            <a:off x="9772650" y="38195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recruitment history</a:t>
            </a:r>
          </a:p>
        </p:txBody>
      </p:sp>
      <p:sp>
        <p:nvSpPr>
          <p:cNvPr id="34" name="">
            <a:extLst xmlns:a="http://schemas.openxmlformats.org/drawingml/2006/main">
              <a:ext uri="{FF2B5EF4-FFF2-40B4-BE49-F238E27FC236}">
                <a16:creationId xmlns:a16="http://schemas.microsoft.com/office/drawing/2014/main" id="{191EABFE-52CA-4EB6-AB0F-7FBFF5D95E0E}"/>
              </a:ext>
            </a:extLst>
          </p:cNvPr>
          <p:cNvSpPr>
            <a:spLocks xmlns:a="http://schemas.openxmlformats.org/drawingml/2006/main" noGrp="1"/>
          </p:cNvSpPr>
          <p:nvPr/>
        </p:nvSpPr>
        <p:spPr>
          <a:xfrm xmlns:a="http://schemas.openxmlformats.org/drawingml/2006/main">
            <a:off x="1724025" y="3181350"/>
            <a:ext cx="0" cy="64770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35" name="">
            <a:extLst xmlns:a="http://schemas.openxmlformats.org/drawingml/2006/main">
              <a:ext uri="{FF2B5EF4-FFF2-40B4-BE49-F238E27FC236}">
                <a16:creationId xmlns:a16="http://schemas.microsoft.com/office/drawing/2014/main" id="{AB3F8B2C-20BF-44E0-8E70-3FAE0941F4CA}"/>
              </a:ext>
            </a:extLst>
          </p:cNvPr>
          <p:cNvSpPr>
            <a:spLocks xmlns:a="http://schemas.openxmlformats.org/drawingml/2006/main" noGrp="1"/>
          </p:cNvSpPr>
          <p:nvPr/>
        </p:nvSpPr>
        <p:spPr>
          <a:xfrm xmlns:a="http://schemas.openxmlformats.org/drawingml/2006/main">
            <a:off x="2724150" y="2676525"/>
            <a:ext cx="781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6" name="">
            <a:extLst xmlns:a="http://schemas.openxmlformats.org/drawingml/2006/main">
              <a:ext uri="{FF2B5EF4-FFF2-40B4-BE49-F238E27FC236}">
                <a16:creationId xmlns:a16="http://schemas.microsoft.com/office/drawing/2014/main" id="{49539973-D654-4425-AEDF-75D7BBF1E46D}"/>
              </a:ext>
            </a:extLst>
          </p:cNvPr>
          <p:cNvSpPr>
            <a:spLocks xmlns:a="http://schemas.openxmlformats.org/drawingml/2006/main" noGrp="1"/>
          </p:cNvSpPr>
          <p:nvPr/>
        </p:nvSpPr>
        <p:spPr>
          <a:xfrm xmlns:a="http://schemas.openxmlformats.org/drawingml/2006/main">
            <a:off x="4572000" y="2762250"/>
            <a:ext cx="0" cy="647700"/>
          </a:xfrm>
          <a:prstGeom xmlns:a="http://schemas.openxmlformats.org/drawingml/2006/main" prst="line">
            <a:avLst/>
          </a:prstGeom>
          <a:noFill xmlns:a="http://schemas.openxmlformats.org/drawingml/2006/main"/>
          <a:ln xmlns:a="http://schemas.openxmlformats.org/drawingml/2006/main" w="19050">
            <a:solidFill>
              <a:srgbClr val="A25C38"/>
            </a:solidFill>
            <a:prstDash val="solid"/>
          </a:ln>
        </p:spPr>
      </p:sp>
      <p:sp>
        <p:nvSpPr>
          <p:cNvPr id="37" name="">
            <a:extLst xmlns:a="http://schemas.openxmlformats.org/drawingml/2006/main">
              <a:ext uri="{FF2B5EF4-FFF2-40B4-BE49-F238E27FC236}">
                <a16:creationId xmlns:a16="http://schemas.microsoft.com/office/drawing/2014/main" id="{18F09821-5F88-45D9-B27E-51CE27C837E6}"/>
              </a:ext>
            </a:extLst>
          </p:cNvPr>
          <p:cNvSpPr>
            <a:spLocks xmlns:a="http://schemas.openxmlformats.org/drawingml/2006/main" noGrp="1"/>
          </p:cNvSpPr>
          <p:nvPr/>
        </p:nvSpPr>
        <p:spPr>
          <a:xfrm xmlns:a="http://schemas.openxmlformats.org/drawingml/2006/main">
            <a:off x="5638800" y="39052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8" name="">
            <a:extLst xmlns:a="http://schemas.openxmlformats.org/drawingml/2006/main">
              <a:ext uri="{FF2B5EF4-FFF2-40B4-BE49-F238E27FC236}">
                <a16:creationId xmlns:a16="http://schemas.microsoft.com/office/drawing/2014/main" id="{9519898E-C645-42FB-8AE1-6B63CF8AD49D}"/>
              </a:ext>
            </a:extLst>
          </p:cNvPr>
          <p:cNvSpPr>
            <a:spLocks xmlns:a="http://schemas.openxmlformats.org/drawingml/2006/main" noGrp="1"/>
          </p:cNvSpPr>
          <p:nvPr/>
        </p:nvSpPr>
        <p:spPr>
          <a:xfrm xmlns:a="http://schemas.openxmlformats.org/drawingml/2006/main">
            <a:off x="6057900" y="3219450"/>
            <a:ext cx="0" cy="68580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0AD97819-2511-49CA-80E5-4A3060C9A5B5}"/>
              </a:ext>
            </a:extLst>
          </p:cNvPr>
          <p:cNvSpPr>
            <a:spLocks xmlns:a="http://schemas.openxmlformats.org/drawingml/2006/main" noGrp="1"/>
          </p:cNvSpPr>
          <p:nvPr/>
        </p:nvSpPr>
        <p:spPr>
          <a:xfrm xmlns:a="http://schemas.openxmlformats.org/drawingml/2006/main">
            <a:off x="6057900" y="32194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0" name="">
            <a:extLst xmlns:a="http://schemas.openxmlformats.org/drawingml/2006/main">
              <a:ext uri="{FF2B5EF4-FFF2-40B4-BE49-F238E27FC236}">
                <a16:creationId xmlns:a16="http://schemas.microsoft.com/office/drawing/2014/main" id="{228105EA-69DD-41F8-87BF-E2E9DC62470D}"/>
              </a:ext>
            </a:extLst>
          </p:cNvPr>
          <p:cNvSpPr>
            <a:spLocks xmlns:a="http://schemas.openxmlformats.org/drawingml/2006/main" noGrp="1"/>
          </p:cNvSpPr>
          <p:nvPr/>
        </p:nvSpPr>
        <p:spPr>
          <a:xfrm xmlns:a="http://schemas.openxmlformats.org/drawingml/2006/main">
            <a:off x="2724150" y="4333875"/>
            <a:ext cx="1866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1" name="">
            <a:extLst xmlns:a="http://schemas.openxmlformats.org/drawingml/2006/main">
              <a:ext uri="{FF2B5EF4-FFF2-40B4-BE49-F238E27FC236}">
                <a16:creationId xmlns:a16="http://schemas.microsoft.com/office/drawing/2014/main" id="{CD868F56-C27F-45EB-875E-3D9D8491BE4E}"/>
              </a:ext>
            </a:extLst>
          </p:cNvPr>
          <p:cNvSpPr>
            <a:spLocks xmlns:a="http://schemas.openxmlformats.org/drawingml/2006/main" noGrp="1"/>
          </p:cNvSpPr>
          <p:nvPr/>
        </p:nvSpPr>
        <p:spPr>
          <a:xfrm xmlns:a="http://schemas.openxmlformats.org/drawingml/2006/main">
            <a:off x="4591050" y="3629025"/>
            <a:ext cx="0" cy="70485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757DC27D-0BDD-4BE5-B22B-89F1358E3434}"/>
              </a:ext>
            </a:extLst>
          </p:cNvPr>
          <p:cNvSpPr>
            <a:spLocks xmlns:a="http://schemas.openxmlformats.org/drawingml/2006/main" noGrp="1"/>
          </p:cNvSpPr>
          <p:nvPr/>
        </p:nvSpPr>
        <p:spPr>
          <a:xfrm xmlns:a="http://schemas.openxmlformats.org/drawingml/2006/main">
            <a:off x="4591050" y="3629025"/>
            <a:ext cx="18859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11120366-FE7B-4733-8C7E-E9D3C76C4F1C}"/>
              </a:ext>
            </a:extLst>
          </p:cNvPr>
          <p:cNvSpPr>
            <a:spLocks xmlns:a="http://schemas.openxmlformats.org/drawingml/2006/main" noGrp="1"/>
          </p:cNvSpPr>
          <p:nvPr/>
        </p:nvSpPr>
        <p:spPr>
          <a:xfrm xmlns:a="http://schemas.openxmlformats.org/drawingml/2006/main">
            <a:off x="8820150" y="3009900"/>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4" name="">
            <a:extLst xmlns:a="http://schemas.openxmlformats.org/drawingml/2006/main">
              <a:ext uri="{FF2B5EF4-FFF2-40B4-BE49-F238E27FC236}">
                <a16:creationId xmlns:a16="http://schemas.microsoft.com/office/drawing/2014/main" id="{89A20C95-1FCA-404B-9F1E-1B91032A35A2}"/>
              </a:ext>
            </a:extLst>
          </p:cNvPr>
          <p:cNvSpPr>
            <a:spLocks xmlns:a="http://schemas.openxmlformats.org/drawingml/2006/main" noGrp="1"/>
          </p:cNvSpPr>
          <p:nvPr/>
        </p:nvSpPr>
        <p:spPr>
          <a:xfrm xmlns:a="http://schemas.openxmlformats.org/drawingml/2006/main">
            <a:off x="9191625" y="2257425"/>
            <a:ext cx="0" cy="75247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5" name="">
            <a:extLst xmlns:a="http://schemas.openxmlformats.org/drawingml/2006/main">
              <a:ext uri="{FF2B5EF4-FFF2-40B4-BE49-F238E27FC236}">
                <a16:creationId xmlns:a16="http://schemas.microsoft.com/office/drawing/2014/main" id="{F4FA2400-58B4-4771-AB97-195D00DC2A1E}"/>
              </a:ext>
            </a:extLst>
          </p:cNvPr>
          <p:cNvSpPr>
            <a:spLocks xmlns:a="http://schemas.openxmlformats.org/drawingml/2006/main" noGrp="1"/>
          </p:cNvSpPr>
          <p:nvPr/>
        </p:nvSpPr>
        <p:spPr>
          <a:xfrm xmlns:a="http://schemas.openxmlformats.org/drawingml/2006/main">
            <a:off x="9191625" y="2257425"/>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F9A3219C-AB7C-4971-87D3-CF4A291F20E6}"/>
              </a:ext>
            </a:extLst>
          </p:cNvPr>
          <p:cNvSpPr>
            <a:spLocks xmlns:a="http://schemas.openxmlformats.org/drawingml/2006/main" noGrp="1"/>
          </p:cNvSpPr>
          <p:nvPr/>
        </p:nvSpPr>
        <p:spPr>
          <a:xfrm xmlns:a="http://schemas.openxmlformats.org/drawingml/2006/main">
            <a:off x="8820150" y="3409950"/>
            <a:ext cx="742950" cy="50482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21F98ECC-EA35-4171-A295-4283AF5316C1}"/>
              </a:ext>
            </a:extLst>
          </p:cNvPr>
          <p:cNvSpPr>
            <a:spLocks xmlns:a="http://schemas.openxmlformats.org/drawingml/2006/main" noGrp="1"/>
          </p:cNvSpPr>
          <p:nvPr/>
        </p:nvSpPr>
        <p:spPr>
          <a:xfrm xmlns:a="http://schemas.openxmlformats.org/drawingml/2006/main">
            <a:off x="723900" y="5314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Integrity rules</a:t>
            </a:r>
          </a:p>
        </p:txBody>
      </p:sp>
      <p:sp>
        <p:nvSpPr>
          <p:cNvPr id="48" name="">
            <a:extLst xmlns:a="http://schemas.openxmlformats.org/drawingml/2006/main">
              <a:ext uri="{FF2B5EF4-FFF2-40B4-BE49-F238E27FC236}">
                <a16:creationId xmlns:a16="http://schemas.microsoft.com/office/drawing/2014/main" id="{BBF23E27-0309-4863-B0F4-9AAEBBD7BA56}"/>
              </a:ext>
            </a:extLst>
          </p:cNvPr>
          <p:cNvSpPr>
            <a:spLocks xmlns:a="http://schemas.openxmlformats.org/drawingml/2006/main" noGrp="1"/>
          </p:cNvSpPr>
          <p:nvPr/>
        </p:nvSpPr>
        <p:spPr>
          <a:xfrm xmlns:a="http://schemas.openxmlformats.org/drawingml/2006/main">
            <a:off x="2457450" y="52197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Foreign keys protect relationships. Unique constraints prevent duplicates. Transactions keep multi-step updates consistent. Alembic versions each schema change.</a:t>
            </a:r>
          </a:p>
        </p:txBody>
      </p:sp>
      <p:sp>
        <p:nvSpPr>
          <p:cNvPr id="49" name="">
            <a:extLst xmlns:a="http://schemas.openxmlformats.org/drawingml/2006/main">
              <a:ext uri="{FF2B5EF4-FFF2-40B4-BE49-F238E27FC236}">
                <a16:creationId xmlns:a16="http://schemas.microsoft.com/office/drawing/2014/main" id="{862BED06-7D94-4DA5-BC83-B9E38A0BCB4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032624484"/>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458304A-5129-45AE-954C-1C5A2014B97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CCFD416A-71CF-47EC-97F5-8885C18C554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Database integrity under concurrency</a:t>
            </a:r>
          </a:p>
        </p:txBody>
      </p:sp>
      <p:sp>
        <p:nvSpPr>
          <p:cNvPr id="3" name="">
            <a:extLst xmlns:a="http://schemas.openxmlformats.org/drawingml/2006/main">
              <a:ext uri="{FF2B5EF4-FFF2-40B4-BE49-F238E27FC236}">
                <a16:creationId xmlns:a16="http://schemas.microsoft.com/office/drawing/2014/main" id="{E9712130-1231-454C-AD56-ECFD3A8AAA6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6863A816-EA6D-4F31-A09A-F2E751E2531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2DBC114-AF44-44B3-B982-DB789DE0AAA9}"/>
              </a:ext>
            </a:extLst>
          </p:cNvPr>
          <p:cNvSpPr>
            <a:spLocks xmlns:a="http://schemas.openxmlformats.org/drawingml/2006/main" noGrp="1"/>
          </p:cNvSpPr>
          <p:nvPr/>
        </p:nvSpPr>
        <p:spPr>
          <a:xfrm xmlns:a="http://schemas.openxmlformats.org/drawingml/2006/main">
            <a:off x="609600" y="13716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Correctness must survive two users—or two workers—acting at the same time.</a:t>
            </a:r>
          </a:p>
        </p:txBody>
      </p:sp>
      <p:sp>
        <p:nvSpPr>
          <p:cNvPr id="6" name="">
            <a:extLst xmlns:a="http://schemas.openxmlformats.org/drawingml/2006/main">
              <a:ext uri="{FF2B5EF4-FFF2-40B4-BE49-F238E27FC236}">
                <a16:creationId xmlns:a16="http://schemas.microsoft.com/office/drawing/2014/main" id="{1AB11604-C945-47A8-8044-B3EF631FF067}"/>
              </a:ext>
            </a:extLst>
          </p:cNvPr>
          <p:cNvSpPr>
            <a:spLocks xmlns:a="http://schemas.openxmlformats.org/drawingml/2006/main" noGrp="1"/>
          </p:cNvSpPr>
          <p:nvPr/>
        </p:nvSpPr>
        <p:spPr>
          <a:xfrm xmlns:a="http://schemas.openxmlformats.org/drawingml/2006/main">
            <a:off x="609600" y="1943100"/>
            <a:ext cx="49720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F70F293-BAA6-42E8-847B-98BA8045DF80}"/>
              </a:ext>
            </a:extLst>
          </p:cNvPr>
          <p:cNvSpPr>
            <a:spLocks xmlns:a="http://schemas.openxmlformats.org/drawingml/2006/main" noGrp="1"/>
          </p:cNvSpPr>
          <p:nvPr/>
        </p:nvSpPr>
        <p:spPr>
          <a:xfrm xmlns:a="http://schemas.openxmlformats.org/drawingml/2006/main">
            <a:off x="876300" y="2152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Durable invariants</a:t>
            </a:r>
          </a:p>
        </p:txBody>
      </p:sp>
      <p:sp>
        <p:nvSpPr>
          <p:cNvPr id="8" name="">
            <a:extLst xmlns:a="http://schemas.openxmlformats.org/drawingml/2006/main">
              <a:ext uri="{FF2B5EF4-FFF2-40B4-BE49-F238E27FC236}">
                <a16:creationId xmlns:a16="http://schemas.microsoft.com/office/drawing/2014/main" id="{F8A4F234-20E7-431D-B58C-A896A2470720}"/>
              </a:ext>
            </a:extLst>
          </p:cNvPr>
          <p:cNvSpPr>
            <a:spLocks xmlns:a="http://schemas.openxmlformats.org/drawingml/2006/main" noGrp="1"/>
          </p:cNvSpPr>
          <p:nvPr/>
        </p:nvSpPr>
        <p:spPr>
          <a:xfrm xmlns:a="http://schemas.openxmlformats.org/drawingml/2006/main">
            <a:off x="87630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999E0A20-535B-4E67-8796-AF0AD041B6F1}"/>
              </a:ext>
            </a:extLst>
          </p:cNvPr>
          <p:cNvSpPr>
            <a:spLocks xmlns:a="http://schemas.openxmlformats.org/drawingml/2006/main" noGrp="1"/>
          </p:cNvSpPr>
          <p:nvPr/>
        </p:nvSpPr>
        <p:spPr>
          <a:xfrm xmlns:a="http://schemas.openxmlformats.org/drawingml/2006/main">
            <a:off x="1352550" y="2647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Foreign keys</a:t>
            </a:r>
          </a:p>
        </p:txBody>
      </p:sp>
      <p:sp>
        <p:nvSpPr>
          <p:cNvPr id="10" name="">
            <a:extLst xmlns:a="http://schemas.openxmlformats.org/drawingml/2006/main">
              <a:ext uri="{FF2B5EF4-FFF2-40B4-BE49-F238E27FC236}">
                <a16:creationId xmlns:a16="http://schemas.microsoft.com/office/drawing/2014/main" id="{806FF7BE-10A2-4CB2-8349-E2457F9490B6}"/>
              </a:ext>
            </a:extLst>
          </p:cNvPr>
          <p:cNvSpPr>
            <a:spLocks xmlns:a="http://schemas.openxmlformats.org/drawingml/2006/main" noGrp="1"/>
          </p:cNvSpPr>
          <p:nvPr/>
        </p:nvSpPr>
        <p:spPr>
          <a:xfrm xmlns:a="http://schemas.openxmlformats.org/drawingml/2006/main">
            <a:off x="3009900" y="26193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broken relationships</a:t>
            </a:r>
          </a:p>
        </p:txBody>
      </p:sp>
      <p:sp>
        <p:nvSpPr>
          <p:cNvPr id="11" name="">
            <a:extLst xmlns:a="http://schemas.openxmlformats.org/drawingml/2006/main">
              <a:ext uri="{FF2B5EF4-FFF2-40B4-BE49-F238E27FC236}">
                <a16:creationId xmlns:a16="http://schemas.microsoft.com/office/drawing/2014/main" id="{EFCB7C23-41F7-48A4-95DF-215C4F1EAFC5}"/>
              </a:ext>
            </a:extLst>
          </p:cNvPr>
          <p:cNvSpPr>
            <a:spLocks xmlns:a="http://schemas.openxmlformats.org/drawingml/2006/main" noGrp="1"/>
          </p:cNvSpPr>
          <p:nvPr/>
        </p:nvSpPr>
        <p:spPr>
          <a:xfrm xmlns:a="http://schemas.openxmlformats.org/drawingml/2006/main">
            <a:off x="87630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6213C876-A3B2-4CA7-8C67-0D80A7BB2785}"/>
              </a:ext>
            </a:extLst>
          </p:cNvPr>
          <p:cNvSpPr>
            <a:spLocks xmlns:a="http://schemas.openxmlformats.org/drawingml/2006/main" noGrp="1"/>
          </p:cNvSpPr>
          <p:nvPr/>
        </p:nvSpPr>
        <p:spPr>
          <a:xfrm xmlns:a="http://schemas.openxmlformats.org/drawingml/2006/main">
            <a:off x="1352550" y="3238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08"/>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Unique constraints</a:t>
            </a:r>
          </a:p>
        </p:txBody>
      </p:sp>
      <p:sp>
        <p:nvSpPr>
          <p:cNvPr id="13" name="">
            <a:extLst xmlns:a="http://schemas.openxmlformats.org/drawingml/2006/main">
              <a:ext uri="{FF2B5EF4-FFF2-40B4-BE49-F238E27FC236}">
                <a16:creationId xmlns:a16="http://schemas.microsoft.com/office/drawing/2014/main" id="{F5FFA96A-0C62-4948-9507-F1FDC7458EB3}"/>
              </a:ext>
            </a:extLst>
          </p:cNvPr>
          <p:cNvSpPr>
            <a:spLocks xmlns:a="http://schemas.openxmlformats.org/drawingml/2006/main" noGrp="1"/>
          </p:cNvSpPr>
          <p:nvPr/>
        </p:nvSpPr>
        <p:spPr>
          <a:xfrm xmlns:a="http://schemas.openxmlformats.org/drawingml/2006/main">
            <a:off x="3009900" y="32099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Block duplicate membership and work</a:t>
            </a:r>
          </a:p>
        </p:txBody>
      </p:sp>
      <p:sp>
        <p:nvSpPr>
          <p:cNvPr id="14" name="">
            <a:extLst xmlns:a="http://schemas.openxmlformats.org/drawingml/2006/main">
              <a:ext uri="{FF2B5EF4-FFF2-40B4-BE49-F238E27FC236}">
                <a16:creationId xmlns:a16="http://schemas.microsoft.com/office/drawing/2014/main" id="{AA63DF90-EF92-4F28-968E-4F76D7FA46D0}"/>
              </a:ext>
            </a:extLst>
          </p:cNvPr>
          <p:cNvSpPr>
            <a:spLocks xmlns:a="http://schemas.openxmlformats.org/drawingml/2006/main" noGrp="1"/>
          </p:cNvSpPr>
          <p:nvPr/>
        </p:nvSpPr>
        <p:spPr>
          <a:xfrm xmlns:a="http://schemas.openxmlformats.org/drawingml/2006/main">
            <a:off x="87630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15" name="">
            <a:extLst xmlns:a="http://schemas.openxmlformats.org/drawingml/2006/main">
              <a:ext uri="{FF2B5EF4-FFF2-40B4-BE49-F238E27FC236}">
                <a16:creationId xmlns:a16="http://schemas.microsoft.com/office/drawing/2014/main" id="{5326BE20-11CF-4EBA-8A92-10A20949B9CA}"/>
              </a:ext>
            </a:extLst>
          </p:cNvPr>
          <p:cNvSpPr>
            <a:spLocks xmlns:a="http://schemas.openxmlformats.org/drawingml/2006/main" noGrp="1"/>
          </p:cNvSpPr>
          <p:nvPr/>
        </p:nvSpPr>
        <p:spPr>
          <a:xfrm xmlns:a="http://schemas.openxmlformats.org/drawingml/2006/main">
            <a:off x="1352550" y="3829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Transactions</a:t>
            </a:r>
          </a:p>
        </p:txBody>
      </p:sp>
      <p:sp>
        <p:nvSpPr>
          <p:cNvPr id="16" name="">
            <a:extLst xmlns:a="http://schemas.openxmlformats.org/drawingml/2006/main">
              <a:ext uri="{FF2B5EF4-FFF2-40B4-BE49-F238E27FC236}">
                <a16:creationId xmlns:a16="http://schemas.microsoft.com/office/drawing/2014/main" id="{ECFD682A-DF1C-4FEC-A986-8B103284FEFD}"/>
              </a:ext>
            </a:extLst>
          </p:cNvPr>
          <p:cNvSpPr>
            <a:spLocks xmlns:a="http://schemas.openxmlformats.org/drawingml/2006/main" noGrp="1"/>
          </p:cNvSpPr>
          <p:nvPr/>
        </p:nvSpPr>
        <p:spPr>
          <a:xfrm xmlns:a="http://schemas.openxmlformats.org/drawingml/2006/main">
            <a:off x="3009900" y="38004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25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Commit related changes together</a:t>
            </a:r>
          </a:p>
        </p:txBody>
      </p:sp>
      <p:sp>
        <p:nvSpPr>
          <p:cNvPr id="17" name="">
            <a:extLst xmlns:a="http://schemas.openxmlformats.org/drawingml/2006/main">
              <a:ext uri="{FF2B5EF4-FFF2-40B4-BE49-F238E27FC236}">
                <a16:creationId xmlns:a16="http://schemas.microsoft.com/office/drawing/2014/main" id="{03FFA50B-FE63-4247-BA78-8CB1FAD39C90}"/>
              </a:ext>
            </a:extLst>
          </p:cNvPr>
          <p:cNvSpPr>
            <a:spLocks xmlns:a="http://schemas.openxmlformats.org/drawingml/2006/main" noGrp="1"/>
          </p:cNvSpPr>
          <p:nvPr/>
        </p:nvSpPr>
        <p:spPr>
          <a:xfrm xmlns:a="http://schemas.openxmlformats.org/drawingml/2006/main">
            <a:off x="87630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04</a:t>
            </a:r>
          </a:p>
        </p:txBody>
      </p:sp>
      <p:sp>
        <p:nvSpPr>
          <p:cNvPr id="18" name="">
            <a:extLst xmlns:a="http://schemas.openxmlformats.org/drawingml/2006/main">
              <a:ext uri="{FF2B5EF4-FFF2-40B4-BE49-F238E27FC236}">
                <a16:creationId xmlns:a16="http://schemas.microsoft.com/office/drawing/2014/main" id="{58974476-20D7-499D-82A2-9892015B594D}"/>
              </a:ext>
            </a:extLst>
          </p:cNvPr>
          <p:cNvSpPr>
            <a:spLocks xmlns:a="http://schemas.openxmlformats.org/drawingml/2006/main" noGrp="1"/>
          </p:cNvSpPr>
          <p:nvPr/>
        </p:nvSpPr>
        <p:spPr>
          <a:xfrm xmlns:a="http://schemas.openxmlformats.org/drawingml/2006/main">
            <a:off x="1352550" y="4419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Alembic</a:t>
            </a:r>
          </a:p>
        </p:txBody>
      </p:sp>
      <p:sp>
        <p:nvSpPr>
          <p:cNvPr id="19" name="">
            <a:extLst xmlns:a="http://schemas.openxmlformats.org/drawingml/2006/main">
              <a:ext uri="{FF2B5EF4-FFF2-40B4-BE49-F238E27FC236}">
                <a16:creationId xmlns:a16="http://schemas.microsoft.com/office/drawing/2014/main" id="{52FEC7F4-BC1E-4B65-9DA0-A9BCBB33B2FB}"/>
              </a:ext>
            </a:extLst>
          </p:cNvPr>
          <p:cNvSpPr>
            <a:spLocks xmlns:a="http://schemas.openxmlformats.org/drawingml/2006/main" noGrp="1"/>
          </p:cNvSpPr>
          <p:nvPr/>
        </p:nvSpPr>
        <p:spPr>
          <a:xfrm xmlns:a="http://schemas.openxmlformats.org/drawingml/2006/main">
            <a:off x="3009900" y="43910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Apply schema changes in order</a:t>
            </a:r>
          </a:p>
        </p:txBody>
      </p:sp>
      <p:sp>
        <p:nvSpPr>
          <p:cNvPr id="20" name="">
            <a:extLst xmlns:a="http://schemas.openxmlformats.org/drawingml/2006/main">
              <a:ext uri="{FF2B5EF4-FFF2-40B4-BE49-F238E27FC236}">
                <a16:creationId xmlns:a16="http://schemas.microsoft.com/office/drawing/2014/main" id="{BF24BB31-379A-4BE8-A1B9-C9CD5891F302}"/>
              </a:ext>
            </a:extLst>
          </p:cNvPr>
          <p:cNvSpPr>
            <a:spLocks xmlns:a="http://schemas.openxmlformats.org/drawingml/2006/main" noGrp="1"/>
          </p:cNvSpPr>
          <p:nvPr/>
        </p:nvSpPr>
        <p:spPr>
          <a:xfrm xmlns:a="http://schemas.openxmlformats.org/drawingml/2006/main">
            <a:off x="6076950" y="1943100"/>
            <a:ext cx="55054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76A8E7C7-435C-4C3C-8B9F-E01BD87C004A}"/>
              </a:ext>
            </a:extLst>
          </p:cNvPr>
          <p:cNvSpPr>
            <a:spLocks xmlns:a="http://schemas.openxmlformats.org/drawingml/2006/main" noGrp="1"/>
          </p:cNvSpPr>
          <p:nvPr/>
        </p:nvSpPr>
        <p:spPr>
          <a:xfrm xmlns:a="http://schemas.openxmlformats.org/drawingml/2006/main">
            <a:off x="634365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Concurrency controls</a:t>
            </a:r>
          </a:p>
        </p:txBody>
      </p:sp>
      <p:sp>
        <p:nvSpPr>
          <p:cNvPr id="22" name="">
            <a:extLst xmlns:a="http://schemas.openxmlformats.org/drawingml/2006/main">
              <a:ext uri="{FF2B5EF4-FFF2-40B4-BE49-F238E27FC236}">
                <a16:creationId xmlns:a16="http://schemas.microsoft.com/office/drawing/2014/main" id="{1F9DF42D-A8E5-4104-AD45-A83EC01B82CE}"/>
              </a:ext>
            </a:extLst>
          </p:cNvPr>
          <p:cNvSpPr>
            <a:spLocks xmlns:a="http://schemas.openxmlformats.org/drawingml/2006/main" noGrp="1"/>
          </p:cNvSpPr>
          <p:nvPr/>
        </p:nvSpPr>
        <p:spPr>
          <a:xfrm xmlns:a="http://schemas.openxmlformats.org/drawingml/2006/main">
            <a:off x="634365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608E5666-840C-4AA6-8A57-3DF981DE59E3}"/>
              </a:ext>
            </a:extLst>
          </p:cNvPr>
          <p:cNvSpPr>
            <a:spLocks xmlns:a="http://schemas.openxmlformats.org/drawingml/2006/main" noGrp="1"/>
          </p:cNvSpPr>
          <p:nvPr/>
        </p:nvSpPr>
        <p:spPr>
          <a:xfrm xmlns:a="http://schemas.openxmlformats.org/drawingml/2006/main">
            <a:off x="6819900" y="2647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Row locking</a:t>
            </a:r>
          </a:p>
        </p:txBody>
      </p:sp>
      <p:sp>
        <p:nvSpPr>
          <p:cNvPr id="24" name="">
            <a:extLst xmlns:a="http://schemas.openxmlformats.org/drawingml/2006/main">
              <a:ext uri="{FF2B5EF4-FFF2-40B4-BE49-F238E27FC236}">
                <a16:creationId xmlns:a16="http://schemas.microsoft.com/office/drawing/2014/main" id="{7D079899-787B-4E96-A79C-6252C657553F}"/>
              </a:ext>
            </a:extLst>
          </p:cNvPr>
          <p:cNvSpPr>
            <a:spLocks xmlns:a="http://schemas.openxmlformats.org/drawingml/2006/main" noGrp="1"/>
          </p:cNvSpPr>
          <p:nvPr/>
        </p:nvSpPr>
        <p:spPr>
          <a:xfrm xmlns:a="http://schemas.openxmlformats.org/drawingml/2006/main">
            <a:off x="8401050" y="2619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9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SELECT FOR UPDATE protects transitions</a:t>
            </a:r>
          </a:p>
        </p:txBody>
      </p:sp>
      <p:sp>
        <p:nvSpPr>
          <p:cNvPr id="25" name="">
            <a:extLst xmlns:a="http://schemas.openxmlformats.org/drawingml/2006/main">
              <a:ext uri="{FF2B5EF4-FFF2-40B4-BE49-F238E27FC236}">
                <a16:creationId xmlns:a16="http://schemas.microsoft.com/office/drawing/2014/main" id="{3F474157-1D61-4D66-86FC-BBEEA0632CCE}"/>
              </a:ext>
            </a:extLst>
          </p:cNvPr>
          <p:cNvSpPr>
            <a:spLocks xmlns:a="http://schemas.openxmlformats.org/drawingml/2006/main" noGrp="1"/>
          </p:cNvSpPr>
          <p:nvPr/>
        </p:nvSpPr>
        <p:spPr>
          <a:xfrm xmlns:a="http://schemas.openxmlformats.org/drawingml/2006/main">
            <a:off x="634365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743FEF53-0CC1-49DE-BC3A-FCDC0F164524}"/>
              </a:ext>
            </a:extLst>
          </p:cNvPr>
          <p:cNvSpPr>
            <a:spLocks xmlns:a="http://schemas.openxmlformats.org/drawingml/2006/main" noGrp="1"/>
          </p:cNvSpPr>
          <p:nvPr/>
        </p:nvSpPr>
        <p:spPr>
          <a:xfrm xmlns:a="http://schemas.openxmlformats.org/drawingml/2006/main">
            <a:off x="6819900" y="3238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Skip locked</a:t>
            </a:r>
          </a:p>
        </p:txBody>
      </p:sp>
      <p:sp>
        <p:nvSpPr>
          <p:cNvPr id="27" name="">
            <a:extLst xmlns:a="http://schemas.openxmlformats.org/drawingml/2006/main">
              <a:ext uri="{FF2B5EF4-FFF2-40B4-BE49-F238E27FC236}">
                <a16:creationId xmlns:a16="http://schemas.microsoft.com/office/drawing/2014/main" id="{C71370B5-C149-46FF-AE34-7D8AF050495E}"/>
              </a:ext>
            </a:extLst>
          </p:cNvPr>
          <p:cNvSpPr>
            <a:spLocks xmlns:a="http://schemas.openxmlformats.org/drawingml/2006/main" noGrp="1"/>
          </p:cNvSpPr>
          <p:nvPr/>
        </p:nvSpPr>
        <p:spPr>
          <a:xfrm xmlns:a="http://schemas.openxmlformats.org/drawingml/2006/main">
            <a:off x="8401050" y="32099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Workers safely claim different rows</a:t>
            </a:r>
          </a:p>
        </p:txBody>
      </p:sp>
      <p:sp>
        <p:nvSpPr>
          <p:cNvPr id="28" name="">
            <a:extLst xmlns:a="http://schemas.openxmlformats.org/drawingml/2006/main">
              <a:ext uri="{FF2B5EF4-FFF2-40B4-BE49-F238E27FC236}">
                <a16:creationId xmlns:a16="http://schemas.microsoft.com/office/drawing/2014/main" id="{D8623723-065A-4CBC-9736-43CB16259F32}"/>
              </a:ext>
            </a:extLst>
          </p:cNvPr>
          <p:cNvSpPr>
            <a:spLocks xmlns:a="http://schemas.openxmlformats.org/drawingml/2006/main" noGrp="1"/>
          </p:cNvSpPr>
          <p:nvPr/>
        </p:nvSpPr>
        <p:spPr>
          <a:xfrm xmlns:a="http://schemas.openxmlformats.org/drawingml/2006/main">
            <a:off x="634365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0AA0EE6D-5512-4401-B85A-B08F8834CFFF}"/>
              </a:ext>
            </a:extLst>
          </p:cNvPr>
          <p:cNvSpPr>
            <a:spLocks xmlns:a="http://schemas.openxmlformats.org/drawingml/2006/main" noGrp="1"/>
          </p:cNvSpPr>
          <p:nvPr/>
        </p:nvSpPr>
        <p:spPr>
          <a:xfrm xmlns:a="http://schemas.openxmlformats.org/drawingml/2006/main">
            <a:off x="6819900" y="3829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Version checks</a:t>
            </a:r>
          </a:p>
        </p:txBody>
      </p:sp>
      <p:sp>
        <p:nvSpPr>
          <p:cNvPr id="30" name="">
            <a:extLst xmlns:a="http://schemas.openxmlformats.org/drawingml/2006/main">
              <a:ext uri="{FF2B5EF4-FFF2-40B4-BE49-F238E27FC236}">
                <a16:creationId xmlns:a16="http://schemas.microsoft.com/office/drawing/2014/main" id="{AE7ECAA4-A2D7-467A-85D3-730D05AF93EA}"/>
              </a:ext>
            </a:extLst>
          </p:cNvPr>
          <p:cNvSpPr>
            <a:spLocks xmlns:a="http://schemas.openxmlformats.org/drawingml/2006/main" noGrp="1"/>
          </p:cNvSpPr>
          <p:nvPr/>
        </p:nvSpPr>
        <p:spPr>
          <a:xfrm xmlns:a="http://schemas.openxmlformats.org/drawingml/2006/main">
            <a:off x="8401050" y="38004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updates based on stale state</a:t>
            </a:r>
          </a:p>
        </p:txBody>
      </p:sp>
      <p:sp>
        <p:nvSpPr>
          <p:cNvPr id="31" name="">
            <a:extLst xmlns:a="http://schemas.openxmlformats.org/drawingml/2006/main">
              <a:ext uri="{FF2B5EF4-FFF2-40B4-BE49-F238E27FC236}">
                <a16:creationId xmlns:a16="http://schemas.microsoft.com/office/drawing/2014/main" id="{84E8D091-ECDC-435E-81A2-04A0206666E3}"/>
              </a:ext>
            </a:extLst>
          </p:cNvPr>
          <p:cNvSpPr>
            <a:spLocks xmlns:a="http://schemas.openxmlformats.org/drawingml/2006/main" noGrp="1"/>
          </p:cNvSpPr>
          <p:nvPr/>
        </p:nvSpPr>
        <p:spPr>
          <a:xfrm xmlns:a="http://schemas.openxmlformats.org/drawingml/2006/main">
            <a:off x="634365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B5A807EF-7D3A-4584-8300-286BDB25FE20}"/>
              </a:ext>
            </a:extLst>
          </p:cNvPr>
          <p:cNvSpPr>
            <a:spLocks xmlns:a="http://schemas.openxmlformats.org/drawingml/2006/main" noGrp="1"/>
          </p:cNvSpPr>
          <p:nvPr/>
        </p:nvSpPr>
        <p:spPr>
          <a:xfrm xmlns:a="http://schemas.openxmlformats.org/drawingml/2006/main">
            <a:off x="6819900" y="4419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Idempotency</a:t>
            </a:r>
          </a:p>
        </p:txBody>
      </p:sp>
      <p:sp>
        <p:nvSpPr>
          <p:cNvPr id="33" name="">
            <a:extLst xmlns:a="http://schemas.openxmlformats.org/drawingml/2006/main">
              <a:ext uri="{FF2B5EF4-FFF2-40B4-BE49-F238E27FC236}">
                <a16:creationId xmlns:a16="http://schemas.microsoft.com/office/drawing/2014/main" id="{9AA2A10B-5924-4730-81B3-DBCC60D53159}"/>
              </a:ext>
            </a:extLst>
          </p:cNvPr>
          <p:cNvSpPr>
            <a:spLocks xmlns:a="http://schemas.openxmlformats.org/drawingml/2006/main" noGrp="1"/>
          </p:cNvSpPr>
          <p:nvPr/>
        </p:nvSpPr>
        <p:spPr>
          <a:xfrm xmlns:a="http://schemas.openxmlformats.org/drawingml/2006/main">
            <a:off x="8401050" y="43910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Repeated delivery produces one effect</a:t>
            </a:r>
          </a:p>
        </p:txBody>
      </p:sp>
      <p:sp>
        <p:nvSpPr>
          <p:cNvPr id="34" name="">
            <a:extLst xmlns:a="http://schemas.openxmlformats.org/drawingml/2006/main">
              <a:ext uri="{FF2B5EF4-FFF2-40B4-BE49-F238E27FC236}">
                <a16:creationId xmlns:a16="http://schemas.microsoft.com/office/drawing/2014/main" id="{01A43CE7-A1BF-4041-8AFE-DDE44B8FA633}"/>
              </a:ext>
            </a:extLst>
          </p:cNvPr>
          <p:cNvSpPr>
            <a:spLocks xmlns:a="http://schemas.openxmlformats.org/drawingml/2006/main" noGrp="1"/>
          </p:cNvSpPr>
          <p:nvPr/>
        </p:nvSpPr>
        <p:spPr>
          <a:xfrm xmlns:a="http://schemas.openxmlformats.org/drawingml/2006/main">
            <a:off x="609600" y="5581650"/>
            <a:ext cx="10972800" cy="476250"/>
          </a:xfrm>
          <a:prstGeom xmlns:a="http://schemas.openxmlformats.org/drawingml/2006/main" prst="roundRect">
            <a:avLst>
              <a:gd name="adj" fmla="val 24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04A61225-230F-4040-A9F0-63CD8B88FF39}"/>
              </a:ext>
            </a:extLst>
          </p:cNvPr>
          <p:cNvSpPr>
            <a:spLocks xmlns:a="http://schemas.openxmlformats.org/drawingml/2006/main" noGrp="1"/>
          </p:cNvSpPr>
          <p:nvPr/>
        </p:nvSpPr>
        <p:spPr>
          <a:xfrm xmlns:a="http://schemas.openxmlformats.org/drawingml/2006/main">
            <a:off x="800100" y="56388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Example: lock the application, validate its current stage, write the transition and notification work, then commit once.</a:t>
            </a:r>
          </a:p>
        </p:txBody>
      </p:sp>
      <p:sp>
        <p:nvSpPr>
          <p:cNvPr id="36" name="">
            <a:extLst xmlns:a="http://schemas.openxmlformats.org/drawingml/2006/main">
              <a:ext uri="{FF2B5EF4-FFF2-40B4-BE49-F238E27FC236}">
                <a16:creationId xmlns:a16="http://schemas.microsoft.com/office/drawing/2014/main" id="{39574EF4-016B-4C2C-930B-EEF8A219D1E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63482388"/>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E2213E63-DC73-4B47-AA7D-06C54612E01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79A54579-3AC3-477A-A93D-7A6913B76AD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Authentication and session security</a:t>
            </a:r>
          </a:p>
        </p:txBody>
      </p:sp>
      <p:sp>
        <p:nvSpPr>
          <p:cNvPr id="3" name="">
            <a:extLst xmlns:a="http://schemas.openxmlformats.org/drawingml/2006/main">
              <a:ext uri="{FF2B5EF4-FFF2-40B4-BE49-F238E27FC236}">
                <a16:creationId xmlns:a16="http://schemas.microsoft.com/office/drawing/2014/main" id="{0957F965-0A08-4254-A760-DFFCB4FDA73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5DCEE6F6-74D4-458C-9841-5B0C2D7EB62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FFA321A-93CF-442D-AAFA-5959F62D8F38}"/>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0E0F95F2-3FC2-4239-BA30-06A12FF83490}"/>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8EF8525-979A-46E5-B950-A8592FC1F269}"/>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7BAC4E75-9BBC-4F6F-AE16-298DB98E3B92}"/>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111CB4CC-33A4-4B68-82A1-7E47E5CA4FEB}"/>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Register</a:t>
            </a:r>
          </a:p>
        </p:txBody>
      </p:sp>
      <p:sp>
        <p:nvSpPr>
          <p:cNvPr id="10" name="">
            <a:extLst xmlns:a="http://schemas.openxmlformats.org/drawingml/2006/main">
              <a:ext uri="{FF2B5EF4-FFF2-40B4-BE49-F238E27FC236}">
                <a16:creationId xmlns:a16="http://schemas.microsoft.com/office/drawing/2014/main" id="{170841BA-D2FF-48B5-904C-4A68323AF844}"/>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Candidate submits validated account data</a:t>
            </a:r>
          </a:p>
        </p:txBody>
      </p:sp>
      <p:sp>
        <p:nvSpPr>
          <p:cNvPr id="11" name="">
            <a:extLst xmlns:a="http://schemas.openxmlformats.org/drawingml/2006/main">
              <a:ext uri="{FF2B5EF4-FFF2-40B4-BE49-F238E27FC236}">
                <a16:creationId xmlns:a16="http://schemas.microsoft.com/office/drawing/2014/main" id="{1F79BD46-94EF-43CB-9C06-50B1948B7205}"/>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A89C6BB8-4181-446B-80BC-E63B3582A3E0}"/>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13" name="">
            <a:extLst xmlns:a="http://schemas.openxmlformats.org/drawingml/2006/main">
              <a:ext uri="{FF2B5EF4-FFF2-40B4-BE49-F238E27FC236}">
                <a16:creationId xmlns:a16="http://schemas.microsoft.com/office/drawing/2014/main" id="{EEBF883C-7A00-4C97-9687-1F4B666AE0B9}"/>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23F2D0BC-F6C1-48FC-8D94-09BF21AA3EF6}"/>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0570D937-F456-412A-A13A-4B8BB5DDF155}"/>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OTP proves control of the address</a:t>
            </a:r>
          </a:p>
        </p:txBody>
      </p:sp>
      <p:sp>
        <p:nvSpPr>
          <p:cNvPr id="16" name="">
            <a:extLst xmlns:a="http://schemas.openxmlformats.org/drawingml/2006/main">
              <a:ext uri="{FF2B5EF4-FFF2-40B4-BE49-F238E27FC236}">
                <a16:creationId xmlns:a16="http://schemas.microsoft.com/office/drawing/2014/main" id="{4BE89608-DDA1-4E71-89E0-685ECB861A57}"/>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D3A5FA5-B24A-4C6E-8EB9-579357DEBBB0}"/>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8" name="">
            <a:extLst xmlns:a="http://schemas.openxmlformats.org/drawingml/2006/main">
              <a:ext uri="{FF2B5EF4-FFF2-40B4-BE49-F238E27FC236}">
                <a16:creationId xmlns:a16="http://schemas.microsoft.com/office/drawing/2014/main" id="{7AE1BBDB-5A49-4EBE-B44A-CC4697D9DC77}"/>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3638D58D-B103-4C54-9E81-B5803C84EECD}"/>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Sign in</a:t>
            </a:r>
          </a:p>
        </p:txBody>
      </p:sp>
      <p:sp>
        <p:nvSpPr>
          <p:cNvPr id="20" name="">
            <a:extLst xmlns:a="http://schemas.openxmlformats.org/drawingml/2006/main">
              <a:ext uri="{FF2B5EF4-FFF2-40B4-BE49-F238E27FC236}">
                <a16:creationId xmlns:a16="http://schemas.microsoft.com/office/drawing/2014/main" id="{02EBFF9A-33DF-457F-962E-ADA2D05EBB52}"/>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verifies the password</a:t>
            </a:r>
          </a:p>
        </p:txBody>
      </p:sp>
      <p:sp>
        <p:nvSpPr>
          <p:cNvPr id="21" name="">
            <a:extLst xmlns:a="http://schemas.openxmlformats.org/drawingml/2006/main">
              <a:ext uri="{FF2B5EF4-FFF2-40B4-BE49-F238E27FC236}">
                <a16:creationId xmlns:a16="http://schemas.microsoft.com/office/drawing/2014/main" id="{A84CA600-91CF-4873-8FD0-35D709DAA3FB}"/>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2CE21439-2442-40A3-9195-F155A7171327}"/>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23" name="">
            <a:extLst xmlns:a="http://schemas.openxmlformats.org/drawingml/2006/main">
              <a:ext uri="{FF2B5EF4-FFF2-40B4-BE49-F238E27FC236}">
                <a16:creationId xmlns:a16="http://schemas.microsoft.com/office/drawing/2014/main" id="{49CF43C6-8E5F-4444-B536-19FA555DF550}"/>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4" name="">
            <a:extLst xmlns:a="http://schemas.openxmlformats.org/drawingml/2006/main">
              <a:ext uri="{FF2B5EF4-FFF2-40B4-BE49-F238E27FC236}">
                <a16:creationId xmlns:a16="http://schemas.microsoft.com/office/drawing/2014/main" id="{CE787A14-5690-43C6-9D55-F1CF0CABE9BF}"/>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Issue session</a:t>
            </a:r>
          </a:p>
        </p:txBody>
      </p:sp>
      <p:sp>
        <p:nvSpPr>
          <p:cNvPr id="25" name="">
            <a:extLst xmlns:a="http://schemas.openxmlformats.org/drawingml/2006/main">
              <a:ext uri="{FF2B5EF4-FFF2-40B4-BE49-F238E27FC236}">
                <a16:creationId xmlns:a16="http://schemas.microsoft.com/office/drawing/2014/main" id="{D8DDC78E-3A0E-4424-84AD-479F9D48C4D0}"/>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and secure cookie state</a:t>
            </a:r>
          </a:p>
        </p:txBody>
      </p:sp>
      <p:sp>
        <p:nvSpPr>
          <p:cNvPr id="26" name="">
            <a:extLst xmlns:a="http://schemas.openxmlformats.org/drawingml/2006/main">
              <a:ext uri="{FF2B5EF4-FFF2-40B4-BE49-F238E27FC236}">
                <a16:creationId xmlns:a16="http://schemas.microsoft.com/office/drawing/2014/main" id="{FCCB84BA-155A-41C6-B488-F2B735ED52F6}"/>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8BB8E38-AF41-470A-B606-7F9EAB4D41FB}"/>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9B651B"/>
          </a:solidFill>
          <a:ln xmlns:a="http://schemas.openxmlformats.org/drawingml/2006/main" w="11430">
            <a:solidFill>
              <a:srgbClr val="9B651B"/>
            </a:solidFill>
            <a:prstDash val="solid"/>
          </a:ln>
        </p:spPr>
      </p:sp>
      <p:sp>
        <p:nvSpPr>
          <p:cNvPr id="28" name="">
            <a:extLst xmlns:a="http://schemas.openxmlformats.org/drawingml/2006/main">
              <a:ext uri="{FF2B5EF4-FFF2-40B4-BE49-F238E27FC236}">
                <a16:creationId xmlns:a16="http://schemas.microsoft.com/office/drawing/2014/main" id="{81B0A3D6-AF95-446B-A629-5C0D7D0B6864}"/>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29" name="">
            <a:extLst xmlns:a="http://schemas.openxmlformats.org/drawingml/2006/main">
              <a:ext uri="{FF2B5EF4-FFF2-40B4-BE49-F238E27FC236}">
                <a16:creationId xmlns:a16="http://schemas.microsoft.com/office/drawing/2014/main" id="{A55E321C-2C8A-4D37-BA83-1635FCB3ADE7}"/>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Load user</a:t>
            </a:r>
          </a:p>
        </p:txBody>
      </p:sp>
      <p:sp>
        <p:nvSpPr>
          <p:cNvPr id="30" name="">
            <a:extLst xmlns:a="http://schemas.openxmlformats.org/drawingml/2006/main">
              <a:ext uri="{FF2B5EF4-FFF2-40B4-BE49-F238E27FC236}">
                <a16:creationId xmlns:a16="http://schemas.microsoft.com/office/drawing/2014/main" id="{C200CEEA-42A8-41EF-A45A-BB677FD2B973}"/>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Protected requests query current state</a:t>
            </a:r>
          </a:p>
        </p:txBody>
      </p:sp>
      <p:sp>
        <p:nvSpPr>
          <p:cNvPr id="31" name="">
            <a:extLst xmlns:a="http://schemas.openxmlformats.org/drawingml/2006/main">
              <a:ext uri="{FF2B5EF4-FFF2-40B4-BE49-F238E27FC236}">
                <a16:creationId xmlns:a16="http://schemas.microsoft.com/office/drawing/2014/main" id="{8B14397F-C2FC-40FA-8677-116ADED120E8}"/>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4E42760A-81A6-4A2D-B0D5-931ED200C397}"/>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33" name="">
            <a:extLst xmlns:a="http://schemas.openxmlformats.org/drawingml/2006/main">
              <a:ext uri="{FF2B5EF4-FFF2-40B4-BE49-F238E27FC236}">
                <a16:creationId xmlns:a16="http://schemas.microsoft.com/office/drawing/2014/main" id="{0F321924-4579-4168-8FC0-06FFBC706DB3}"/>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4" name="">
            <a:extLst xmlns:a="http://schemas.openxmlformats.org/drawingml/2006/main">
              <a:ext uri="{FF2B5EF4-FFF2-40B4-BE49-F238E27FC236}">
                <a16:creationId xmlns:a16="http://schemas.microsoft.com/office/drawing/2014/main" id="{76809CFE-EF86-4994-9386-1F04135D80A4}"/>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Revoke</a:t>
            </a:r>
          </a:p>
        </p:txBody>
      </p:sp>
      <p:sp>
        <p:nvSpPr>
          <p:cNvPr id="35" name="">
            <a:extLst xmlns:a="http://schemas.openxmlformats.org/drawingml/2006/main">
              <a:ext uri="{FF2B5EF4-FFF2-40B4-BE49-F238E27FC236}">
                <a16:creationId xmlns:a16="http://schemas.microsoft.com/office/drawing/2014/main" id="{86DA948B-C6CF-4EE6-8399-A2E54C3BD4F5}"/>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Sensitive changes invalidate old authority</a:t>
            </a:r>
          </a:p>
        </p:txBody>
      </p:sp>
      <p:sp>
        <p:nvSpPr>
          <p:cNvPr id="36" name="">
            <a:extLst xmlns:a="http://schemas.openxmlformats.org/drawingml/2006/main">
              <a:ext uri="{FF2B5EF4-FFF2-40B4-BE49-F238E27FC236}">
                <a16:creationId xmlns:a16="http://schemas.microsoft.com/office/drawing/2014/main" id="{01EF01C6-C9A8-4E87-80EB-C939943CE9BA}"/>
              </a:ext>
            </a:extLst>
          </p:cNvPr>
          <p:cNvSpPr>
            <a:spLocks xmlns:a="http://schemas.openxmlformats.org/drawingml/2006/main" noGrp="1"/>
          </p:cNvSpPr>
          <p:nvPr/>
        </p:nvSpPr>
        <p:spPr>
          <a:xfrm xmlns:a="http://schemas.openxmlformats.org/drawingml/2006/main">
            <a:off x="609600" y="5219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7" name="">
            <a:extLst xmlns:a="http://schemas.openxmlformats.org/drawingml/2006/main">
              <a:ext uri="{FF2B5EF4-FFF2-40B4-BE49-F238E27FC236}">
                <a16:creationId xmlns:a16="http://schemas.microsoft.com/office/drawing/2014/main" id="{75B80005-2FE4-4B6D-AB8C-47F7EBE671C1}"/>
              </a:ext>
            </a:extLst>
          </p:cNvPr>
          <p:cNvSpPr>
            <a:spLocks xmlns:a="http://schemas.openxmlformats.org/drawingml/2006/main" noGrp="1"/>
          </p:cNvSpPr>
          <p:nvPr/>
        </p:nvSpPr>
        <p:spPr>
          <a:xfrm xmlns:a="http://schemas.openxmlformats.org/drawingml/2006/main">
            <a:off x="2514600" y="51435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358"/>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JWTs carry session ID and auth_version. Redis gives fast rejection; PostgreSQL remains the durable source of truth.</a:t>
            </a:r>
          </a:p>
        </p:txBody>
      </p:sp>
      <p:sp>
        <p:nvSpPr>
          <p:cNvPr id="38" name="">
            <a:extLst xmlns:a="http://schemas.openxmlformats.org/drawingml/2006/main">
              <a:ext uri="{FF2B5EF4-FFF2-40B4-BE49-F238E27FC236}">
                <a16:creationId xmlns:a16="http://schemas.microsoft.com/office/drawing/2014/main" id="{AB11C67E-8F6D-4F7E-9A03-902587B0A1D9}"/>
              </a:ext>
            </a:extLst>
          </p:cNvPr>
          <p:cNvSpPr>
            <a:spLocks xmlns:a="http://schemas.openxmlformats.org/drawingml/2006/main" noGrp="1"/>
          </p:cNvSpPr>
          <p:nvPr/>
        </p:nvSpPr>
        <p:spPr>
          <a:xfrm xmlns:a="http://schemas.openxmlformats.org/drawingml/2006/main">
            <a:off x="2514600" y="5619750"/>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2FA challenges are short-lived and consumed atomically to prevent replay. Trusted devices remain revocable.</a:t>
            </a:r>
          </a:p>
        </p:txBody>
      </p:sp>
      <p:sp>
        <p:nvSpPr>
          <p:cNvPr id="39" name="">
            <a:extLst xmlns:a="http://schemas.openxmlformats.org/drawingml/2006/main">
              <a:ext uri="{FF2B5EF4-FFF2-40B4-BE49-F238E27FC236}">
                <a16:creationId xmlns:a16="http://schemas.microsoft.com/office/drawing/2014/main" id="{342701FA-C534-4482-9EAE-A182E5C1964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57800703"/>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C90E358-9115-4622-908F-F55E7A21109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345DFCC7-D553-45B2-B1D3-54C6EE1E210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Role and tenant authorization</a:t>
            </a:r>
          </a:p>
        </p:txBody>
      </p:sp>
      <p:sp>
        <p:nvSpPr>
          <p:cNvPr id="3" name="">
            <a:extLst xmlns:a="http://schemas.openxmlformats.org/drawingml/2006/main">
              <a:ext uri="{FF2B5EF4-FFF2-40B4-BE49-F238E27FC236}">
                <a16:creationId xmlns:a16="http://schemas.microsoft.com/office/drawing/2014/main" id="{6120B73D-AB4B-4694-8515-0974CA7F879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020C52DE-512E-4840-BE9D-A3A9110A4E9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3773904-5202-4474-A566-037A7A3AA1AD}"/>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584D6709-F46C-41D2-9E97-742CDAA78939}"/>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18AF22C-D3FD-4CDA-B9AF-1E721D06DF01}"/>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Company permission model</a:t>
            </a:r>
          </a:p>
        </p:txBody>
      </p:sp>
      <p:sp>
        <p:nvSpPr>
          <p:cNvPr id="8" name="">
            <a:extLst xmlns:a="http://schemas.openxmlformats.org/drawingml/2006/main">
              <a:ext uri="{FF2B5EF4-FFF2-40B4-BE49-F238E27FC236}">
                <a16:creationId xmlns:a16="http://schemas.microsoft.com/office/drawing/2014/main" id="{CC5CC56C-0787-4C21-8E51-FD72FCD208A6}"/>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OWNER</a:t>
            </a:r>
          </a:p>
        </p:txBody>
      </p:sp>
      <p:sp>
        <p:nvSpPr>
          <p:cNvPr id="9" name="">
            <a:extLst xmlns:a="http://schemas.openxmlformats.org/drawingml/2006/main">
              <a:ext uri="{FF2B5EF4-FFF2-40B4-BE49-F238E27FC236}">
                <a16:creationId xmlns:a16="http://schemas.microsoft.com/office/drawing/2014/main" id="{3F73F7FB-8E4A-4397-B07A-B9BFEFE5D4E9}"/>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89"/>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726DC88A-9F27-4F45-822D-4B4B2C9253CE}"/>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CA5E17D7-9108-4500-9D73-A37944A58ABA}"/>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ADMIN</a:t>
            </a:r>
          </a:p>
        </p:txBody>
      </p:sp>
      <p:sp>
        <p:nvSpPr>
          <p:cNvPr id="12" name="">
            <a:extLst xmlns:a="http://schemas.openxmlformats.org/drawingml/2006/main">
              <a:ext uri="{FF2B5EF4-FFF2-40B4-BE49-F238E27FC236}">
                <a16:creationId xmlns:a16="http://schemas.microsoft.com/office/drawing/2014/main" id="{EF7C7013-A9CB-419C-AE91-7176D8DA1FB6}"/>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2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Team, offers and recruitment operations</a:t>
            </a:r>
          </a:p>
        </p:txBody>
      </p:sp>
      <p:sp>
        <p:nvSpPr>
          <p:cNvPr id="13" name="">
            <a:extLst xmlns:a="http://schemas.openxmlformats.org/drawingml/2006/main">
              <a:ext uri="{FF2B5EF4-FFF2-40B4-BE49-F238E27FC236}">
                <a16:creationId xmlns:a16="http://schemas.microsoft.com/office/drawing/2014/main" id="{50D3099E-7B87-4D6A-8E3D-E8E2851050D4}"/>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F87C11F6-A672-4824-BF36-D50C30016820}"/>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HR</a:t>
            </a:r>
          </a:p>
        </p:txBody>
      </p:sp>
      <p:sp>
        <p:nvSpPr>
          <p:cNvPr id="15" name="">
            <a:extLst xmlns:a="http://schemas.openxmlformats.org/drawingml/2006/main">
              <a:ext uri="{FF2B5EF4-FFF2-40B4-BE49-F238E27FC236}">
                <a16:creationId xmlns:a16="http://schemas.microsoft.com/office/drawing/2014/main" id="{D2BA55E8-0BB9-45E7-9EBF-5F12381E33BB}"/>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interviews, stages and chat</a:t>
            </a:r>
          </a:p>
        </p:txBody>
      </p:sp>
      <p:sp>
        <p:nvSpPr>
          <p:cNvPr id="16" name="">
            <a:extLst xmlns:a="http://schemas.openxmlformats.org/drawingml/2006/main">
              <a:ext uri="{FF2B5EF4-FFF2-40B4-BE49-F238E27FC236}">
                <a16:creationId xmlns:a16="http://schemas.microsoft.com/office/drawing/2014/main" id="{3AF372BB-806D-4575-80EE-BC96E85D272B}"/>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92346D1F-1A87-4C4A-B21D-CAE3AA80751A}"/>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RECRUITER</a:t>
            </a:r>
          </a:p>
        </p:txBody>
      </p:sp>
      <p:sp>
        <p:nvSpPr>
          <p:cNvPr id="18" name="">
            <a:extLst xmlns:a="http://schemas.openxmlformats.org/drawingml/2006/main">
              <a:ext uri="{FF2B5EF4-FFF2-40B4-BE49-F238E27FC236}">
                <a16:creationId xmlns:a16="http://schemas.microsoft.com/office/drawing/2014/main" id="{9A973A7B-CE9D-4FFE-8C4B-6DEEECD0F26E}"/>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Applications, evaluation and chat</a:t>
            </a:r>
          </a:p>
        </p:txBody>
      </p:sp>
      <p:sp>
        <p:nvSpPr>
          <p:cNvPr id="19" name="">
            <a:extLst xmlns:a="http://schemas.openxmlformats.org/drawingml/2006/main">
              <a:ext uri="{FF2B5EF4-FFF2-40B4-BE49-F238E27FC236}">
                <a16:creationId xmlns:a16="http://schemas.microsoft.com/office/drawing/2014/main" id="{1847663D-5351-4A56-9F10-E015E79C6D1E}"/>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A6ACC9DB-19E0-4CD3-B284-5718A79544CE}"/>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HIRING MANAGER</a:t>
            </a:r>
          </a:p>
        </p:txBody>
      </p:sp>
      <p:sp>
        <p:nvSpPr>
          <p:cNvPr id="21" name="">
            <a:extLst xmlns:a="http://schemas.openxmlformats.org/drawingml/2006/main">
              <a:ext uri="{FF2B5EF4-FFF2-40B4-BE49-F238E27FC236}">
                <a16:creationId xmlns:a16="http://schemas.microsoft.com/office/drawing/2014/main" id="{52173097-72DE-4ED7-B6CE-D4E7EF92DA2F}"/>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Review, feedback, analytics and stage changes</a:t>
            </a:r>
          </a:p>
        </p:txBody>
      </p:sp>
      <p:sp>
        <p:nvSpPr>
          <p:cNvPr id="22" name="">
            <a:extLst xmlns:a="http://schemas.openxmlformats.org/drawingml/2006/main">
              <a:ext uri="{FF2B5EF4-FFF2-40B4-BE49-F238E27FC236}">
                <a16:creationId xmlns:a16="http://schemas.microsoft.com/office/drawing/2014/main" id="{264D30D8-3D7D-478A-B82B-A2FA7C8AB3CC}"/>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9B651B"/>
                </a:solidFill>
                <a:latin typeface="Noto Sans"/>
                <a:ea typeface="Noto Sans"/>
                <a:cs typeface="Noto Sans"/>
              </a:defRPr>
            </a:defPPr>
            <a:lvl1pPr algn="ctr">
              <a:defRPr sz="3600" b="1">
                <a:solidFill>
                  <a:srgbClr val="9B651B"/>
                </a:solidFill>
                <a:latin typeface="Noto Sans"/>
                <a:ea typeface="Noto Sans"/>
                <a:cs typeface="Noto Sans"/>
              </a:defRPr>
            </a:lvl1pPr>
            <a:lvl2pPr algn="ctr">
              <a:defRPr sz="3600" b="1">
                <a:solidFill>
                  <a:srgbClr val="9B651B"/>
                </a:solidFill>
                <a:latin typeface="Noto Sans"/>
                <a:ea typeface="Noto Sans"/>
                <a:cs typeface="Noto Sans"/>
              </a:defRPr>
            </a:lvl2pPr>
            <a:lvl3pPr algn="ctr">
              <a:defRPr sz="3600" b="1">
                <a:solidFill>
                  <a:srgbClr val="9B651B"/>
                </a:solidFill>
                <a:latin typeface="Noto Sans"/>
                <a:ea typeface="Noto Sans"/>
                <a:cs typeface="Noto Sans"/>
              </a:defRPr>
            </a:lvl3pPr>
            <a:lvl4pPr algn="ctr">
              <a:defRPr sz="3600" b="1">
                <a:solidFill>
                  <a:srgbClr val="9B651B"/>
                </a:solidFill>
                <a:latin typeface="Noto Sans"/>
                <a:ea typeface="Noto Sans"/>
                <a:cs typeface="Noto Sans"/>
              </a:defRPr>
            </a:lvl4pPr>
            <a:lvl5pPr algn="ctr">
              <a:defRPr sz="3600" b="1">
                <a:solidFill>
                  <a:srgbClr val="9B651B"/>
                </a:solidFill>
                <a:latin typeface="Noto Sans"/>
                <a:ea typeface="Noto Sans"/>
                <a:cs typeface="Noto Sans"/>
              </a:defRPr>
            </a:lvl5pPr>
            <a:lvl6pPr algn="ctr">
              <a:defRPr sz="3600" b="1">
                <a:solidFill>
                  <a:srgbClr val="9B651B"/>
                </a:solidFill>
                <a:latin typeface="Noto Sans"/>
                <a:ea typeface="Noto Sans"/>
                <a:cs typeface="Noto Sans"/>
              </a:defRPr>
            </a:lvl6pPr>
            <a:lvl7pPr algn="ctr">
              <a:defRPr sz="3600" b="1">
                <a:solidFill>
                  <a:srgbClr val="9B651B"/>
                </a:solidFill>
                <a:latin typeface="Noto Sans"/>
                <a:ea typeface="Noto Sans"/>
                <a:cs typeface="Noto Sans"/>
              </a:defRPr>
            </a:lvl7pPr>
            <a:lvl8pPr algn="ctr">
              <a:defRPr sz="3600" b="1">
                <a:solidFill>
                  <a:srgbClr val="9B651B"/>
                </a:solidFill>
                <a:latin typeface="Noto Sans"/>
                <a:ea typeface="Noto Sans"/>
                <a:cs typeface="Noto Sans"/>
              </a:defRPr>
            </a:lvl8pPr>
            <a:lvl9pPr algn="ctr">
              <a:defRPr sz="3600" b="1">
                <a:solidFill>
                  <a:srgbClr val="9B651B"/>
                </a:solidFill>
                <a:latin typeface="Noto Sans"/>
                <a:ea typeface="Noto Sans"/>
                <a:cs typeface="Noto Sans"/>
              </a:defRPr>
            </a:lvl9pPr>
          </a:lstStyle>
          <a:p xmlns:a="http://schemas.openxmlformats.org/drawingml/2006/main">
            <a:pPr algn="ctr">
              <a:defRPr sz="3600" b="1">
                <a:solidFill>
                  <a:srgbClr val="9B651B"/>
                </a:solidFill>
                <a:latin typeface="Noto Sans"/>
                <a:ea typeface="Noto Sans"/>
                <a:cs typeface="Noto Sans"/>
              </a:defRPr>
            </a:pPr>
            <a:r>
              <a:rPr sz="3600" b="1">
                <a:solidFill>
                  <a:srgbClr val="9B651B"/>
                </a:solidFill>
                <a:latin typeface="Noto Sans"/>
                <a:ea typeface="Noto Sans"/>
                <a:cs typeface="Noto Sans"/>
              </a:rPr>
              <a:t>+</a:t>
            </a:r>
          </a:p>
        </p:txBody>
      </p:sp>
      <p:sp>
        <p:nvSpPr>
          <p:cNvPr id="23" name="">
            <a:extLst xmlns:a="http://schemas.openxmlformats.org/drawingml/2006/main">
              <a:ext uri="{FF2B5EF4-FFF2-40B4-BE49-F238E27FC236}">
                <a16:creationId xmlns:a16="http://schemas.microsoft.com/office/drawing/2014/main" id="{80D76768-0497-4ADE-AD91-AD58A153F022}"/>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DE1462E4-3788-4B60-85DC-959C8B00BDB6}"/>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Resource scope</a:t>
            </a:r>
          </a:p>
        </p:txBody>
      </p:sp>
      <p:sp>
        <p:nvSpPr>
          <p:cNvPr id="25" name="">
            <a:extLst xmlns:a="http://schemas.openxmlformats.org/drawingml/2006/main">
              <a:ext uri="{FF2B5EF4-FFF2-40B4-BE49-F238E27FC236}">
                <a16:creationId xmlns:a16="http://schemas.microsoft.com/office/drawing/2014/main" id="{5E3D1898-7D39-463B-92DD-D982F87653F7}"/>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C20651BB-63C5-4F20-99CE-FD132064C9BD}"/>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678AED89-5214-4778-9D35-03199D6F37D9}"/>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company</a:t>
            </a:r>
          </a:p>
        </p:txBody>
      </p:sp>
      <p:sp>
        <p:nvSpPr>
          <p:cNvPr id="28" name="">
            <a:extLst xmlns:a="http://schemas.openxmlformats.org/drawingml/2006/main">
              <a:ext uri="{FF2B5EF4-FFF2-40B4-BE49-F238E27FC236}">
                <a16:creationId xmlns:a16="http://schemas.microsoft.com/office/drawing/2014/main" id="{67C0693B-BC56-4246-B140-52A54F42B523}"/>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078B9FDD-EF5D-45C6-92E1-94D1DE69FA6F}"/>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56153333-9E7E-4282-BF74-51D90812948E}"/>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37A60139-B6E2-4F88-9253-7B66BBF21599}"/>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candidate</a:t>
            </a:r>
          </a:p>
        </p:txBody>
      </p:sp>
      <p:sp>
        <p:nvSpPr>
          <p:cNvPr id="32" name="">
            <a:extLst xmlns:a="http://schemas.openxmlformats.org/drawingml/2006/main">
              <a:ext uri="{FF2B5EF4-FFF2-40B4-BE49-F238E27FC236}">
                <a16:creationId xmlns:a16="http://schemas.microsoft.com/office/drawing/2014/main" id="{052F5746-9E3D-4A4E-8F40-6A55F20DF2DB}"/>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88EA06CF-092B-4BA9-AC29-1C678CDDE476}"/>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32D6BBF6-72D3-44AC-BD21-24EC5BA6513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32191814"/>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8404896-E908-47E7-B397-4722BED6348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B14FC558-33F1-4D27-88E7-5BDEF8E0513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Application workflow</a:t>
            </a:r>
          </a:p>
        </p:txBody>
      </p:sp>
      <p:sp>
        <p:nvSpPr>
          <p:cNvPr id="3" name="">
            <a:extLst xmlns:a="http://schemas.openxmlformats.org/drawingml/2006/main">
              <a:ext uri="{FF2B5EF4-FFF2-40B4-BE49-F238E27FC236}">
                <a16:creationId xmlns:a16="http://schemas.microsoft.com/office/drawing/2014/main" id="{BE9323BB-0E24-4BC8-83E8-23083942052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D21C3FC3-C261-47B8-8314-E75A0339801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BA2E454-1536-4BA0-9898-57DDD4DDAD53}"/>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2546A2FA-6FB3-4BDE-A2E5-D40A5361C47F}"/>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4661177-D24E-48F2-9942-CF4F329B8863}"/>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7D0AB9D0-87C6-4676-AE6C-86BBB61BD476}"/>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Discover</a:t>
            </a:r>
          </a:p>
        </p:txBody>
      </p:sp>
      <p:sp>
        <p:nvSpPr>
          <p:cNvPr id="9" name="">
            <a:extLst xmlns:a="http://schemas.openxmlformats.org/drawingml/2006/main">
              <a:ext uri="{FF2B5EF4-FFF2-40B4-BE49-F238E27FC236}">
                <a16:creationId xmlns:a16="http://schemas.microsoft.com/office/drawing/2014/main" id="{71D1AECF-741A-44ED-BCF4-5219E542D775}"/>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 search and matching</a:t>
            </a:r>
          </a:p>
        </p:txBody>
      </p:sp>
      <p:sp>
        <p:nvSpPr>
          <p:cNvPr id="10" name="">
            <a:extLst xmlns:a="http://schemas.openxmlformats.org/drawingml/2006/main">
              <a:ext uri="{FF2B5EF4-FFF2-40B4-BE49-F238E27FC236}">
                <a16:creationId xmlns:a16="http://schemas.microsoft.com/office/drawing/2014/main" id="{75005E4E-DCCA-4E40-BDCB-C7D7620DE48B}"/>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12E47225-4D4F-40FF-A077-AC40DA29BBF3}"/>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960A2A48-137D-4D5C-8AD6-E342DF801524}"/>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1F84FFFD-61C9-486B-94E3-F8142C38E6AF}"/>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Apply</a:t>
            </a:r>
          </a:p>
        </p:txBody>
      </p:sp>
      <p:sp>
        <p:nvSpPr>
          <p:cNvPr id="14" name="">
            <a:extLst xmlns:a="http://schemas.openxmlformats.org/drawingml/2006/main">
              <a:ext uri="{FF2B5EF4-FFF2-40B4-BE49-F238E27FC236}">
                <a16:creationId xmlns:a16="http://schemas.microsoft.com/office/drawing/2014/main" id="{DAC108B5-5E70-44BA-97BC-9B6D30C10FD5}"/>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Validated profile and CV snapshot</a:t>
            </a:r>
          </a:p>
        </p:txBody>
      </p:sp>
      <p:sp>
        <p:nvSpPr>
          <p:cNvPr id="15" name="">
            <a:extLst xmlns:a="http://schemas.openxmlformats.org/drawingml/2006/main">
              <a:ext uri="{FF2B5EF4-FFF2-40B4-BE49-F238E27FC236}">
                <a16:creationId xmlns:a16="http://schemas.microsoft.com/office/drawing/2014/main" id="{70846A9A-B2AE-4AAB-B786-6B2645E53CE9}"/>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672DBCD6-9473-4425-9674-A54243B4A1B2}"/>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7A1CE212-4F8A-4796-9170-34F73AD4080F}"/>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3861F82C-203E-4D61-8810-8EBA55B617DD}"/>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Screen</a:t>
            </a:r>
          </a:p>
        </p:txBody>
      </p:sp>
      <p:sp>
        <p:nvSpPr>
          <p:cNvPr id="19" name="">
            <a:extLst xmlns:a="http://schemas.openxmlformats.org/drawingml/2006/main">
              <a:ext uri="{FF2B5EF4-FFF2-40B4-BE49-F238E27FC236}">
                <a16:creationId xmlns:a16="http://schemas.microsoft.com/office/drawing/2014/main" id="{CB0BC485-C923-4FA0-B8AD-DB8A82D04435}"/>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Durable AI job adds context</a:t>
            </a:r>
          </a:p>
        </p:txBody>
      </p:sp>
      <p:sp>
        <p:nvSpPr>
          <p:cNvPr id="20" name="">
            <a:extLst xmlns:a="http://schemas.openxmlformats.org/drawingml/2006/main">
              <a:ext uri="{FF2B5EF4-FFF2-40B4-BE49-F238E27FC236}">
                <a16:creationId xmlns:a16="http://schemas.microsoft.com/office/drawing/2014/main" id="{7D8C9B3A-6C5F-4C36-9694-97EECF359FDF}"/>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8D48D063-406C-4F28-8BB0-58249E382F2C}"/>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2BE690F7-60D8-4C4F-8BAB-5C4AD0681D91}"/>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B193A9D4-804B-4F0F-8649-D4E532BF45BB}"/>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21E0EA2A-DFED-41CA-AA95-A680601F4650}"/>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Authorized company member</a:t>
            </a:r>
          </a:p>
        </p:txBody>
      </p:sp>
      <p:sp>
        <p:nvSpPr>
          <p:cNvPr id="25" name="">
            <a:extLst xmlns:a="http://schemas.openxmlformats.org/drawingml/2006/main">
              <a:ext uri="{FF2B5EF4-FFF2-40B4-BE49-F238E27FC236}">
                <a16:creationId xmlns:a16="http://schemas.microsoft.com/office/drawing/2014/main" id="{BECE63DC-B050-4050-AD43-A58F4A29C93C}"/>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7AA756FE-7428-4460-A65F-987871BA068D}"/>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6147699C-2F76-42EF-835B-719F816BE2C7}"/>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3A332918-0714-4EF7-9682-161D94507F58}"/>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3BB60B87-7045-436F-8E1B-7EBD41CB102D}"/>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Scheduling and feedback</a:t>
            </a:r>
          </a:p>
        </p:txBody>
      </p:sp>
      <p:sp>
        <p:nvSpPr>
          <p:cNvPr id="30" name="">
            <a:extLst xmlns:a="http://schemas.openxmlformats.org/drawingml/2006/main">
              <a:ext uri="{FF2B5EF4-FFF2-40B4-BE49-F238E27FC236}">
                <a16:creationId xmlns:a16="http://schemas.microsoft.com/office/drawing/2014/main" id="{B1F2FE6A-9C5F-4C40-9DE1-D013EEE4C011}"/>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892EE917-BA55-40D2-9C87-3975BBAFA794}"/>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1782A900-60B7-4743-901D-D121C4109C11}"/>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B34538"/>
                </a:solidFill>
                <a:latin typeface="Noto Sans"/>
                <a:ea typeface="Noto Sans"/>
                <a:cs typeface="Noto Sans"/>
              </a:defRPr>
            </a:defPPr>
            <a:lvl1pPr algn="l">
              <a:defRPr sz="1275" b="1">
                <a:solidFill>
                  <a:srgbClr val="B34538"/>
                </a:solidFill>
                <a:latin typeface="Noto Sans"/>
                <a:ea typeface="Noto Sans"/>
                <a:cs typeface="Noto Sans"/>
              </a:defRPr>
            </a:lvl1pPr>
            <a:lvl2pPr algn="l">
              <a:defRPr sz="1275" b="1">
                <a:solidFill>
                  <a:srgbClr val="B34538"/>
                </a:solidFill>
                <a:latin typeface="Noto Sans"/>
                <a:ea typeface="Noto Sans"/>
                <a:cs typeface="Noto Sans"/>
              </a:defRPr>
            </a:lvl2pPr>
            <a:lvl3pPr algn="l">
              <a:defRPr sz="1275" b="1">
                <a:solidFill>
                  <a:srgbClr val="B34538"/>
                </a:solidFill>
                <a:latin typeface="Noto Sans"/>
                <a:ea typeface="Noto Sans"/>
                <a:cs typeface="Noto Sans"/>
              </a:defRPr>
            </a:lvl3pPr>
            <a:lvl4pPr algn="l">
              <a:defRPr sz="1275" b="1">
                <a:solidFill>
                  <a:srgbClr val="B34538"/>
                </a:solidFill>
                <a:latin typeface="Noto Sans"/>
                <a:ea typeface="Noto Sans"/>
                <a:cs typeface="Noto Sans"/>
              </a:defRPr>
            </a:lvl4pPr>
            <a:lvl5pPr algn="l">
              <a:defRPr sz="1275" b="1">
                <a:solidFill>
                  <a:srgbClr val="B34538"/>
                </a:solidFill>
                <a:latin typeface="Noto Sans"/>
                <a:ea typeface="Noto Sans"/>
                <a:cs typeface="Noto Sans"/>
              </a:defRPr>
            </a:lvl5pPr>
            <a:lvl6pPr algn="l">
              <a:defRPr sz="1275" b="1">
                <a:solidFill>
                  <a:srgbClr val="B34538"/>
                </a:solidFill>
                <a:latin typeface="Noto Sans"/>
                <a:ea typeface="Noto Sans"/>
                <a:cs typeface="Noto Sans"/>
              </a:defRPr>
            </a:lvl6pPr>
            <a:lvl7pPr algn="l">
              <a:defRPr sz="1275" b="1">
                <a:solidFill>
                  <a:srgbClr val="B34538"/>
                </a:solidFill>
                <a:latin typeface="Noto Sans"/>
                <a:ea typeface="Noto Sans"/>
                <a:cs typeface="Noto Sans"/>
              </a:defRPr>
            </a:lvl7pPr>
            <a:lvl8pPr algn="l">
              <a:defRPr sz="1275" b="1">
                <a:solidFill>
                  <a:srgbClr val="B34538"/>
                </a:solidFill>
                <a:latin typeface="Noto Sans"/>
                <a:ea typeface="Noto Sans"/>
                <a:cs typeface="Noto Sans"/>
              </a:defRPr>
            </a:lvl8pPr>
            <a:lvl9pPr algn="l">
              <a:defRPr sz="1275" b="1">
                <a:solidFill>
                  <a:srgbClr val="B34538"/>
                </a:solidFill>
                <a:latin typeface="Noto Sans"/>
                <a:ea typeface="Noto Sans"/>
                <a:cs typeface="Noto Sans"/>
              </a:defRPr>
            </a:lvl9pPr>
          </a:lstStyle>
          <a:p xmlns:a="http://schemas.openxmlformats.org/drawingml/2006/main">
            <a:pPr algn="l">
              <a:defRPr sz="1275" b="1">
                <a:solidFill>
                  <a:srgbClr val="B34538"/>
                </a:solidFill>
                <a:latin typeface="Noto Sans"/>
                <a:ea typeface="Noto Sans"/>
                <a:cs typeface="Noto Sans"/>
              </a:defRPr>
            </a:pPr>
            <a:r>
              <a:rPr sz="1275" b="1">
                <a:solidFill>
                  <a:srgbClr val="B34538"/>
                </a:solidFill>
                <a:latin typeface="Noto Sans"/>
                <a:ea typeface="Noto Sans"/>
                <a:cs typeface="Noto Sans"/>
              </a:rPr>
              <a:t>06</a:t>
            </a:r>
          </a:p>
        </p:txBody>
      </p:sp>
      <p:sp>
        <p:nvSpPr>
          <p:cNvPr id="33" name="">
            <a:extLst xmlns:a="http://schemas.openxmlformats.org/drawingml/2006/main">
              <a:ext uri="{FF2B5EF4-FFF2-40B4-BE49-F238E27FC236}">
                <a16:creationId xmlns:a16="http://schemas.microsoft.com/office/drawing/2014/main" id="{16EA1AF8-D858-467E-86CC-1AE345CF5037}"/>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Decision</a:t>
            </a:r>
          </a:p>
        </p:txBody>
      </p:sp>
      <p:sp>
        <p:nvSpPr>
          <p:cNvPr id="34" name="">
            <a:extLst xmlns:a="http://schemas.openxmlformats.org/drawingml/2006/main">
              <a:ext uri="{FF2B5EF4-FFF2-40B4-BE49-F238E27FC236}">
                <a16:creationId xmlns:a16="http://schemas.microsoft.com/office/drawing/2014/main" id="{BABD28AD-DA70-4FA5-83CB-AEF246F9A1CA}"/>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Final guarded transition</a:t>
            </a:r>
          </a:p>
        </p:txBody>
      </p:sp>
      <p:sp>
        <p:nvSpPr>
          <p:cNvPr id="35" name="">
            <a:extLst xmlns:a="http://schemas.openxmlformats.org/drawingml/2006/main">
              <a:ext uri="{FF2B5EF4-FFF2-40B4-BE49-F238E27FC236}">
                <a16:creationId xmlns:a16="http://schemas.microsoft.com/office/drawing/2014/main" id="{74229A20-21C3-47D0-8546-CF17E95B6FE7}"/>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795817CD-BF45-43E6-9ACF-CDE3A823AD47}"/>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Guarded transitions</a:t>
            </a:r>
          </a:p>
        </p:txBody>
      </p:sp>
      <p:sp>
        <p:nvSpPr>
          <p:cNvPr id="37" name="">
            <a:extLst xmlns:a="http://schemas.openxmlformats.org/drawingml/2006/main">
              <a:ext uri="{FF2B5EF4-FFF2-40B4-BE49-F238E27FC236}">
                <a16:creationId xmlns:a16="http://schemas.microsoft.com/office/drawing/2014/main" id="{A7DC46DD-BB80-429A-92E9-6B53F0764F15}"/>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63E7439D-04D2-453E-B2D9-5AA39C8BEE4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205381593"/>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C540327B-B479-4728-AD7E-68855150BF0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DBFF092A-F674-491A-80EC-BB34D35A34BA}"/>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Durable AI processing</a:t>
            </a:r>
          </a:p>
        </p:txBody>
      </p:sp>
      <p:sp>
        <p:nvSpPr>
          <p:cNvPr id="3" name="">
            <a:extLst xmlns:a="http://schemas.openxmlformats.org/drawingml/2006/main">
              <a:ext uri="{FF2B5EF4-FFF2-40B4-BE49-F238E27FC236}">
                <a16:creationId xmlns:a16="http://schemas.microsoft.com/office/drawing/2014/main" id="{0EB2177B-D517-4325-BF0E-8725D0B4D3F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BC3BF285-48AF-4162-83F8-110CE7ADCBA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96B1905-C366-44DF-BFBF-A5941B18AADF}"/>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DDE16E1A-08B1-46C4-BB59-90E4F276ABCA}"/>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6B083FB-2923-4732-9066-F61D70E02CDB}"/>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E78BC9AE-80DF-45C6-AC7F-81E5E5550796}"/>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a:t>
            </a:r>
          </a:p>
        </p:txBody>
      </p:sp>
      <p:sp>
        <p:nvSpPr>
          <p:cNvPr id="9" name="">
            <a:extLst xmlns:a="http://schemas.openxmlformats.org/drawingml/2006/main">
              <a:ext uri="{FF2B5EF4-FFF2-40B4-BE49-F238E27FC236}">
                <a16:creationId xmlns:a16="http://schemas.microsoft.com/office/drawing/2014/main" id="{B762F94D-B253-4787-80D1-A96E8DAE12A9}"/>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0" name="">
            <a:extLst xmlns:a="http://schemas.openxmlformats.org/drawingml/2006/main">
              <a:ext uri="{FF2B5EF4-FFF2-40B4-BE49-F238E27FC236}">
                <a16:creationId xmlns:a16="http://schemas.microsoft.com/office/drawing/2014/main" id="{46BBCB49-9CCF-46D4-AF73-24219C7B54A8}"/>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86B2C5B9-4225-48ED-98B5-0078A9FFD773}"/>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1CAFD54D-3AE4-4243-8960-BF2C2EC7A031}"/>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1DA03F95-2EA3-424B-A1D0-169BF5E07F2A}"/>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PostgreSQL</a:t>
            </a:r>
          </a:p>
        </p:txBody>
      </p:sp>
      <p:sp>
        <p:nvSpPr>
          <p:cNvPr id="14" name="">
            <a:extLst xmlns:a="http://schemas.openxmlformats.org/drawingml/2006/main">
              <a:ext uri="{FF2B5EF4-FFF2-40B4-BE49-F238E27FC236}">
                <a16:creationId xmlns:a16="http://schemas.microsoft.com/office/drawing/2014/main" id="{2C0FD315-CA5E-4E93-8AAC-60D2E98E7E06}"/>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5" name="">
            <a:extLst xmlns:a="http://schemas.openxmlformats.org/drawingml/2006/main">
              <a:ext uri="{FF2B5EF4-FFF2-40B4-BE49-F238E27FC236}">
                <a16:creationId xmlns:a16="http://schemas.microsoft.com/office/drawing/2014/main" id="{21388BCC-7B58-41AC-B3AF-FDC2ED0FC247}"/>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EB0E4A53-0455-447F-B699-3D27BA2B5BA2}"/>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B4C58BE5-66C0-4339-8B74-74799427E55B}"/>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E52C5911-7DA4-4E83-9D3F-9F7B561D358E}"/>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F1347ACC-F31C-47A3-A5B0-7BDC3FC3F96B}"/>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work</a:t>
            </a:r>
          </a:p>
        </p:txBody>
      </p:sp>
      <p:sp>
        <p:nvSpPr>
          <p:cNvPr id="20" name="">
            <a:extLst xmlns:a="http://schemas.openxmlformats.org/drawingml/2006/main">
              <a:ext uri="{FF2B5EF4-FFF2-40B4-BE49-F238E27FC236}">
                <a16:creationId xmlns:a16="http://schemas.microsoft.com/office/drawing/2014/main" id="{ECC4CED9-4A8A-4B0E-AF77-DB68A5E1B7C2}"/>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E36D8A2A-3644-4E32-BCA4-89EBEAAA103D}"/>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88F945BF-3A31-4BD1-870E-4CC6B867C2F0}"/>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D06C2C6E-699C-441E-9C0D-41930DF2DAE5}"/>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1089ED4B-75F5-4C2C-9483-88270301A7B4}"/>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5" name="">
            <a:extLst xmlns:a="http://schemas.openxmlformats.org/drawingml/2006/main">
              <a:ext uri="{FF2B5EF4-FFF2-40B4-BE49-F238E27FC236}">
                <a16:creationId xmlns:a16="http://schemas.microsoft.com/office/drawing/2014/main" id="{D39E20DA-7FB6-455F-BB6E-7EDF09736FD8}"/>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D587F232-80C3-4DE2-9AE8-8B77E6C1DFEE}"/>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BBA1D025-E5AE-488F-B31E-029DE5424867}"/>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F6CA6FB1-7A20-4ECB-A520-16C74651A872}"/>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Celery</a:t>
            </a:r>
          </a:p>
        </p:txBody>
      </p:sp>
      <p:sp>
        <p:nvSpPr>
          <p:cNvPr id="29" name="">
            <a:extLst xmlns:a="http://schemas.openxmlformats.org/drawingml/2006/main">
              <a:ext uri="{FF2B5EF4-FFF2-40B4-BE49-F238E27FC236}">
                <a16:creationId xmlns:a16="http://schemas.microsoft.com/office/drawing/2014/main" id="{2A70F74D-2759-4EBD-93B1-050A646A9F37}"/>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30" name="">
            <a:extLst xmlns:a="http://schemas.openxmlformats.org/drawingml/2006/main">
              <a:ext uri="{FF2B5EF4-FFF2-40B4-BE49-F238E27FC236}">
                <a16:creationId xmlns:a16="http://schemas.microsoft.com/office/drawing/2014/main" id="{42084463-06BA-4D27-867B-F3BCDD577CB8}"/>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5DE99B8B-6341-4879-A682-7F0AA89BB7FE}"/>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5500D83B-32EB-4152-83DF-8DB44BCCF37C}"/>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6</a:t>
            </a:r>
          </a:p>
        </p:txBody>
      </p:sp>
      <p:sp>
        <p:nvSpPr>
          <p:cNvPr id="33" name="">
            <a:extLst xmlns:a="http://schemas.openxmlformats.org/drawingml/2006/main">
              <a:ext uri="{FF2B5EF4-FFF2-40B4-BE49-F238E27FC236}">
                <a16:creationId xmlns:a16="http://schemas.microsoft.com/office/drawing/2014/main" id="{8A9109BA-BBC2-4AA3-914D-5B7165E3A8A0}"/>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a:t>
            </a:r>
          </a:p>
        </p:txBody>
      </p:sp>
      <p:sp>
        <p:nvSpPr>
          <p:cNvPr id="34" name="">
            <a:extLst xmlns:a="http://schemas.openxmlformats.org/drawingml/2006/main">
              <a:ext uri="{FF2B5EF4-FFF2-40B4-BE49-F238E27FC236}">
                <a16:creationId xmlns:a16="http://schemas.microsoft.com/office/drawing/2014/main" id="{CBD69CA1-4546-4BD2-A52F-2DB589E33E0A}"/>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5" name="">
            <a:extLst xmlns:a="http://schemas.openxmlformats.org/drawingml/2006/main">
              <a:ext uri="{FF2B5EF4-FFF2-40B4-BE49-F238E27FC236}">
                <a16:creationId xmlns:a16="http://schemas.microsoft.com/office/drawing/2014/main" id="{A532C3E4-A5B3-4BB8-BAA0-9C87AE07748B}"/>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Why the outbox matters</a:t>
            </a:r>
          </a:p>
        </p:txBody>
      </p:sp>
      <p:sp>
        <p:nvSpPr>
          <p:cNvPr id="36" name="">
            <a:extLst xmlns:a="http://schemas.openxmlformats.org/drawingml/2006/main">
              <a:ext uri="{FF2B5EF4-FFF2-40B4-BE49-F238E27FC236}">
                <a16:creationId xmlns:a16="http://schemas.microsoft.com/office/drawing/2014/main" id="{800FCB43-8D3E-440A-9AA0-CDF26B3721DA}"/>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E9F4A94B-E152-4E18-8606-B8115BAE3D66}"/>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8" name="">
            <a:extLst xmlns:a="http://schemas.openxmlformats.org/drawingml/2006/main">
              <a:ext uri="{FF2B5EF4-FFF2-40B4-BE49-F238E27FC236}">
                <a16:creationId xmlns:a16="http://schemas.microsoft.com/office/drawing/2014/main" id="{70503FDE-4C0F-412D-9C4F-D330F586CA87}"/>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Survives restarts</a:t>
            </a:r>
          </a:p>
        </p:txBody>
      </p:sp>
      <p:sp>
        <p:nvSpPr>
          <p:cNvPr id="39" name="">
            <a:extLst xmlns:a="http://schemas.openxmlformats.org/drawingml/2006/main">
              <a:ext uri="{FF2B5EF4-FFF2-40B4-BE49-F238E27FC236}">
                <a16:creationId xmlns:a16="http://schemas.microsoft.com/office/drawing/2014/main" id="{D38FFF97-AB27-4172-BB88-050D7991FEF0}"/>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retains pending work</a:t>
            </a:r>
          </a:p>
        </p:txBody>
      </p:sp>
      <p:sp>
        <p:nvSpPr>
          <p:cNvPr id="40" name="">
            <a:extLst xmlns:a="http://schemas.openxmlformats.org/drawingml/2006/main">
              <a:ext uri="{FF2B5EF4-FFF2-40B4-BE49-F238E27FC236}">
                <a16:creationId xmlns:a16="http://schemas.microsoft.com/office/drawing/2014/main" id="{29663F41-152E-4020-AD4D-04DC6F1A4E00}"/>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FBEC71B3-00DA-4087-BF9D-1B43CE4FC40D}"/>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42" name="">
            <a:extLst xmlns:a="http://schemas.openxmlformats.org/drawingml/2006/main">
              <a:ext uri="{FF2B5EF4-FFF2-40B4-BE49-F238E27FC236}">
                <a16:creationId xmlns:a16="http://schemas.microsoft.com/office/drawing/2014/main" id="{47FE330C-C067-44BC-BA38-FF8D56B55F3F}"/>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Supports retries</a:t>
            </a:r>
          </a:p>
        </p:txBody>
      </p:sp>
      <p:sp>
        <p:nvSpPr>
          <p:cNvPr id="43" name="">
            <a:extLst xmlns:a="http://schemas.openxmlformats.org/drawingml/2006/main">
              <a:ext uri="{FF2B5EF4-FFF2-40B4-BE49-F238E27FC236}">
                <a16:creationId xmlns:a16="http://schemas.microsoft.com/office/drawing/2014/main" id="{C7EC3684-2C3D-4C49-A5A0-B1DE0F3F8B6C}"/>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ADC5DA1D-2E72-424E-938E-782A9EBA3FE1}"/>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1E6B1168-7BF2-4680-8573-6665EFEDD19D}"/>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6" name="">
            <a:extLst xmlns:a="http://schemas.openxmlformats.org/drawingml/2006/main">
              <a:ext uri="{FF2B5EF4-FFF2-40B4-BE49-F238E27FC236}">
                <a16:creationId xmlns:a16="http://schemas.microsoft.com/office/drawing/2014/main" id="{607FBF52-1C37-425E-BF47-7541B81C3C4B}"/>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Prevents duplicates</a:t>
            </a:r>
          </a:p>
        </p:txBody>
      </p:sp>
      <p:sp>
        <p:nvSpPr>
          <p:cNvPr id="47" name="">
            <a:extLst xmlns:a="http://schemas.openxmlformats.org/drawingml/2006/main">
              <a:ext uri="{FF2B5EF4-FFF2-40B4-BE49-F238E27FC236}">
                <a16:creationId xmlns:a16="http://schemas.microsoft.com/office/drawing/2014/main" id="{45C3A505-7818-42FE-9BC7-089B79C12D91}"/>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Claiming and idempotency protect processing</a:t>
            </a:r>
          </a:p>
        </p:txBody>
      </p:sp>
      <p:sp>
        <p:nvSpPr>
          <p:cNvPr id="48" name="">
            <a:extLst xmlns:a="http://schemas.openxmlformats.org/drawingml/2006/main">
              <a:ext uri="{FF2B5EF4-FFF2-40B4-BE49-F238E27FC236}">
                <a16:creationId xmlns:a16="http://schemas.microsoft.com/office/drawing/2014/main" id="{7E2D9CEC-8303-409F-BEC9-B725CC51DBD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5219411"/>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24FD7D2-BAC8-4A6A-BF51-1599FB84A47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8552AEEC-319D-4326-8AB7-BD085EE9A43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Reliable email delivery</a:t>
            </a:r>
          </a:p>
        </p:txBody>
      </p:sp>
      <p:sp>
        <p:nvSpPr>
          <p:cNvPr id="3" name="">
            <a:extLst xmlns:a="http://schemas.openxmlformats.org/drawingml/2006/main">
              <a:ext uri="{FF2B5EF4-FFF2-40B4-BE49-F238E27FC236}">
                <a16:creationId xmlns:a16="http://schemas.microsoft.com/office/drawing/2014/main" id="{D5A3C030-BBF8-40CD-9EC5-F5B9B79F174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191500CD-A3E9-448C-B64C-99FB57FE8A4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AFF1915-6270-4D4C-9354-8C380B4A277E}"/>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Business changes commit first; email delivery can retry independently without duplicating messages.</a:t>
            </a:r>
          </a:p>
        </p:txBody>
      </p:sp>
      <p:sp>
        <p:nvSpPr>
          <p:cNvPr id="6" name="">
            <a:extLst xmlns:a="http://schemas.openxmlformats.org/drawingml/2006/main">
              <a:ext uri="{FF2B5EF4-FFF2-40B4-BE49-F238E27FC236}">
                <a16:creationId xmlns:a16="http://schemas.microsoft.com/office/drawing/2014/main" id="{633C6F6A-D04D-41F3-AB96-5309AC64270A}"/>
              </a:ext>
            </a:extLst>
          </p:cNvPr>
          <p:cNvSpPr>
            <a:spLocks xmlns:a="http://schemas.openxmlformats.org/drawingml/2006/main" noGrp="1"/>
          </p:cNvSpPr>
          <p:nvPr/>
        </p:nvSpPr>
        <p:spPr>
          <a:xfrm xmlns:a="http://schemas.openxmlformats.org/drawingml/2006/main">
            <a:off x="609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308E136-556C-45C5-A16C-5639AF41DC06}"/>
              </a:ext>
            </a:extLst>
          </p:cNvPr>
          <p:cNvSpPr>
            <a:spLocks xmlns:a="http://schemas.openxmlformats.org/drawingml/2006/main" noGrp="1"/>
          </p:cNvSpPr>
          <p:nvPr/>
        </p:nvSpPr>
        <p:spPr>
          <a:xfrm xmlns:a="http://schemas.openxmlformats.org/drawingml/2006/main">
            <a:off x="781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242397F2-673C-4D71-AEED-11D2C79D62A0}"/>
              </a:ext>
            </a:extLst>
          </p:cNvPr>
          <p:cNvSpPr>
            <a:spLocks xmlns:a="http://schemas.openxmlformats.org/drawingml/2006/main" noGrp="1"/>
          </p:cNvSpPr>
          <p:nvPr/>
        </p:nvSpPr>
        <p:spPr>
          <a:xfrm xmlns:a="http://schemas.openxmlformats.org/drawingml/2006/main">
            <a:off x="781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CD0D8F75-27F3-4298-8C81-1DCFB8BEA9D9}"/>
              </a:ext>
            </a:extLst>
          </p:cNvPr>
          <p:cNvSpPr>
            <a:spLocks xmlns:a="http://schemas.openxmlformats.org/drawingml/2006/main" noGrp="1"/>
          </p:cNvSpPr>
          <p:nvPr/>
        </p:nvSpPr>
        <p:spPr>
          <a:xfrm xmlns:a="http://schemas.openxmlformats.org/drawingml/2006/main">
            <a:off x="781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invitation or recovery</a:t>
            </a:r>
          </a:p>
        </p:txBody>
      </p:sp>
      <p:sp>
        <p:nvSpPr>
          <p:cNvPr id="10" name="">
            <a:extLst xmlns:a="http://schemas.openxmlformats.org/drawingml/2006/main">
              <a:ext uri="{FF2B5EF4-FFF2-40B4-BE49-F238E27FC236}">
                <a16:creationId xmlns:a16="http://schemas.microsoft.com/office/drawing/2014/main" id="{1EB3FE05-4B47-4758-9A16-F0A3ACDC359B}"/>
              </a:ext>
            </a:extLst>
          </p:cNvPr>
          <p:cNvSpPr>
            <a:spLocks xmlns:a="http://schemas.openxmlformats.org/drawingml/2006/main" noGrp="1"/>
          </p:cNvSpPr>
          <p:nvPr/>
        </p:nvSpPr>
        <p:spPr>
          <a:xfrm xmlns:a="http://schemas.openxmlformats.org/drawingml/2006/main">
            <a:off x="24193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4D102BBC-AAA4-48E7-9198-0B5123BF3446}"/>
              </a:ext>
            </a:extLst>
          </p:cNvPr>
          <p:cNvSpPr>
            <a:spLocks xmlns:a="http://schemas.openxmlformats.org/drawingml/2006/main" noGrp="1"/>
          </p:cNvSpPr>
          <p:nvPr/>
        </p:nvSpPr>
        <p:spPr>
          <a:xfrm xmlns:a="http://schemas.openxmlformats.org/drawingml/2006/main">
            <a:off x="28003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6E6D5A11-260C-412D-AEE2-4EAD82DC30C2}"/>
              </a:ext>
            </a:extLst>
          </p:cNvPr>
          <p:cNvSpPr>
            <a:spLocks xmlns:a="http://schemas.openxmlformats.org/drawingml/2006/main" noGrp="1"/>
          </p:cNvSpPr>
          <p:nvPr/>
        </p:nvSpPr>
        <p:spPr>
          <a:xfrm xmlns:a="http://schemas.openxmlformats.org/drawingml/2006/main">
            <a:off x="29718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6DEF0610-A1ED-46A9-A318-C0D36938337A}"/>
              </a:ext>
            </a:extLst>
          </p:cNvPr>
          <p:cNvSpPr>
            <a:spLocks xmlns:a="http://schemas.openxmlformats.org/drawingml/2006/main" noGrp="1"/>
          </p:cNvSpPr>
          <p:nvPr/>
        </p:nvSpPr>
        <p:spPr>
          <a:xfrm xmlns:a="http://schemas.openxmlformats.org/drawingml/2006/main">
            <a:off x="29718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a:t>
            </a:r>
          </a:p>
        </p:txBody>
      </p:sp>
      <p:sp>
        <p:nvSpPr>
          <p:cNvPr id="14" name="">
            <a:extLst xmlns:a="http://schemas.openxmlformats.org/drawingml/2006/main">
              <a:ext uri="{FF2B5EF4-FFF2-40B4-BE49-F238E27FC236}">
                <a16:creationId xmlns:a16="http://schemas.microsoft.com/office/drawing/2014/main" id="{F87CB394-849B-4B83-8755-7BA5EC917580}"/>
              </a:ext>
            </a:extLst>
          </p:cNvPr>
          <p:cNvSpPr>
            <a:spLocks xmlns:a="http://schemas.openxmlformats.org/drawingml/2006/main" noGrp="1"/>
          </p:cNvSpPr>
          <p:nvPr/>
        </p:nvSpPr>
        <p:spPr>
          <a:xfrm xmlns:a="http://schemas.openxmlformats.org/drawingml/2006/main">
            <a:off x="29718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payload + dedupe key</a:t>
            </a:r>
          </a:p>
        </p:txBody>
      </p:sp>
      <p:sp>
        <p:nvSpPr>
          <p:cNvPr id="15" name="">
            <a:extLst xmlns:a="http://schemas.openxmlformats.org/drawingml/2006/main">
              <a:ext uri="{FF2B5EF4-FFF2-40B4-BE49-F238E27FC236}">
                <a16:creationId xmlns:a16="http://schemas.microsoft.com/office/drawing/2014/main" id="{AC7DFB4B-BFE8-436E-8A39-E3BC145E873C}"/>
              </a:ext>
            </a:extLst>
          </p:cNvPr>
          <p:cNvSpPr>
            <a:spLocks xmlns:a="http://schemas.openxmlformats.org/drawingml/2006/main" noGrp="1"/>
          </p:cNvSpPr>
          <p:nvPr/>
        </p:nvSpPr>
        <p:spPr>
          <a:xfrm xmlns:a="http://schemas.openxmlformats.org/drawingml/2006/main">
            <a:off x="46101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41C9A6A8-4D6B-48F0-8903-7F519F393BB1}"/>
              </a:ext>
            </a:extLst>
          </p:cNvPr>
          <p:cNvSpPr>
            <a:spLocks xmlns:a="http://schemas.openxmlformats.org/drawingml/2006/main" noGrp="1"/>
          </p:cNvSpPr>
          <p:nvPr/>
        </p:nvSpPr>
        <p:spPr>
          <a:xfrm xmlns:a="http://schemas.openxmlformats.org/drawingml/2006/main">
            <a:off x="49911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BA0FA7BE-819A-498A-853B-4220CCC048AD}"/>
              </a:ext>
            </a:extLst>
          </p:cNvPr>
          <p:cNvSpPr>
            <a:spLocks xmlns:a="http://schemas.openxmlformats.org/drawingml/2006/main" noGrp="1"/>
          </p:cNvSpPr>
          <p:nvPr/>
        </p:nvSpPr>
        <p:spPr>
          <a:xfrm xmlns:a="http://schemas.openxmlformats.org/drawingml/2006/main">
            <a:off x="51625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2B5F5519-4110-4B1C-A387-5B40C97BC66D}"/>
              </a:ext>
            </a:extLst>
          </p:cNvPr>
          <p:cNvSpPr>
            <a:spLocks xmlns:a="http://schemas.openxmlformats.org/drawingml/2006/main" noGrp="1"/>
          </p:cNvSpPr>
          <p:nvPr/>
        </p:nvSpPr>
        <p:spPr>
          <a:xfrm xmlns:a="http://schemas.openxmlformats.org/drawingml/2006/main">
            <a:off x="51625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9" name="">
            <a:extLst xmlns:a="http://schemas.openxmlformats.org/drawingml/2006/main">
              <a:ext uri="{FF2B5EF4-FFF2-40B4-BE49-F238E27FC236}">
                <a16:creationId xmlns:a16="http://schemas.microsoft.com/office/drawing/2014/main" id="{96B30CE1-7C38-434F-AEC5-3779A81245A8}"/>
              </a:ext>
            </a:extLst>
          </p:cNvPr>
          <p:cNvSpPr>
            <a:spLocks xmlns:a="http://schemas.openxmlformats.org/drawingml/2006/main" noGrp="1"/>
          </p:cNvSpPr>
          <p:nvPr/>
        </p:nvSpPr>
        <p:spPr>
          <a:xfrm xmlns:a="http://schemas.openxmlformats.org/drawingml/2006/main">
            <a:off x="51625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Row lock with SKIP LOCKED</a:t>
            </a:r>
          </a:p>
        </p:txBody>
      </p:sp>
      <p:sp>
        <p:nvSpPr>
          <p:cNvPr id="20" name="">
            <a:extLst xmlns:a="http://schemas.openxmlformats.org/drawingml/2006/main">
              <a:ext uri="{FF2B5EF4-FFF2-40B4-BE49-F238E27FC236}">
                <a16:creationId xmlns:a16="http://schemas.microsoft.com/office/drawing/2014/main" id="{B469454A-72A0-47E8-A657-D212AA336F6D}"/>
              </a:ext>
            </a:extLst>
          </p:cNvPr>
          <p:cNvSpPr>
            <a:spLocks xmlns:a="http://schemas.openxmlformats.org/drawingml/2006/main" noGrp="1"/>
          </p:cNvSpPr>
          <p:nvPr/>
        </p:nvSpPr>
        <p:spPr>
          <a:xfrm xmlns:a="http://schemas.openxmlformats.org/drawingml/2006/main">
            <a:off x="68008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5772C236-CFF3-4D9E-B7E0-C62CC9A0CAF3}"/>
              </a:ext>
            </a:extLst>
          </p:cNvPr>
          <p:cNvSpPr>
            <a:spLocks xmlns:a="http://schemas.openxmlformats.org/drawingml/2006/main" noGrp="1"/>
          </p:cNvSpPr>
          <p:nvPr/>
        </p:nvSpPr>
        <p:spPr>
          <a:xfrm xmlns:a="http://schemas.openxmlformats.org/drawingml/2006/main">
            <a:off x="71818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50B29DCF-E06C-4BEE-8F53-09497BFE2CB6}"/>
              </a:ext>
            </a:extLst>
          </p:cNvPr>
          <p:cNvSpPr>
            <a:spLocks xmlns:a="http://schemas.openxmlformats.org/drawingml/2006/main" noGrp="1"/>
          </p:cNvSpPr>
          <p:nvPr/>
        </p:nvSpPr>
        <p:spPr>
          <a:xfrm xmlns:a="http://schemas.openxmlformats.org/drawingml/2006/main">
            <a:off x="73533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51664B98-60CD-44ED-AEAD-003EEDF6D4DA}"/>
              </a:ext>
            </a:extLst>
          </p:cNvPr>
          <p:cNvSpPr>
            <a:spLocks xmlns:a="http://schemas.openxmlformats.org/drawingml/2006/main" noGrp="1"/>
          </p:cNvSpPr>
          <p:nvPr/>
        </p:nvSpPr>
        <p:spPr>
          <a:xfrm xmlns:a="http://schemas.openxmlformats.org/drawingml/2006/main">
            <a:off x="73533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4" name="">
            <a:extLst xmlns:a="http://schemas.openxmlformats.org/drawingml/2006/main">
              <a:ext uri="{FF2B5EF4-FFF2-40B4-BE49-F238E27FC236}">
                <a16:creationId xmlns:a16="http://schemas.microsoft.com/office/drawing/2014/main" id="{0F2356B8-9A91-4935-A80B-C6FEB29C6133}"/>
              </a:ext>
            </a:extLst>
          </p:cNvPr>
          <p:cNvSpPr>
            <a:spLocks xmlns:a="http://schemas.openxmlformats.org/drawingml/2006/main" noGrp="1"/>
          </p:cNvSpPr>
          <p:nvPr/>
        </p:nvSpPr>
        <p:spPr>
          <a:xfrm xmlns:a="http://schemas.openxmlformats.org/drawingml/2006/main">
            <a:off x="73533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Provider idempotency key</a:t>
            </a:r>
          </a:p>
        </p:txBody>
      </p:sp>
      <p:sp>
        <p:nvSpPr>
          <p:cNvPr id="25" name="">
            <a:extLst xmlns:a="http://schemas.openxmlformats.org/drawingml/2006/main">
              <a:ext uri="{FF2B5EF4-FFF2-40B4-BE49-F238E27FC236}">
                <a16:creationId xmlns:a16="http://schemas.microsoft.com/office/drawing/2014/main" id="{B4F7C7CB-6A18-44D1-8090-4360DD1115E8}"/>
              </a:ext>
            </a:extLst>
          </p:cNvPr>
          <p:cNvSpPr>
            <a:spLocks xmlns:a="http://schemas.openxmlformats.org/drawingml/2006/main" noGrp="1"/>
          </p:cNvSpPr>
          <p:nvPr/>
        </p:nvSpPr>
        <p:spPr>
          <a:xfrm xmlns:a="http://schemas.openxmlformats.org/drawingml/2006/main">
            <a:off x="89916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5A383C58-9BBA-463E-800B-FAC038ACC161}"/>
              </a:ext>
            </a:extLst>
          </p:cNvPr>
          <p:cNvSpPr>
            <a:spLocks xmlns:a="http://schemas.openxmlformats.org/drawingml/2006/main" noGrp="1"/>
          </p:cNvSpPr>
          <p:nvPr/>
        </p:nvSpPr>
        <p:spPr>
          <a:xfrm xmlns:a="http://schemas.openxmlformats.org/drawingml/2006/main">
            <a:off x="9372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1316A055-57D2-44D8-BAB1-4B3717C2A9D6}"/>
              </a:ext>
            </a:extLst>
          </p:cNvPr>
          <p:cNvSpPr>
            <a:spLocks xmlns:a="http://schemas.openxmlformats.org/drawingml/2006/main" noGrp="1"/>
          </p:cNvSpPr>
          <p:nvPr/>
        </p:nvSpPr>
        <p:spPr>
          <a:xfrm xmlns:a="http://schemas.openxmlformats.org/drawingml/2006/main">
            <a:off x="9544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6ACC4354-3ED4-469A-8E9F-6AE95EC3ECFD}"/>
              </a:ext>
            </a:extLst>
          </p:cNvPr>
          <p:cNvSpPr>
            <a:spLocks xmlns:a="http://schemas.openxmlformats.org/drawingml/2006/main" noGrp="1"/>
          </p:cNvSpPr>
          <p:nvPr/>
        </p:nvSpPr>
        <p:spPr>
          <a:xfrm xmlns:a="http://schemas.openxmlformats.org/drawingml/2006/main">
            <a:off x="9544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9" name="">
            <a:extLst xmlns:a="http://schemas.openxmlformats.org/drawingml/2006/main">
              <a:ext uri="{FF2B5EF4-FFF2-40B4-BE49-F238E27FC236}">
                <a16:creationId xmlns:a16="http://schemas.microsoft.com/office/drawing/2014/main" id="{83364C2F-E30D-48EA-AA35-49F9F8E48CC7}"/>
              </a:ext>
            </a:extLst>
          </p:cNvPr>
          <p:cNvSpPr>
            <a:spLocks xmlns:a="http://schemas.openxmlformats.org/drawingml/2006/main" noGrp="1"/>
          </p:cNvSpPr>
          <p:nvPr/>
        </p:nvSpPr>
        <p:spPr>
          <a:xfrm xmlns:a="http://schemas.openxmlformats.org/drawingml/2006/main">
            <a:off x="9544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retry or failed</a:t>
            </a:r>
          </a:p>
        </p:txBody>
      </p:sp>
      <p:sp>
        <p:nvSpPr>
          <p:cNvPr id="30" name="">
            <a:extLst xmlns:a="http://schemas.openxmlformats.org/drawingml/2006/main">
              <a:ext uri="{FF2B5EF4-FFF2-40B4-BE49-F238E27FC236}">
                <a16:creationId xmlns:a16="http://schemas.microsoft.com/office/drawing/2014/main" id="{F6BD859F-FB01-4AA7-92B9-A1B843BC26D0}"/>
              </a:ext>
            </a:extLst>
          </p:cNvPr>
          <p:cNvSpPr>
            <a:spLocks xmlns:a="http://schemas.openxmlformats.org/drawingml/2006/main" noGrp="1"/>
          </p:cNvSpPr>
          <p:nvPr/>
        </p:nvSpPr>
        <p:spPr>
          <a:xfrm xmlns:a="http://schemas.openxmlformats.org/drawingml/2006/main">
            <a:off x="609600" y="4171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Failure controls</a:t>
            </a:r>
          </a:p>
        </p:txBody>
      </p:sp>
      <p:sp>
        <p:nvSpPr>
          <p:cNvPr id="31" name="">
            <a:extLst xmlns:a="http://schemas.openxmlformats.org/drawingml/2006/main">
              <a:ext uri="{FF2B5EF4-FFF2-40B4-BE49-F238E27FC236}">
                <a16:creationId xmlns:a16="http://schemas.microsoft.com/office/drawing/2014/main" id="{FD8ABB91-B9BC-4FA5-8BF5-095647CBE01B}"/>
              </a:ext>
            </a:extLst>
          </p:cNvPr>
          <p:cNvSpPr>
            <a:spLocks xmlns:a="http://schemas.openxmlformats.org/drawingml/2006/main" noGrp="1"/>
          </p:cNvSpPr>
          <p:nvPr/>
        </p:nvSpPr>
        <p:spPr>
          <a:xfrm xmlns:a="http://schemas.openxmlformats.org/drawingml/2006/main">
            <a:off x="60960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F68ECA92-229C-48C6-B70D-B50320C4D476}"/>
              </a:ext>
            </a:extLst>
          </p:cNvPr>
          <p:cNvSpPr>
            <a:spLocks xmlns:a="http://schemas.openxmlformats.org/drawingml/2006/main" noGrp="1"/>
          </p:cNvSpPr>
          <p:nvPr/>
        </p:nvSpPr>
        <p:spPr>
          <a:xfrm xmlns:a="http://schemas.openxmlformats.org/drawingml/2006/main">
            <a:off x="609600" y="46482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3" name="">
            <a:extLst xmlns:a="http://schemas.openxmlformats.org/drawingml/2006/main">
              <a:ext uri="{FF2B5EF4-FFF2-40B4-BE49-F238E27FC236}">
                <a16:creationId xmlns:a16="http://schemas.microsoft.com/office/drawing/2014/main" id="{46136F03-1885-4E42-BB0E-552FB4577915}"/>
              </a:ext>
            </a:extLst>
          </p:cNvPr>
          <p:cNvSpPr>
            <a:spLocks xmlns:a="http://schemas.openxmlformats.org/drawingml/2006/main" noGrp="1"/>
          </p:cNvSpPr>
          <p:nvPr/>
        </p:nvSpPr>
        <p:spPr>
          <a:xfrm xmlns:a="http://schemas.openxmlformats.org/drawingml/2006/main">
            <a:off x="81915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Encrypted at rest</a:t>
            </a:r>
          </a:p>
        </p:txBody>
      </p:sp>
      <p:sp>
        <p:nvSpPr>
          <p:cNvPr id="34" name="">
            <a:extLst xmlns:a="http://schemas.openxmlformats.org/drawingml/2006/main">
              <a:ext uri="{FF2B5EF4-FFF2-40B4-BE49-F238E27FC236}">
                <a16:creationId xmlns:a16="http://schemas.microsoft.com/office/drawing/2014/main" id="{3C6150BE-9C4D-4CFD-861D-0160F9F5A84D}"/>
              </a:ext>
            </a:extLst>
          </p:cNvPr>
          <p:cNvSpPr>
            <a:spLocks xmlns:a="http://schemas.openxmlformats.org/drawingml/2006/main" noGrp="1"/>
          </p:cNvSpPr>
          <p:nvPr/>
        </p:nvSpPr>
        <p:spPr>
          <a:xfrm xmlns:a="http://schemas.openxmlformats.org/drawingml/2006/main">
            <a:off x="81915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Fernet protects the queued email payload</a:t>
            </a:r>
          </a:p>
        </p:txBody>
      </p:sp>
      <p:sp>
        <p:nvSpPr>
          <p:cNvPr id="35" name="">
            <a:extLst xmlns:a="http://schemas.openxmlformats.org/drawingml/2006/main">
              <a:ext uri="{FF2B5EF4-FFF2-40B4-BE49-F238E27FC236}">
                <a16:creationId xmlns:a16="http://schemas.microsoft.com/office/drawing/2014/main" id="{41DBD9F8-DF76-478D-BC9E-0786CAFBF281}"/>
              </a:ext>
            </a:extLst>
          </p:cNvPr>
          <p:cNvSpPr>
            <a:spLocks xmlns:a="http://schemas.openxmlformats.org/drawingml/2006/main" noGrp="1"/>
          </p:cNvSpPr>
          <p:nvPr/>
        </p:nvSpPr>
        <p:spPr>
          <a:xfrm xmlns:a="http://schemas.openxmlformats.org/drawingml/2006/main">
            <a:off x="4429125"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F3B3A275-3800-4B8E-B675-710589FDB5B6}"/>
              </a:ext>
            </a:extLst>
          </p:cNvPr>
          <p:cNvSpPr>
            <a:spLocks xmlns:a="http://schemas.openxmlformats.org/drawingml/2006/main" noGrp="1"/>
          </p:cNvSpPr>
          <p:nvPr/>
        </p:nvSpPr>
        <p:spPr>
          <a:xfrm xmlns:a="http://schemas.openxmlformats.org/drawingml/2006/main">
            <a:off x="4429125" y="4648200"/>
            <a:ext cx="66675" cy="10668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37" name="">
            <a:extLst xmlns:a="http://schemas.openxmlformats.org/drawingml/2006/main">
              <a:ext uri="{FF2B5EF4-FFF2-40B4-BE49-F238E27FC236}">
                <a16:creationId xmlns:a16="http://schemas.microsoft.com/office/drawing/2014/main" id="{D7E4CC8B-CF0A-44D7-894C-E90A50852E93}"/>
              </a:ext>
            </a:extLst>
          </p:cNvPr>
          <p:cNvSpPr>
            <a:spLocks xmlns:a="http://schemas.openxmlformats.org/drawingml/2006/main" noGrp="1"/>
          </p:cNvSpPr>
          <p:nvPr/>
        </p:nvSpPr>
        <p:spPr>
          <a:xfrm xmlns:a="http://schemas.openxmlformats.org/drawingml/2006/main">
            <a:off x="4638675"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Bounded backoff</a:t>
            </a:r>
          </a:p>
        </p:txBody>
      </p:sp>
      <p:sp>
        <p:nvSpPr>
          <p:cNvPr id="38" name="">
            <a:extLst xmlns:a="http://schemas.openxmlformats.org/drawingml/2006/main">
              <a:ext uri="{FF2B5EF4-FFF2-40B4-BE49-F238E27FC236}">
                <a16:creationId xmlns:a16="http://schemas.microsoft.com/office/drawing/2014/main" id="{706742F4-C724-45B3-82D7-BD1F872F6617}"/>
              </a:ext>
            </a:extLst>
          </p:cNvPr>
          <p:cNvSpPr>
            <a:spLocks xmlns:a="http://schemas.openxmlformats.org/drawingml/2006/main" noGrp="1"/>
          </p:cNvSpPr>
          <p:nvPr/>
        </p:nvSpPr>
        <p:spPr>
          <a:xfrm xmlns:a="http://schemas.openxmlformats.org/drawingml/2006/main">
            <a:off x="4638675"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expand from 30 seconds to 60 minutes</a:t>
            </a:r>
          </a:p>
        </p:txBody>
      </p:sp>
      <p:sp>
        <p:nvSpPr>
          <p:cNvPr id="39" name="">
            <a:extLst xmlns:a="http://schemas.openxmlformats.org/drawingml/2006/main">
              <a:ext uri="{FF2B5EF4-FFF2-40B4-BE49-F238E27FC236}">
                <a16:creationId xmlns:a16="http://schemas.microsoft.com/office/drawing/2014/main" id="{C16EC496-A091-4403-9008-1BF9E09C642E}"/>
              </a:ext>
            </a:extLst>
          </p:cNvPr>
          <p:cNvSpPr>
            <a:spLocks xmlns:a="http://schemas.openxmlformats.org/drawingml/2006/main" noGrp="1"/>
          </p:cNvSpPr>
          <p:nvPr/>
        </p:nvSpPr>
        <p:spPr>
          <a:xfrm xmlns:a="http://schemas.openxmlformats.org/drawingml/2006/main">
            <a:off x="824865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471D76DA-FC83-4B6C-BE38-0F1DA14AA0B2}"/>
              </a:ext>
            </a:extLst>
          </p:cNvPr>
          <p:cNvSpPr>
            <a:spLocks xmlns:a="http://schemas.openxmlformats.org/drawingml/2006/main" noGrp="1"/>
          </p:cNvSpPr>
          <p:nvPr/>
        </p:nvSpPr>
        <p:spPr>
          <a:xfrm xmlns:a="http://schemas.openxmlformats.org/drawingml/2006/main">
            <a:off x="8248650" y="4648200"/>
            <a:ext cx="66675" cy="10668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1" name="">
            <a:extLst xmlns:a="http://schemas.openxmlformats.org/drawingml/2006/main">
              <a:ext uri="{FF2B5EF4-FFF2-40B4-BE49-F238E27FC236}">
                <a16:creationId xmlns:a16="http://schemas.microsoft.com/office/drawing/2014/main" id="{E8203EA7-51A0-4B2F-98D2-50C45E013DA2}"/>
              </a:ext>
            </a:extLst>
          </p:cNvPr>
          <p:cNvSpPr>
            <a:spLocks xmlns:a="http://schemas.openxmlformats.org/drawingml/2006/main" noGrp="1"/>
          </p:cNvSpPr>
          <p:nvPr/>
        </p:nvSpPr>
        <p:spPr>
          <a:xfrm xmlns:a="http://schemas.openxmlformats.org/drawingml/2006/main">
            <a:off x="845820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Exactly-once effect</a:t>
            </a:r>
          </a:p>
        </p:txBody>
      </p:sp>
      <p:sp>
        <p:nvSpPr>
          <p:cNvPr id="42" name="">
            <a:extLst xmlns:a="http://schemas.openxmlformats.org/drawingml/2006/main">
              <a:ext uri="{FF2B5EF4-FFF2-40B4-BE49-F238E27FC236}">
                <a16:creationId xmlns:a16="http://schemas.microsoft.com/office/drawing/2014/main" id="{825F0747-E8F6-44F9-9F95-32D07903D3D3}"/>
              </a:ext>
            </a:extLst>
          </p:cNvPr>
          <p:cNvSpPr>
            <a:spLocks xmlns:a="http://schemas.openxmlformats.org/drawingml/2006/main" noGrp="1"/>
          </p:cNvSpPr>
          <p:nvPr/>
        </p:nvSpPr>
        <p:spPr>
          <a:xfrm xmlns:a="http://schemas.openxmlformats.org/drawingml/2006/main">
            <a:off x="845820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and provider idempotency make retries safe</a:t>
            </a:r>
          </a:p>
        </p:txBody>
      </p:sp>
      <p:sp>
        <p:nvSpPr>
          <p:cNvPr id="43" name="">
            <a:extLst xmlns:a="http://schemas.openxmlformats.org/drawingml/2006/main">
              <a:ext uri="{FF2B5EF4-FFF2-40B4-BE49-F238E27FC236}">
                <a16:creationId xmlns:a16="http://schemas.microsoft.com/office/drawing/2014/main" id="{517C7FC1-D5FC-4243-986B-477FD93CB4D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468646967"/>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CD373B9-97F2-4010-A472-83CCBAE6E3C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7A3B5E40-7261-48FC-9EA8-C318E97C414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Real-time chat and notifications</a:t>
            </a:r>
          </a:p>
        </p:txBody>
      </p:sp>
      <p:sp>
        <p:nvSpPr>
          <p:cNvPr id="3" name="">
            <a:extLst xmlns:a="http://schemas.openxmlformats.org/drawingml/2006/main">
              <a:ext uri="{FF2B5EF4-FFF2-40B4-BE49-F238E27FC236}">
                <a16:creationId xmlns:a16="http://schemas.microsoft.com/office/drawing/2014/main" id="{C244A288-2317-4B0F-BFD4-711AF687578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37351422-982F-4472-A7B8-D6D72B350DB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A5C3537-05C0-4091-BC80-597DE142E662}"/>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4052A4D4-48C4-4D2C-B2AC-0BFA9302B0C1}"/>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E1F4BB4-A5E8-4C6B-9D4C-E08B14D139B5}"/>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18D334DC-3979-4670-93B8-89ED9F56885E}"/>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a:t>
            </a:r>
          </a:p>
        </p:txBody>
      </p:sp>
      <p:sp>
        <p:nvSpPr>
          <p:cNvPr id="9" name="">
            <a:extLst xmlns:a="http://schemas.openxmlformats.org/drawingml/2006/main">
              <a:ext uri="{FF2B5EF4-FFF2-40B4-BE49-F238E27FC236}">
                <a16:creationId xmlns:a16="http://schemas.microsoft.com/office/drawing/2014/main" id="{3D1E1143-4F2A-4AFD-AD1D-3D66FF0073A4}"/>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Opens a protected conversation</a:t>
            </a:r>
          </a:p>
        </p:txBody>
      </p:sp>
      <p:sp>
        <p:nvSpPr>
          <p:cNvPr id="10" name="">
            <a:extLst xmlns:a="http://schemas.openxmlformats.org/drawingml/2006/main">
              <a:ext uri="{FF2B5EF4-FFF2-40B4-BE49-F238E27FC236}">
                <a16:creationId xmlns:a16="http://schemas.microsoft.com/office/drawing/2014/main" id="{C857EC18-A5A1-47AF-9AE4-AE4391D929C3}"/>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0019338B-6602-4196-93C5-63E785AD3059}"/>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16A62F66-8F2B-41F1-B86E-4174FB1A57B9}"/>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8EB859FE-EA55-4665-BB18-F6C938243278}"/>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14" name="">
            <a:extLst xmlns:a="http://schemas.openxmlformats.org/drawingml/2006/main">
              <a:ext uri="{FF2B5EF4-FFF2-40B4-BE49-F238E27FC236}">
                <a16:creationId xmlns:a16="http://schemas.microsoft.com/office/drawing/2014/main" id="{F1B24BE5-55F5-4C53-B9D0-C052F2E2B942}"/>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WebSocket credential</a:t>
            </a:r>
          </a:p>
        </p:txBody>
      </p:sp>
      <p:sp>
        <p:nvSpPr>
          <p:cNvPr id="15" name="">
            <a:extLst xmlns:a="http://schemas.openxmlformats.org/drawingml/2006/main">
              <a:ext uri="{FF2B5EF4-FFF2-40B4-BE49-F238E27FC236}">
                <a16:creationId xmlns:a16="http://schemas.microsoft.com/office/drawing/2014/main" id="{A078129D-18B1-4408-ACCD-2CBCDD2559FE}"/>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D9F975F9-9F28-45A2-99DF-822C843DD52F}"/>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7A368139-EC61-43A1-9D9C-40F36EF58D28}"/>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4F70ED26-38E4-46BE-9539-E900B02B18A8}"/>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19" name="">
            <a:extLst xmlns:a="http://schemas.openxmlformats.org/drawingml/2006/main">
              <a:ext uri="{FF2B5EF4-FFF2-40B4-BE49-F238E27FC236}">
                <a16:creationId xmlns:a16="http://schemas.microsoft.com/office/drawing/2014/main" id="{3C71045B-7164-45EA-A841-A07ACE01AFF7}"/>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Checks application access and stage</a:t>
            </a:r>
          </a:p>
        </p:txBody>
      </p:sp>
      <p:sp>
        <p:nvSpPr>
          <p:cNvPr id="20" name="">
            <a:extLst xmlns:a="http://schemas.openxmlformats.org/drawingml/2006/main">
              <a:ext uri="{FF2B5EF4-FFF2-40B4-BE49-F238E27FC236}">
                <a16:creationId xmlns:a16="http://schemas.microsoft.com/office/drawing/2014/main" id="{D6DB261F-29A5-4318-AB30-041A3BC750E7}"/>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3F0CCA7C-3F4C-4C64-B989-8F73B8F50227}"/>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CF633E2F-5F8F-4D9D-9AF1-A6BDC177820D}"/>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435350AF-A9B5-4527-9856-1378B1817D66}"/>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625118E7-73D3-44A4-972D-BD97297BB3CD}"/>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5206DA10-59CA-43FD-832B-ADFA2E8DB6C2}"/>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26" name="">
            <a:extLst xmlns:a="http://schemas.openxmlformats.org/drawingml/2006/main">
              <a:ext uri="{FF2B5EF4-FFF2-40B4-BE49-F238E27FC236}">
                <a16:creationId xmlns:a16="http://schemas.microsoft.com/office/drawing/2014/main" id="{69550FCC-A45F-4E0D-8C79-D923FF49DD4B}"/>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86E33665-2751-4757-A0D2-64011F844532}"/>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8" name="">
            <a:extLst xmlns:a="http://schemas.openxmlformats.org/drawingml/2006/main">
              <a:ext uri="{FF2B5EF4-FFF2-40B4-BE49-F238E27FC236}">
                <a16:creationId xmlns:a16="http://schemas.microsoft.com/office/drawing/2014/main" id="{5346B699-7915-431B-94FE-9302E1A3FA39}"/>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29" name="">
            <a:extLst xmlns:a="http://schemas.openxmlformats.org/drawingml/2006/main">
              <a:ext uri="{FF2B5EF4-FFF2-40B4-BE49-F238E27FC236}">
                <a16:creationId xmlns:a16="http://schemas.microsoft.com/office/drawing/2014/main" id="{A85C5EBB-F96E-4ADE-9D3B-845EE5F29164}"/>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fan-out</a:t>
            </a:r>
          </a:p>
        </p:txBody>
      </p:sp>
      <p:sp>
        <p:nvSpPr>
          <p:cNvPr id="30" name="">
            <a:extLst xmlns:a="http://schemas.openxmlformats.org/drawingml/2006/main">
              <a:ext uri="{FF2B5EF4-FFF2-40B4-BE49-F238E27FC236}">
                <a16:creationId xmlns:a16="http://schemas.microsoft.com/office/drawing/2014/main" id="{F0EC7E65-EF01-46F5-A1C8-80B977572196}"/>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0549656C-5897-45F2-A1A2-67B3D4D6B4E1}"/>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Access rule</a:t>
            </a:r>
          </a:p>
        </p:txBody>
      </p:sp>
      <p:sp>
        <p:nvSpPr>
          <p:cNvPr id="32" name="">
            <a:extLst xmlns:a="http://schemas.openxmlformats.org/drawingml/2006/main">
              <a:ext uri="{FF2B5EF4-FFF2-40B4-BE49-F238E27FC236}">
                <a16:creationId xmlns:a16="http://schemas.microsoft.com/office/drawing/2014/main" id="{77338EBA-8D07-4022-A32C-020027F6F3DB}"/>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E3E9D4F0-BAE9-4CAE-A6CD-24B8F2F3428E}"/>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194D38"/>
                </a:solidFill>
                <a:latin typeface="Noto Sans"/>
                <a:ea typeface="Noto Sans"/>
                <a:cs typeface="Noto Sans"/>
              </a:defRPr>
            </a:defPPr>
            <a:lvl1pPr algn="ctr">
              <a:defRPr sz="1500" b="1">
                <a:solidFill>
                  <a:srgbClr val="194D38"/>
                </a:solidFill>
                <a:latin typeface="Noto Sans"/>
                <a:ea typeface="Noto Sans"/>
                <a:cs typeface="Noto Sans"/>
              </a:defRPr>
            </a:lvl1pPr>
            <a:lvl2pPr algn="ctr">
              <a:defRPr sz="1500" b="1">
                <a:solidFill>
                  <a:srgbClr val="194D38"/>
                </a:solidFill>
                <a:latin typeface="Noto Sans"/>
                <a:ea typeface="Noto Sans"/>
                <a:cs typeface="Noto Sans"/>
              </a:defRPr>
            </a:lvl2pPr>
            <a:lvl3pPr algn="ctr">
              <a:defRPr sz="1500" b="1">
                <a:solidFill>
                  <a:srgbClr val="194D38"/>
                </a:solidFill>
                <a:latin typeface="Noto Sans"/>
                <a:ea typeface="Noto Sans"/>
                <a:cs typeface="Noto Sans"/>
              </a:defRPr>
            </a:lvl3pPr>
            <a:lvl4pPr algn="ctr">
              <a:defRPr sz="1500" b="1">
                <a:solidFill>
                  <a:srgbClr val="194D38"/>
                </a:solidFill>
                <a:latin typeface="Noto Sans"/>
                <a:ea typeface="Noto Sans"/>
                <a:cs typeface="Noto Sans"/>
              </a:defRPr>
            </a:lvl4pPr>
            <a:lvl5pPr algn="ctr">
              <a:defRPr sz="1500" b="1">
                <a:solidFill>
                  <a:srgbClr val="194D38"/>
                </a:solidFill>
                <a:latin typeface="Noto Sans"/>
                <a:ea typeface="Noto Sans"/>
                <a:cs typeface="Noto Sans"/>
              </a:defRPr>
            </a:lvl5pPr>
            <a:lvl6pPr algn="ctr">
              <a:defRPr sz="1500" b="1">
                <a:solidFill>
                  <a:srgbClr val="194D38"/>
                </a:solidFill>
                <a:latin typeface="Noto Sans"/>
                <a:ea typeface="Noto Sans"/>
                <a:cs typeface="Noto Sans"/>
              </a:defRPr>
            </a:lvl6pPr>
            <a:lvl7pPr algn="ctr">
              <a:defRPr sz="1500" b="1">
                <a:solidFill>
                  <a:srgbClr val="194D38"/>
                </a:solidFill>
                <a:latin typeface="Noto Sans"/>
                <a:ea typeface="Noto Sans"/>
                <a:cs typeface="Noto Sans"/>
              </a:defRPr>
            </a:lvl7pPr>
            <a:lvl8pPr algn="ctr">
              <a:defRPr sz="1500" b="1">
                <a:solidFill>
                  <a:srgbClr val="194D38"/>
                </a:solidFill>
                <a:latin typeface="Noto Sans"/>
                <a:ea typeface="Noto Sans"/>
                <a:cs typeface="Noto Sans"/>
              </a:defRPr>
            </a:lvl8pPr>
            <a:lvl9pPr algn="ctr">
              <a:defRPr sz="1500" b="1">
                <a:solidFill>
                  <a:srgbClr val="194D38"/>
                </a:solidFill>
                <a:latin typeface="Noto Sans"/>
                <a:ea typeface="Noto Sans"/>
                <a:cs typeface="Noto Sans"/>
              </a:defRPr>
            </a:lvl9pPr>
          </a:lstStyle>
          <a:p xmlns:a="http://schemas.openxmlformats.org/drawingml/2006/main">
            <a:pPr algn="ctr">
              <a:defRPr sz="1500" b="1">
                <a:solidFill>
                  <a:srgbClr val="194D38"/>
                </a:solidFill>
                <a:latin typeface="Noto Sans"/>
                <a:ea typeface="Noto Sans"/>
                <a:cs typeface="Noto Sans"/>
              </a:defRPr>
            </a:pPr>
            <a:r>
              <a:rPr sz="1500" b="1">
                <a:solidFill>
                  <a:srgbClr val="194D38"/>
                </a:solidFill>
                <a:latin typeface="Noto Sans"/>
                <a:ea typeface="Noto Sans"/>
                <a:cs typeface="Noto Sans"/>
              </a:rPr>
              <a:t>Notifications</a:t>
            </a:r>
          </a:p>
        </p:txBody>
      </p:sp>
      <p:sp>
        <p:nvSpPr>
          <p:cNvPr id="34" name="">
            <a:extLst xmlns:a="http://schemas.openxmlformats.org/drawingml/2006/main">
              <a:ext uri="{FF2B5EF4-FFF2-40B4-BE49-F238E27FC236}">
                <a16:creationId xmlns:a16="http://schemas.microsoft.com/office/drawing/2014/main" id="{5C34B904-5EC7-4E46-A88A-FB2BC21B0FA5}"/>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3"/>
          </a:bodyPr>
          <a:lstStyle xmlns:a="http://schemas.openxmlformats.org/drawingml/2006/main">
            <a:defPPr algn="ctr">
              <a:defRPr sz="1125" b="0">
                <a:solidFill>
                  <a:srgbClr val="617369"/>
                </a:solidFill>
                <a:latin typeface="Noto Sans"/>
                <a:ea typeface="Noto Sans"/>
                <a:cs typeface="Noto Sans"/>
              </a:defRPr>
            </a:defPPr>
            <a:lvl1pPr algn="ctr">
              <a:defRPr sz="1125" b="0">
                <a:solidFill>
                  <a:srgbClr val="617369"/>
                </a:solidFill>
                <a:latin typeface="Noto Sans"/>
                <a:ea typeface="Noto Sans"/>
                <a:cs typeface="Noto Sans"/>
              </a:defRPr>
            </a:lvl1pPr>
            <a:lvl2pPr algn="ctr">
              <a:defRPr sz="1125" b="0">
                <a:solidFill>
                  <a:srgbClr val="617369"/>
                </a:solidFill>
                <a:latin typeface="Noto Sans"/>
                <a:ea typeface="Noto Sans"/>
                <a:cs typeface="Noto Sans"/>
              </a:defRPr>
            </a:lvl2pPr>
            <a:lvl3pPr algn="ctr">
              <a:defRPr sz="1125" b="0">
                <a:solidFill>
                  <a:srgbClr val="617369"/>
                </a:solidFill>
                <a:latin typeface="Noto Sans"/>
                <a:ea typeface="Noto Sans"/>
                <a:cs typeface="Noto Sans"/>
              </a:defRPr>
            </a:lvl3pPr>
            <a:lvl4pPr algn="ctr">
              <a:defRPr sz="1125" b="0">
                <a:solidFill>
                  <a:srgbClr val="617369"/>
                </a:solidFill>
                <a:latin typeface="Noto Sans"/>
                <a:ea typeface="Noto Sans"/>
                <a:cs typeface="Noto Sans"/>
              </a:defRPr>
            </a:lvl4pPr>
            <a:lvl5pPr algn="ctr">
              <a:defRPr sz="1125" b="0">
                <a:solidFill>
                  <a:srgbClr val="617369"/>
                </a:solidFill>
                <a:latin typeface="Noto Sans"/>
                <a:ea typeface="Noto Sans"/>
                <a:cs typeface="Noto Sans"/>
              </a:defRPr>
            </a:lvl5pPr>
            <a:lvl6pPr algn="ctr">
              <a:defRPr sz="1125" b="0">
                <a:solidFill>
                  <a:srgbClr val="617369"/>
                </a:solidFill>
                <a:latin typeface="Noto Sans"/>
                <a:ea typeface="Noto Sans"/>
                <a:cs typeface="Noto Sans"/>
              </a:defRPr>
            </a:lvl6pPr>
            <a:lvl7pPr algn="ctr">
              <a:defRPr sz="1125" b="0">
                <a:solidFill>
                  <a:srgbClr val="617369"/>
                </a:solidFill>
                <a:latin typeface="Noto Sans"/>
                <a:ea typeface="Noto Sans"/>
                <a:cs typeface="Noto Sans"/>
              </a:defRPr>
            </a:lvl7pPr>
            <a:lvl8pPr algn="ctr">
              <a:defRPr sz="1125" b="0">
                <a:solidFill>
                  <a:srgbClr val="617369"/>
                </a:solidFill>
                <a:latin typeface="Noto Sans"/>
                <a:ea typeface="Noto Sans"/>
                <a:cs typeface="Noto Sans"/>
              </a:defRPr>
            </a:lvl8pPr>
            <a:lvl9pPr algn="ctr">
              <a:defRPr sz="1125" b="0">
                <a:solidFill>
                  <a:srgbClr val="617369"/>
                </a:solidFill>
                <a:latin typeface="Noto Sans"/>
                <a:ea typeface="Noto Sans"/>
                <a:cs typeface="Noto Sans"/>
              </a:defRPr>
            </a:lvl9pPr>
          </a:lstStyle>
          <a:p xmlns:a="http://schemas.openxmlformats.org/drawingml/2006/main">
            <a:pPr algn="ctr">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65DDD8E3-1518-4779-B42A-836A1200775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022288456"/>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EB7E729-D260-4B73-BF8C-F946E2DFC13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284D7128-7D31-4A06-8DB8-DBABE546651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Private files and account data</a:t>
            </a:r>
          </a:p>
        </p:txBody>
      </p:sp>
      <p:sp>
        <p:nvSpPr>
          <p:cNvPr id="3" name="">
            <a:extLst xmlns:a="http://schemas.openxmlformats.org/drawingml/2006/main">
              <a:ext uri="{FF2B5EF4-FFF2-40B4-BE49-F238E27FC236}">
                <a16:creationId xmlns:a16="http://schemas.microsoft.com/office/drawing/2014/main" id="{04054E28-9301-4E15-9C35-F7ECE288384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16</a:t>
            </a:r>
          </a:p>
        </p:txBody>
      </p:sp>
      <p:sp>
        <p:nvSpPr>
          <p:cNvPr id="4" name="">
            <a:extLst xmlns:a="http://schemas.openxmlformats.org/drawingml/2006/main">
              <a:ext uri="{FF2B5EF4-FFF2-40B4-BE49-F238E27FC236}">
                <a16:creationId xmlns:a16="http://schemas.microsoft.com/office/drawing/2014/main" id="{F9F84537-6303-4791-A702-789296D0570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0AC529D-481F-47E9-97DD-47366BE1D54E}"/>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D2C88A6D-1670-46EB-935E-2341EBFDF09C}"/>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2D61E79-B8C0-4A9D-BB49-CE31AF572EC4}"/>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C7CF3585-B189-46AD-A032-D3D99F9B08F3}"/>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Upload validation</a:t>
            </a:r>
          </a:p>
        </p:txBody>
      </p:sp>
      <p:sp>
        <p:nvSpPr>
          <p:cNvPr id="9" name="">
            <a:extLst xmlns:a="http://schemas.openxmlformats.org/drawingml/2006/main">
              <a:ext uri="{FF2B5EF4-FFF2-40B4-BE49-F238E27FC236}">
                <a16:creationId xmlns:a16="http://schemas.microsoft.com/office/drawing/2014/main" id="{8E119885-724C-41D3-B6AD-D15091192725}"/>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15F2BDD7-D512-45F5-B4FC-6F7C1D980153}"/>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EC03130-C5BB-4397-AB22-6A63BCCBB38A}"/>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61029676-B364-4952-9688-4D1E068CD6F2}"/>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13" name="">
            <a:extLst xmlns:a="http://schemas.openxmlformats.org/drawingml/2006/main">
              <a:ext uri="{FF2B5EF4-FFF2-40B4-BE49-F238E27FC236}">
                <a16:creationId xmlns:a16="http://schemas.microsoft.com/office/drawing/2014/main" id="{0890B183-13A3-48C6-94D0-29E4B549D3B1}"/>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7E397314-0CBF-4BC6-BBEE-DBE5E62B39A1}"/>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E717732F-B0DF-4C39-BA39-5658C3CE524C}"/>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6" name="">
            <a:extLst xmlns:a="http://schemas.openxmlformats.org/drawingml/2006/main">
              <a:ext uri="{FF2B5EF4-FFF2-40B4-BE49-F238E27FC236}">
                <a16:creationId xmlns:a16="http://schemas.microsoft.com/office/drawing/2014/main" id="{3C589355-D8CE-43B6-A7E1-51CF279CB53A}"/>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Controlled download</a:t>
            </a:r>
          </a:p>
        </p:txBody>
      </p:sp>
      <p:sp>
        <p:nvSpPr>
          <p:cNvPr id="17" name="">
            <a:extLst xmlns:a="http://schemas.openxmlformats.org/drawingml/2006/main">
              <a:ext uri="{FF2B5EF4-FFF2-40B4-BE49-F238E27FC236}">
                <a16:creationId xmlns:a16="http://schemas.microsoft.com/office/drawing/2014/main" id="{BB248269-9959-454C-B95C-F45E8BBB7729}"/>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5FEF662A-0001-4966-9EF8-65F6C85475A5}"/>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Account lifecycle</a:t>
            </a:r>
          </a:p>
        </p:txBody>
      </p:sp>
      <p:sp>
        <p:nvSpPr>
          <p:cNvPr id="19" name="">
            <a:extLst xmlns:a="http://schemas.openxmlformats.org/drawingml/2006/main">
              <a:ext uri="{FF2B5EF4-FFF2-40B4-BE49-F238E27FC236}">
                <a16:creationId xmlns:a16="http://schemas.microsoft.com/office/drawing/2014/main" id="{EE5BA5F5-FB9E-4BEB-AE8F-1AB1BF7DC4DD}"/>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3E45A3DB-7E74-4C04-83CD-F34C7AA24EB1}"/>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21" name="">
            <a:extLst xmlns:a="http://schemas.openxmlformats.org/drawingml/2006/main">
              <a:ext uri="{FF2B5EF4-FFF2-40B4-BE49-F238E27FC236}">
                <a16:creationId xmlns:a16="http://schemas.microsoft.com/office/drawing/2014/main" id="{7A7E2667-5FD7-43C8-B64C-00115B9F6DFF}"/>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22" name="">
            <a:extLst xmlns:a="http://schemas.openxmlformats.org/drawingml/2006/main">
              <a:ext uri="{FF2B5EF4-FFF2-40B4-BE49-F238E27FC236}">
                <a16:creationId xmlns:a16="http://schemas.microsoft.com/office/drawing/2014/main" id="{D6FCA7E0-A845-463D-8921-9859984DC648}"/>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Export</a:t>
            </a:r>
          </a:p>
        </p:txBody>
      </p:sp>
      <p:sp>
        <p:nvSpPr>
          <p:cNvPr id="23" name="">
            <a:extLst xmlns:a="http://schemas.openxmlformats.org/drawingml/2006/main">
              <a:ext uri="{FF2B5EF4-FFF2-40B4-BE49-F238E27FC236}">
                <a16:creationId xmlns:a16="http://schemas.microsoft.com/office/drawing/2014/main" id="{AA3C6EC6-C8BF-4109-ABE4-A134331882AE}"/>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 account data</a:t>
            </a:r>
          </a:p>
        </p:txBody>
      </p:sp>
      <p:sp>
        <p:nvSpPr>
          <p:cNvPr id="24" name="">
            <a:extLst xmlns:a="http://schemas.openxmlformats.org/drawingml/2006/main">
              <a:ext uri="{FF2B5EF4-FFF2-40B4-BE49-F238E27FC236}">
                <a16:creationId xmlns:a16="http://schemas.microsoft.com/office/drawing/2014/main" id="{364AEE44-E06A-4A4D-9DC3-6FC502BA76E8}"/>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0F4B2A68-0173-42FD-923D-048809C75800}"/>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26" name="">
            <a:extLst xmlns:a="http://schemas.openxmlformats.org/drawingml/2006/main">
              <a:ext uri="{FF2B5EF4-FFF2-40B4-BE49-F238E27FC236}">
                <a16:creationId xmlns:a16="http://schemas.microsoft.com/office/drawing/2014/main" id="{FBE40FA6-D4D5-41A9-8457-E4576E2D8817}"/>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27" name="">
            <a:extLst xmlns:a="http://schemas.openxmlformats.org/drawingml/2006/main">
              <a:ext uri="{FF2B5EF4-FFF2-40B4-BE49-F238E27FC236}">
                <a16:creationId xmlns:a16="http://schemas.microsoft.com/office/drawing/2014/main" id="{AF4E4ED6-0573-4EBC-9150-01599F8FDBD1}"/>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Schedule deletion</a:t>
            </a:r>
          </a:p>
        </p:txBody>
      </p:sp>
      <p:sp>
        <p:nvSpPr>
          <p:cNvPr id="28" name="">
            <a:extLst xmlns:a="http://schemas.openxmlformats.org/drawingml/2006/main">
              <a:ext uri="{FF2B5EF4-FFF2-40B4-BE49-F238E27FC236}">
                <a16:creationId xmlns:a16="http://schemas.microsoft.com/office/drawing/2014/main" id="{FC82529A-FC4B-4357-A1B5-98AE788D9313}"/>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C5CD55DB-A5FF-4C7C-9520-48319CD29847}"/>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B8B8153B-DC53-4EC3-B24C-19676BE45144}"/>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31" name="">
            <a:extLst xmlns:a="http://schemas.openxmlformats.org/drawingml/2006/main">
              <a:ext uri="{FF2B5EF4-FFF2-40B4-BE49-F238E27FC236}">
                <a16:creationId xmlns:a16="http://schemas.microsoft.com/office/drawing/2014/main" id="{3D516302-3005-40CA-832A-E082FFF4533C}"/>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CBB6D351-59FE-4637-8C0C-554395930D16}"/>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Remove and anonymize</a:t>
            </a:r>
          </a:p>
        </p:txBody>
      </p:sp>
      <p:sp>
        <p:nvSpPr>
          <p:cNvPr id="33" name="">
            <a:extLst xmlns:a="http://schemas.openxmlformats.org/drawingml/2006/main">
              <a:ext uri="{FF2B5EF4-FFF2-40B4-BE49-F238E27FC236}">
                <a16:creationId xmlns:a16="http://schemas.microsoft.com/office/drawing/2014/main" id="{202F010E-F4D3-4F71-82B6-B9E9077A5130}"/>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C6C5A1EE-8C57-4D5C-BCCF-811BFD89B3B3}"/>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Privacy rule</a:t>
            </a:r>
          </a:p>
        </p:txBody>
      </p:sp>
      <p:sp>
        <p:nvSpPr>
          <p:cNvPr id="35" name="">
            <a:extLst xmlns:a="http://schemas.openxmlformats.org/drawingml/2006/main">
              <a:ext uri="{FF2B5EF4-FFF2-40B4-BE49-F238E27FC236}">
                <a16:creationId xmlns:a16="http://schemas.microsoft.com/office/drawing/2014/main" id="{9CA21B49-39BA-481E-A0F9-02C384DB66A5}"/>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D27B888E-24E1-4C9B-8A9E-9EE7E1DA556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790509746"/>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DD7AD25-102A-4EB3-9B86-F068EC08456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D706139C-DAA0-4231-98DE-3FFD0D17C1D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Reliability and production operations</a:t>
            </a:r>
          </a:p>
        </p:txBody>
      </p:sp>
      <p:sp>
        <p:nvSpPr>
          <p:cNvPr id="3" name="">
            <a:extLst xmlns:a="http://schemas.openxmlformats.org/drawingml/2006/main">
              <a:ext uri="{FF2B5EF4-FFF2-40B4-BE49-F238E27FC236}">
                <a16:creationId xmlns:a16="http://schemas.microsoft.com/office/drawing/2014/main" id="{FCCC3040-A9E6-461C-8863-D26B646E62F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17</a:t>
            </a:r>
          </a:p>
        </p:txBody>
      </p:sp>
      <p:sp>
        <p:nvSpPr>
          <p:cNvPr id="4" name="">
            <a:extLst xmlns:a="http://schemas.openxmlformats.org/drawingml/2006/main">
              <a:ext uri="{FF2B5EF4-FFF2-40B4-BE49-F238E27FC236}">
                <a16:creationId xmlns:a16="http://schemas.microsoft.com/office/drawing/2014/main" id="{1D9797A8-C415-4C56-98B1-24ACED682EF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7168ABB-4BAD-4D42-8F95-DBB48A70E36A}"/>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86F0CAB4-402A-4BC6-BDF8-B9226E633EB5}"/>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9455E0B-D30A-4663-8714-C3F56F415150}"/>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8" name="">
            <a:extLst xmlns:a="http://schemas.openxmlformats.org/drawingml/2006/main">
              <a:ext uri="{FF2B5EF4-FFF2-40B4-BE49-F238E27FC236}">
                <a16:creationId xmlns:a16="http://schemas.microsoft.com/office/drawing/2014/main" id="{784FBE88-DF77-480B-AEC0-30C30CC6E974}"/>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Health</a:t>
            </a:r>
          </a:p>
        </p:txBody>
      </p:sp>
      <p:sp>
        <p:nvSpPr>
          <p:cNvPr id="9" name="">
            <a:extLst xmlns:a="http://schemas.openxmlformats.org/drawingml/2006/main">
              <a:ext uri="{FF2B5EF4-FFF2-40B4-BE49-F238E27FC236}">
                <a16:creationId xmlns:a16="http://schemas.microsoft.com/office/drawing/2014/main" id="{BE13A05F-FDF6-41D7-8AD2-1C85F40B23B7}"/>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8AC184D3-F75A-4374-A6CA-F6C62A586AD1}"/>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4D7B89F-10B6-4ABD-AF1C-00B3247371EB}"/>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2" name="">
            <a:extLst xmlns:a="http://schemas.openxmlformats.org/drawingml/2006/main">
              <a:ext uri="{FF2B5EF4-FFF2-40B4-BE49-F238E27FC236}">
                <a16:creationId xmlns:a16="http://schemas.microsoft.com/office/drawing/2014/main" id="{F540C01B-4FDF-41E5-9E1D-A658AA79592B}"/>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Logging</a:t>
            </a:r>
          </a:p>
        </p:txBody>
      </p:sp>
      <p:sp>
        <p:nvSpPr>
          <p:cNvPr id="13" name="">
            <a:extLst xmlns:a="http://schemas.openxmlformats.org/drawingml/2006/main">
              <a:ext uri="{FF2B5EF4-FFF2-40B4-BE49-F238E27FC236}">
                <a16:creationId xmlns:a16="http://schemas.microsoft.com/office/drawing/2014/main" id="{2D0C9743-0733-4139-9C4C-9CF2E08726A0}"/>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B8FC9C58-EA84-4F27-940D-DC755EC885D9}"/>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6A7F4445-70F3-4FD5-856E-8C9348C0F2D6}"/>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2B7A9CD2-CA74-4C17-8F32-54CF11C62BF9}"/>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Metrics</a:t>
            </a:r>
          </a:p>
        </p:txBody>
      </p:sp>
      <p:sp>
        <p:nvSpPr>
          <p:cNvPr id="17" name="">
            <a:extLst xmlns:a="http://schemas.openxmlformats.org/drawingml/2006/main">
              <a:ext uri="{FF2B5EF4-FFF2-40B4-BE49-F238E27FC236}">
                <a16:creationId xmlns:a16="http://schemas.microsoft.com/office/drawing/2014/main" id="{1245305B-4C93-4284-B112-AA3C03F4BB2E}"/>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Prometheus request and service measurements</a:t>
            </a:r>
          </a:p>
        </p:txBody>
      </p:sp>
      <p:sp>
        <p:nvSpPr>
          <p:cNvPr id="18" name="">
            <a:extLst xmlns:a="http://schemas.openxmlformats.org/drawingml/2006/main">
              <a:ext uri="{FF2B5EF4-FFF2-40B4-BE49-F238E27FC236}">
                <a16:creationId xmlns:a16="http://schemas.microsoft.com/office/drawing/2014/main" id="{25759FBE-9E76-483B-84E0-EFD94876F0B0}"/>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256EDA52-0214-4C29-AFFF-EF4399870F24}"/>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DC73FB81-AD37-454C-9181-07E615D04EF9}"/>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Secrets</a:t>
            </a:r>
          </a:p>
        </p:txBody>
      </p:sp>
      <p:sp>
        <p:nvSpPr>
          <p:cNvPr id="21" name="">
            <a:extLst xmlns:a="http://schemas.openxmlformats.org/drawingml/2006/main">
              <a:ext uri="{FF2B5EF4-FFF2-40B4-BE49-F238E27FC236}">
                <a16:creationId xmlns:a16="http://schemas.microsoft.com/office/drawing/2014/main" id="{AB624FBD-00B3-4FCA-9AA1-05FB924A9DB7}"/>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8049C8DF-05C8-4D07-A6A4-39CA9172ED9C}"/>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D63C9E41-6750-425E-8217-394C7450E9D0}"/>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4" name="">
            <a:extLst xmlns:a="http://schemas.openxmlformats.org/drawingml/2006/main">
              <a:ext uri="{FF2B5EF4-FFF2-40B4-BE49-F238E27FC236}">
                <a16:creationId xmlns:a16="http://schemas.microsoft.com/office/drawing/2014/main" id="{7C607317-0507-4CF8-B975-5BC934F86C6F}"/>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Ingress</a:t>
            </a:r>
          </a:p>
        </p:txBody>
      </p:sp>
      <p:sp>
        <p:nvSpPr>
          <p:cNvPr id="25" name="">
            <a:extLst xmlns:a="http://schemas.openxmlformats.org/drawingml/2006/main">
              <a:ext uri="{FF2B5EF4-FFF2-40B4-BE49-F238E27FC236}">
                <a16:creationId xmlns:a16="http://schemas.microsoft.com/office/drawing/2014/main" id="{A95D2441-9250-4053-8D58-C5F389DDE4CB}"/>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HSTS, same-origin routing and WAF rules</a:t>
            </a:r>
          </a:p>
        </p:txBody>
      </p:sp>
      <p:sp>
        <p:nvSpPr>
          <p:cNvPr id="26" name="">
            <a:extLst xmlns:a="http://schemas.openxmlformats.org/drawingml/2006/main">
              <a:ext uri="{FF2B5EF4-FFF2-40B4-BE49-F238E27FC236}">
                <a16:creationId xmlns:a16="http://schemas.microsoft.com/office/drawing/2014/main" id="{8655BE33-931A-45FE-B033-C6FFF4995756}"/>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D6BD5E0B-92BF-4498-B545-EA47C77686FF}"/>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8" name="">
            <a:extLst xmlns:a="http://schemas.openxmlformats.org/drawingml/2006/main">
              <a:ext uri="{FF2B5EF4-FFF2-40B4-BE49-F238E27FC236}">
                <a16:creationId xmlns:a16="http://schemas.microsoft.com/office/drawing/2014/main" id="{9D20BBB3-5BF9-4FA6-A96E-4AE61F57BC47}"/>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Deployment</a:t>
            </a:r>
          </a:p>
        </p:txBody>
      </p:sp>
      <p:sp>
        <p:nvSpPr>
          <p:cNvPr id="29" name="">
            <a:extLst xmlns:a="http://schemas.openxmlformats.org/drawingml/2006/main">
              <a:ext uri="{FF2B5EF4-FFF2-40B4-BE49-F238E27FC236}">
                <a16:creationId xmlns:a16="http://schemas.microsoft.com/office/drawing/2014/main" id="{9BB0D41E-3918-422B-A613-5066B90464EC}"/>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B520CE3E-30BE-4DD5-960D-11B754BAD12D}"/>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8063373C-9C1E-4C25-A884-B0DCCDE8C5C2}"/>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9B651B"/>
                </a:solidFill>
                <a:latin typeface="Noto Sans"/>
                <a:ea typeface="Noto Sans"/>
                <a:cs typeface="Noto Sans"/>
              </a:defRPr>
            </a:defPPr>
            <a:lvl1pPr algn="l">
              <a:defRPr sz="1425" b="1">
                <a:solidFill>
                  <a:srgbClr val="9B651B"/>
                </a:solidFill>
                <a:latin typeface="Noto Sans"/>
                <a:ea typeface="Noto Sans"/>
                <a:cs typeface="Noto Sans"/>
              </a:defRPr>
            </a:lvl1pPr>
            <a:lvl2pPr algn="l">
              <a:defRPr sz="1425" b="1">
                <a:solidFill>
                  <a:srgbClr val="9B651B"/>
                </a:solidFill>
                <a:latin typeface="Noto Sans"/>
                <a:ea typeface="Noto Sans"/>
                <a:cs typeface="Noto Sans"/>
              </a:defRPr>
            </a:lvl2pPr>
            <a:lvl3pPr algn="l">
              <a:defRPr sz="1425" b="1">
                <a:solidFill>
                  <a:srgbClr val="9B651B"/>
                </a:solidFill>
                <a:latin typeface="Noto Sans"/>
                <a:ea typeface="Noto Sans"/>
                <a:cs typeface="Noto Sans"/>
              </a:defRPr>
            </a:lvl3pPr>
            <a:lvl4pPr algn="l">
              <a:defRPr sz="1425" b="1">
                <a:solidFill>
                  <a:srgbClr val="9B651B"/>
                </a:solidFill>
                <a:latin typeface="Noto Sans"/>
                <a:ea typeface="Noto Sans"/>
                <a:cs typeface="Noto Sans"/>
              </a:defRPr>
            </a:lvl4pPr>
            <a:lvl5pPr algn="l">
              <a:defRPr sz="1425" b="1">
                <a:solidFill>
                  <a:srgbClr val="9B651B"/>
                </a:solidFill>
                <a:latin typeface="Noto Sans"/>
                <a:ea typeface="Noto Sans"/>
                <a:cs typeface="Noto Sans"/>
              </a:defRPr>
            </a:lvl5pPr>
            <a:lvl6pPr algn="l">
              <a:defRPr sz="1425" b="1">
                <a:solidFill>
                  <a:srgbClr val="9B651B"/>
                </a:solidFill>
                <a:latin typeface="Noto Sans"/>
                <a:ea typeface="Noto Sans"/>
                <a:cs typeface="Noto Sans"/>
              </a:defRPr>
            </a:lvl6pPr>
            <a:lvl7pPr algn="l">
              <a:defRPr sz="1425" b="1">
                <a:solidFill>
                  <a:srgbClr val="9B651B"/>
                </a:solidFill>
                <a:latin typeface="Noto Sans"/>
                <a:ea typeface="Noto Sans"/>
                <a:cs typeface="Noto Sans"/>
              </a:defRPr>
            </a:lvl7pPr>
            <a:lvl8pPr algn="l">
              <a:defRPr sz="1425" b="1">
                <a:solidFill>
                  <a:srgbClr val="9B651B"/>
                </a:solidFill>
                <a:latin typeface="Noto Sans"/>
                <a:ea typeface="Noto Sans"/>
                <a:cs typeface="Noto Sans"/>
              </a:defRPr>
            </a:lvl8pPr>
            <a:lvl9pPr algn="l">
              <a:defRPr sz="1425" b="1">
                <a:solidFill>
                  <a:srgbClr val="9B651B"/>
                </a:solidFill>
                <a:latin typeface="Noto Sans"/>
                <a:ea typeface="Noto Sans"/>
                <a:cs typeface="Noto Sans"/>
              </a:defRPr>
            </a:lvl9pPr>
          </a:lstStyle>
          <a:p xmlns:a="http://schemas.openxmlformats.org/drawingml/2006/main">
            <a:pPr algn="l">
              <a:defRPr sz="1425" b="1">
                <a:solidFill>
                  <a:srgbClr val="9B651B"/>
                </a:solidFill>
                <a:latin typeface="Noto Sans"/>
                <a:ea typeface="Noto Sans"/>
                <a:cs typeface="Noto Sans"/>
              </a:defRPr>
            </a:pPr>
            <a:r>
              <a:rPr sz="1425" b="1">
                <a:solidFill>
                  <a:srgbClr val="9B651B"/>
                </a:solidFill>
                <a:latin typeface="Noto Sans"/>
                <a:ea typeface="Noto Sans"/>
                <a:cs typeface="Noto Sans"/>
              </a:rPr>
              <a:t>Production boundary</a:t>
            </a:r>
          </a:p>
        </p:txBody>
      </p:sp>
      <p:sp>
        <p:nvSpPr>
          <p:cNvPr id="32" name="">
            <a:extLst xmlns:a="http://schemas.openxmlformats.org/drawingml/2006/main">
              <a:ext uri="{FF2B5EF4-FFF2-40B4-BE49-F238E27FC236}">
                <a16:creationId xmlns:a16="http://schemas.microsoft.com/office/drawing/2014/main" id="{87FF605F-125C-4A7C-8530-42A65F379F31}"/>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D86422A8-C946-46AC-BFA0-26B96E9E1B0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309774538"/>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FE76539-8E11-4102-A884-AF0B47ACA6A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7BF9F935-3EAB-4351-B3BD-629E9DA7E26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Testing and live demonstration</a:t>
            </a:r>
          </a:p>
        </p:txBody>
      </p:sp>
      <p:sp>
        <p:nvSpPr>
          <p:cNvPr id="3" name="">
            <a:extLst xmlns:a="http://schemas.openxmlformats.org/drawingml/2006/main">
              <a:ext uri="{FF2B5EF4-FFF2-40B4-BE49-F238E27FC236}">
                <a16:creationId xmlns:a16="http://schemas.microsoft.com/office/drawing/2014/main" id="{EE0A9188-A170-454B-B569-640E82BE36E6}"/>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18</a:t>
            </a:r>
          </a:p>
        </p:txBody>
      </p:sp>
      <p:sp>
        <p:nvSpPr>
          <p:cNvPr id="4" name="">
            <a:extLst xmlns:a="http://schemas.openxmlformats.org/drawingml/2006/main">
              <a:ext uri="{FF2B5EF4-FFF2-40B4-BE49-F238E27FC236}">
                <a16:creationId xmlns:a16="http://schemas.microsoft.com/office/drawing/2014/main" id="{761BD5D2-E328-4ABB-94E5-B09DF0D910B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4EAD89B-AABA-45B1-AF1B-B992460F5EDD}"/>
              </a:ext>
            </a:extLst>
          </p:cNvPr>
          <p:cNvSpPr>
            <a:spLocks xmlns:a="http://schemas.openxmlformats.org/drawingml/2006/main" noGrp="1"/>
          </p:cNvSpPr>
          <p:nvPr/>
        </p:nvSpPr>
        <p:spPr>
          <a:xfrm xmlns:a="http://schemas.openxmlformats.org/drawingml/2006/main">
            <a:off x="704850" y="1371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Repository snapshot: 53 test files and 365 test functions, plus one end-to-end workflow for the staff session.</a:t>
            </a:r>
          </a:p>
        </p:txBody>
      </p:sp>
      <p:sp>
        <p:nvSpPr>
          <p:cNvPr id="6" name="">
            <a:extLst xmlns:a="http://schemas.openxmlformats.org/drawingml/2006/main">
              <a:ext uri="{FF2B5EF4-FFF2-40B4-BE49-F238E27FC236}">
                <a16:creationId xmlns:a16="http://schemas.microsoft.com/office/drawing/2014/main" id="{D051E992-EDDB-4174-B00C-196FB2C5D140}"/>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2407611-91A6-4717-912F-6B4A0A5E5B78}"/>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4E5ADBA1-0B52-4AB2-AE74-54060EDD5A2C}"/>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D66F11E-8FDB-4E76-A03C-F0F7ABC144C6}"/>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Authentication, OTP, two-factor and revocation</a:t>
            </a:r>
          </a:p>
        </p:txBody>
      </p:sp>
      <p:sp>
        <p:nvSpPr>
          <p:cNvPr id="10" name="">
            <a:extLst xmlns:a="http://schemas.openxmlformats.org/drawingml/2006/main">
              <a:ext uri="{FF2B5EF4-FFF2-40B4-BE49-F238E27FC236}">
                <a16:creationId xmlns:a16="http://schemas.microsoft.com/office/drawing/2014/main" id="{3230C73F-041F-4B0E-9F18-A3853B645AEE}"/>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B5C248-B73A-4D10-8A86-D8ECDA889952}"/>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Role permissions and cross-company isolation</a:t>
            </a:r>
          </a:p>
        </p:txBody>
      </p:sp>
      <p:sp>
        <p:nvSpPr>
          <p:cNvPr id="12" name="">
            <a:extLst xmlns:a="http://schemas.openxmlformats.org/drawingml/2006/main">
              <a:ext uri="{FF2B5EF4-FFF2-40B4-BE49-F238E27FC236}">
                <a16:creationId xmlns:a16="http://schemas.microsoft.com/office/drawing/2014/main" id="{00E02A9F-87C4-44DF-92F5-8A9887B801D4}"/>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A8D938-45E1-4FA9-8DA6-4D00A0F7A62E}"/>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Database integrity and concurrent users</a:t>
            </a:r>
          </a:p>
        </p:txBody>
      </p:sp>
      <p:sp>
        <p:nvSpPr>
          <p:cNvPr id="14" name="">
            <a:extLst xmlns:a="http://schemas.openxmlformats.org/drawingml/2006/main">
              <a:ext uri="{FF2B5EF4-FFF2-40B4-BE49-F238E27FC236}">
                <a16:creationId xmlns:a16="http://schemas.microsoft.com/office/drawing/2014/main" id="{BEE50EA3-E3A7-4047-82CE-E31B39BBFF3E}"/>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EB6E467-E032-4AA2-BFE7-A3852C9854C3}"/>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4F123BA2-9C62-4833-A3EA-811ECBC22839}"/>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F3125C9-114C-4DDE-AC6D-F2AF55FDDB5F}"/>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WebSockets, chat history and read events</a:t>
            </a:r>
          </a:p>
        </p:txBody>
      </p:sp>
      <p:sp>
        <p:nvSpPr>
          <p:cNvPr id="18" name="">
            <a:extLst xmlns:a="http://schemas.openxmlformats.org/drawingml/2006/main">
              <a:ext uri="{FF2B5EF4-FFF2-40B4-BE49-F238E27FC236}">
                <a16:creationId xmlns:a16="http://schemas.microsoft.com/office/drawing/2014/main" id="{C7F4F1A2-8C93-4AF6-828E-A3E1A98A6942}"/>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37CEB89-7B21-41C4-AC10-817676F6BB46}"/>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917C3DBB-B15B-4486-8BBD-7254A250DB1D}"/>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E7352910-DD2F-44F9-B6BB-6AA4DBE26B87}"/>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Suggested live demo</a:t>
            </a:r>
          </a:p>
        </p:txBody>
      </p:sp>
      <p:sp>
        <p:nvSpPr>
          <p:cNvPr id="22" name="">
            <a:extLst xmlns:a="http://schemas.openxmlformats.org/drawingml/2006/main">
              <a:ext uri="{FF2B5EF4-FFF2-40B4-BE49-F238E27FC236}">
                <a16:creationId xmlns:a16="http://schemas.microsoft.com/office/drawing/2014/main" id="{C186FA87-8467-4B81-9404-2E2AD6DE8D3C}"/>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AF2791FE-3229-49EF-8E89-D10539E081DF}"/>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24" name="">
            <a:extLst xmlns:a="http://schemas.openxmlformats.org/drawingml/2006/main">
              <a:ext uri="{FF2B5EF4-FFF2-40B4-BE49-F238E27FC236}">
                <a16:creationId xmlns:a16="http://schemas.microsoft.com/office/drawing/2014/main" id="{34211752-F72C-44DB-A173-154821CD7238}"/>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login and protected API identity</a:t>
            </a:r>
          </a:p>
        </p:txBody>
      </p:sp>
      <p:sp>
        <p:nvSpPr>
          <p:cNvPr id="25" name="">
            <a:extLst xmlns:a="http://schemas.openxmlformats.org/drawingml/2006/main">
              <a:ext uri="{FF2B5EF4-FFF2-40B4-BE49-F238E27FC236}">
                <a16:creationId xmlns:a16="http://schemas.microsoft.com/office/drawing/2014/main" id="{3E8E64FC-AB4F-4ABF-9DFB-97CA50A18E79}"/>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A5B62111-B046-4E0C-BD66-A4D44F6F6C22}"/>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47"/>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Create or select offer</a:t>
            </a:r>
          </a:p>
        </p:txBody>
      </p:sp>
      <p:sp>
        <p:nvSpPr>
          <p:cNvPr id="27" name="">
            <a:extLst xmlns:a="http://schemas.openxmlformats.org/drawingml/2006/main">
              <a:ext uri="{FF2B5EF4-FFF2-40B4-BE49-F238E27FC236}">
                <a16:creationId xmlns:a16="http://schemas.microsoft.com/office/drawing/2014/main" id="{8D4FD199-99C4-47B9-9D7B-B0733D1AAED1}"/>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Explain validation and company permission</a:t>
            </a:r>
          </a:p>
        </p:txBody>
      </p:sp>
      <p:sp>
        <p:nvSpPr>
          <p:cNvPr id="28" name="">
            <a:extLst xmlns:a="http://schemas.openxmlformats.org/drawingml/2006/main">
              <a:ext uri="{FF2B5EF4-FFF2-40B4-BE49-F238E27FC236}">
                <a16:creationId xmlns:a16="http://schemas.microsoft.com/office/drawing/2014/main" id="{121198D4-1194-4F53-BF3F-652D34EDB927}"/>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C77DD597-65C6-4C73-9282-AEA52560165F}"/>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Submit application</a:t>
            </a:r>
          </a:p>
        </p:txBody>
      </p:sp>
      <p:sp>
        <p:nvSpPr>
          <p:cNvPr id="30" name="">
            <a:extLst xmlns:a="http://schemas.openxmlformats.org/drawingml/2006/main">
              <a:ext uri="{FF2B5EF4-FFF2-40B4-BE49-F238E27FC236}">
                <a16:creationId xmlns:a16="http://schemas.microsoft.com/office/drawing/2014/main" id="{B1BD204A-99F1-4F27-A34B-DF2471733067}"/>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CV snapshot and database relation</a:t>
            </a:r>
          </a:p>
        </p:txBody>
      </p:sp>
      <p:sp>
        <p:nvSpPr>
          <p:cNvPr id="31" name="">
            <a:extLst xmlns:a="http://schemas.openxmlformats.org/drawingml/2006/main">
              <a:ext uri="{FF2B5EF4-FFF2-40B4-BE49-F238E27FC236}">
                <a16:creationId xmlns:a16="http://schemas.microsoft.com/office/drawing/2014/main" id="{4EE297A7-5FFC-48C7-BEF8-9C4DD19D7A86}"/>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847D8F00-0ED5-4B7F-8B9B-3F4958A69160}"/>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 job</a:t>
            </a:r>
          </a:p>
        </p:txBody>
      </p:sp>
      <p:sp>
        <p:nvSpPr>
          <p:cNvPr id="33" name="">
            <a:extLst xmlns:a="http://schemas.openxmlformats.org/drawingml/2006/main">
              <a:ext uri="{FF2B5EF4-FFF2-40B4-BE49-F238E27FC236}">
                <a16:creationId xmlns:a16="http://schemas.microsoft.com/office/drawing/2014/main" id="{FE09713B-A10F-488F-9CF6-C97603A445D3}"/>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5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Follow outbox, worker and stored result</a:t>
            </a:r>
          </a:p>
        </p:txBody>
      </p:sp>
      <p:sp>
        <p:nvSpPr>
          <p:cNvPr id="34" name="">
            <a:extLst xmlns:a="http://schemas.openxmlformats.org/drawingml/2006/main">
              <a:ext uri="{FF2B5EF4-FFF2-40B4-BE49-F238E27FC236}">
                <a16:creationId xmlns:a16="http://schemas.microsoft.com/office/drawing/2014/main" id="{EB2D9AB6-9689-45CC-879B-0AF77BB35012}"/>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05</a:t>
            </a:r>
          </a:p>
        </p:txBody>
      </p:sp>
      <p:sp>
        <p:nvSpPr>
          <p:cNvPr id="35" name="">
            <a:extLst xmlns:a="http://schemas.openxmlformats.org/drawingml/2006/main">
              <a:ext uri="{FF2B5EF4-FFF2-40B4-BE49-F238E27FC236}">
                <a16:creationId xmlns:a16="http://schemas.microsoft.com/office/drawing/2014/main" id="{3EF613BC-B6DB-4A91-8482-B98392C7DA0E}"/>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36" name="">
            <a:extLst xmlns:a="http://schemas.openxmlformats.org/drawingml/2006/main">
              <a:ext uri="{FF2B5EF4-FFF2-40B4-BE49-F238E27FC236}">
                <a16:creationId xmlns:a16="http://schemas.microsoft.com/office/drawing/2014/main" id="{E99300B9-37F2-4228-BCAD-0C447FA20EB8}"/>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ticket, WebSocket and persisted message</a:t>
            </a:r>
          </a:p>
        </p:txBody>
      </p:sp>
      <p:sp>
        <p:nvSpPr>
          <p:cNvPr id="37" name="">
            <a:extLst xmlns:a="http://schemas.openxmlformats.org/drawingml/2006/main">
              <a:ext uri="{FF2B5EF4-FFF2-40B4-BE49-F238E27FC236}">
                <a16:creationId xmlns:a16="http://schemas.microsoft.com/office/drawing/2014/main" id="{D739A69B-E216-4155-8CF8-B7745D3A83E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894005519"/>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386CE27-541C-4000-A8A5-AD2060D9979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B21D11D6-0127-42C9-BC4F-07E46F0F696E}"/>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Lessons and next improvements</a:t>
            </a:r>
          </a:p>
        </p:txBody>
      </p:sp>
      <p:sp>
        <p:nvSpPr>
          <p:cNvPr id="3" name="">
            <a:extLst xmlns:a="http://schemas.openxmlformats.org/drawingml/2006/main">
              <a:ext uri="{FF2B5EF4-FFF2-40B4-BE49-F238E27FC236}">
                <a16:creationId xmlns:a16="http://schemas.microsoft.com/office/drawing/2014/main" id="{85AF11F5-0DD6-46CA-999E-AE72DA6E5A2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19</a:t>
            </a:r>
          </a:p>
        </p:txBody>
      </p:sp>
      <p:sp>
        <p:nvSpPr>
          <p:cNvPr id="4" name="">
            <a:extLst xmlns:a="http://schemas.openxmlformats.org/drawingml/2006/main">
              <a:ext uri="{FF2B5EF4-FFF2-40B4-BE49-F238E27FC236}">
                <a16:creationId xmlns:a16="http://schemas.microsoft.com/office/drawing/2014/main" id="{53809C84-FF9F-4FEC-BF5C-B2049E70127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60302CE-2A36-4A7D-B6A9-B1A1979B35DE}"/>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FFBD94F1-5057-46D8-84E5-B6E5C98CEEFC}"/>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63A0511-8C09-4241-9317-FDD014C2406C}"/>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DDE4810C-9609-4677-99B4-A79E46E12CB7}"/>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Authorization needs current state</a:t>
            </a:r>
          </a:p>
        </p:txBody>
      </p:sp>
      <p:sp>
        <p:nvSpPr>
          <p:cNvPr id="9" name="">
            <a:extLst xmlns:a="http://schemas.openxmlformats.org/drawingml/2006/main">
              <a:ext uri="{FF2B5EF4-FFF2-40B4-BE49-F238E27FC236}">
                <a16:creationId xmlns:a16="http://schemas.microsoft.com/office/drawing/2014/main" id="{CA19E462-8031-4AF6-9594-B86EE77A58EE}"/>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D0DC17D1-CC94-48DA-9A55-A7E0E85150DF}"/>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9B3BC030-DAA5-4B1D-9C57-5B4A461C31B3}"/>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2" name="">
            <a:extLst xmlns:a="http://schemas.openxmlformats.org/drawingml/2006/main">
              <a:ext uri="{FF2B5EF4-FFF2-40B4-BE49-F238E27FC236}">
                <a16:creationId xmlns:a16="http://schemas.microsoft.com/office/drawing/2014/main" id="{C2A1615A-8606-41E2-8C88-B16674D8BA5C}"/>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Database rules support security</a:t>
            </a:r>
          </a:p>
        </p:txBody>
      </p:sp>
      <p:sp>
        <p:nvSpPr>
          <p:cNvPr id="13" name="">
            <a:extLst xmlns:a="http://schemas.openxmlformats.org/drawingml/2006/main">
              <a:ext uri="{FF2B5EF4-FFF2-40B4-BE49-F238E27FC236}">
                <a16:creationId xmlns:a16="http://schemas.microsoft.com/office/drawing/2014/main" id="{2862FE54-17FE-4674-AE7D-E4FDA45A14D4}"/>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AD07743E-56C0-45E2-B8C8-FFA116BDC8AF}"/>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EF89B047-3605-42EC-96B6-22494F11F8BB}"/>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814E9EE0-6531-40F0-B485-E95E3A0B4EB4}"/>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Slow work needs durability</a:t>
            </a:r>
          </a:p>
        </p:txBody>
      </p:sp>
      <p:sp>
        <p:nvSpPr>
          <p:cNvPr id="17" name="">
            <a:extLst xmlns:a="http://schemas.openxmlformats.org/drawingml/2006/main">
              <a:ext uri="{FF2B5EF4-FFF2-40B4-BE49-F238E27FC236}">
                <a16:creationId xmlns:a16="http://schemas.microsoft.com/office/drawing/2014/main" id="{5076C0C7-6EDC-4FD7-A31D-916E7A7EE58B}"/>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636E31F1-2273-4D7E-A5D3-A4B3A1151C57}"/>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9B651B"/>
                </a:solidFill>
                <a:latin typeface="Noto Sans"/>
                <a:ea typeface="Noto Sans"/>
                <a:cs typeface="Noto Sans"/>
              </a:defRPr>
            </a:defPPr>
            <a:lvl1pPr algn="l">
              <a:defRPr sz="2100" b="1">
                <a:solidFill>
                  <a:srgbClr val="9B651B"/>
                </a:solidFill>
                <a:latin typeface="Noto Sans"/>
                <a:ea typeface="Noto Sans"/>
                <a:cs typeface="Noto Sans"/>
              </a:defRPr>
            </a:lvl1pPr>
            <a:lvl2pPr algn="l">
              <a:defRPr sz="2100" b="1">
                <a:solidFill>
                  <a:srgbClr val="9B651B"/>
                </a:solidFill>
                <a:latin typeface="Noto Sans"/>
                <a:ea typeface="Noto Sans"/>
                <a:cs typeface="Noto Sans"/>
              </a:defRPr>
            </a:lvl2pPr>
            <a:lvl3pPr algn="l">
              <a:defRPr sz="2100" b="1">
                <a:solidFill>
                  <a:srgbClr val="9B651B"/>
                </a:solidFill>
                <a:latin typeface="Noto Sans"/>
                <a:ea typeface="Noto Sans"/>
                <a:cs typeface="Noto Sans"/>
              </a:defRPr>
            </a:lvl3pPr>
            <a:lvl4pPr algn="l">
              <a:defRPr sz="2100" b="1">
                <a:solidFill>
                  <a:srgbClr val="9B651B"/>
                </a:solidFill>
                <a:latin typeface="Noto Sans"/>
                <a:ea typeface="Noto Sans"/>
                <a:cs typeface="Noto Sans"/>
              </a:defRPr>
            </a:lvl4pPr>
            <a:lvl5pPr algn="l">
              <a:defRPr sz="2100" b="1">
                <a:solidFill>
                  <a:srgbClr val="9B651B"/>
                </a:solidFill>
                <a:latin typeface="Noto Sans"/>
                <a:ea typeface="Noto Sans"/>
                <a:cs typeface="Noto Sans"/>
              </a:defRPr>
            </a:lvl5pPr>
            <a:lvl6pPr algn="l">
              <a:defRPr sz="2100" b="1">
                <a:solidFill>
                  <a:srgbClr val="9B651B"/>
                </a:solidFill>
                <a:latin typeface="Noto Sans"/>
                <a:ea typeface="Noto Sans"/>
                <a:cs typeface="Noto Sans"/>
              </a:defRPr>
            </a:lvl6pPr>
            <a:lvl7pPr algn="l">
              <a:defRPr sz="2100" b="1">
                <a:solidFill>
                  <a:srgbClr val="9B651B"/>
                </a:solidFill>
                <a:latin typeface="Noto Sans"/>
                <a:ea typeface="Noto Sans"/>
                <a:cs typeface="Noto Sans"/>
              </a:defRPr>
            </a:lvl7pPr>
            <a:lvl8pPr algn="l">
              <a:defRPr sz="2100" b="1">
                <a:solidFill>
                  <a:srgbClr val="9B651B"/>
                </a:solidFill>
                <a:latin typeface="Noto Sans"/>
                <a:ea typeface="Noto Sans"/>
                <a:cs typeface="Noto Sans"/>
              </a:defRPr>
            </a:lvl8pPr>
            <a:lvl9pPr algn="l">
              <a:defRPr sz="2100" b="1">
                <a:solidFill>
                  <a:srgbClr val="9B651B"/>
                </a:solidFill>
                <a:latin typeface="Noto Sans"/>
                <a:ea typeface="Noto Sans"/>
                <a:cs typeface="Noto Sans"/>
              </a:defRPr>
            </a:lvl9pPr>
          </a:lstStyle>
          <a:p xmlns:a="http://schemas.openxmlformats.org/drawingml/2006/main">
            <a:pPr algn="l">
              <a:defRPr sz="2100" b="1">
                <a:solidFill>
                  <a:srgbClr val="9B651B"/>
                </a:solidFill>
                <a:latin typeface="Noto Sans"/>
                <a:ea typeface="Noto Sans"/>
                <a:cs typeface="Noto Sans"/>
              </a:defRPr>
            </a:pPr>
            <a:r>
              <a:rPr sz="2100" b="1">
                <a:solidFill>
                  <a:srgbClr val="9B651B"/>
                </a:solidFill>
                <a:latin typeface="Noto Sans"/>
                <a:ea typeface="Noto Sans"/>
                <a:cs typeface="Noto Sans"/>
              </a:rPr>
              <a:t>Next improvements</a:t>
            </a:r>
          </a:p>
        </p:txBody>
      </p:sp>
      <p:sp>
        <p:nvSpPr>
          <p:cNvPr id="19" name="">
            <a:extLst xmlns:a="http://schemas.openxmlformats.org/drawingml/2006/main">
              <a:ext uri="{FF2B5EF4-FFF2-40B4-BE49-F238E27FC236}">
                <a16:creationId xmlns:a16="http://schemas.microsoft.com/office/drawing/2014/main" id="{3040E114-75A5-41D0-A98F-9DB280B4CD23}"/>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20" name="">
            <a:extLst xmlns:a="http://schemas.openxmlformats.org/drawingml/2006/main">
              <a:ext uri="{FF2B5EF4-FFF2-40B4-BE49-F238E27FC236}">
                <a16:creationId xmlns:a16="http://schemas.microsoft.com/office/drawing/2014/main" id="{75141116-B7F5-4EE8-9878-D6B2C711310E}"/>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Expand load and stress testing</a:t>
            </a:r>
          </a:p>
        </p:txBody>
      </p:sp>
      <p:sp>
        <p:nvSpPr>
          <p:cNvPr id="21" name="">
            <a:extLst xmlns:a="http://schemas.openxmlformats.org/drawingml/2006/main">
              <a:ext uri="{FF2B5EF4-FFF2-40B4-BE49-F238E27FC236}">
                <a16:creationId xmlns:a16="http://schemas.microsoft.com/office/drawing/2014/main" id="{08AF23A4-F852-40EA-925B-7DCC52F44B4E}"/>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02</a:t>
            </a:r>
          </a:p>
        </p:txBody>
      </p:sp>
      <p:sp>
        <p:nvSpPr>
          <p:cNvPr id="22" name="">
            <a:extLst xmlns:a="http://schemas.openxmlformats.org/drawingml/2006/main">
              <a:ext uri="{FF2B5EF4-FFF2-40B4-BE49-F238E27FC236}">
                <a16:creationId xmlns:a16="http://schemas.microsoft.com/office/drawing/2014/main" id="{D1946801-9D13-48C8-8011-14A62E253FEC}"/>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55"/>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Add distributed tracing across API and workers</a:t>
            </a:r>
          </a:p>
        </p:txBody>
      </p:sp>
      <p:sp>
        <p:nvSpPr>
          <p:cNvPr id="23" name="">
            <a:extLst xmlns:a="http://schemas.openxmlformats.org/drawingml/2006/main">
              <a:ext uri="{FF2B5EF4-FFF2-40B4-BE49-F238E27FC236}">
                <a16:creationId xmlns:a16="http://schemas.microsoft.com/office/drawing/2014/main" id="{68EA5C47-8CD8-4E71-8EF3-C5104A5E6483}"/>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03</a:t>
            </a:r>
          </a:p>
        </p:txBody>
      </p:sp>
      <p:sp>
        <p:nvSpPr>
          <p:cNvPr id="24" name="">
            <a:extLst xmlns:a="http://schemas.openxmlformats.org/drawingml/2006/main">
              <a:ext uri="{FF2B5EF4-FFF2-40B4-BE49-F238E27FC236}">
                <a16:creationId xmlns:a16="http://schemas.microsoft.com/office/drawing/2014/main" id="{FD55164C-7EE1-45E8-98AB-7419348E6FE6}"/>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Improve job retry and failure dashboards</a:t>
            </a:r>
          </a:p>
        </p:txBody>
      </p:sp>
      <p:sp>
        <p:nvSpPr>
          <p:cNvPr id="25" name="">
            <a:extLst xmlns:a="http://schemas.openxmlformats.org/drawingml/2006/main">
              <a:ext uri="{FF2B5EF4-FFF2-40B4-BE49-F238E27FC236}">
                <a16:creationId xmlns:a16="http://schemas.microsoft.com/office/drawing/2014/main" id="{1EBD4EE9-0009-4A1E-97A9-78ECDACB21E6}"/>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04</a:t>
            </a:r>
          </a:p>
        </p:txBody>
      </p:sp>
      <p:sp>
        <p:nvSpPr>
          <p:cNvPr id="26" name="">
            <a:extLst xmlns:a="http://schemas.openxmlformats.org/drawingml/2006/main">
              <a:ext uri="{FF2B5EF4-FFF2-40B4-BE49-F238E27FC236}">
                <a16:creationId xmlns:a16="http://schemas.microsoft.com/office/drawing/2014/main" id="{F23981B8-A3D1-416D-B54B-8B60469B1E2C}"/>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Profile expensive queries and indexes</a:t>
            </a:r>
          </a:p>
        </p:txBody>
      </p:sp>
      <p:sp>
        <p:nvSpPr>
          <p:cNvPr id="27" name="">
            <a:extLst xmlns:a="http://schemas.openxmlformats.org/drawingml/2006/main">
              <a:ext uri="{FF2B5EF4-FFF2-40B4-BE49-F238E27FC236}">
                <a16:creationId xmlns:a16="http://schemas.microsoft.com/office/drawing/2014/main" id="{BC51C983-5800-4F35-8E03-250FF84ED409}"/>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05BAA5C5-189C-4C5A-8CAF-63C1E565C2FA}"/>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Extend end-to-end workflow coverage</a:t>
            </a:r>
          </a:p>
        </p:txBody>
      </p:sp>
      <p:sp>
        <p:nvSpPr>
          <p:cNvPr id="29" name="">
            <a:extLst xmlns:a="http://schemas.openxmlformats.org/drawingml/2006/main">
              <a:ext uri="{FF2B5EF4-FFF2-40B4-BE49-F238E27FC236}">
                <a16:creationId xmlns:a16="http://schemas.microsoft.com/office/drawing/2014/main" id="{9FD1753F-4DD8-4E28-917D-B56BFE5461A8}"/>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192B23"/>
                </a:solidFill>
                <a:latin typeface="Noto Sans"/>
                <a:ea typeface="Noto Sans"/>
                <a:cs typeface="Noto Sans"/>
              </a:defRPr>
            </a:defPPr>
            <a:lvl1pPr algn="l">
              <a:defRPr sz="2850" b="1">
                <a:solidFill>
                  <a:srgbClr val="192B23"/>
                </a:solidFill>
                <a:latin typeface="Noto Sans"/>
                <a:ea typeface="Noto Sans"/>
                <a:cs typeface="Noto Sans"/>
              </a:defRPr>
            </a:lvl1pPr>
            <a:lvl2pPr algn="l">
              <a:defRPr sz="2850" b="1">
                <a:solidFill>
                  <a:srgbClr val="192B23"/>
                </a:solidFill>
                <a:latin typeface="Noto Sans"/>
                <a:ea typeface="Noto Sans"/>
                <a:cs typeface="Noto Sans"/>
              </a:defRPr>
            </a:lvl2pPr>
            <a:lvl3pPr algn="l">
              <a:defRPr sz="2850" b="1">
                <a:solidFill>
                  <a:srgbClr val="192B23"/>
                </a:solidFill>
                <a:latin typeface="Noto Sans"/>
                <a:ea typeface="Noto Sans"/>
                <a:cs typeface="Noto Sans"/>
              </a:defRPr>
            </a:lvl3pPr>
            <a:lvl4pPr algn="l">
              <a:defRPr sz="2850" b="1">
                <a:solidFill>
                  <a:srgbClr val="192B23"/>
                </a:solidFill>
                <a:latin typeface="Noto Sans"/>
                <a:ea typeface="Noto Sans"/>
                <a:cs typeface="Noto Sans"/>
              </a:defRPr>
            </a:lvl4pPr>
            <a:lvl5pPr algn="l">
              <a:defRPr sz="2850" b="1">
                <a:solidFill>
                  <a:srgbClr val="192B23"/>
                </a:solidFill>
                <a:latin typeface="Noto Sans"/>
                <a:ea typeface="Noto Sans"/>
                <a:cs typeface="Noto Sans"/>
              </a:defRPr>
            </a:lvl5pPr>
            <a:lvl6pPr algn="l">
              <a:defRPr sz="2850" b="1">
                <a:solidFill>
                  <a:srgbClr val="192B23"/>
                </a:solidFill>
                <a:latin typeface="Noto Sans"/>
                <a:ea typeface="Noto Sans"/>
                <a:cs typeface="Noto Sans"/>
              </a:defRPr>
            </a:lvl6pPr>
            <a:lvl7pPr algn="l">
              <a:defRPr sz="2850" b="1">
                <a:solidFill>
                  <a:srgbClr val="192B23"/>
                </a:solidFill>
                <a:latin typeface="Noto Sans"/>
                <a:ea typeface="Noto Sans"/>
                <a:cs typeface="Noto Sans"/>
              </a:defRPr>
            </a:lvl7pPr>
            <a:lvl8pPr algn="l">
              <a:defRPr sz="2850" b="1">
                <a:solidFill>
                  <a:srgbClr val="192B23"/>
                </a:solidFill>
                <a:latin typeface="Noto Sans"/>
                <a:ea typeface="Noto Sans"/>
                <a:cs typeface="Noto Sans"/>
              </a:defRPr>
            </a:lvl8pPr>
            <a:lvl9pPr algn="l">
              <a:defRPr sz="2850" b="1">
                <a:solidFill>
                  <a:srgbClr val="192B23"/>
                </a:solidFill>
                <a:latin typeface="Noto Sans"/>
                <a:ea typeface="Noto Sans"/>
                <a:cs typeface="Noto Sans"/>
              </a:defRPr>
            </a:lvl9pPr>
          </a:lstStyle>
          <a:p xmlns:a="http://schemas.openxmlformats.org/drawingml/2006/main">
            <a:pPr algn="l">
              <a:defRPr sz="2850" b="1">
                <a:solidFill>
                  <a:srgbClr val="192B23"/>
                </a:solidFill>
                <a:latin typeface="Noto Sans"/>
                <a:ea typeface="Noto Sans"/>
                <a:cs typeface="Noto Sans"/>
              </a:defRPr>
            </a:pPr>
            <a:r>
              <a:rPr sz="2850" b="1">
                <a:solidFill>
                  <a:srgbClr val="192B23"/>
                </a:solidFill>
                <a:latin typeface="Noto Sans"/>
                <a:ea typeface="Noto Sans"/>
                <a:cs typeface="Noto Sans"/>
              </a:rPr>
              <a:t>Questions?</a:t>
            </a:r>
          </a:p>
        </p:txBody>
      </p:sp>
      <p:sp>
        <p:nvSpPr>
          <p:cNvPr id="30" name="">
            <a:extLst xmlns:a="http://schemas.openxmlformats.org/drawingml/2006/main">
              <a:ext uri="{FF2B5EF4-FFF2-40B4-BE49-F238E27FC236}">
                <a16:creationId xmlns:a16="http://schemas.microsoft.com/office/drawing/2014/main" id="{2D5C735B-4CF2-491A-8A1B-AE92EC018A5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THANK YOU</a:t>
            </a:r>
          </a:p>
        </p:txBody>
      </p:sp>
    </p:spTree>
    <p:extLst>
      <p:ext uri="{BB962C8B-B14F-4D97-AF65-F5344CB8AC3E}">
        <p14:creationId xmlns:p14="http://schemas.microsoft.com/office/powerpoint/2010/main" val="11700944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2026-10-19T10:15:06.6330000Z</dcterms:created>
  <dcterms:modified xsi:type="dcterms:W3CDTF">2026-10-19T10:15:06.6330000Z</dcterms:modified>
</coreProperties>
</file>