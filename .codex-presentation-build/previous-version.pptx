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f48a7802f94a92" /><Relationship Type="http://schemas.openxmlformats.org/officeDocument/2006/relationships/extended-properties" Target="/docProps/app.xml" Id="Rda89fc5e56764fcd" /><Relationship Type="http://schemas.openxmlformats.org/officeDocument/2006/relationships/officeDocument" Target="/ppt/presentation.xml" Id="R3b3609d423844590" /></Relationships>
</file>

<file path=ppt/presentation.xml><?xml version="1.0" encoding="utf-8"?>
<p:presentation xmlns:p="http://schemas.openxmlformats.org/presentationml/2006/main">
  <p:sldMasterIdLst>
    <p:sldMasterId xmlns:r="http://schemas.openxmlformats.org/officeDocument/2006/relationships" id="2147483648" r:id="Rfe3ae51c37404fcf"/>
  </p:sldMasterIdLst>
  <p:notesMasterIdLst>
    <p:notesMasterId xmlns:r="http://schemas.openxmlformats.org/officeDocument/2006/relationships" r:id="R2450f8d1d9f7485e"/>
  </p:notesMasterIdLst>
  <p:sldIdLst>
    <p:sldId xmlns:r="http://schemas.openxmlformats.org/officeDocument/2006/relationships" id="256" r:id="Rdccb48c0eda34c38"/>
    <p:sldId xmlns:r="http://schemas.openxmlformats.org/officeDocument/2006/relationships" id="257" r:id="R9c8ed0275b2643ec"/>
    <p:sldId xmlns:r="http://schemas.openxmlformats.org/officeDocument/2006/relationships" id="258" r:id="R95701735d26045c6"/>
    <p:sldId xmlns:r="http://schemas.openxmlformats.org/officeDocument/2006/relationships" id="259" r:id="R8cac0da3b5824b7c"/>
    <p:sldId xmlns:r="http://schemas.openxmlformats.org/officeDocument/2006/relationships" id="260" r:id="Ra616f5380b50412a"/>
    <p:sldId xmlns:r="http://schemas.openxmlformats.org/officeDocument/2006/relationships" id="261" r:id="R55c213cd5ee74846"/>
    <p:sldId xmlns:r="http://schemas.openxmlformats.org/officeDocument/2006/relationships" id="262" r:id="R40f55327a26a413e"/>
    <p:sldId xmlns:r="http://schemas.openxmlformats.org/officeDocument/2006/relationships" id="263" r:id="Ra8df0a3afc204d73"/>
    <p:sldId xmlns:r="http://schemas.openxmlformats.org/officeDocument/2006/relationships" id="264" r:id="Rf4a78411db854806"/>
    <p:sldId xmlns:r="http://schemas.openxmlformats.org/officeDocument/2006/relationships" id="265" r:id="R62e08b9c66694d3f"/>
    <p:sldId xmlns:r="http://schemas.openxmlformats.org/officeDocument/2006/relationships" id="266" r:id="Rf10ff6d63e634271"/>
    <p:sldId xmlns:r="http://schemas.openxmlformats.org/officeDocument/2006/relationships" id="267" r:id="Raf5c9aca18904ed0"/>
    <p:sldId xmlns:r="http://schemas.openxmlformats.org/officeDocument/2006/relationships" id="268" r:id="R64a569dbee7541bc"/>
    <p:sldId xmlns:r="http://schemas.openxmlformats.org/officeDocument/2006/relationships" id="269" r:id="R1338916928314d3f"/>
    <p:sldId xmlns:r="http://schemas.openxmlformats.org/officeDocument/2006/relationships" id="270" r:id="R060ba8762e8949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0cb9ee37364d5f" /><Relationship Type="http://schemas.openxmlformats.org/officeDocument/2006/relationships/slideMaster" Target="/ppt/slideMasters/slideMaster1.xml" Id="Rfe3ae51c37404fcf" /><Relationship Type="http://schemas.openxmlformats.org/officeDocument/2006/relationships/notesMaster" Target="/ppt/notesMasters/notesMaster1.xml" Id="R2450f8d1d9f7485e" /><Relationship Type="http://schemas.openxmlformats.org/officeDocument/2006/relationships/presProps" Target="/ppt/presProps.xml" Id="Rb802d1c9ec644b11" /><Relationship Type="http://schemas.openxmlformats.org/officeDocument/2006/relationships/tableStyles" Target="/ppt/tableStyles.xml" Id="R69ea9988e4484a94" /><Relationship Type="http://schemas.openxmlformats.org/officeDocument/2006/relationships/slide" Target="/ppt/slides/slide1.xml" Id="Rdccb48c0eda34c38" /><Relationship Type="http://schemas.openxmlformats.org/officeDocument/2006/relationships/slide" Target="/ppt/slides/slide2.xml" Id="R9c8ed0275b2643ec" /><Relationship Type="http://schemas.openxmlformats.org/officeDocument/2006/relationships/slide" Target="/ppt/slides/slide3.xml" Id="R95701735d26045c6" /><Relationship Type="http://schemas.openxmlformats.org/officeDocument/2006/relationships/slide" Target="/ppt/slides/slide4.xml" Id="R8cac0da3b5824b7c" /><Relationship Type="http://schemas.openxmlformats.org/officeDocument/2006/relationships/slide" Target="/ppt/slides/slide5.xml" Id="Ra616f5380b50412a" /><Relationship Type="http://schemas.openxmlformats.org/officeDocument/2006/relationships/slide" Target="/ppt/slides/slide6.xml" Id="R55c213cd5ee74846" /><Relationship Type="http://schemas.openxmlformats.org/officeDocument/2006/relationships/slide" Target="/ppt/slides/slide7.xml" Id="R40f55327a26a413e" /><Relationship Type="http://schemas.openxmlformats.org/officeDocument/2006/relationships/slide" Target="/ppt/slides/slide8.xml" Id="Ra8df0a3afc204d73" /><Relationship Type="http://schemas.openxmlformats.org/officeDocument/2006/relationships/slide" Target="/ppt/slides/slide9.xml" Id="Rf4a78411db854806" /><Relationship Type="http://schemas.openxmlformats.org/officeDocument/2006/relationships/slide" Target="/ppt/slides/slide10.xml" Id="R62e08b9c66694d3f" /><Relationship Type="http://schemas.openxmlformats.org/officeDocument/2006/relationships/slide" Target="/ppt/slides/slide11.xml" Id="Rf10ff6d63e634271" /><Relationship Type="http://schemas.openxmlformats.org/officeDocument/2006/relationships/slide" Target="/ppt/slides/slide12.xml" Id="Raf5c9aca18904ed0" /><Relationship Type="http://schemas.openxmlformats.org/officeDocument/2006/relationships/slide" Target="/ppt/slides/slide13.xml" Id="R64a569dbee7541bc" /><Relationship Type="http://schemas.openxmlformats.org/officeDocument/2006/relationships/slide" Target="/ppt/slides/slide14.xml" Id="R1338916928314d3f" /><Relationship Type="http://schemas.openxmlformats.org/officeDocument/2006/relationships/slide" Target="/ppt/slides/slide15.xml" Id="R060ba8762e8949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8018e4dcdd46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f411c84c4043d7" /><Relationship Type="http://schemas.openxmlformats.org/officeDocument/2006/relationships/notesMaster" Target="/ppt/notesMasters/notesMaster1.xml" Id="R02728cf6297145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74f90349174c82" /><Relationship Type="http://schemas.openxmlformats.org/officeDocument/2006/relationships/notesMaster" Target="/ppt/notesMasters/notesMaster1.xml" Id="R1f1d10b11a8340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77d7a52c0741a4" /><Relationship Type="http://schemas.openxmlformats.org/officeDocument/2006/relationships/notesMaster" Target="/ppt/notesMasters/notesMaster1.xml" Id="Rb49f3306482a41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e20cd122dc43fe" /><Relationship Type="http://schemas.openxmlformats.org/officeDocument/2006/relationships/notesMaster" Target="/ppt/notesMasters/notesMaster1.xml" Id="R6d1e63d5a4364c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74437218094d82" /><Relationship Type="http://schemas.openxmlformats.org/officeDocument/2006/relationships/notesMaster" Target="/ppt/notesMasters/notesMaster1.xml" Id="Rfa36ffbba2ab46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ef073794424ceb" /><Relationship Type="http://schemas.openxmlformats.org/officeDocument/2006/relationships/notesMaster" Target="/ppt/notesMasters/notesMaster1.xml" Id="R0477c6bf890e44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8657b62d1c4214" /><Relationship Type="http://schemas.openxmlformats.org/officeDocument/2006/relationships/notesMaster" Target="/ppt/notesMasters/notesMaster1.xml" Id="Rad06a8c8081840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c0fe9ccc3b4715" /><Relationship Type="http://schemas.openxmlformats.org/officeDocument/2006/relationships/notesMaster" Target="/ppt/notesMasters/notesMaster1.xml" Id="R0fa35d5f060f4e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22ba97c7984ccf" /><Relationship Type="http://schemas.openxmlformats.org/officeDocument/2006/relationships/notesMaster" Target="/ppt/notesMasters/notesMaster1.xml" Id="R7db354476e564a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b99364f666437d" /><Relationship Type="http://schemas.openxmlformats.org/officeDocument/2006/relationships/notesMaster" Target="/ppt/notesMasters/notesMaster1.xml" Id="R6cfa9176d38341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e74282d3354796" /><Relationship Type="http://schemas.openxmlformats.org/officeDocument/2006/relationships/notesMaster" Target="/ppt/notesMasters/notesMaster1.xml" Id="R9f1050c99ebb4b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4c9b3b7f0d4328" /><Relationship Type="http://schemas.openxmlformats.org/officeDocument/2006/relationships/notesMaster" Target="/ppt/notesMasters/notesMaster1.xml" Id="R23f573ad860143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0881a317fa43a2" /><Relationship Type="http://schemas.openxmlformats.org/officeDocument/2006/relationships/notesMaster" Target="/ppt/notesMasters/notesMaster1.xml" Id="R24836ea86b404f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d8138d91b34d1e" /><Relationship Type="http://schemas.openxmlformats.org/officeDocument/2006/relationships/notesMaster" Target="/ppt/notesMasters/notesMaster1.xml" Id="R763404fbbc3a418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fc272ab67db4efe" /><Relationship Type="http://schemas.openxmlformats.org/officeDocument/2006/relationships/notesMaster" Target="/ppt/notesMasters/notesMaster1.xml" Id="R9f31cd0ccc3d4c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that you were responsible for the backend part of CODITENT. Explain that the presentation focuses on the system behind the user interface: APIs, data, permissions, asynchronous work, real-time communication, privacy, and deployment.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not the technology. CODITENT serves candidates, company teams, and platform administrators. Each group sees different resources and can perform different actions. My role was to build the backend boundary that validates requests, protects data, and applies the recruitment rules consistently.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left to right. Nginx terminates HTTPS and routes traffic. FastAPI is the central application authority. PostgreSQL stores durable business data, while private storage keeps files away from public access. Redis supports background work and real-time coordination. Celery workers call services such as Gemini outside the normal request-response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each technology exists. FastAPI gives a clear API layer. PostgreSQL protects relationships and multi-step updates. Redis and Celery keep slow AI work away from user requests. Private storage protects CVs. Docker and Ansible make the same architecture reproducible. Mention the cost: each extra component introduces configuration and failure modes that the backend must 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real endpoint as an example. A request first reaches a router, then Pydantic validates its body. The authentication dependency loads the current user. Authorization checks the role and ownership of the requested resource. The service applies business rules inside a database transaction. Response models prevent accidental data exposure. Unexpected exceptions receive an error ID for 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entity. It connects one candidate to one offer and carries the recruitment stage and CV snapshot. Interviews, chat, screening results, and notifications relate to that workflow. Foreign keys and unique constraints provide a second layer of protection beyond Python code. Alembic makes schema changes explicit and repeatable.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identity and authority. Passwords are hashed with bcrypt, and email OTP confirms account ownership. JWTs identify sessions, but protected routes still load the user from PostgreSQL. That means role, company membership, account status, and authorization version come from current state. Sensitive changes can invalidate earlier sessions and socket tickets.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answers who the caller is. Authorization answers whether that caller may perform this action on this resource. CODITENT combines a company-role permission matrix with resource scoping. A recruiter may have permission to review applications, but only inside the recruiter’s own company. Candidates remain limited to their own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state machine. Users cannot jump freely between stages. The backend checks the current state, validates the requested transition, verifies the caller’s role, and confirms the application belongs to the same company or candidate. The update and related notifications occur consistently inside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powers CV extraction, match context, recommendation ranking, and screening support. Calling Gemini inside the HTTP request would make users wait and would lose work when the API restarts. CODITENT writes durable job state first. A dispatcher claims the row, Celery executes the task through Redis, and the worker validates and stores the result. AI output remains advisory and never replaces authorization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real-time connection still needs authorization. The client obtains a short-lived socket ticket, then the WebSocket endpoint checks the user and application. PostgreSQL remains the durable source of message history. Redis helps multiple API processes share presence and broadcast messages. Notifications connect stage changes, interviews, and invitations to in-app and email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CVs, avatars, and logos do not belong in a public bucket. The backend validates uploads and stores assets privately. Downloads pass through authorization rules. Account controls support export, validated import, scheduled deletion, a cancellation period, file removal, and anonymization of records that must remain for recruitment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backend is complete only when the team can operate it. Health and readiness endpoints distinguish a running process from a usable service. Structured logs and Prometheus metrics help diagnose failures. Nginx handles TLS and public routing. Docker packages the services, while Ansible applies deployment steps consistently. Internal ports stay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prove isolated behavior, while the demo proves that the parts work together. During the demo, explain the backend effect of every click. Show authentication, one permission decision, an application record, an asynchronous AI job, and a persisted chat message. Keep database or logs ready so staff can see the server-side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lessons rather than a feature list. Current database state must drive authorization. Database constraints support application security. Durable queues protect slow external work. Then mention the improvements honestly. Invite questions and be ready to open the code for any component discussed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de26f0978c45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850615ebd744c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f8cb5baccd44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245321193747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77f3064f0d47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c223d4706a4b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5EF44C-D339-4D78-B45E-73F26A4BF9A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4B6BA5-D3EE-4767-9AD0-4A0FC0BB18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3E3FF52-0F91-499C-89C9-FBE9EFD29B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5A645A-408A-4E71-8095-CD3FDBF55B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EA0F39-1FA6-4B13-8B5C-88291ABE453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F2BC3B-3D00-4A4B-B951-1502E67242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F8A558-1250-4BE8-BE6D-EC989C8356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812ED8-5D78-4C2B-85A1-DAB6AF81465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77332D-65B2-4DF1-8E00-5E438BF454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DEF6CB-5189-415A-97B3-8E81B90A21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ca9807faaa40c0" /><Relationship Type="http://schemas.openxmlformats.org/officeDocument/2006/relationships/slideLayout" Target="/ppt/slideLayouts/slideLayout1.xml" Id="R28df23879374412e" /><Relationship Type="http://schemas.openxmlformats.org/officeDocument/2006/relationships/slideLayout" Target="/ppt/slideLayouts/slideLayout2.xml" Id="Rba9be5d409674d42" /><Relationship Type="http://schemas.openxmlformats.org/officeDocument/2006/relationships/slideLayout" Target="/ppt/slideLayouts/slideLayout3.xml" Id="R1eb44e4076f340c1" /><Relationship Type="http://schemas.openxmlformats.org/officeDocument/2006/relationships/slideLayout" Target="/ppt/slideLayouts/slideLayout4.xml" Id="R423fe8fd59304323" /><Relationship Type="http://schemas.openxmlformats.org/officeDocument/2006/relationships/slideLayout" Target="/ppt/slideLayouts/slideLayout5.xml" Id="Reed074173622491b" /><Relationship Type="http://schemas.openxmlformats.org/officeDocument/2006/relationships/slideLayout" Target="/ppt/slideLayouts/slideLayout6.xml" Id="R21f55fe8743c46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df23879374412e"/>
    <p:sldLayoutId xmlns:r="http://schemas.openxmlformats.org/officeDocument/2006/relationships" id="2147483650" r:id="Rba9be5d409674d42"/>
    <p:sldLayoutId xmlns:r="http://schemas.openxmlformats.org/officeDocument/2006/relationships" id="2147483651" r:id="R1eb44e4076f340c1"/>
    <p:sldLayoutId xmlns:r="http://schemas.openxmlformats.org/officeDocument/2006/relationships" id="2147483652" r:id="R423fe8fd59304323"/>
    <p:sldLayoutId xmlns:r="http://schemas.openxmlformats.org/officeDocument/2006/relationships" id="2147483653" r:id="Reed074173622491b"/>
    <p:sldLayoutId xmlns:r="http://schemas.openxmlformats.org/officeDocument/2006/relationships" id="2147483654" r:id="R21f55fe8743c46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8d774071bd43ec" /><Relationship Type="http://schemas.openxmlformats.org/officeDocument/2006/relationships/notesSlide" Target="/ppt/notesSlides/notesSlide1.xml" Id="R8ded7e01cd194a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8382c4457044475" /><Relationship Type="http://schemas.openxmlformats.org/officeDocument/2006/relationships/notesSlide" Target="/ppt/notesSlides/notesSlide2.xml" Id="Rb5f81618d6e043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6a7621091247cf" /><Relationship Type="http://schemas.openxmlformats.org/officeDocument/2006/relationships/notesSlide" Target="/ppt/notesSlides/notesSlide3.xml" Id="R74b355950e5644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334b936d4154ed4" /><Relationship Type="http://schemas.openxmlformats.org/officeDocument/2006/relationships/notesSlide" Target="/ppt/notesSlides/notesSlide4.xml" Id="R2f39630ba6c445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0d38828c5dc467f" /><Relationship Type="http://schemas.openxmlformats.org/officeDocument/2006/relationships/notesSlide" Target="/ppt/notesSlides/notesSlide5.xml" Id="R3beb05ca84cc42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2a7499c31394bd6" /><Relationship Type="http://schemas.openxmlformats.org/officeDocument/2006/relationships/notesSlide" Target="/ppt/notesSlides/notesSlide6.xml" Id="R23d1938b310344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57af5cb261845ba" /><Relationship Type="http://schemas.openxmlformats.org/officeDocument/2006/relationships/notesSlide" Target="/ppt/notesSlides/notesSlide7.xml" Id="R893f91cbaeef44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e85b84db0c4d93" /><Relationship Type="http://schemas.openxmlformats.org/officeDocument/2006/relationships/notesSlide" Target="/ppt/notesSlides/notesSlide8.xml" Id="R36f56f5693024c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6519eb03e134b88" /><Relationship Type="http://schemas.openxmlformats.org/officeDocument/2006/relationships/notesSlide" Target="/ppt/notesSlides/notesSlide9.xml" Id="R01121651c09242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cb94716b1940b5" /><Relationship Type="http://schemas.openxmlformats.org/officeDocument/2006/relationships/notesSlide" Target="/ppt/notesSlides/notesSlide10.xml" Id="R40e74a9d3ee240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faf927a414f459f" /><Relationship Type="http://schemas.openxmlformats.org/officeDocument/2006/relationships/notesSlide" Target="/ppt/notesSlides/notesSlide11.xml" Id="Rd16fe45626dd45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67c8b604c264516" /><Relationship Type="http://schemas.openxmlformats.org/officeDocument/2006/relationships/notesSlide" Target="/ppt/notesSlides/notesSlide12.xml" Id="R9717aa386e8f4c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60ac5380bc448f7" /><Relationship Type="http://schemas.openxmlformats.org/officeDocument/2006/relationships/notesSlide" Target="/ppt/notesSlides/notesSlide13.xml" Id="R0767804196924b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7f970d67457415b" /><Relationship Type="http://schemas.openxmlformats.org/officeDocument/2006/relationships/notesSlide" Target="/ppt/notesSlides/notesSlide14.xml" Id="Rae50d2ad5a1245e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6d466554af74c50" /><Relationship Type="http://schemas.openxmlformats.org/officeDocument/2006/relationships/notesSlide" Target="/ppt/notesSlides/notesSlide15.xml" Id="R2815eb4d71f741ff" /></Relationships>
</file>

<file path=ppt/slides/slide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4C16711-F488-4EFE-962B-1D756E35B05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2" name="">
            <a:extLst xmlns:a="http://schemas.openxmlformats.org/drawingml/2006/main">
              <a:ext uri="{FF2B5EF4-FFF2-40B4-BE49-F238E27FC236}">
                <a16:creationId xmlns:a16="http://schemas.microsoft.com/office/drawing/2014/main" id="{4524C08B-8F7B-4055-B788-77B29AFB3B1F}"/>
              </a:ext>
            </a:extLst>
          </p:cNvPr>
          <p:cNvSpPr>
            <a:spLocks xmlns:a="http://schemas.openxmlformats.org/drawingml/2006/main" noGrp="1"/>
          </p:cNvSpPr>
          <p:nvPr/>
        </p:nvSpPr>
        <p:spPr>
          <a:xfrm xmlns:a="http://schemas.openxmlformats.org/drawingml/2006/main">
            <a:off x="685800" y="6858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42 PROJECT PRESENTATION</a:t>
            </a:r>
          </a:p>
        </p:txBody>
      </p:sp>
      <p:sp>
        <p:nvSpPr>
          <p:cNvPr id="3" name="">
            <a:extLst xmlns:a="http://schemas.openxmlformats.org/drawingml/2006/main">
              <a:ext uri="{FF2B5EF4-FFF2-40B4-BE49-F238E27FC236}">
                <a16:creationId xmlns:a16="http://schemas.microsoft.com/office/drawing/2014/main" id="{FA8F410A-65D0-401E-A5AF-E26E2E4C3696}"/>
              </a:ext>
            </a:extLst>
          </p:cNvPr>
          <p:cNvSpPr>
            <a:spLocks xmlns:a="http://schemas.openxmlformats.org/drawingml/2006/main" noGrp="1"/>
          </p:cNvSpPr>
          <p:nvPr/>
        </p:nvSpPr>
        <p:spPr>
          <a:xfrm xmlns:a="http://schemas.openxmlformats.org/drawingml/2006/main">
            <a:off x="685800" y="1466850"/>
            <a:ext cx="685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458"/>
          </a:bodyPr>
          <a:lstStyle xmlns:a="http://schemas.openxmlformats.org/drawingml/2006/main">
            <a:defPPr algn="l">
              <a:defRPr sz="4800" b="1">
                <a:solidFill>
                  <a:srgbClr val="F4F8FF"/>
                </a:solidFill>
                <a:latin typeface="Ubuntu Sans"/>
                <a:ea typeface="Ubuntu Sans"/>
                <a:cs typeface="Ubuntu Sans"/>
              </a:defRPr>
            </a:defPPr>
            <a:lvl1pPr algn="l">
              <a:defRPr sz="4800" b="1">
                <a:solidFill>
                  <a:srgbClr val="F4F8FF"/>
                </a:solidFill>
                <a:latin typeface="Ubuntu Sans"/>
                <a:ea typeface="Ubuntu Sans"/>
                <a:cs typeface="Ubuntu Sans"/>
              </a:defRPr>
            </a:lvl1pPr>
            <a:lvl2pPr algn="l">
              <a:defRPr sz="4800" b="1">
                <a:solidFill>
                  <a:srgbClr val="F4F8FF"/>
                </a:solidFill>
                <a:latin typeface="Ubuntu Sans"/>
                <a:ea typeface="Ubuntu Sans"/>
                <a:cs typeface="Ubuntu Sans"/>
              </a:defRPr>
            </a:lvl2pPr>
            <a:lvl3pPr algn="l">
              <a:defRPr sz="4800" b="1">
                <a:solidFill>
                  <a:srgbClr val="F4F8FF"/>
                </a:solidFill>
                <a:latin typeface="Ubuntu Sans"/>
                <a:ea typeface="Ubuntu Sans"/>
                <a:cs typeface="Ubuntu Sans"/>
              </a:defRPr>
            </a:lvl3pPr>
            <a:lvl4pPr algn="l">
              <a:defRPr sz="4800" b="1">
                <a:solidFill>
                  <a:srgbClr val="F4F8FF"/>
                </a:solidFill>
                <a:latin typeface="Ubuntu Sans"/>
                <a:ea typeface="Ubuntu Sans"/>
                <a:cs typeface="Ubuntu Sans"/>
              </a:defRPr>
            </a:lvl4pPr>
            <a:lvl5pPr algn="l">
              <a:defRPr sz="4800" b="1">
                <a:solidFill>
                  <a:srgbClr val="F4F8FF"/>
                </a:solidFill>
                <a:latin typeface="Ubuntu Sans"/>
                <a:ea typeface="Ubuntu Sans"/>
                <a:cs typeface="Ubuntu Sans"/>
              </a:defRPr>
            </a:lvl5pPr>
            <a:lvl6pPr algn="l">
              <a:defRPr sz="4800" b="1">
                <a:solidFill>
                  <a:srgbClr val="F4F8FF"/>
                </a:solidFill>
                <a:latin typeface="Ubuntu Sans"/>
                <a:ea typeface="Ubuntu Sans"/>
                <a:cs typeface="Ubuntu Sans"/>
              </a:defRPr>
            </a:lvl6pPr>
            <a:lvl7pPr algn="l">
              <a:defRPr sz="4800" b="1">
                <a:solidFill>
                  <a:srgbClr val="F4F8FF"/>
                </a:solidFill>
                <a:latin typeface="Ubuntu Sans"/>
                <a:ea typeface="Ubuntu Sans"/>
                <a:cs typeface="Ubuntu Sans"/>
              </a:defRPr>
            </a:lvl7pPr>
            <a:lvl8pPr algn="l">
              <a:defRPr sz="4800" b="1">
                <a:solidFill>
                  <a:srgbClr val="F4F8FF"/>
                </a:solidFill>
                <a:latin typeface="Ubuntu Sans"/>
                <a:ea typeface="Ubuntu Sans"/>
                <a:cs typeface="Ubuntu Sans"/>
              </a:defRPr>
            </a:lvl8pPr>
            <a:lvl9pPr algn="l">
              <a:defRPr sz="4800" b="1">
                <a:solidFill>
                  <a:srgbClr val="F4F8FF"/>
                </a:solidFill>
                <a:latin typeface="Ubuntu Sans"/>
                <a:ea typeface="Ubuntu Sans"/>
                <a:cs typeface="Ubuntu Sans"/>
              </a:defRPr>
            </a:lvl9pPr>
          </a:lstStyle>
          <a:p xmlns:a="http://schemas.openxmlformats.org/drawingml/2006/main">
            <a:pPr algn="l">
              <a:defRPr sz="4800" b="1">
                <a:solidFill>
                  <a:srgbClr val="F4F8FF"/>
                </a:solidFill>
                <a:latin typeface="Ubuntu Sans"/>
                <a:ea typeface="Ubuntu Sans"/>
                <a:cs typeface="Ubuntu Sans"/>
              </a:defRPr>
            </a:pPr>
            <a:r>
              <a:rPr sz="4800" b="1">
                <a:solidFill>
                  <a:srgbClr val="F4F8FF"/>
                </a:solidFill>
                <a:latin typeface="Ubuntu Sans"/>
                <a:ea typeface="Ubuntu Sans"/>
                <a:cs typeface="Ubuntu Sans"/>
              </a:rPr>
              <a:t>CODITENT</a:t>
            </a:r>
          </a:p>
        </p:txBody>
      </p:sp>
      <p:sp>
        <p:nvSpPr>
          <p:cNvPr id="4" name="">
            <a:extLst xmlns:a="http://schemas.openxmlformats.org/drawingml/2006/main">
              <a:ext uri="{FF2B5EF4-FFF2-40B4-BE49-F238E27FC236}">
                <a16:creationId xmlns:a16="http://schemas.microsoft.com/office/drawing/2014/main" id="{F9924E6D-3786-468A-91D3-336F07582F64}"/>
              </a:ext>
            </a:extLst>
          </p:cNvPr>
          <p:cNvSpPr>
            <a:spLocks xmlns:a="http://schemas.openxmlformats.org/drawingml/2006/main" noGrp="1"/>
          </p:cNvSpPr>
          <p:nvPr/>
        </p:nvSpPr>
        <p:spPr>
          <a:xfrm xmlns:a="http://schemas.openxmlformats.org/drawingml/2006/main">
            <a:off x="723900" y="222885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325" b="0">
                <a:solidFill>
                  <a:srgbClr val="A9BCD0"/>
                </a:solidFill>
                <a:latin typeface="Ubuntu Sans"/>
                <a:ea typeface="Ubuntu Sans"/>
                <a:cs typeface="Ubuntu Sans"/>
              </a:defRPr>
            </a:defPPr>
            <a:lvl1pPr algn="l">
              <a:defRPr sz="2325" b="0">
                <a:solidFill>
                  <a:srgbClr val="A9BCD0"/>
                </a:solidFill>
                <a:latin typeface="Ubuntu Sans"/>
                <a:ea typeface="Ubuntu Sans"/>
                <a:cs typeface="Ubuntu Sans"/>
              </a:defRPr>
            </a:lvl1pPr>
            <a:lvl2pPr algn="l">
              <a:defRPr sz="2325" b="0">
                <a:solidFill>
                  <a:srgbClr val="A9BCD0"/>
                </a:solidFill>
                <a:latin typeface="Ubuntu Sans"/>
                <a:ea typeface="Ubuntu Sans"/>
                <a:cs typeface="Ubuntu Sans"/>
              </a:defRPr>
            </a:lvl2pPr>
            <a:lvl3pPr algn="l">
              <a:defRPr sz="2325" b="0">
                <a:solidFill>
                  <a:srgbClr val="A9BCD0"/>
                </a:solidFill>
                <a:latin typeface="Ubuntu Sans"/>
                <a:ea typeface="Ubuntu Sans"/>
                <a:cs typeface="Ubuntu Sans"/>
              </a:defRPr>
            </a:lvl3pPr>
            <a:lvl4pPr algn="l">
              <a:defRPr sz="2325" b="0">
                <a:solidFill>
                  <a:srgbClr val="A9BCD0"/>
                </a:solidFill>
                <a:latin typeface="Ubuntu Sans"/>
                <a:ea typeface="Ubuntu Sans"/>
                <a:cs typeface="Ubuntu Sans"/>
              </a:defRPr>
            </a:lvl4pPr>
            <a:lvl5pPr algn="l">
              <a:defRPr sz="2325" b="0">
                <a:solidFill>
                  <a:srgbClr val="A9BCD0"/>
                </a:solidFill>
                <a:latin typeface="Ubuntu Sans"/>
                <a:ea typeface="Ubuntu Sans"/>
                <a:cs typeface="Ubuntu Sans"/>
              </a:defRPr>
            </a:lvl5pPr>
            <a:lvl6pPr algn="l">
              <a:defRPr sz="2325" b="0">
                <a:solidFill>
                  <a:srgbClr val="A9BCD0"/>
                </a:solidFill>
                <a:latin typeface="Ubuntu Sans"/>
                <a:ea typeface="Ubuntu Sans"/>
                <a:cs typeface="Ubuntu Sans"/>
              </a:defRPr>
            </a:lvl6pPr>
            <a:lvl7pPr algn="l">
              <a:defRPr sz="2325" b="0">
                <a:solidFill>
                  <a:srgbClr val="A9BCD0"/>
                </a:solidFill>
                <a:latin typeface="Ubuntu Sans"/>
                <a:ea typeface="Ubuntu Sans"/>
                <a:cs typeface="Ubuntu Sans"/>
              </a:defRPr>
            </a:lvl7pPr>
            <a:lvl8pPr algn="l">
              <a:defRPr sz="2325" b="0">
                <a:solidFill>
                  <a:srgbClr val="A9BCD0"/>
                </a:solidFill>
                <a:latin typeface="Ubuntu Sans"/>
                <a:ea typeface="Ubuntu Sans"/>
                <a:cs typeface="Ubuntu Sans"/>
              </a:defRPr>
            </a:lvl8pPr>
            <a:lvl9pPr algn="l">
              <a:defRPr sz="2325" b="0">
                <a:solidFill>
                  <a:srgbClr val="A9BCD0"/>
                </a:solidFill>
                <a:latin typeface="Ubuntu Sans"/>
                <a:ea typeface="Ubuntu Sans"/>
                <a:cs typeface="Ubuntu Sans"/>
              </a:defRPr>
            </a:lvl9pPr>
          </a:lstStyle>
          <a:p xmlns:a="http://schemas.openxmlformats.org/drawingml/2006/main">
            <a:pPr algn="l">
              <a:defRPr sz="2325" b="0">
                <a:solidFill>
                  <a:srgbClr val="A9BCD0"/>
                </a:solidFill>
                <a:latin typeface="Ubuntu Sans"/>
                <a:ea typeface="Ubuntu Sans"/>
                <a:cs typeface="Ubuntu Sans"/>
              </a:defRPr>
            </a:pPr>
            <a:r>
              <a:rPr sz="2325" b="0">
                <a:solidFill>
                  <a:srgbClr val="A9BCD0"/>
                </a:solidFill>
                <a:latin typeface="Ubuntu Sans"/>
                <a:ea typeface="Ubuntu Sans"/>
                <a:cs typeface="Ubuntu Sans"/>
              </a:rPr>
              <a:t>Backend architecture and engineering</a:t>
            </a:r>
          </a:p>
        </p:txBody>
      </p:sp>
      <p:sp>
        <p:nvSpPr>
          <p:cNvPr id="5" name="">
            <a:extLst xmlns:a="http://schemas.openxmlformats.org/drawingml/2006/main">
              <a:ext uri="{FF2B5EF4-FFF2-40B4-BE49-F238E27FC236}">
                <a16:creationId xmlns:a16="http://schemas.microsoft.com/office/drawing/2014/main" id="{D5A07FF8-D957-49F4-9EB5-627781FB59F1}"/>
              </a:ext>
            </a:extLst>
          </p:cNvPr>
          <p:cNvSpPr>
            <a:spLocks xmlns:a="http://schemas.openxmlformats.org/drawingml/2006/main" noGrp="1"/>
          </p:cNvSpPr>
          <p:nvPr/>
        </p:nvSpPr>
        <p:spPr>
          <a:xfrm xmlns:a="http://schemas.openxmlformats.org/drawingml/2006/main">
            <a:off x="723900" y="302895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8A7CFF"/>
                </a:solidFill>
                <a:latin typeface="Ubuntu Sans"/>
                <a:ea typeface="Ubuntu Sans"/>
                <a:cs typeface="Ubuntu Sans"/>
              </a:defRPr>
            </a:defPPr>
            <a:lvl1pPr algn="l">
              <a:defRPr sz="1275" b="1">
                <a:solidFill>
                  <a:srgbClr val="8A7CFF"/>
                </a:solidFill>
                <a:latin typeface="Ubuntu Sans"/>
                <a:ea typeface="Ubuntu Sans"/>
                <a:cs typeface="Ubuntu Sans"/>
              </a:defRPr>
            </a:lvl1pPr>
            <a:lvl2pPr algn="l">
              <a:defRPr sz="1275" b="1">
                <a:solidFill>
                  <a:srgbClr val="8A7CFF"/>
                </a:solidFill>
                <a:latin typeface="Ubuntu Sans"/>
                <a:ea typeface="Ubuntu Sans"/>
                <a:cs typeface="Ubuntu Sans"/>
              </a:defRPr>
            </a:lvl2pPr>
            <a:lvl3pPr algn="l">
              <a:defRPr sz="1275" b="1">
                <a:solidFill>
                  <a:srgbClr val="8A7CFF"/>
                </a:solidFill>
                <a:latin typeface="Ubuntu Sans"/>
                <a:ea typeface="Ubuntu Sans"/>
                <a:cs typeface="Ubuntu Sans"/>
              </a:defRPr>
            </a:lvl3pPr>
            <a:lvl4pPr algn="l">
              <a:defRPr sz="1275" b="1">
                <a:solidFill>
                  <a:srgbClr val="8A7CFF"/>
                </a:solidFill>
                <a:latin typeface="Ubuntu Sans"/>
                <a:ea typeface="Ubuntu Sans"/>
                <a:cs typeface="Ubuntu Sans"/>
              </a:defRPr>
            </a:lvl4pPr>
            <a:lvl5pPr algn="l">
              <a:defRPr sz="1275" b="1">
                <a:solidFill>
                  <a:srgbClr val="8A7CFF"/>
                </a:solidFill>
                <a:latin typeface="Ubuntu Sans"/>
                <a:ea typeface="Ubuntu Sans"/>
                <a:cs typeface="Ubuntu Sans"/>
              </a:defRPr>
            </a:lvl5pPr>
            <a:lvl6pPr algn="l">
              <a:defRPr sz="1275" b="1">
                <a:solidFill>
                  <a:srgbClr val="8A7CFF"/>
                </a:solidFill>
                <a:latin typeface="Ubuntu Sans"/>
                <a:ea typeface="Ubuntu Sans"/>
                <a:cs typeface="Ubuntu Sans"/>
              </a:defRPr>
            </a:lvl6pPr>
            <a:lvl7pPr algn="l">
              <a:defRPr sz="1275" b="1">
                <a:solidFill>
                  <a:srgbClr val="8A7CFF"/>
                </a:solidFill>
                <a:latin typeface="Ubuntu Sans"/>
                <a:ea typeface="Ubuntu Sans"/>
                <a:cs typeface="Ubuntu Sans"/>
              </a:defRPr>
            </a:lvl7pPr>
            <a:lvl8pPr algn="l">
              <a:defRPr sz="1275" b="1">
                <a:solidFill>
                  <a:srgbClr val="8A7CFF"/>
                </a:solidFill>
                <a:latin typeface="Ubuntu Sans"/>
                <a:ea typeface="Ubuntu Sans"/>
                <a:cs typeface="Ubuntu Sans"/>
              </a:defRPr>
            </a:lvl8pPr>
            <a:lvl9pPr algn="l">
              <a:defRPr sz="1275" b="1">
                <a:solidFill>
                  <a:srgbClr val="8A7CFF"/>
                </a:solidFill>
                <a:latin typeface="Ubuntu Sans"/>
                <a:ea typeface="Ubuntu Sans"/>
                <a:cs typeface="Ubuntu Sans"/>
              </a:defRPr>
            </a:lvl9pPr>
          </a:lstStyle>
          <a:p xmlns:a="http://schemas.openxmlformats.org/drawingml/2006/main">
            <a:pPr algn="l">
              <a:defRPr sz="1275" b="1">
                <a:solidFill>
                  <a:srgbClr val="8A7CFF"/>
                </a:solidFill>
                <a:latin typeface="Ubuntu Sans"/>
                <a:ea typeface="Ubuntu Sans"/>
                <a:cs typeface="Ubuntu Sans"/>
              </a:defRPr>
            </a:pPr>
            <a:r>
              <a:rPr sz="1275" b="1">
                <a:solidFill>
                  <a:srgbClr val="8A7CFF"/>
                </a:solidFill>
                <a:latin typeface="Ubuntu Sans"/>
                <a:ea typeface="Ubuntu Sans"/>
                <a:cs typeface="Ubuntu Sans"/>
              </a:rPr>
              <a:t>FastAPI  /  PostgreSQL  /  Redis  /  Celery  /  WebSockets</a:t>
            </a:r>
          </a:p>
        </p:txBody>
      </p:sp>
      <p:sp>
        <p:nvSpPr>
          <p:cNvPr id="6" name="">
            <a:extLst xmlns:a="http://schemas.openxmlformats.org/drawingml/2006/main">
              <a:ext uri="{FF2B5EF4-FFF2-40B4-BE49-F238E27FC236}">
                <a16:creationId xmlns:a16="http://schemas.microsoft.com/office/drawing/2014/main" id="{E80E73D0-ED41-4967-B900-3AF51860241B}"/>
              </a:ext>
            </a:extLst>
          </p:cNvPr>
          <p:cNvSpPr>
            <a:spLocks xmlns:a="http://schemas.openxmlformats.org/drawingml/2006/main" noGrp="1"/>
          </p:cNvSpPr>
          <p:nvPr/>
        </p:nvSpPr>
        <p:spPr>
          <a:xfrm xmlns:a="http://schemas.openxmlformats.org/drawingml/2006/main">
            <a:off x="8458200" y="1123950"/>
            <a:ext cx="2857500" cy="3714750"/>
          </a:xfrm>
          <a:prstGeom xmlns:a="http://schemas.openxmlformats.org/drawingml/2006/main" prst="roundRect">
            <a:avLst>
              <a:gd name="adj" fmla="val 4000"/>
            </a:avLst>
          </a:prstGeom>
          <a:solidFill xmlns:a="http://schemas.openxmlformats.org/drawingml/2006/main">
            <a:srgbClr val="0B182B"/>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47A8F445-AA52-4CD4-92A5-EDF19E1D5113}"/>
              </a:ext>
            </a:extLst>
          </p:cNvPr>
          <p:cNvSpPr>
            <a:spLocks xmlns:a="http://schemas.openxmlformats.org/drawingml/2006/main" noGrp="1"/>
          </p:cNvSpPr>
          <p:nvPr/>
        </p:nvSpPr>
        <p:spPr>
          <a:xfrm xmlns:a="http://schemas.openxmlformats.org/drawingml/2006/main">
            <a:off x="8896350" y="1619250"/>
            <a:ext cx="198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972"/>
          </a:bodyPr>
          <a:lstStyle xmlns:a="http://schemas.openxmlformats.org/drawingml/2006/main">
            <a:defPPr algn="ctr">
              <a:defRPr sz="3600" b="1">
                <a:solidFill>
                  <a:srgbClr val="2FD6D3"/>
                </a:solidFill>
                <a:latin typeface="Ubuntu Sans"/>
                <a:ea typeface="Ubuntu Sans"/>
                <a:cs typeface="Ubuntu Sans"/>
              </a:defRPr>
            </a:defPPr>
            <a:lvl1pPr algn="ctr">
              <a:defRPr sz="3600" b="1">
                <a:solidFill>
                  <a:srgbClr val="2FD6D3"/>
                </a:solidFill>
                <a:latin typeface="Ubuntu Sans"/>
                <a:ea typeface="Ubuntu Sans"/>
                <a:cs typeface="Ubuntu Sans"/>
              </a:defRPr>
            </a:lvl1pPr>
            <a:lvl2pPr algn="ctr">
              <a:defRPr sz="3600" b="1">
                <a:solidFill>
                  <a:srgbClr val="2FD6D3"/>
                </a:solidFill>
                <a:latin typeface="Ubuntu Sans"/>
                <a:ea typeface="Ubuntu Sans"/>
                <a:cs typeface="Ubuntu Sans"/>
              </a:defRPr>
            </a:lvl2pPr>
            <a:lvl3pPr algn="ctr">
              <a:defRPr sz="3600" b="1">
                <a:solidFill>
                  <a:srgbClr val="2FD6D3"/>
                </a:solidFill>
                <a:latin typeface="Ubuntu Sans"/>
                <a:ea typeface="Ubuntu Sans"/>
                <a:cs typeface="Ubuntu Sans"/>
              </a:defRPr>
            </a:lvl3pPr>
            <a:lvl4pPr algn="ctr">
              <a:defRPr sz="3600" b="1">
                <a:solidFill>
                  <a:srgbClr val="2FD6D3"/>
                </a:solidFill>
                <a:latin typeface="Ubuntu Sans"/>
                <a:ea typeface="Ubuntu Sans"/>
                <a:cs typeface="Ubuntu Sans"/>
              </a:defRPr>
            </a:lvl4pPr>
            <a:lvl5pPr algn="ctr">
              <a:defRPr sz="3600" b="1">
                <a:solidFill>
                  <a:srgbClr val="2FD6D3"/>
                </a:solidFill>
                <a:latin typeface="Ubuntu Sans"/>
                <a:ea typeface="Ubuntu Sans"/>
                <a:cs typeface="Ubuntu Sans"/>
              </a:defRPr>
            </a:lvl5pPr>
            <a:lvl6pPr algn="ctr">
              <a:defRPr sz="3600" b="1">
                <a:solidFill>
                  <a:srgbClr val="2FD6D3"/>
                </a:solidFill>
                <a:latin typeface="Ubuntu Sans"/>
                <a:ea typeface="Ubuntu Sans"/>
                <a:cs typeface="Ubuntu Sans"/>
              </a:defRPr>
            </a:lvl6pPr>
            <a:lvl7pPr algn="ctr">
              <a:defRPr sz="3600" b="1">
                <a:solidFill>
                  <a:srgbClr val="2FD6D3"/>
                </a:solidFill>
                <a:latin typeface="Ubuntu Sans"/>
                <a:ea typeface="Ubuntu Sans"/>
                <a:cs typeface="Ubuntu Sans"/>
              </a:defRPr>
            </a:lvl7pPr>
            <a:lvl8pPr algn="ctr">
              <a:defRPr sz="3600" b="1">
                <a:solidFill>
                  <a:srgbClr val="2FD6D3"/>
                </a:solidFill>
                <a:latin typeface="Ubuntu Sans"/>
                <a:ea typeface="Ubuntu Sans"/>
                <a:cs typeface="Ubuntu Sans"/>
              </a:defRPr>
            </a:lvl8pPr>
            <a:lvl9pPr algn="ctr">
              <a:defRPr sz="3600" b="1">
                <a:solidFill>
                  <a:srgbClr val="2FD6D3"/>
                </a:solidFill>
                <a:latin typeface="Ubuntu Sans"/>
                <a:ea typeface="Ubuntu Sans"/>
                <a:cs typeface="Ubuntu Sans"/>
              </a:defRPr>
            </a:lvl9pPr>
          </a:lstStyle>
          <a:p xmlns:a="http://schemas.openxmlformats.org/drawingml/2006/main">
            <a:pPr algn="ctr">
              <a:defRPr sz="3600" b="1">
                <a:solidFill>
                  <a:srgbClr val="2FD6D3"/>
                </a:solidFill>
                <a:latin typeface="Ubuntu Sans"/>
                <a:ea typeface="Ubuntu Sans"/>
                <a:cs typeface="Ubuntu Sans"/>
              </a:defRPr>
            </a:pPr>
            <a:r>
              <a:rPr sz="3600" b="1">
                <a:solidFill>
                  <a:srgbClr val="2FD6D3"/>
                </a:solidFill>
                <a:latin typeface="Ubuntu Sans"/>
                <a:ea typeface="Ubuntu Sans"/>
                <a:cs typeface="Ubuntu Sans"/>
              </a:rPr>
              <a:t>API</a:t>
            </a:r>
          </a:p>
        </p:txBody>
      </p:sp>
      <p:sp>
        <p:nvSpPr>
          <p:cNvPr id="8" name="">
            <a:extLst xmlns:a="http://schemas.openxmlformats.org/drawingml/2006/main">
              <a:ext uri="{FF2B5EF4-FFF2-40B4-BE49-F238E27FC236}">
                <a16:creationId xmlns:a16="http://schemas.microsoft.com/office/drawing/2014/main" id="{96A8E27B-8CBD-4413-9E3E-90A2AEA6B8BC}"/>
              </a:ext>
            </a:extLst>
          </p:cNvPr>
          <p:cNvSpPr>
            <a:spLocks xmlns:a="http://schemas.openxmlformats.org/drawingml/2006/main" noGrp="1"/>
          </p:cNvSpPr>
          <p:nvPr/>
        </p:nvSpPr>
        <p:spPr>
          <a:xfrm xmlns:a="http://schemas.openxmlformats.org/drawingml/2006/main">
            <a:off x="9296400" y="2419350"/>
            <a:ext cx="1181100" cy="0"/>
          </a:xfrm>
          <a:prstGeom xmlns:a="http://schemas.openxmlformats.org/drawingml/2006/main" prst="line">
            <a:avLst/>
          </a:prstGeom>
          <a:noFill xmlns:a="http://schemas.openxmlformats.org/drawingml/2006/main"/>
          <a:ln xmlns:a="http://schemas.openxmlformats.org/drawingml/2006/main" w="28575">
            <a:solidFill>
              <a:srgbClr val="2B4563"/>
            </a:solidFill>
            <a:prstDash val="solid"/>
          </a:ln>
        </p:spPr>
      </p:sp>
      <p:sp>
        <p:nvSpPr>
          <p:cNvPr id="9" name="">
            <a:extLst xmlns:a="http://schemas.openxmlformats.org/drawingml/2006/main">
              <a:ext uri="{FF2B5EF4-FFF2-40B4-BE49-F238E27FC236}">
                <a16:creationId xmlns:a16="http://schemas.microsoft.com/office/drawing/2014/main" id="{8403E94A-DAF0-4AB5-A2CF-32553AAA1EF3}"/>
              </a:ext>
            </a:extLst>
          </p:cNvPr>
          <p:cNvSpPr>
            <a:spLocks xmlns:a="http://schemas.openxmlformats.org/drawingml/2006/main" noGrp="1"/>
          </p:cNvSpPr>
          <p:nvPr/>
        </p:nvSpPr>
        <p:spPr>
          <a:xfrm xmlns:a="http://schemas.openxmlformats.org/drawingml/2006/main">
            <a:off x="8896350" y="27241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625" b="1">
                <a:solidFill>
                  <a:srgbClr val="4FA7FF"/>
                </a:solidFill>
                <a:latin typeface="Ubuntu Sans"/>
                <a:ea typeface="Ubuntu Sans"/>
                <a:cs typeface="Ubuntu Sans"/>
              </a:defRPr>
            </a:defPPr>
            <a:lvl1pPr algn="ctr">
              <a:defRPr sz="2625" b="1">
                <a:solidFill>
                  <a:srgbClr val="4FA7FF"/>
                </a:solidFill>
                <a:latin typeface="Ubuntu Sans"/>
                <a:ea typeface="Ubuntu Sans"/>
                <a:cs typeface="Ubuntu Sans"/>
              </a:defRPr>
            </a:lvl1pPr>
            <a:lvl2pPr algn="ctr">
              <a:defRPr sz="2625" b="1">
                <a:solidFill>
                  <a:srgbClr val="4FA7FF"/>
                </a:solidFill>
                <a:latin typeface="Ubuntu Sans"/>
                <a:ea typeface="Ubuntu Sans"/>
                <a:cs typeface="Ubuntu Sans"/>
              </a:defRPr>
            </a:lvl2pPr>
            <a:lvl3pPr algn="ctr">
              <a:defRPr sz="2625" b="1">
                <a:solidFill>
                  <a:srgbClr val="4FA7FF"/>
                </a:solidFill>
                <a:latin typeface="Ubuntu Sans"/>
                <a:ea typeface="Ubuntu Sans"/>
                <a:cs typeface="Ubuntu Sans"/>
              </a:defRPr>
            </a:lvl3pPr>
            <a:lvl4pPr algn="ctr">
              <a:defRPr sz="2625" b="1">
                <a:solidFill>
                  <a:srgbClr val="4FA7FF"/>
                </a:solidFill>
                <a:latin typeface="Ubuntu Sans"/>
                <a:ea typeface="Ubuntu Sans"/>
                <a:cs typeface="Ubuntu Sans"/>
              </a:defRPr>
            </a:lvl4pPr>
            <a:lvl5pPr algn="ctr">
              <a:defRPr sz="2625" b="1">
                <a:solidFill>
                  <a:srgbClr val="4FA7FF"/>
                </a:solidFill>
                <a:latin typeface="Ubuntu Sans"/>
                <a:ea typeface="Ubuntu Sans"/>
                <a:cs typeface="Ubuntu Sans"/>
              </a:defRPr>
            </a:lvl5pPr>
            <a:lvl6pPr algn="ctr">
              <a:defRPr sz="2625" b="1">
                <a:solidFill>
                  <a:srgbClr val="4FA7FF"/>
                </a:solidFill>
                <a:latin typeface="Ubuntu Sans"/>
                <a:ea typeface="Ubuntu Sans"/>
                <a:cs typeface="Ubuntu Sans"/>
              </a:defRPr>
            </a:lvl6pPr>
            <a:lvl7pPr algn="ctr">
              <a:defRPr sz="2625" b="1">
                <a:solidFill>
                  <a:srgbClr val="4FA7FF"/>
                </a:solidFill>
                <a:latin typeface="Ubuntu Sans"/>
                <a:ea typeface="Ubuntu Sans"/>
                <a:cs typeface="Ubuntu Sans"/>
              </a:defRPr>
            </a:lvl7pPr>
            <a:lvl8pPr algn="ctr">
              <a:defRPr sz="2625" b="1">
                <a:solidFill>
                  <a:srgbClr val="4FA7FF"/>
                </a:solidFill>
                <a:latin typeface="Ubuntu Sans"/>
                <a:ea typeface="Ubuntu Sans"/>
                <a:cs typeface="Ubuntu Sans"/>
              </a:defRPr>
            </a:lvl8pPr>
            <a:lvl9pPr algn="ctr">
              <a:defRPr sz="2625" b="1">
                <a:solidFill>
                  <a:srgbClr val="4FA7FF"/>
                </a:solidFill>
                <a:latin typeface="Ubuntu Sans"/>
                <a:ea typeface="Ubuntu Sans"/>
                <a:cs typeface="Ubuntu Sans"/>
              </a:defRPr>
            </a:lvl9pPr>
          </a:lstStyle>
          <a:p xmlns:a="http://schemas.openxmlformats.org/drawingml/2006/main">
            <a:pPr algn="ctr">
              <a:defRPr sz="2625" b="1">
                <a:solidFill>
                  <a:srgbClr val="4FA7FF"/>
                </a:solidFill>
                <a:latin typeface="Ubuntu Sans"/>
                <a:ea typeface="Ubuntu Sans"/>
                <a:cs typeface="Ubuntu Sans"/>
              </a:defRPr>
            </a:pPr>
            <a:r>
              <a:rPr sz="2625" b="1">
                <a:solidFill>
                  <a:srgbClr val="4FA7FF"/>
                </a:solidFill>
                <a:latin typeface="Ubuntu Sans"/>
                <a:ea typeface="Ubuntu Sans"/>
                <a:cs typeface="Ubuntu Sans"/>
              </a:rPr>
              <a:t>DATA</a:t>
            </a:r>
          </a:p>
        </p:txBody>
      </p:sp>
      <p:sp>
        <p:nvSpPr>
          <p:cNvPr id="10" name="">
            <a:extLst xmlns:a="http://schemas.openxmlformats.org/drawingml/2006/main">
              <a:ext uri="{FF2B5EF4-FFF2-40B4-BE49-F238E27FC236}">
                <a16:creationId xmlns:a16="http://schemas.microsoft.com/office/drawing/2014/main" id="{86BC2CB0-F859-4A16-90BC-744E49008327}"/>
              </a:ext>
            </a:extLst>
          </p:cNvPr>
          <p:cNvSpPr>
            <a:spLocks xmlns:a="http://schemas.openxmlformats.org/drawingml/2006/main" noGrp="1"/>
          </p:cNvSpPr>
          <p:nvPr/>
        </p:nvSpPr>
        <p:spPr>
          <a:xfrm xmlns:a="http://schemas.openxmlformats.org/drawingml/2006/main">
            <a:off x="8896350" y="33718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325" b="1">
                <a:solidFill>
                  <a:srgbClr val="8A7CFF"/>
                </a:solidFill>
                <a:latin typeface="Ubuntu Sans"/>
                <a:ea typeface="Ubuntu Sans"/>
                <a:cs typeface="Ubuntu Sans"/>
              </a:defRPr>
            </a:defPPr>
            <a:lvl1pPr algn="ctr">
              <a:defRPr sz="2325" b="1">
                <a:solidFill>
                  <a:srgbClr val="8A7CFF"/>
                </a:solidFill>
                <a:latin typeface="Ubuntu Sans"/>
                <a:ea typeface="Ubuntu Sans"/>
                <a:cs typeface="Ubuntu Sans"/>
              </a:defRPr>
            </a:lvl1pPr>
            <a:lvl2pPr algn="ctr">
              <a:defRPr sz="2325" b="1">
                <a:solidFill>
                  <a:srgbClr val="8A7CFF"/>
                </a:solidFill>
                <a:latin typeface="Ubuntu Sans"/>
                <a:ea typeface="Ubuntu Sans"/>
                <a:cs typeface="Ubuntu Sans"/>
              </a:defRPr>
            </a:lvl2pPr>
            <a:lvl3pPr algn="ctr">
              <a:defRPr sz="2325" b="1">
                <a:solidFill>
                  <a:srgbClr val="8A7CFF"/>
                </a:solidFill>
                <a:latin typeface="Ubuntu Sans"/>
                <a:ea typeface="Ubuntu Sans"/>
                <a:cs typeface="Ubuntu Sans"/>
              </a:defRPr>
            </a:lvl3pPr>
            <a:lvl4pPr algn="ctr">
              <a:defRPr sz="2325" b="1">
                <a:solidFill>
                  <a:srgbClr val="8A7CFF"/>
                </a:solidFill>
                <a:latin typeface="Ubuntu Sans"/>
                <a:ea typeface="Ubuntu Sans"/>
                <a:cs typeface="Ubuntu Sans"/>
              </a:defRPr>
            </a:lvl4pPr>
            <a:lvl5pPr algn="ctr">
              <a:defRPr sz="2325" b="1">
                <a:solidFill>
                  <a:srgbClr val="8A7CFF"/>
                </a:solidFill>
                <a:latin typeface="Ubuntu Sans"/>
                <a:ea typeface="Ubuntu Sans"/>
                <a:cs typeface="Ubuntu Sans"/>
              </a:defRPr>
            </a:lvl5pPr>
            <a:lvl6pPr algn="ctr">
              <a:defRPr sz="2325" b="1">
                <a:solidFill>
                  <a:srgbClr val="8A7CFF"/>
                </a:solidFill>
                <a:latin typeface="Ubuntu Sans"/>
                <a:ea typeface="Ubuntu Sans"/>
                <a:cs typeface="Ubuntu Sans"/>
              </a:defRPr>
            </a:lvl6pPr>
            <a:lvl7pPr algn="ctr">
              <a:defRPr sz="2325" b="1">
                <a:solidFill>
                  <a:srgbClr val="8A7CFF"/>
                </a:solidFill>
                <a:latin typeface="Ubuntu Sans"/>
                <a:ea typeface="Ubuntu Sans"/>
                <a:cs typeface="Ubuntu Sans"/>
              </a:defRPr>
            </a:lvl7pPr>
            <a:lvl8pPr algn="ctr">
              <a:defRPr sz="2325" b="1">
                <a:solidFill>
                  <a:srgbClr val="8A7CFF"/>
                </a:solidFill>
                <a:latin typeface="Ubuntu Sans"/>
                <a:ea typeface="Ubuntu Sans"/>
                <a:cs typeface="Ubuntu Sans"/>
              </a:defRPr>
            </a:lvl8pPr>
            <a:lvl9pPr algn="ctr">
              <a:defRPr sz="2325" b="1">
                <a:solidFill>
                  <a:srgbClr val="8A7CFF"/>
                </a:solidFill>
                <a:latin typeface="Ubuntu Sans"/>
                <a:ea typeface="Ubuntu Sans"/>
                <a:cs typeface="Ubuntu Sans"/>
              </a:defRPr>
            </a:lvl9pPr>
          </a:lstStyle>
          <a:p xmlns:a="http://schemas.openxmlformats.org/drawingml/2006/main">
            <a:pPr algn="ctr">
              <a:defRPr sz="2325" b="1">
                <a:solidFill>
                  <a:srgbClr val="8A7CFF"/>
                </a:solidFill>
                <a:latin typeface="Ubuntu Sans"/>
                <a:ea typeface="Ubuntu Sans"/>
                <a:cs typeface="Ubuntu Sans"/>
              </a:defRPr>
            </a:pPr>
            <a:r>
              <a:rPr sz="2325" b="1">
                <a:solidFill>
                  <a:srgbClr val="8A7CFF"/>
                </a:solidFill>
                <a:latin typeface="Ubuntu Sans"/>
                <a:ea typeface="Ubuntu Sans"/>
                <a:cs typeface="Ubuntu Sans"/>
              </a:rPr>
              <a:t>SECURITY</a:t>
            </a:r>
          </a:p>
        </p:txBody>
      </p:sp>
      <p:sp>
        <p:nvSpPr>
          <p:cNvPr id="11" name="">
            <a:extLst xmlns:a="http://schemas.openxmlformats.org/drawingml/2006/main">
              <a:ext uri="{FF2B5EF4-FFF2-40B4-BE49-F238E27FC236}">
                <a16:creationId xmlns:a16="http://schemas.microsoft.com/office/drawing/2014/main" id="{1E4F3DC6-44D0-4871-B401-C81DE69DA8BA}"/>
              </a:ext>
            </a:extLst>
          </p:cNvPr>
          <p:cNvSpPr>
            <a:spLocks xmlns:a="http://schemas.openxmlformats.org/drawingml/2006/main" noGrp="1"/>
          </p:cNvSpPr>
          <p:nvPr/>
        </p:nvSpPr>
        <p:spPr>
          <a:xfrm xmlns:a="http://schemas.openxmlformats.org/drawingml/2006/main">
            <a:off x="8896350" y="40195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100" b="1">
                <a:solidFill>
                  <a:srgbClr val="55D6A5"/>
                </a:solidFill>
                <a:latin typeface="Ubuntu Sans"/>
                <a:ea typeface="Ubuntu Sans"/>
                <a:cs typeface="Ubuntu Sans"/>
              </a:defRPr>
            </a:defPPr>
            <a:lvl1pPr algn="ctr">
              <a:defRPr sz="2100" b="1">
                <a:solidFill>
                  <a:srgbClr val="55D6A5"/>
                </a:solidFill>
                <a:latin typeface="Ubuntu Sans"/>
                <a:ea typeface="Ubuntu Sans"/>
                <a:cs typeface="Ubuntu Sans"/>
              </a:defRPr>
            </a:lvl1pPr>
            <a:lvl2pPr algn="ctr">
              <a:defRPr sz="2100" b="1">
                <a:solidFill>
                  <a:srgbClr val="55D6A5"/>
                </a:solidFill>
                <a:latin typeface="Ubuntu Sans"/>
                <a:ea typeface="Ubuntu Sans"/>
                <a:cs typeface="Ubuntu Sans"/>
              </a:defRPr>
            </a:lvl2pPr>
            <a:lvl3pPr algn="ctr">
              <a:defRPr sz="2100" b="1">
                <a:solidFill>
                  <a:srgbClr val="55D6A5"/>
                </a:solidFill>
                <a:latin typeface="Ubuntu Sans"/>
                <a:ea typeface="Ubuntu Sans"/>
                <a:cs typeface="Ubuntu Sans"/>
              </a:defRPr>
            </a:lvl3pPr>
            <a:lvl4pPr algn="ctr">
              <a:defRPr sz="2100" b="1">
                <a:solidFill>
                  <a:srgbClr val="55D6A5"/>
                </a:solidFill>
                <a:latin typeface="Ubuntu Sans"/>
                <a:ea typeface="Ubuntu Sans"/>
                <a:cs typeface="Ubuntu Sans"/>
              </a:defRPr>
            </a:lvl4pPr>
            <a:lvl5pPr algn="ctr">
              <a:defRPr sz="2100" b="1">
                <a:solidFill>
                  <a:srgbClr val="55D6A5"/>
                </a:solidFill>
                <a:latin typeface="Ubuntu Sans"/>
                <a:ea typeface="Ubuntu Sans"/>
                <a:cs typeface="Ubuntu Sans"/>
              </a:defRPr>
            </a:lvl5pPr>
            <a:lvl6pPr algn="ctr">
              <a:defRPr sz="2100" b="1">
                <a:solidFill>
                  <a:srgbClr val="55D6A5"/>
                </a:solidFill>
                <a:latin typeface="Ubuntu Sans"/>
                <a:ea typeface="Ubuntu Sans"/>
                <a:cs typeface="Ubuntu Sans"/>
              </a:defRPr>
            </a:lvl6pPr>
            <a:lvl7pPr algn="ctr">
              <a:defRPr sz="2100" b="1">
                <a:solidFill>
                  <a:srgbClr val="55D6A5"/>
                </a:solidFill>
                <a:latin typeface="Ubuntu Sans"/>
                <a:ea typeface="Ubuntu Sans"/>
                <a:cs typeface="Ubuntu Sans"/>
              </a:defRPr>
            </a:lvl7pPr>
            <a:lvl8pPr algn="ctr">
              <a:defRPr sz="2100" b="1">
                <a:solidFill>
                  <a:srgbClr val="55D6A5"/>
                </a:solidFill>
                <a:latin typeface="Ubuntu Sans"/>
                <a:ea typeface="Ubuntu Sans"/>
                <a:cs typeface="Ubuntu Sans"/>
              </a:defRPr>
            </a:lvl8pPr>
            <a:lvl9pPr algn="ctr">
              <a:defRPr sz="2100" b="1">
                <a:solidFill>
                  <a:srgbClr val="55D6A5"/>
                </a:solidFill>
                <a:latin typeface="Ubuntu Sans"/>
                <a:ea typeface="Ubuntu Sans"/>
                <a:cs typeface="Ubuntu Sans"/>
              </a:defRPr>
            </a:lvl9pPr>
          </a:lstStyle>
          <a:p xmlns:a="http://schemas.openxmlformats.org/drawingml/2006/main">
            <a:pPr algn="ctr">
              <a:defRPr sz="2100" b="1">
                <a:solidFill>
                  <a:srgbClr val="55D6A5"/>
                </a:solidFill>
                <a:latin typeface="Ubuntu Sans"/>
                <a:ea typeface="Ubuntu Sans"/>
                <a:cs typeface="Ubuntu Sans"/>
              </a:defRPr>
            </a:pPr>
            <a:r>
              <a:rPr sz="2100" b="1">
                <a:solidFill>
                  <a:srgbClr val="55D6A5"/>
                </a:solidFill>
                <a:latin typeface="Ubuntu Sans"/>
                <a:ea typeface="Ubuntu Sans"/>
                <a:cs typeface="Ubuntu Sans"/>
              </a:rPr>
              <a:t>REAL TIME</a:t>
            </a:r>
          </a:p>
        </p:txBody>
      </p:sp>
      <p:sp>
        <p:nvSpPr>
          <p:cNvPr id="12" name="">
            <a:extLst xmlns:a="http://schemas.openxmlformats.org/drawingml/2006/main">
              <a:ext uri="{FF2B5EF4-FFF2-40B4-BE49-F238E27FC236}">
                <a16:creationId xmlns:a16="http://schemas.microsoft.com/office/drawing/2014/main" id="{92E322B5-729F-4E6F-8D71-9CBB027A74CD}"/>
              </a:ext>
            </a:extLst>
          </p:cNvPr>
          <p:cNvSpPr>
            <a:spLocks xmlns:a="http://schemas.openxmlformats.org/drawingml/2006/main" noGrp="1"/>
          </p:cNvSpPr>
          <p:nvPr/>
        </p:nvSpPr>
        <p:spPr>
          <a:xfrm xmlns:a="http://schemas.openxmlformats.org/drawingml/2006/main">
            <a:off x="723900" y="55816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1">
                <a:solidFill>
                  <a:srgbClr val="F4F8FF"/>
                </a:solidFill>
                <a:latin typeface="Ubuntu Sans"/>
                <a:ea typeface="Ubuntu Sans"/>
                <a:cs typeface="Ubuntu Sans"/>
              </a:defRPr>
            </a:defPPr>
            <a:lvl1pPr algn="l">
              <a:defRPr sz="1650" b="1">
                <a:solidFill>
                  <a:srgbClr val="F4F8FF"/>
                </a:solidFill>
                <a:latin typeface="Ubuntu Sans"/>
                <a:ea typeface="Ubuntu Sans"/>
                <a:cs typeface="Ubuntu Sans"/>
              </a:defRPr>
            </a:lvl1pPr>
            <a:lvl2pPr algn="l">
              <a:defRPr sz="1650" b="1">
                <a:solidFill>
                  <a:srgbClr val="F4F8FF"/>
                </a:solidFill>
                <a:latin typeface="Ubuntu Sans"/>
                <a:ea typeface="Ubuntu Sans"/>
                <a:cs typeface="Ubuntu Sans"/>
              </a:defRPr>
            </a:lvl2pPr>
            <a:lvl3pPr algn="l">
              <a:defRPr sz="1650" b="1">
                <a:solidFill>
                  <a:srgbClr val="F4F8FF"/>
                </a:solidFill>
                <a:latin typeface="Ubuntu Sans"/>
                <a:ea typeface="Ubuntu Sans"/>
                <a:cs typeface="Ubuntu Sans"/>
              </a:defRPr>
            </a:lvl3pPr>
            <a:lvl4pPr algn="l">
              <a:defRPr sz="1650" b="1">
                <a:solidFill>
                  <a:srgbClr val="F4F8FF"/>
                </a:solidFill>
                <a:latin typeface="Ubuntu Sans"/>
                <a:ea typeface="Ubuntu Sans"/>
                <a:cs typeface="Ubuntu Sans"/>
              </a:defRPr>
            </a:lvl4pPr>
            <a:lvl5pPr algn="l">
              <a:defRPr sz="1650" b="1">
                <a:solidFill>
                  <a:srgbClr val="F4F8FF"/>
                </a:solidFill>
                <a:latin typeface="Ubuntu Sans"/>
                <a:ea typeface="Ubuntu Sans"/>
                <a:cs typeface="Ubuntu Sans"/>
              </a:defRPr>
            </a:lvl5pPr>
            <a:lvl6pPr algn="l">
              <a:defRPr sz="1650" b="1">
                <a:solidFill>
                  <a:srgbClr val="F4F8FF"/>
                </a:solidFill>
                <a:latin typeface="Ubuntu Sans"/>
                <a:ea typeface="Ubuntu Sans"/>
                <a:cs typeface="Ubuntu Sans"/>
              </a:defRPr>
            </a:lvl6pPr>
            <a:lvl7pPr algn="l">
              <a:defRPr sz="1650" b="1">
                <a:solidFill>
                  <a:srgbClr val="F4F8FF"/>
                </a:solidFill>
                <a:latin typeface="Ubuntu Sans"/>
                <a:ea typeface="Ubuntu Sans"/>
                <a:cs typeface="Ubuntu Sans"/>
              </a:defRPr>
            </a:lvl7pPr>
            <a:lvl8pPr algn="l">
              <a:defRPr sz="1650" b="1">
                <a:solidFill>
                  <a:srgbClr val="F4F8FF"/>
                </a:solidFill>
                <a:latin typeface="Ubuntu Sans"/>
                <a:ea typeface="Ubuntu Sans"/>
                <a:cs typeface="Ubuntu Sans"/>
              </a:defRPr>
            </a:lvl8pPr>
            <a:lvl9pPr algn="l">
              <a:defRPr sz="1650" b="1">
                <a:solidFill>
                  <a:srgbClr val="F4F8FF"/>
                </a:solidFill>
                <a:latin typeface="Ubuntu Sans"/>
                <a:ea typeface="Ubuntu Sans"/>
                <a:cs typeface="Ubuntu Sans"/>
              </a:defRPr>
            </a:lvl9pPr>
          </a:lstStyle>
          <a:p xmlns:a="http://schemas.openxmlformats.org/drawingml/2006/main">
            <a:pPr algn="l">
              <a:defRPr sz="1650" b="1">
                <a:solidFill>
                  <a:srgbClr val="F4F8FF"/>
                </a:solidFill>
                <a:latin typeface="Ubuntu Sans"/>
                <a:ea typeface="Ubuntu Sans"/>
                <a:cs typeface="Ubuntu Sans"/>
              </a:defRPr>
            </a:pPr>
            <a:r>
              <a:rPr sz="1650" b="1">
                <a:solidFill>
                  <a:srgbClr val="F4F8FF"/>
                </a:solidFill>
                <a:latin typeface="Ubuntu Sans"/>
                <a:ea typeface="Ubuntu Sans"/>
                <a:cs typeface="Ubuntu Sans"/>
              </a:rPr>
              <a:t>Presented by: [Your Name]</a:t>
            </a:r>
          </a:p>
        </p:txBody>
      </p:sp>
      <p:sp>
        <p:nvSpPr>
          <p:cNvPr id="13" name="">
            <a:extLst xmlns:a="http://schemas.openxmlformats.org/drawingml/2006/main">
              <a:ext uri="{FF2B5EF4-FFF2-40B4-BE49-F238E27FC236}">
                <a16:creationId xmlns:a16="http://schemas.microsoft.com/office/drawing/2014/main" id="{D1B18BF0-8094-4765-85FC-0F810E82F127}"/>
              </a:ext>
            </a:extLst>
          </p:cNvPr>
          <p:cNvSpPr>
            <a:spLocks xmlns:a="http://schemas.openxmlformats.org/drawingml/2006/main" noGrp="1"/>
          </p:cNvSpPr>
          <p:nvPr/>
        </p:nvSpPr>
        <p:spPr>
          <a:xfrm xmlns:a="http://schemas.openxmlformats.org/drawingml/2006/main">
            <a:off x="723900" y="59436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Backend Developer  •  CODITENT Team</a:t>
            </a:r>
          </a:p>
        </p:txBody>
      </p:sp>
    </p:spTree>
    <p:extLst>
      <p:ext uri="{BB962C8B-B14F-4D97-AF65-F5344CB8AC3E}">
        <p14:creationId xmlns:p14="http://schemas.microsoft.com/office/powerpoint/2010/main" val="1186365081"/>
      </p:ext>
    </p:extLst>
  </p:cSld>
</p:sld>
</file>

<file path=ppt/slides/slide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148F2BE-2631-4456-AD6E-AE7166072BF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PROJECT SCOPE</a:t>
            </a:r>
          </a:p>
        </p:txBody>
      </p:sp>
      <p:sp>
        <p:nvSpPr>
          <p:cNvPr id="2" name="">
            <a:extLst xmlns:a="http://schemas.openxmlformats.org/drawingml/2006/main">
              <a:ext uri="{FF2B5EF4-FFF2-40B4-BE49-F238E27FC236}">
                <a16:creationId xmlns:a16="http://schemas.microsoft.com/office/drawing/2014/main" id="{405DD98E-0806-4046-9932-181D921161E8}"/>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The backend connects every recruitment role</a:t>
            </a:r>
          </a:p>
        </p:txBody>
      </p:sp>
      <p:sp>
        <p:nvSpPr>
          <p:cNvPr id="3" name="">
            <a:extLst xmlns:a="http://schemas.openxmlformats.org/drawingml/2006/main">
              <a:ext uri="{FF2B5EF4-FFF2-40B4-BE49-F238E27FC236}">
                <a16:creationId xmlns:a16="http://schemas.microsoft.com/office/drawing/2014/main" id="{432B9197-AA4A-4CBD-81BB-9D57A7A50BB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02</a:t>
            </a:r>
          </a:p>
        </p:txBody>
      </p:sp>
      <p:sp>
        <p:nvSpPr>
          <p:cNvPr id="4" name="">
            <a:extLst xmlns:a="http://schemas.openxmlformats.org/drawingml/2006/main">
              <a:ext uri="{FF2B5EF4-FFF2-40B4-BE49-F238E27FC236}">
                <a16:creationId xmlns:a16="http://schemas.microsoft.com/office/drawing/2014/main" id="{F5F6F6E1-9ABE-4584-A2F3-F041677246D9}"/>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8FF58DAE-70E3-4779-9A66-54F0A021FB8F}"/>
              </a:ext>
            </a:extLst>
          </p:cNvPr>
          <p:cNvSpPr>
            <a:spLocks xmlns:a="http://schemas.openxmlformats.org/drawingml/2006/main" noGrp="1"/>
          </p:cNvSpPr>
          <p:nvPr/>
        </p:nvSpPr>
        <p:spPr>
          <a:xfrm xmlns:a="http://schemas.openxmlformats.org/drawingml/2006/main">
            <a:off x="609600" y="14097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CODITENT supports three groups with different data and permissions.</a:t>
            </a:r>
          </a:p>
        </p:txBody>
      </p:sp>
      <p:sp>
        <p:nvSpPr>
          <p:cNvPr id="6" name="">
            <a:extLst xmlns:a="http://schemas.openxmlformats.org/drawingml/2006/main">
              <a:ext uri="{FF2B5EF4-FFF2-40B4-BE49-F238E27FC236}">
                <a16:creationId xmlns:a16="http://schemas.microsoft.com/office/drawing/2014/main" id="{F6D4B582-67C6-43DF-90BD-EB14BD05998E}"/>
              </a:ext>
            </a:extLst>
          </p:cNvPr>
          <p:cNvSpPr>
            <a:spLocks xmlns:a="http://schemas.openxmlformats.org/drawingml/2006/main" noGrp="1"/>
          </p:cNvSpPr>
          <p:nvPr/>
        </p:nvSpPr>
        <p:spPr>
          <a:xfrm xmlns:a="http://schemas.openxmlformats.org/drawingml/2006/main">
            <a:off x="609600" y="1981200"/>
            <a:ext cx="3333750" cy="1695450"/>
          </a:xfrm>
          <a:prstGeom xmlns:a="http://schemas.openxmlformats.org/drawingml/2006/main" prst="roundRect">
            <a:avLst>
              <a:gd name="adj" fmla="val 6742"/>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394DD3E5-D9CE-408B-92F4-CDA020E1EA89}"/>
              </a:ext>
            </a:extLst>
          </p:cNvPr>
          <p:cNvSpPr>
            <a:spLocks xmlns:a="http://schemas.openxmlformats.org/drawingml/2006/main" noGrp="1"/>
          </p:cNvSpPr>
          <p:nvPr/>
        </p:nvSpPr>
        <p:spPr>
          <a:xfrm xmlns:a="http://schemas.openxmlformats.org/drawingml/2006/main">
            <a:off x="609600" y="1981200"/>
            <a:ext cx="66675" cy="16954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0FA14171-B3C7-4443-B5A8-B7E7B49FB133}"/>
              </a:ext>
            </a:extLst>
          </p:cNvPr>
          <p:cNvSpPr>
            <a:spLocks xmlns:a="http://schemas.openxmlformats.org/drawingml/2006/main" noGrp="1"/>
          </p:cNvSpPr>
          <p:nvPr/>
        </p:nvSpPr>
        <p:spPr>
          <a:xfrm xmlns:a="http://schemas.openxmlformats.org/drawingml/2006/main">
            <a:off x="81915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Candidates</a:t>
            </a:r>
          </a:p>
        </p:txBody>
      </p:sp>
      <p:sp>
        <p:nvSpPr>
          <p:cNvPr id="9" name="">
            <a:extLst xmlns:a="http://schemas.openxmlformats.org/drawingml/2006/main">
              <a:ext uri="{FF2B5EF4-FFF2-40B4-BE49-F238E27FC236}">
                <a16:creationId xmlns:a16="http://schemas.microsoft.com/office/drawing/2014/main" id="{970EF47E-9F2D-4409-B851-FDD83EA41D55}"/>
              </a:ext>
            </a:extLst>
          </p:cNvPr>
          <p:cNvSpPr>
            <a:spLocks xmlns:a="http://schemas.openxmlformats.org/drawingml/2006/main" noGrp="1"/>
          </p:cNvSpPr>
          <p:nvPr/>
        </p:nvSpPr>
        <p:spPr>
          <a:xfrm xmlns:a="http://schemas.openxmlformats.org/drawingml/2006/main">
            <a:off x="81915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Profiles, CVs, offers, applications, interviews, recommendations and recruiter chat</a:t>
            </a:r>
          </a:p>
        </p:txBody>
      </p:sp>
      <p:sp>
        <p:nvSpPr>
          <p:cNvPr id="10" name="">
            <a:extLst xmlns:a="http://schemas.openxmlformats.org/drawingml/2006/main">
              <a:ext uri="{FF2B5EF4-FFF2-40B4-BE49-F238E27FC236}">
                <a16:creationId xmlns:a16="http://schemas.microsoft.com/office/drawing/2014/main" id="{6D5B1441-3E1D-4B2F-8010-ABDB9EA095AC}"/>
              </a:ext>
            </a:extLst>
          </p:cNvPr>
          <p:cNvSpPr>
            <a:spLocks xmlns:a="http://schemas.openxmlformats.org/drawingml/2006/main" noGrp="1"/>
          </p:cNvSpPr>
          <p:nvPr/>
        </p:nvSpPr>
        <p:spPr>
          <a:xfrm xmlns:a="http://schemas.openxmlformats.org/drawingml/2006/main">
            <a:off x="4429125" y="1981200"/>
            <a:ext cx="3333750" cy="1695450"/>
          </a:xfrm>
          <a:prstGeom xmlns:a="http://schemas.openxmlformats.org/drawingml/2006/main" prst="roundRect">
            <a:avLst>
              <a:gd name="adj" fmla="val 6742"/>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005363B8-11F0-4F5D-9CFA-0FD0E6785CEA}"/>
              </a:ext>
            </a:extLst>
          </p:cNvPr>
          <p:cNvSpPr>
            <a:spLocks xmlns:a="http://schemas.openxmlformats.org/drawingml/2006/main" noGrp="1"/>
          </p:cNvSpPr>
          <p:nvPr/>
        </p:nvSpPr>
        <p:spPr>
          <a:xfrm xmlns:a="http://schemas.openxmlformats.org/drawingml/2006/main">
            <a:off x="4429125" y="1981200"/>
            <a:ext cx="66675" cy="16954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2" name="">
            <a:extLst xmlns:a="http://schemas.openxmlformats.org/drawingml/2006/main">
              <a:ext uri="{FF2B5EF4-FFF2-40B4-BE49-F238E27FC236}">
                <a16:creationId xmlns:a16="http://schemas.microsoft.com/office/drawing/2014/main" id="{F1504B00-9CF5-4113-A61F-EDCD2B9A0CE8}"/>
              </a:ext>
            </a:extLst>
          </p:cNvPr>
          <p:cNvSpPr>
            <a:spLocks xmlns:a="http://schemas.openxmlformats.org/drawingml/2006/main" noGrp="1"/>
          </p:cNvSpPr>
          <p:nvPr/>
        </p:nvSpPr>
        <p:spPr>
          <a:xfrm xmlns:a="http://schemas.openxmlformats.org/drawingml/2006/main">
            <a:off x="4638675"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Company teams</a:t>
            </a:r>
          </a:p>
        </p:txBody>
      </p:sp>
      <p:sp>
        <p:nvSpPr>
          <p:cNvPr id="13" name="">
            <a:extLst xmlns:a="http://schemas.openxmlformats.org/drawingml/2006/main">
              <a:ext uri="{FF2B5EF4-FFF2-40B4-BE49-F238E27FC236}">
                <a16:creationId xmlns:a16="http://schemas.microsoft.com/office/drawing/2014/main" id="{955B6C72-5365-4423-9ECE-903F184C6772}"/>
              </a:ext>
            </a:extLst>
          </p:cNvPr>
          <p:cNvSpPr>
            <a:spLocks xmlns:a="http://schemas.openxmlformats.org/drawingml/2006/main" noGrp="1"/>
          </p:cNvSpPr>
          <p:nvPr/>
        </p:nvSpPr>
        <p:spPr>
          <a:xfrm xmlns:a="http://schemas.openxmlformats.org/drawingml/2006/main">
            <a:off x="4638675"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Offers, candidate review, hiring stages, team invitations, interviews and recruitment chat</a:t>
            </a:r>
          </a:p>
        </p:txBody>
      </p:sp>
      <p:sp>
        <p:nvSpPr>
          <p:cNvPr id="14" name="">
            <a:extLst xmlns:a="http://schemas.openxmlformats.org/drawingml/2006/main">
              <a:ext uri="{FF2B5EF4-FFF2-40B4-BE49-F238E27FC236}">
                <a16:creationId xmlns:a16="http://schemas.microsoft.com/office/drawing/2014/main" id="{0E37FF8B-B2D5-45BB-B387-6FBB2C100270}"/>
              </a:ext>
            </a:extLst>
          </p:cNvPr>
          <p:cNvSpPr>
            <a:spLocks xmlns:a="http://schemas.openxmlformats.org/drawingml/2006/main" noGrp="1"/>
          </p:cNvSpPr>
          <p:nvPr/>
        </p:nvSpPr>
        <p:spPr>
          <a:xfrm xmlns:a="http://schemas.openxmlformats.org/drawingml/2006/main">
            <a:off x="8248650" y="1981200"/>
            <a:ext cx="3333750" cy="1695450"/>
          </a:xfrm>
          <a:prstGeom xmlns:a="http://schemas.openxmlformats.org/drawingml/2006/main" prst="roundRect">
            <a:avLst>
              <a:gd name="adj" fmla="val 6742"/>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6D1F5829-7404-40D7-A94C-E04827B41A78}"/>
              </a:ext>
            </a:extLst>
          </p:cNvPr>
          <p:cNvSpPr>
            <a:spLocks xmlns:a="http://schemas.openxmlformats.org/drawingml/2006/main" noGrp="1"/>
          </p:cNvSpPr>
          <p:nvPr/>
        </p:nvSpPr>
        <p:spPr>
          <a:xfrm xmlns:a="http://schemas.openxmlformats.org/drawingml/2006/main">
            <a:off x="8248650" y="1981200"/>
            <a:ext cx="66675" cy="169545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6" name="">
            <a:extLst xmlns:a="http://schemas.openxmlformats.org/drawingml/2006/main">
              <a:ext uri="{FF2B5EF4-FFF2-40B4-BE49-F238E27FC236}">
                <a16:creationId xmlns:a16="http://schemas.microsoft.com/office/drawing/2014/main" id="{7252FE6D-3DB0-4F92-A424-46C63F7EA30E}"/>
              </a:ext>
            </a:extLst>
          </p:cNvPr>
          <p:cNvSpPr>
            <a:spLocks xmlns:a="http://schemas.openxmlformats.org/drawingml/2006/main" noGrp="1"/>
          </p:cNvSpPr>
          <p:nvPr/>
        </p:nvSpPr>
        <p:spPr>
          <a:xfrm xmlns:a="http://schemas.openxmlformats.org/drawingml/2006/main">
            <a:off x="845820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Platform admins</a:t>
            </a:r>
          </a:p>
        </p:txBody>
      </p:sp>
      <p:sp>
        <p:nvSpPr>
          <p:cNvPr id="17" name="">
            <a:extLst xmlns:a="http://schemas.openxmlformats.org/drawingml/2006/main">
              <a:ext uri="{FF2B5EF4-FFF2-40B4-BE49-F238E27FC236}">
                <a16:creationId xmlns:a16="http://schemas.microsoft.com/office/drawing/2014/main" id="{5194AD3E-0E12-49A5-842A-54279630C70C}"/>
              </a:ext>
            </a:extLst>
          </p:cNvPr>
          <p:cNvSpPr>
            <a:spLocks xmlns:a="http://schemas.openxmlformats.org/drawingml/2006/main" noGrp="1"/>
          </p:cNvSpPr>
          <p:nvPr/>
        </p:nvSpPr>
        <p:spPr>
          <a:xfrm xmlns:a="http://schemas.openxmlformats.org/drawingml/2006/main">
            <a:off x="845820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Users, companies, invitations, support, institutions, missions and audit activity</a:t>
            </a:r>
          </a:p>
        </p:txBody>
      </p:sp>
      <p:sp>
        <p:nvSpPr>
          <p:cNvPr id="18" name="">
            <a:extLst xmlns:a="http://schemas.openxmlformats.org/drawingml/2006/main">
              <a:ext uri="{FF2B5EF4-FFF2-40B4-BE49-F238E27FC236}">
                <a16:creationId xmlns:a16="http://schemas.microsoft.com/office/drawing/2014/main" id="{026C7220-2E38-4190-9688-59F4A93C60CB}"/>
              </a:ext>
            </a:extLst>
          </p:cNvPr>
          <p:cNvSpPr>
            <a:spLocks xmlns:a="http://schemas.openxmlformats.org/drawingml/2006/main" noGrp="1"/>
          </p:cNvSpPr>
          <p:nvPr/>
        </p:nvSpPr>
        <p:spPr>
          <a:xfrm xmlns:a="http://schemas.openxmlformats.org/drawingml/2006/main">
            <a:off x="60960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2FD6D3"/>
                </a:solidFill>
                <a:latin typeface="Ubuntu Sans"/>
                <a:ea typeface="Ubuntu Sans"/>
                <a:cs typeface="Ubuntu Sans"/>
              </a:defRPr>
            </a:defPPr>
            <a:lvl1pPr algn="l">
              <a:defRPr sz="1875" b="1">
                <a:solidFill>
                  <a:srgbClr val="2FD6D3"/>
                </a:solidFill>
                <a:latin typeface="Ubuntu Sans"/>
                <a:ea typeface="Ubuntu Sans"/>
                <a:cs typeface="Ubuntu Sans"/>
              </a:defRPr>
            </a:lvl1pPr>
            <a:lvl2pPr algn="l">
              <a:defRPr sz="1875" b="1">
                <a:solidFill>
                  <a:srgbClr val="2FD6D3"/>
                </a:solidFill>
                <a:latin typeface="Ubuntu Sans"/>
                <a:ea typeface="Ubuntu Sans"/>
                <a:cs typeface="Ubuntu Sans"/>
              </a:defRPr>
            </a:lvl2pPr>
            <a:lvl3pPr algn="l">
              <a:defRPr sz="1875" b="1">
                <a:solidFill>
                  <a:srgbClr val="2FD6D3"/>
                </a:solidFill>
                <a:latin typeface="Ubuntu Sans"/>
                <a:ea typeface="Ubuntu Sans"/>
                <a:cs typeface="Ubuntu Sans"/>
              </a:defRPr>
            </a:lvl3pPr>
            <a:lvl4pPr algn="l">
              <a:defRPr sz="1875" b="1">
                <a:solidFill>
                  <a:srgbClr val="2FD6D3"/>
                </a:solidFill>
                <a:latin typeface="Ubuntu Sans"/>
                <a:ea typeface="Ubuntu Sans"/>
                <a:cs typeface="Ubuntu Sans"/>
              </a:defRPr>
            </a:lvl4pPr>
            <a:lvl5pPr algn="l">
              <a:defRPr sz="1875" b="1">
                <a:solidFill>
                  <a:srgbClr val="2FD6D3"/>
                </a:solidFill>
                <a:latin typeface="Ubuntu Sans"/>
                <a:ea typeface="Ubuntu Sans"/>
                <a:cs typeface="Ubuntu Sans"/>
              </a:defRPr>
            </a:lvl5pPr>
            <a:lvl6pPr algn="l">
              <a:defRPr sz="1875" b="1">
                <a:solidFill>
                  <a:srgbClr val="2FD6D3"/>
                </a:solidFill>
                <a:latin typeface="Ubuntu Sans"/>
                <a:ea typeface="Ubuntu Sans"/>
                <a:cs typeface="Ubuntu Sans"/>
              </a:defRPr>
            </a:lvl6pPr>
            <a:lvl7pPr algn="l">
              <a:defRPr sz="1875" b="1">
                <a:solidFill>
                  <a:srgbClr val="2FD6D3"/>
                </a:solidFill>
                <a:latin typeface="Ubuntu Sans"/>
                <a:ea typeface="Ubuntu Sans"/>
                <a:cs typeface="Ubuntu Sans"/>
              </a:defRPr>
            </a:lvl7pPr>
            <a:lvl8pPr algn="l">
              <a:defRPr sz="1875" b="1">
                <a:solidFill>
                  <a:srgbClr val="2FD6D3"/>
                </a:solidFill>
                <a:latin typeface="Ubuntu Sans"/>
                <a:ea typeface="Ubuntu Sans"/>
                <a:cs typeface="Ubuntu Sans"/>
              </a:defRPr>
            </a:lvl8pPr>
            <a:lvl9pPr algn="l">
              <a:defRPr sz="1875" b="1">
                <a:solidFill>
                  <a:srgbClr val="2FD6D3"/>
                </a:solidFill>
                <a:latin typeface="Ubuntu Sans"/>
                <a:ea typeface="Ubuntu Sans"/>
                <a:cs typeface="Ubuntu Sans"/>
              </a:defRPr>
            </a:lvl9pPr>
          </a:lstStyle>
          <a:p xmlns:a="http://schemas.openxmlformats.org/drawingml/2006/main">
            <a:pPr algn="l">
              <a:defRPr sz="1875" b="1">
                <a:solidFill>
                  <a:srgbClr val="2FD6D3"/>
                </a:solidFill>
                <a:latin typeface="Ubuntu Sans"/>
                <a:ea typeface="Ubuntu Sans"/>
                <a:cs typeface="Ubuntu Sans"/>
              </a:defRPr>
            </a:pPr>
            <a:r>
              <a:rPr sz="1875" b="1">
                <a:solidFill>
                  <a:srgbClr val="2FD6D3"/>
                </a:solidFill>
                <a:latin typeface="Ubuntu Sans"/>
                <a:ea typeface="Ubuntu Sans"/>
                <a:cs typeface="Ubuntu Sans"/>
              </a:rPr>
              <a:t>My backend scope</a:t>
            </a:r>
          </a:p>
        </p:txBody>
      </p:sp>
      <p:sp>
        <p:nvSpPr>
          <p:cNvPr id="19" name="">
            <a:extLst xmlns:a="http://schemas.openxmlformats.org/drawingml/2006/main">
              <a:ext uri="{FF2B5EF4-FFF2-40B4-BE49-F238E27FC236}">
                <a16:creationId xmlns:a16="http://schemas.microsoft.com/office/drawing/2014/main" id="{C3BE1936-D775-482C-8B8C-1A93A929D408}"/>
              </a:ext>
            </a:extLst>
          </p:cNvPr>
          <p:cNvSpPr>
            <a:spLocks xmlns:a="http://schemas.openxmlformats.org/drawingml/2006/main" noGrp="1"/>
          </p:cNvSpPr>
          <p:nvPr/>
        </p:nvSpPr>
        <p:spPr>
          <a:xfrm xmlns:a="http://schemas.openxmlformats.org/drawingml/2006/main">
            <a:off x="609600" y="45720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950" b="1">
                <a:solidFill>
                  <a:srgbClr val="F4F8FF"/>
                </a:solidFill>
                <a:latin typeface="Ubuntu Sans"/>
                <a:ea typeface="Ubuntu Sans"/>
                <a:cs typeface="Ubuntu Sans"/>
              </a:defRPr>
            </a:defPPr>
            <a:lvl1pPr algn="l">
              <a:defRPr sz="1950" b="1">
                <a:solidFill>
                  <a:srgbClr val="F4F8FF"/>
                </a:solidFill>
                <a:latin typeface="Ubuntu Sans"/>
                <a:ea typeface="Ubuntu Sans"/>
                <a:cs typeface="Ubuntu Sans"/>
              </a:defRPr>
            </a:lvl1pPr>
            <a:lvl2pPr algn="l">
              <a:defRPr sz="1950" b="1">
                <a:solidFill>
                  <a:srgbClr val="F4F8FF"/>
                </a:solidFill>
                <a:latin typeface="Ubuntu Sans"/>
                <a:ea typeface="Ubuntu Sans"/>
                <a:cs typeface="Ubuntu Sans"/>
              </a:defRPr>
            </a:lvl2pPr>
            <a:lvl3pPr algn="l">
              <a:defRPr sz="1950" b="1">
                <a:solidFill>
                  <a:srgbClr val="F4F8FF"/>
                </a:solidFill>
                <a:latin typeface="Ubuntu Sans"/>
                <a:ea typeface="Ubuntu Sans"/>
                <a:cs typeface="Ubuntu Sans"/>
              </a:defRPr>
            </a:lvl3pPr>
            <a:lvl4pPr algn="l">
              <a:defRPr sz="1950" b="1">
                <a:solidFill>
                  <a:srgbClr val="F4F8FF"/>
                </a:solidFill>
                <a:latin typeface="Ubuntu Sans"/>
                <a:ea typeface="Ubuntu Sans"/>
                <a:cs typeface="Ubuntu Sans"/>
              </a:defRPr>
            </a:lvl4pPr>
            <a:lvl5pPr algn="l">
              <a:defRPr sz="1950" b="1">
                <a:solidFill>
                  <a:srgbClr val="F4F8FF"/>
                </a:solidFill>
                <a:latin typeface="Ubuntu Sans"/>
                <a:ea typeface="Ubuntu Sans"/>
                <a:cs typeface="Ubuntu Sans"/>
              </a:defRPr>
            </a:lvl5pPr>
            <a:lvl6pPr algn="l">
              <a:defRPr sz="1950" b="1">
                <a:solidFill>
                  <a:srgbClr val="F4F8FF"/>
                </a:solidFill>
                <a:latin typeface="Ubuntu Sans"/>
                <a:ea typeface="Ubuntu Sans"/>
                <a:cs typeface="Ubuntu Sans"/>
              </a:defRPr>
            </a:lvl6pPr>
            <a:lvl7pPr algn="l">
              <a:defRPr sz="1950" b="1">
                <a:solidFill>
                  <a:srgbClr val="F4F8FF"/>
                </a:solidFill>
                <a:latin typeface="Ubuntu Sans"/>
                <a:ea typeface="Ubuntu Sans"/>
                <a:cs typeface="Ubuntu Sans"/>
              </a:defRPr>
            </a:lvl7pPr>
            <a:lvl8pPr algn="l">
              <a:defRPr sz="1950" b="1">
                <a:solidFill>
                  <a:srgbClr val="F4F8FF"/>
                </a:solidFill>
                <a:latin typeface="Ubuntu Sans"/>
                <a:ea typeface="Ubuntu Sans"/>
                <a:cs typeface="Ubuntu Sans"/>
              </a:defRPr>
            </a:lvl8pPr>
            <a:lvl9pPr algn="l">
              <a:defRPr sz="1950" b="1">
                <a:solidFill>
                  <a:srgbClr val="F4F8FF"/>
                </a:solidFill>
                <a:latin typeface="Ubuntu Sans"/>
                <a:ea typeface="Ubuntu Sans"/>
                <a:cs typeface="Ubuntu Sans"/>
              </a:defRPr>
            </a:lvl9pPr>
          </a:lstStyle>
          <a:p xmlns:a="http://schemas.openxmlformats.org/drawingml/2006/main">
            <a:pPr algn="l">
              <a:defRPr sz="1950" b="1">
                <a:solidFill>
                  <a:srgbClr val="F4F8FF"/>
                </a:solidFill>
                <a:latin typeface="Ubuntu Sans"/>
                <a:ea typeface="Ubuntu Sans"/>
                <a:cs typeface="Ubuntu Sans"/>
              </a:defRPr>
            </a:pPr>
            <a:r>
              <a:rPr sz="1950" b="1">
                <a:solidFill>
                  <a:srgbClr val="F4F8FF"/>
                </a:solidFill>
                <a:latin typeface="Ubuntu Sans"/>
                <a:ea typeface="Ubuntu Sans"/>
                <a:cs typeface="Ubuntu Sans"/>
              </a:rPr>
              <a:t>I designed and implemented the server-side system that validates requests, enforces access rules, stores data, coordinates workflows, and integrates external services.</a:t>
            </a:r>
          </a:p>
        </p:txBody>
      </p:sp>
      <p:sp>
        <p:nvSpPr>
          <p:cNvPr id="20" name="">
            <a:extLst xmlns:a="http://schemas.openxmlformats.org/drawingml/2006/main">
              <a:ext uri="{FF2B5EF4-FFF2-40B4-BE49-F238E27FC236}">
                <a16:creationId xmlns:a16="http://schemas.microsoft.com/office/drawing/2014/main" id="{62C80545-41D3-41A2-B065-C9211021673F}"/>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FFCA6A"/>
                </a:solidFill>
                <a:latin typeface="Ubuntu Sans"/>
                <a:ea typeface="Ubuntu Sans"/>
                <a:cs typeface="Ubuntu Sans"/>
              </a:defRPr>
            </a:defPPr>
            <a:lvl1pPr algn="l">
              <a:defRPr sz="1500" b="0">
                <a:solidFill>
                  <a:srgbClr val="FFCA6A"/>
                </a:solidFill>
                <a:latin typeface="Ubuntu Sans"/>
                <a:ea typeface="Ubuntu Sans"/>
                <a:cs typeface="Ubuntu Sans"/>
              </a:defRPr>
            </a:lvl1pPr>
            <a:lvl2pPr algn="l">
              <a:defRPr sz="1500" b="0">
                <a:solidFill>
                  <a:srgbClr val="FFCA6A"/>
                </a:solidFill>
                <a:latin typeface="Ubuntu Sans"/>
                <a:ea typeface="Ubuntu Sans"/>
                <a:cs typeface="Ubuntu Sans"/>
              </a:defRPr>
            </a:lvl2pPr>
            <a:lvl3pPr algn="l">
              <a:defRPr sz="1500" b="0">
                <a:solidFill>
                  <a:srgbClr val="FFCA6A"/>
                </a:solidFill>
                <a:latin typeface="Ubuntu Sans"/>
                <a:ea typeface="Ubuntu Sans"/>
                <a:cs typeface="Ubuntu Sans"/>
              </a:defRPr>
            </a:lvl3pPr>
            <a:lvl4pPr algn="l">
              <a:defRPr sz="1500" b="0">
                <a:solidFill>
                  <a:srgbClr val="FFCA6A"/>
                </a:solidFill>
                <a:latin typeface="Ubuntu Sans"/>
                <a:ea typeface="Ubuntu Sans"/>
                <a:cs typeface="Ubuntu Sans"/>
              </a:defRPr>
            </a:lvl4pPr>
            <a:lvl5pPr algn="l">
              <a:defRPr sz="1500" b="0">
                <a:solidFill>
                  <a:srgbClr val="FFCA6A"/>
                </a:solidFill>
                <a:latin typeface="Ubuntu Sans"/>
                <a:ea typeface="Ubuntu Sans"/>
                <a:cs typeface="Ubuntu Sans"/>
              </a:defRPr>
            </a:lvl5pPr>
            <a:lvl6pPr algn="l">
              <a:defRPr sz="1500" b="0">
                <a:solidFill>
                  <a:srgbClr val="FFCA6A"/>
                </a:solidFill>
                <a:latin typeface="Ubuntu Sans"/>
                <a:ea typeface="Ubuntu Sans"/>
                <a:cs typeface="Ubuntu Sans"/>
              </a:defRPr>
            </a:lvl6pPr>
            <a:lvl7pPr algn="l">
              <a:defRPr sz="1500" b="0">
                <a:solidFill>
                  <a:srgbClr val="FFCA6A"/>
                </a:solidFill>
                <a:latin typeface="Ubuntu Sans"/>
                <a:ea typeface="Ubuntu Sans"/>
                <a:cs typeface="Ubuntu Sans"/>
              </a:defRPr>
            </a:lvl7pPr>
            <a:lvl8pPr algn="l">
              <a:defRPr sz="1500" b="0">
                <a:solidFill>
                  <a:srgbClr val="FFCA6A"/>
                </a:solidFill>
                <a:latin typeface="Ubuntu Sans"/>
                <a:ea typeface="Ubuntu Sans"/>
                <a:cs typeface="Ubuntu Sans"/>
              </a:defRPr>
            </a:lvl8pPr>
            <a:lvl9pPr algn="l">
              <a:defRPr sz="1500" b="0">
                <a:solidFill>
                  <a:srgbClr val="FFCA6A"/>
                </a:solidFill>
                <a:latin typeface="Ubuntu Sans"/>
                <a:ea typeface="Ubuntu Sans"/>
                <a:cs typeface="Ubuntu Sans"/>
              </a:defRPr>
            </a:lvl9pPr>
          </a:lstStyle>
          <a:p xmlns:a="http://schemas.openxmlformats.org/drawingml/2006/main">
            <a:pPr algn="l">
              <a:defRPr sz="1500" b="0">
                <a:solidFill>
                  <a:srgbClr val="FFCA6A"/>
                </a:solidFill>
                <a:latin typeface="Ubuntu Sans"/>
                <a:ea typeface="Ubuntu Sans"/>
                <a:cs typeface="Ubuntu Sans"/>
              </a:defRPr>
            </a:pPr>
            <a:r>
              <a:rPr sz="1500" b="0">
                <a:solidFill>
                  <a:srgbClr val="FFCA6A"/>
                </a:solidFill>
                <a:latin typeface="Ubuntu Sans"/>
                <a:ea typeface="Ubuntu Sans"/>
                <a:cs typeface="Ubuntu Sans"/>
              </a:rPr>
              <a:t>The frontend asks. The backend decides what is valid and what each user may do.</a:t>
            </a:r>
          </a:p>
        </p:txBody>
      </p:sp>
      <p:sp>
        <p:nvSpPr>
          <p:cNvPr id="21" name="">
            <a:extLst xmlns:a="http://schemas.openxmlformats.org/drawingml/2006/main">
              <a:ext uri="{FF2B5EF4-FFF2-40B4-BE49-F238E27FC236}">
                <a16:creationId xmlns:a16="http://schemas.microsoft.com/office/drawing/2014/main" id="{D4AF5999-ACDA-4FE1-B673-BC061BDC6FC6}"/>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553354011"/>
      </p:ext>
    </p:extLst>
  </p:cSld>
</p:sld>
</file>

<file path=ppt/slides/slide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74DB5DB6-F498-41D8-ADF4-B9826433DC6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SYSTEM DESIGN</a:t>
            </a:r>
          </a:p>
        </p:txBody>
      </p:sp>
      <p:sp>
        <p:nvSpPr>
          <p:cNvPr id="2" name="">
            <a:extLst xmlns:a="http://schemas.openxmlformats.org/drawingml/2006/main">
              <a:ext uri="{FF2B5EF4-FFF2-40B4-BE49-F238E27FC236}">
                <a16:creationId xmlns:a16="http://schemas.microsoft.com/office/drawing/2014/main" id="{EAB6A4DD-BE2E-471A-AC06-5CF19F09FD03}"/>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Backend architecture</a:t>
            </a:r>
          </a:p>
        </p:txBody>
      </p:sp>
      <p:sp>
        <p:nvSpPr>
          <p:cNvPr id="3" name="">
            <a:extLst xmlns:a="http://schemas.openxmlformats.org/drawingml/2006/main">
              <a:ext uri="{FF2B5EF4-FFF2-40B4-BE49-F238E27FC236}">
                <a16:creationId xmlns:a16="http://schemas.microsoft.com/office/drawing/2014/main" id="{F819375E-EDCB-4B5F-BA4E-D3671C6515B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03</a:t>
            </a:r>
          </a:p>
        </p:txBody>
      </p:sp>
      <p:sp>
        <p:nvSpPr>
          <p:cNvPr id="4" name="">
            <a:extLst xmlns:a="http://schemas.openxmlformats.org/drawingml/2006/main">
              <a:ext uri="{FF2B5EF4-FFF2-40B4-BE49-F238E27FC236}">
                <a16:creationId xmlns:a16="http://schemas.microsoft.com/office/drawing/2014/main" id="{31D1EC1F-331F-407D-8B84-4CB377676280}"/>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1C0D3C7D-8FCA-4793-87A0-AF14668CAC8C}"/>
              </a:ext>
            </a:extLst>
          </p:cNvPr>
          <p:cNvSpPr>
            <a:spLocks xmlns:a="http://schemas.openxmlformats.org/drawingml/2006/main" noGrp="1"/>
          </p:cNvSpPr>
          <p:nvPr/>
        </p:nvSpPr>
        <p:spPr>
          <a:xfrm xmlns:a="http://schemas.openxmlformats.org/drawingml/2006/main">
            <a:off x="609600" y="13716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A9BCD0"/>
                </a:solidFill>
                <a:latin typeface="Ubuntu Sans"/>
                <a:ea typeface="Ubuntu Sans"/>
                <a:cs typeface="Ubuntu Sans"/>
              </a:defRPr>
            </a:defPPr>
            <a:lvl1pPr algn="l">
              <a:defRPr sz="1575" b="0">
                <a:solidFill>
                  <a:srgbClr val="A9BCD0"/>
                </a:solidFill>
                <a:latin typeface="Ubuntu Sans"/>
                <a:ea typeface="Ubuntu Sans"/>
                <a:cs typeface="Ubuntu Sans"/>
              </a:defRPr>
            </a:lvl1pPr>
            <a:lvl2pPr algn="l">
              <a:defRPr sz="1575" b="0">
                <a:solidFill>
                  <a:srgbClr val="A9BCD0"/>
                </a:solidFill>
                <a:latin typeface="Ubuntu Sans"/>
                <a:ea typeface="Ubuntu Sans"/>
                <a:cs typeface="Ubuntu Sans"/>
              </a:defRPr>
            </a:lvl2pPr>
            <a:lvl3pPr algn="l">
              <a:defRPr sz="1575" b="0">
                <a:solidFill>
                  <a:srgbClr val="A9BCD0"/>
                </a:solidFill>
                <a:latin typeface="Ubuntu Sans"/>
                <a:ea typeface="Ubuntu Sans"/>
                <a:cs typeface="Ubuntu Sans"/>
              </a:defRPr>
            </a:lvl3pPr>
            <a:lvl4pPr algn="l">
              <a:defRPr sz="1575" b="0">
                <a:solidFill>
                  <a:srgbClr val="A9BCD0"/>
                </a:solidFill>
                <a:latin typeface="Ubuntu Sans"/>
                <a:ea typeface="Ubuntu Sans"/>
                <a:cs typeface="Ubuntu Sans"/>
              </a:defRPr>
            </a:lvl4pPr>
            <a:lvl5pPr algn="l">
              <a:defRPr sz="1575" b="0">
                <a:solidFill>
                  <a:srgbClr val="A9BCD0"/>
                </a:solidFill>
                <a:latin typeface="Ubuntu Sans"/>
                <a:ea typeface="Ubuntu Sans"/>
                <a:cs typeface="Ubuntu Sans"/>
              </a:defRPr>
            </a:lvl5pPr>
            <a:lvl6pPr algn="l">
              <a:defRPr sz="1575" b="0">
                <a:solidFill>
                  <a:srgbClr val="A9BCD0"/>
                </a:solidFill>
                <a:latin typeface="Ubuntu Sans"/>
                <a:ea typeface="Ubuntu Sans"/>
                <a:cs typeface="Ubuntu Sans"/>
              </a:defRPr>
            </a:lvl6pPr>
            <a:lvl7pPr algn="l">
              <a:defRPr sz="1575" b="0">
                <a:solidFill>
                  <a:srgbClr val="A9BCD0"/>
                </a:solidFill>
                <a:latin typeface="Ubuntu Sans"/>
                <a:ea typeface="Ubuntu Sans"/>
                <a:cs typeface="Ubuntu Sans"/>
              </a:defRPr>
            </a:lvl7pPr>
            <a:lvl8pPr algn="l">
              <a:defRPr sz="1575" b="0">
                <a:solidFill>
                  <a:srgbClr val="A9BCD0"/>
                </a:solidFill>
                <a:latin typeface="Ubuntu Sans"/>
                <a:ea typeface="Ubuntu Sans"/>
                <a:cs typeface="Ubuntu Sans"/>
              </a:defRPr>
            </a:lvl8pPr>
            <a:lvl9pPr algn="l">
              <a:defRPr sz="1575" b="0">
                <a:solidFill>
                  <a:srgbClr val="A9BCD0"/>
                </a:solidFill>
                <a:latin typeface="Ubuntu Sans"/>
                <a:ea typeface="Ubuntu Sans"/>
                <a:cs typeface="Ubuntu Sans"/>
              </a:defRPr>
            </a:lvl9pPr>
          </a:lstStyle>
          <a:p xmlns:a="http://schemas.openxmlformats.org/drawingml/2006/main">
            <a:pPr algn="l">
              <a:defRPr sz="1575" b="0">
                <a:solidFill>
                  <a:srgbClr val="A9BCD0"/>
                </a:solidFill>
                <a:latin typeface="Ubuntu Sans"/>
                <a:ea typeface="Ubuntu Sans"/>
                <a:cs typeface="Ubuntu Sans"/>
              </a:defRPr>
            </a:pPr>
            <a:r>
              <a:rPr sz="1575" b="0">
                <a:solidFill>
                  <a:srgbClr val="A9BCD0"/>
                </a:solidFill>
                <a:latin typeface="Ubuntu Sans"/>
                <a:ea typeface="Ubuntu Sans"/>
                <a:cs typeface="Ubuntu Sans"/>
              </a:rPr>
              <a:t>Synchronous APIs handle immediate work. Durable workers handle slow or failure-prone work.</a:t>
            </a:r>
          </a:p>
        </p:txBody>
      </p:sp>
      <p:sp>
        <p:nvSpPr>
          <p:cNvPr id="6" name="">
            <a:extLst xmlns:a="http://schemas.openxmlformats.org/drawingml/2006/main">
              <a:ext uri="{FF2B5EF4-FFF2-40B4-BE49-F238E27FC236}">
                <a16:creationId xmlns:a16="http://schemas.microsoft.com/office/drawing/2014/main" id="{1663976C-26BA-46EE-937A-C97B18CF54E5}"/>
              </a:ext>
            </a:extLst>
          </p:cNvPr>
          <p:cNvSpPr>
            <a:spLocks xmlns:a="http://schemas.openxmlformats.org/drawingml/2006/main" noGrp="1"/>
          </p:cNvSpPr>
          <p:nvPr/>
        </p:nvSpPr>
        <p:spPr>
          <a:xfrm xmlns:a="http://schemas.openxmlformats.org/drawingml/2006/main">
            <a:off x="609600" y="2571750"/>
            <a:ext cx="1524000" cy="990600"/>
          </a:xfrm>
          <a:prstGeom xmlns:a="http://schemas.openxmlformats.org/drawingml/2006/main" prst="roundRect">
            <a:avLst>
              <a:gd name="adj" fmla="val 11538"/>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0773496A-FEE7-4B4C-AF0F-0B78E56AD8DC}"/>
              </a:ext>
            </a:extLst>
          </p:cNvPr>
          <p:cNvSpPr>
            <a:spLocks xmlns:a="http://schemas.openxmlformats.org/drawingml/2006/main" noGrp="1"/>
          </p:cNvSpPr>
          <p:nvPr/>
        </p:nvSpPr>
        <p:spPr>
          <a:xfrm xmlns:a="http://schemas.openxmlformats.org/drawingml/2006/main">
            <a:off x="609600" y="2571750"/>
            <a:ext cx="66675" cy="9906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C0FA55CF-763A-4D74-8DBE-2BE8F152FA99}"/>
              </a:ext>
            </a:extLst>
          </p:cNvPr>
          <p:cNvSpPr>
            <a:spLocks xmlns:a="http://schemas.openxmlformats.org/drawingml/2006/main" noGrp="1"/>
          </p:cNvSpPr>
          <p:nvPr/>
        </p:nvSpPr>
        <p:spPr>
          <a:xfrm xmlns:a="http://schemas.openxmlformats.org/drawingml/2006/main">
            <a:off x="819150" y="26860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Browser</a:t>
            </a:r>
          </a:p>
        </p:txBody>
      </p:sp>
      <p:sp>
        <p:nvSpPr>
          <p:cNvPr id="9" name="">
            <a:extLst xmlns:a="http://schemas.openxmlformats.org/drawingml/2006/main">
              <a:ext uri="{FF2B5EF4-FFF2-40B4-BE49-F238E27FC236}">
                <a16:creationId xmlns:a16="http://schemas.microsoft.com/office/drawing/2014/main" id="{6732B2BF-5B44-4A59-8147-F649BCAB3C70}"/>
              </a:ext>
            </a:extLst>
          </p:cNvPr>
          <p:cNvSpPr>
            <a:spLocks xmlns:a="http://schemas.openxmlformats.org/drawingml/2006/main" noGrp="1"/>
          </p:cNvSpPr>
          <p:nvPr/>
        </p:nvSpPr>
        <p:spPr>
          <a:xfrm xmlns:a="http://schemas.openxmlformats.org/drawingml/2006/main">
            <a:off x="819150" y="2981325"/>
            <a:ext cx="1200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Next.js client</a:t>
            </a:r>
          </a:p>
        </p:txBody>
      </p:sp>
      <p:sp>
        <p:nvSpPr>
          <p:cNvPr id="10" name="">
            <a:extLst xmlns:a="http://schemas.openxmlformats.org/drawingml/2006/main">
              <a:ext uri="{FF2B5EF4-FFF2-40B4-BE49-F238E27FC236}">
                <a16:creationId xmlns:a16="http://schemas.microsoft.com/office/drawing/2014/main" id="{9195CF7D-F370-492A-8938-6C4070DFB5EF}"/>
              </a:ext>
            </a:extLst>
          </p:cNvPr>
          <p:cNvSpPr>
            <a:spLocks xmlns:a="http://schemas.openxmlformats.org/drawingml/2006/main" noGrp="1"/>
          </p:cNvSpPr>
          <p:nvPr/>
        </p:nvSpPr>
        <p:spPr>
          <a:xfrm xmlns:a="http://schemas.openxmlformats.org/drawingml/2006/main">
            <a:off x="2133600" y="3067050"/>
            <a:ext cx="514350" cy="0"/>
          </a:xfrm>
          <a:prstGeom xmlns:a="http://schemas.openxmlformats.org/drawingml/2006/main" prst="line">
            <a:avLst/>
          </a:prstGeom>
          <a:noFill xmlns:a="http://schemas.openxmlformats.org/drawingml/2006/main"/>
          <a:ln xmlns:a="http://schemas.openxmlformats.org/drawingml/2006/main" w="28575">
            <a:solidFill>
              <a:srgbClr val="2FD6D3"/>
            </a:solidFill>
            <a:prstDash val="solid"/>
          </a:ln>
        </p:spPr>
      </p:sp>
      <p:sp>
        <p:nvSpPr>
          <p:cNvPr id="11" name="">
            <a:extLst xmlns:a="http://schemas.openxmlformats.org/drawingml/2006/main">
              <a:ext uri="{FF2B5EF4-FFF2-40B4-BE49-F238E27FC236}">
                <a16:creationId xmlns:a16="http://schemas.microsoft.com/office/drawing/2014/main" id="{84A61202-C420-4645-ABAA-AE78828B9440}"/>
              </a:ext>
            </a:extLst>
          </p:cNvPr>
          <p:cNvSpPr>
            <a:spLocks xmlns:a="http://schemas.openxmlformats.org/drawingml/2006/main" noGrp="1"/>
          </p:cNvSpPr>
          <p:nvPr/>
        </p:nvSpPr>
        <p:spPr>
          <a:xfrm xmlns:a="http://schemas.openxmlformats.org/drawingml/2006/main">
            <a:off x="2647950" y="2571750"/>
            <a:ext cx="1714500" cy="990600"/>
          </a:xfrm>
          <a:prstGeom xmlns:a="http://schemas.openxmlformats.org/drawingml/2006/main" prst="roundRect">
            <a:avLst>
              <a:gd name="adj" fmla="val 11538"/>
            </a:avLst>
          </a:prstGeom>
          <a:solidFill xmlns:a="http://schemas.openxmlformats.org/drawingml/2006/main">
            <a:srgbClr val="10223A"/>
          </a:solidFill>
          <a:ln xmlns:a="http://schemas.openxmlformats.org/drawingml/2006/main" w="11430">
            <a:solidFill>
              <a:srgbClr val="2B4563"/>
            </a:solidFill>
            <a:prstDash val="solid"/>
          </a:ln>
        </p:spPr>
      </p:sp>
      <p:sp>
        <p:nvSpPr>
          <p:cNvPr id="12" name="">
            <a:extLst xmlns:a="http://schemas.openxmlformats.org/drawingml/2006/main">
              <a:ext uri="{FF2B5EF4-FFF2-40B4-BE49-F238E27FC236}">
                <a16:creationId xmlns:a16="http://schemas.microsoft.com/office/drawing/2014/main" id="{2A1D2169-5088-46B4-A120-F11A85E4E98E}"/>
              </a:ext>
            </a:extLst>
          </p:cNvPr>
          <p:cNvSpPr>
            <a:spLocks xmlns:a="http://schemas.openxmlformats.org/drawingml/2006/main" noGrp="1"/>
          </p:cNvSpPr>
          <p:nvPr/>
        </p:nvSpPr>
        <p:spPr>
          <a:xfrm xmlns:a="http://schemas.openxmlformats.org/drawingml/2006/main">
            <a:off x="2647950" y="2571750"/>
            <a:ext cx="66675" cy="99060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3" name="">
            <a:extLst xmlns:a="http://schemas.openxmlformats.org/drawingml/2006/main">
              <a:ext uri="{FF2B5EF4-FFF2-40B4-BE49-F238E27FC236}">
                <a16:creationId xmlns:a16="http://schemas.microsoft.com/office/drawing/2014/main" id="{3C340AE7-A13C-4F1E-9C86-7AA36378BF36}"/>
              </a:ext>
            </a:extLst>
          </p:cNvPr>
          <p:cNvSpPr>
            <a:spLocks xmlns:a="http://schemas.openxmlformats.org/drawingml/2006/main" noGrp="1"/>
          </p:cNvSpPr>
          <p:nvPr/>
        </p:nvSpPr>
        <p:spPr>
          <a:xfrm xmlns:a="http://schemas.openxmlformats.org/drawingml/2006/main">
            <a:off x="2857500" y="26860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Nginx</a:t>
            </a:r>
          </a:p>
        </p:txBody>
      </p:sp>
      <p:sp>
        <p:nvSpPr>
          <p:cNvPr id="14" name="">
            <a:extLst xmlns:a="http://schemas.openxmlformats.org/drawingml/2006/main">
              <a:ext uri="{FF2B5EF4-FFF2-40B4-BE49-F238E27FC236}">
                <a16:creationId xmlns:a16="http://schemas.microsoft.com/office/drawing/2014/main" id="{00427892-3857-4BB8-9EF2-6671573C4BFF}"/>
              </a:ext>
            </a:extLst>
          </p:cNvPr>
          <p:cNvSpPr>
            <a:spLocks xmlns:a="http://schemas.openxmlformats.org/drawingml/2006/main" noGrp="1"/>
          </p:cNvSpPr>
          <p:nvPr/>
        </p:nvSpPr>
        <p:spPr>
          <a:xfrm xmlns:a="http://schemas.openxmlformats.org/drawingml/2006/main">
            <a:off x="2857500" y="2981325"/>
            <a:ext cx="1390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TLS, proxy, WAF</a:t>
            </a:r>
          </a:p>
        </p:txBody>
      </p:sp>
      <p:sp>
        <p:nvSpPr>
          <p:cNvPr id="15" name="">
            <a:extLst xmlns:a="http://schemas.openxmlformats.org/drawingml/2006/main">
              <a:ext uri="{FF2B5EF4-FFF2-40B4-BE49-F238E27FC236}">
                <a16:creationId xmlns:a16="http://schemas.microsoft.com/office/drawing/2014/main" id="{CB287A86-576E-4FBD-9D01-AF74C02C0D3D}"/>
              </a:ext>
            </a:extLst>
          </p:cNvPr>
          <p:cNvSpPr>
            <a:spLocks xmlns:a="http://schemas.openxmlformats.org/drawingml/2006/main" noGrp="1"/>
          </p:cNvSpPr>
          <p:nvPr/>
        </p:nvSpPr>
        <p:spPr>
          <a:xfrm xmlns:a="http://schemas.openxmlformats.org/drawingml/2006/main">
            <a:off x="4362450" y="3067050"/>
            <a:ext cx="514350" cy="0"/>
          </a:xfrm>
          <a:prstGeom xmlns:a="http://schemas.openxmlformats.org/drawingml/2006/main" prst="line">
            <a:avLst/>
          </a:prstGeom>
          <a:noFill xmlns:a="http://schemas.openxmlformats.org/drawingml/2006/main"/>
          <a:ln xmlns:a="http://schemas.openxmlformats.org/drawingml/2006/main" w="28575">
            <a:solidFill>
              <a:srgbClr val="4FA7FF"/>
            </a:solidFill>
            <a:prstDash val="solid"/>
          </a:ln>
        </p:spPr>
      </p:sp>
      <p:sp>
        <p:nvSpPr>
          <p:cNvPr id="16" name="">
            <a:extLst xmlns:a="http://schemas.openxmlformats.org/drawingml/2006/main">
              <a:ext uri="{FF2B5EF4-FFF2-40B4-BE49-F238E27FC236}">
                <a16:creationId xmlns:a16="http://schemas.microsoft.com/office/drawing/2014/main" id="{0141FC37-CBFC-4C2F-9A70-86E67236E4AF}"/>
              </a:ext>
            </a:extLst>
          </p:cNvPr>
          <p:cNvSpPr>
            <a:spLocks xmlns:a="http://schemas.openxmlformats.org/drawingml/2006/main" noGrp="1"/>
          </p:cNvSpPr>
          <p:nvPr/>
        </p:nvSpPr>
        <p:spPr>
          <a:xfrm xmlns:a="http://schemas.openxmlformats.org/drawingml/2006/main">
            <a:off x="4876800" y="2362200"/>
            <a:ext cx="2266950" cy="1409700"/>
          </a:xfrm>
          <a:prstGeom xmlns:a="http://schemas.openxmlformats.org/drawingml/2006/main" prst="roundRect">
            <a:avLst>
              <a:gd name="adj" fmla="val 8108"/>
            </a:avLst>
          </a:prstGeom>
          <a:solidFill xmlns:a="http://schemas.openxmlformats.org/drawingml/2006/main">
            <a:srgbClr val="10223A"/>
          </a:solidFill>
          <a:ln xmlns:a="http://schemas.openxmlformats.org/drawingml/2006/main" w="11430">
            <a:solidFill>
              <a:srgbClr val="2B4563"/>
            </a:solidFill>
            <a:prstDash val="solid"/>
          </a:ln>
        </p:spPr>
      </p:sp>
      <p:sp>
        <p:nvSpPr>
          <p:cNvPr id="17" name="">
            <a:extLst xmlns:a="http://schemas.openxmlformats.org/drawingml/2006/main">
              <a:ext uri="{FF2B5EF4-FFF2-40B4-BE49-F238E27FC236}">
                <a16:creationId xmlns:a16="http://schemas.microsoft.com/office/drawing/2014/main" id="{A8AA75CE-D01F-4F4D-A10F-4951B8CC1C31}"/>
              </a:ext>
            </a:extLst>
          </p:cNvPr>
          <p:cNvSpPr>
            <a:spLocks xmlns:a="http://schemas.openxmlformats.org/drawingml/2006/main" noGrp="1"/>
          </p:cNvSpPr>
          <p:nvPr/>
        </p:nvSpPr>
        <p:spPr>
          <a:xfrm xmlns:a="http://schemas.openxmlformats.org/drawingml/2006/main">
            <a:off x="4876800" y="2362200"/>
            <a:ext cx="66675" cy="140970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8" name="">
            <a:extLst xmlns:a="http://schemas.openxmlformats.org/drawingml/2006/main">
              <a:ext uri="{FF2B5EF4-FFF2-40B4-BE49-F238E27FC236}">
                <a16:creationId xmlns:a16="http://schemas.microsoft.com/office/drawing/2014/main" id="{5D75C93F-F9E4-4B92-A683-6B6BF362D1DB}"/>
              </a:ext>
            </a:extLst>
          </p:cNvPr>
          <p:cNvSpPr>
            <a:spLocks xmlns:a="http://schemas.openxmlformats.org/drawingml/2006/main" noGrp="1"/>
          </p:cNvSpPr>
          <p:nvPr/>
        </p:nvSpPr>
        <p:spPr>
          <a:xfrm xmlns:a="http://schemas.openxmlformats.org/drawingml/2006/main">
            <a:off x="5086350" y="247650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FastAPI</a:t>
            </a:r>
          </a:p>
        </p:txBody>
      </p:sp>
      <p:sp>
        <p:nvSpPr>
          <p:cNvPr id="19" name="">
            <a:extLst xmlns:a="http://schemas.openxmlformats.org/drawingml/2006/main">
              <a:ext uri="{FF2B5EF4-FFF2-40B4-BE49-F238E27FC236}">
                <a16:creationId xmlns:a16="http://schemas.microsoft.com/office/drawing/2014/main" id="{AD313CCB-E919-4491-B365-DE5D32764494}"/>
              </a:ext>
            </a:extLst>
          </p:cNvPr>
          <p:cNvSpPr>
            <a:spLocks xmlns:a="http://schemas.openxmlformats.org/drawingml/2006/main" noGrp="1"/>
          </p:cNvSpPr>
          <p:nvPr/>
        </p:nvSpPr>
        <p:spPr>
          <a:xfrm xmlns:a="http://schemas.openxmlformats.org/drawingml/2006/main">
            <a:off x="5086350" y="2771775"/>
            <a:ext cx="1943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Validation and business rules</a:t>
            </a:r>
          </a:p>
        </p:txBody>
      </p:sp>
      <p:sp>
        <p:nvSpPr>
          <p:cNvPr id="20" name="">
            <a:extLst xmlns:a="http://schemas.openxmlformats.org/drawingml/2006/main">
              <a:ext uri="{FF2B5EF4-FFF2-40B4-BE49-F238E27FC236}">
                <a16:creationId xmlns:a16="http://schemas.microsoft.com/office/drawing/2014/main" id="{9FD325D8-CBC3-473C-A32E-0E9201648C4F}"/>
              </a:ext>
            </a:extLst>
          </p:cNvPr>
          <p:cNvSpPr>
            <a:spLocks xmlns:a="http://schemas.openxmlformats.org/drawingml/2006/main" noGrp="1"/>
          </p:cNvSpPr>
          <p:nvPr/>
        </p:nvSpPr>
        <p:spPr>
          <a:xfrm xmlns:a="http://schemas.openxmlformats.org/drawingml/2006/main">
            <a:off x="7143750" y="2743200"/>
            <a:ext cx="590550" cy="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21" name="">
            <a:extLst xmlns:a="http://schemas.openxmlformats.org/drawingml/2006/main">
              <a:ext uri="{FF2B5EF4-FFF2-40B4-BE49-F238E27FC236}">
                <a16:creationId xmlns:a16="http://schemas.microsoft.com/office/drawing/2014/main" id="{5B8FC347-46A5-4DE0-A2DD-537E1A1490EE}"/>
              </a:ext>
            </a:extLst>
          </p:cNvPr>
          <p:cNvSpPr>
            <a:spLocks xmlns:a="http://schemas.openxmlformats.org/drawingml/2006/main" noGrp="1"/>
          </p:cNvSpPr>
          <p:nvPr/>
        </p:nvSpPr>
        <p:spPr>
          <a:xfrm xmlns:a="http://schemas.openxmlformats.org/drawingml/2006/main">
            <a:off x="7143750" y="3390900"/>
            <a:ext cx="590550" cy="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22" name="">
            <a:extLst xmlns:a="http://schemas.openxmlformats.org/drawingml/2006/main">
              <a:ext uri="{FF2B5EF4-FFF2-40B4-BE49-F238E27FC236}">
                <a16:creationId xmlns:a16="http://schemas.microsoft.com/office/drawing/2014/main" id="{C772659A-CF3D-4359-83C4-2E99D75FFBCA}"/>
              </a:ext>
            </a:extLst>
          </p:cNvPr>
          <p:cNvSpPr>
            <a:spLocks xmlns:a="http://schemas.openxmlformats.org/drawingml/2006/main" noGrp="1"/>
          </p:cNvSpPr>
          <p:nvPr/>
        </p:nvSpPr>
        <p:spPr>
          <a:xfrm xmlns:a="http://schemas.openxmlformats.org/drawingml/2006/main">
            <a:off x="7734300" y="2038350"/>
            <a:ext cx="1809750" cy="1066800"/>
          </a:xfrm>
          <a:prstGeom xmlns:a="http://schemas.openxmlformats.org/drawingml/2006/main" prst="roundRect">
            <a:avLst>
              <a:gd name="adj" fmla="val 10714"/>
            </a:avLst>
          </a:prstGeom>
          <a:solidFill xmlns:a="http://schemas.openxmlformats.org/drawingml/2006/main">
            <a:srgbClr val="10223A"/>
          </a:solidFill>
          <a:ln xmlns:a="http://schemas.openxmlformats.org/drawingml/2006/main" w="11430">
            <a:solidFill>
              <a:srgbClr val="2B4563"/>
            </a:solidFill>
            <a:prstDash val="solid"/>
          </a:ln>
        </p:spPr>
      </p:sp>
      <p:sp>
        <p:nvSpPr>
          <p:cNvPr id="23" name="">
            <a:extLst xmlns:a="http://schemas.openxmlformats.org/drawingml/2006/main">
              <a:ext uri="{FF2B5EF4-FFF2-40B4-BE49-F238E27FC236}">
                <a16:creationId xmlns:a16="http://schemas.microsoft.com/office/drawing/2014/main" id="{CF0794B9-7351-4FA4-9C21-F1987D61BCA5}"/>
              </a:ext>
            </a:extLst>
          </p:cNvPr>
          <p:cNvSpPr>
            <a:spLocks xmlns:a="http://schemas.openxmlformats.org/drawingml/2006/main" noGrp="1"/>
          </p:cNvSpPr>
          <p:nvPr/>
        </p:nvSpPr>
        <p:spPr>
          <a:xfrm xmlns:a="http://schemas.openxmlformats.org/drawingml/2006/main">
            <a:off x="7734300" y="2038350"/>
            <a:ext cx="66675" cy="10668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24" name="">
            <a:extLst xmlns:a="http://schemas.openxmlformats.org/drawingml/2006/main">
              <a:ext uri="{FF2B5EF4-FFF2-40B4-BE49-F238E27FC236}">
                <a16:creationId xmlns:a16="http://schemas.microsoft.com/office/drawing/2014/main" id="{2845B1E7-CFC9-4ABD-AF17-EDE8A4182D9B}"/>
              </a:ext>
            </a:extLst>
          </p:cNvPr>
          <p:cNvSpPr>
            <a:spLocks xmlns:a="http://schemas.openxmlformats.org/drawingml/2006/main" noGrp="1"/>
          </p:cNvSpPr>
          <p:nvPr/>
        </p:nvSpPr>
        <p:spPr>
          <a:xfrm xmlns:a="http://schemas.openxmlformats.org/drawingml/2006/main">
            <a:off x="7943850" y="21526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PostgreSQL</a:t>
            </a:r>
          </a:p>
        </p:txBody>
      </p:sp>
      <p:sp>
        <p:nvSpPr>
          <p:cNvPr id="25" name="">
            <a:extLst xmlns:a="http://schemas.openxmlformats.org/drawingml/2006/main">
              <a:ext uri="{FF2B5EF4-FFF2-40B4-BE49-F238E27FC236}">
                <a16:creationId xmlns:a16="http://schemas.microsoft.com/office/drawing/2014/main" id="{016A8D67-787B-4462-A594-2BB2DCCE0E88}"/>
              </a:ext>
            </a:extLst>
          </p:cNvPr>
          <p:cNvSpPr>
            <a:spLocks xmlns:a="http://schemas.openxmlformats.org/drawingml/2006/main" noGrp="1"/>
          </p:cNvSpPr>
          <p:nvPr/>
        </p:nvSpPr>
        <p:spPr>
          <a:xfrm xmlns:a="http://schemas.openxmlformats.org/drawingml/2006/main">
            <a:off x="7943850" y="244792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Users, offers, applications, jobs</a:t>
            </a:r>
          </a:p>
        </p:txBody>
      </p:sp>
      <p:sp>
        <p:nvSpPr>
          <p:cNvPr id="26" name="">
            <a:extLst xmlns:a="http://schemas.openxmlformats.org/drawingml/2006/main">
              <a:ext uri="{FF2B5EF4-FFF2-40B4-BE49-F238E27FC236}">
                <a16:creationId xmlns:a16="http://schemas.microsoft.com/office/drawing/2014/main" id="{652C24BE-66D0-46AB-ACA4-EEF6EDA3F46E}"/>
              </a:ext>
            </a:extLst>
          </p:cNvPr>
          <p:cNvSpPr>
            <a:spLocks xmlns:a="http://schemas.openxmlformats.org/drawingml/2006/main" noGrp="1"/>
          </p:cNvSpPr>
          <p:nvPr/>
        </p:nvSpPr>
        <p:spPr>
          <a:xfrm xmlns:a="http://schemas.openxmlformats.org/drawingml/2006/main">
            <a:off x="7734300" y="3314700"/>
            <a:ext cx="1809750" cy="1066800"/>
          </a:xfrm>
          <a:prstGeom xmlns:a="http://schemas.openxmlformats.org/drawingml/2006/main" prst="roundRect">
            <a:avLst>
              <a:gd name="adj" fmla="val 10714"/>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CD914DEA-A510-4DFF-8903-3A667BD497C3}"/>
              </a:ext>
            </a:extLst>
          </p:cNvPr>
          <p:cNvSpPr>
            <a:spLocks xmlns:a="http://schemas.openxmlformats.org/drawingml/2006/main" noGrp="1"/>
          </p:cNvSpPr>
          <p:nvPr/>
        </p:nvSpPr>
        <p:spPr>
          <a:xfrm xmlns:a="http://schemas.openxmlformats.org/drawingml/2006/main">
            <a:off x="7734300" y="3314700"/>
            <a:ext cx="66675" cy="10668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28" name="">
            <a:extLst xmlns:a="http://schemas.openxmlformats.org/drawingml/2006/main">
              <a:ext uri="{FF2B5EF4-FFF2-40B4-BE49-F238E27FC236}">
                <a16:creationId xmlns:a16="http://schemas.microsoft.com/office/drawing/2014/main" id="{5664A30D-3969-4CB6-9CAC-BF63F2549F46}"/>
              </a:ext>
            </a:extLst>
          </p:cNvPr>
          <p:cNvSpPr>
            <a:spLocks xmlns:a="http://schemas.openxmlformats.org/drawingml/2006/main" noGrp="1"/>
          </p:cNvSpPr>
          <p:nvPr/>
        </p:nvSpPr>
        <p:spPr>
          <a:xfrm xmlns:a="http://schemas.openxmlformats.org/drawingml/2006/main">
            <a:off x="7943850" y="34290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Private storage</a:t>
            </a:r>
          </a:p>
        </p:txBody>
      </p:sp>
      <p:sp>
        <p:nvSpPr>
          <p:cNvPr id="29" name="">
            <a:extLst xmlns:a="http://schemas.openxmlformats.org/drawingml/2006/main">
              <a:ext uri="{FF2B5EF4-FFF2-40B4-BE49-F238E27FC236}">
                <a16:creationId xmlns:a16="http://schemas.microsoft.com/office/drawing/2014/main" id="{962642E1-32AB-4BAE-85E3-A3989EBD8027}"/>
              </a:ext>
            </a:extLst>
          </p:cNvPr>
          <p:cNvSpPr>
            <a:spLocks xmlns:a="http://schemas.openxmlformats.org/drawingml/2006/main" noGrp="1"/>
          </p:cNvSpPr>
          <p:nvPr/>
        </p:nvSpPr>
        <p:spPr>
          <a:xfrm xmlns:a="http://schemas.openxmlformats.org/drawingml/2006/main">
            <a:off x="7943850" y="372427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CVs, avatars, logos</a:t>
            </a:r>
          </a:p>
        </p:txBody>
      </p:sp>
      <p:sp>
        <p:nvSpPr>
          <p:cNvPr id="30" name="">
            <a:extLst xmlns:a="http://schemas.openxmlformats.org/drawingml/2006/main">
              <a:ext uri="{FF2B5EF4-FFF2-40B4-BE49-F238E27FC236}">
                <a16:creationId xmlns:a16="http://schemas.microsoft.com/office/drawing/2014/main" id="{CE40DA09-FD17-4D28-A89A-335F8F32F263}"/>
              </a:ext>
            </a:extLst>
          </p:cNvPr>
          <p:cNvSpPr>
            <a:spLocks xmlns:a="http://schemas.openxmlformats.org/drawingml/2006/main" noGrp="1"/>
          </p:cNvSpPr>
          <p:nvPr/>
        </p:nvSpPr>
        <p:spPr>
          <a:xfrm xmlns:a="http://schemas.openxmlformats.org/drawingml/2006/main">
            <a:off x="6010275" y="3771900"/>
            <a:ext cx="0" cy="85725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31" name="">
            <a:extLst xmlns:a="http://schemas.openxmlformats.org/drawingml/2006/main">
              <a:ext uri="{FF2B5EF4-FFF2-40B4-BE49-F238E27FC236}">
                <a16:creationId xmlns:a16="http://schemas.microsoft.com/office/drawing/2014/main" id="{AC556148-8F2B-4249-B5D0-711F73F1A491}"/>
              </a:ext>
            </a:extLst>
          </p:cNvPr>
          <p:cNvSpPr>
            <a:spLocks xmlns:a="http://schemas.openxmlformats.org/drawingml/2006/main" noGrp="1"/>
          </p:cNvSpPr>
          <p:nvPr/>
        </p:nvSpPr>
        <p:spPr>
          <a:xfrm xmlns:a="http://schemas.openxmlformats.org/drawingml/2006/main">
            <a:off x="4876800" y="4629150"/>
            <a:ext cx="2266950" cy="1047750"/>
          </a:xfrm>
          <a:prstGeom xmlns:a="http://schemas.openxmlformats.org/drawingml/2006/main" prst="roundRect">
            <a:avLst>
              <a:gd name="adj" fmla="val 10909"/>
            </a:avLst>
          </a:prstGeom>
          <a:solidFill xmlns:a="http://schemas.openxmlformats.org/drawingml/2006/main">
            <a:srgbClr val="10223A"/>
          </a:solidFill>
          <a:ln xmlns:a="http://schemas.openxmlformats.org/drawingml/2006/main" w="11430">
            <a:solidFill>
              <a:srgbClr val="2B4563"/>
            </a:solidFill>
            <a:prstDash val="solid"/>
          </a:ln>
        </p:spPr>
      </p:sp>
      <p:sp>
        <p:nvSpPr>
          <p:cNvPr id="32" name="">
            <a:extLst xmlns:a="http://schemas.openxmlformats.org/drawingml/2006/main">
              <a:ext uri="{FF2B5EF4-FFF2-40B4-BE49-F238E27FC236}">
                <a16:creationId xmlns:a16="http://schemas.microsoft.com/office/drawing/2014/main" id="{97B7CA14-5F31-4D3D-B5D0-DE23CD29EDE0}"/>
              </a:ext>
            </a:extLst>
          </p:cNvPr>
          <p:cNvSpPr>
            <a:spLocks xmlns:a="http://schemas.openxmlformats.org/drawingml/2006/main" noGrp="1"/>
          </p:cNvSpPr>
          <p:nvPr/>
        </p:nvSpPr>
        <p:spPr>
          <a:xfrm xmlns:a="http://schemas.openxmlformats.org/drawingml/2006/main">
            <a:off x="4876800" y="4629150"/>
            <a:ext cx="66675" cy="1047750"/>
          </a:xfrm>
          <a:prstGeom xmlns:a="http://schemas.openxmlformats.org/drawingml/2006/main" prst="roundRect">
            <a:avLst>
              <a:gd name="adj" fmla="val 50000"/>
            </a:avLst>
          </a:prstGeom>
          <a:solidFill xmlns:a="http://schemas.openxmlformats.org/drawingml/2006/main">
            <a:srgbClr val="FF7B8A"/>
          </a:solidFill>
          <a:ln xmlns:a="http://schemas.openxmlformats.org/drawingml/2006/main" w="0">
            <a:solidFill>
              <a:srgbClr val="FF7B8A"/>
            </a:solidFill>
            <a:prstDash val="solid"/>
          </a:ln>
        </p:spPr>
      </p:sp>
      <p:sp>
        <p:nvSpPr>
          <p:cNvPr id="33" name="">
            <a:extLst xmlns:a="http://schemas.openxmlformats.org/drawingml/2006/main">
              <a:ext uri="{FF2B5EF4-FFF2-40B4-BE49-F238E27FC236}">
                <a16:creationId xmlns:a16="http://schemas.microsoft.com/office/drawing/2014/main" id="{47791EA4-59B8-498B-A60D-2A2AC5DC6549}"/>
              </a:ext>
            </a:extLst>
          </p:cNvPr>
          <p:cNvSpPr>
            <a:spLocks xmlns:a="http://schemas.openxmlformats.org/drawingml/2006/main" noGrp="1"/>
          </p:cNvSpPr>
          <p:nvPr/>
        </p:nvSpPr>
        <p:spPr>
          <a:xfrm xmlns:a="http://schemas.openxmlformats.org/drawingml/2006/main">
            <a:off x="5086350" y="47434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Redis</a:t>
            </a:r>
          </a:p>
        </p:txBody>
      </p:sp>
      <p:sp>
        <p:nvSpPr>
          <p:cNvPr id="34" name="">
            <a:extLst xmlns:a="http://schemas.openxmlformats.org/drawingml/2006/main">
              <a:ext uri="{FF2B5EF4-FFF2-40B4-BE49-F238E27FC236}">
                <a16:creationId xmlns:a16="http://schemas.microsoft.com/office/drawing/2014/main" id="{992A4743-2650-43E5-B6F7-397998968B0A}"/>
              </a:ext>
            </a:extLst>
          </p:cNvPr>
          <p:cNvSpPr>
            <a:spLocks xmlns:a="http://schemas.openxmlformats.org/drawingml/2006/main" noGrp="1"/>
          </p:cNvSpPr>
          <p:nvPr/>
        </p:nvSpPr>
        <p:spPr>
          <a:xfrm xmlns:a="http://schemas.openxmlformats.org/drawingml/2006/main">
            <a:off x="5086350" y="5038725"/>
            <a:ext cx="1943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Broker, presence, shared state</a:t>
            </a:r>
          </a:p>
        </p:txBody>
      </p:sp>
      <p:sp>
        <p:nvSpPr>
          <p:cNvPr id="35" name="">
            <a:extLst xmlns:a="http://schemas.openxmlformats.org/drawingml/2006/main">
              <a:ext uri="{FF2B5EF4-FFF2-40B4-BE49-F238E27FC236}">
                <a16:creationId xmlns:a16="http://schemas.microsoft.com/office/drawing/2014/main" id="{A829370C-11E1-4FA2-AB72-9ED7F25605E6}"/>
              </a:ext>
            </a:extLst>
          </p:cNvPr>
          <p:cNvSpPr>
            <a:spLocks xmlns:a="http://schemas.openxmlformats.org/drawingml/2006/main" noGrp="1"/>
          </p:cNvSpPr>
          <p:nvPr/>
        </p:nvSpPr>
        <p:spPr>
          <a:xfrm xmlns:a="http://schemas.openxmlformats.org/drawingml/2006/main">
            <a:off x="7143750" y="5143500"/>
            <a:ext cx="590550" cy="0"/>
          </a:xfrm>
          <a:prstGeom xmlns:a="http://schemas.openxmlformats.org/drawingml/2006/main" prst="line">
            <a:avLst/>
          </a:prstGeom>
          <a:noFill xmlns:a="http://schemas.openxmlformats.org/drawingml/2006/main"/>
          <a:ln xmlns:a="http://schemas.openxmlformats.org/drawingml/2006/main" w="28575">
            <a:solidFill>
              <a:srgbClr val="FF7B8A"/>
            </a:solidFill>
            <a:prstDash val="solid"/>
          </a:ln>
        </p:spPr>
      </p:sp>
      <p:sp>
        <p:nvSpPr>
          <p:cNvPr id="36" name="">
            <a:extLst xmlns:a="http://schemas.openxmlformats.org/drawingml/2006/main">
              <a:ext uri="{FF2B5EF4-FFF2-40B4-BE49-F238E27FC236}">
                <a16:creationId xmlns:a16="http://schemas.microsoft.com/office/drawing/2014/main" id="{720512C7-C23B-4F04-B487-6BC791E74D98}"/>
              </a:ext>
            </a:extLst>
          </p:cNvPr>
          <p:cNvSpPr>
            <a:spLocks xmlns:a="http://schemas.openxmlformats.org/drawingml/2006/main" noGrp="1"/>
          </p:cNvSpPr>
          <p:nvPr/>
        </p:nvSpPr>
        <p:spPr>
          <a:xfrm xmlns:a="http://schemas.openxmlformats.org/drawingml/2006/main">
            <a:off x="7734300" y="4629150"/>
            <a:ext cx="1809750" cy="1047750"/>
          </a:xfrm>
          <a:prstGeom xmlns:a="http://schemas.openxmlformats.org/drawingml/2006/main" prst="roundRect">
            <a:avLst>
              <a:gd name="adj" fmla="val 10909"/>
            </a:avLst>
          </a:prstGeom>
          <a:solidFill xmlns:a="http://schemas.openxmlformats.org/drawingml/2006/main">
            <a:srgbClr val="10223A"/>
          </a:solidFill>
          <a:ln xmlns:a="http://schemas.openxmlformats.org/drawingml/2006/main" w="11430">
            <a:solidFill>
              <a:srgbClr val="2B4563"/>
            </a:solidFill>
            <a:prstDash val="solid"/>
          </a:ln>
        </p:spPr>
      </p:sp>
      <p:sp>
        <p:nvSpPr>
          <p:cNvPr id="37" name="">
            <a:extLst xmlns:a="http://schemas.openxmlformats.org/drawingml/2006/main">
              <a:ext uri="{FF2B5EF4-FFF2-40B4-BE49-F238E27FC236}">
                <a16:creationId xmlns:a16="http://schemas.microsoft.com/office/drawing/2014/main" id="{3D663B28-4861-4A87-9F91-7D152B093F37}"/>
              </a:ext>
            </a:extLst>
          </p:cNvPr>
          <p:cNvSpPr>
            <a:spLocks xmlns:a="http://schemas.openxmlformats.org/drawingml/2006/main" noGrp="1"/>
          </p:cNvSpPr>
          <p:nvPr/>
        </p:nvSpPr>
        <p:spPr>
          <a:xfrm xmlns:a="http://schemas.openxmlformats.org/drawingml/2006/main">
            <a:off x="7734300" y="4629150"/>
            <a:ext cx="66675" cy="104775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38" name="">
            <a:extLst xmlns:a="http://schemas.openxmlformats.org/drawingml/2006/main">
              <a:ext uri="{FF2B5EF4-FFF2-40B4-BE49-F238E27FC236}">
                <a16:creationId xmlns:a16="http://schemas.microsoft.com/office/drawing/2014/main" id="{B5F90AA9-2BAC-49D5-999C-44EF03B14206}"/>
              </a:ext>
            </a:extLst>
          </p:cNvPr>
          <p:cNvSpPr>
            <a:spLocks xmlns:a="http://schemas.openxmlformats.org/drawingml/2006/main" noGrp="1"/>
          </p:cNvSpPr>
          <p:nvPr/>
        </p:nvSpPr>
        <p:spPr>
          <a:xfrm xmlns:a="http://schemas.openxmlformats.org/drawingml/2006/main">
            <a:off x="7943850" y="47434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Celery workers</a:t>
            </a:r>
          </a:p>
        </p:txBody>
      </p:sp>
      <p:sp>
        <p:nvSpPr>
          <p:cNvPr id="39" name="">
            <a:extLst xmlns:a="http://schemas.openxmlformats.org/drawingml/2006/main">
              <a:ext uri="{FF2B5EF4-FFF2-40B4-BE49-F238E27FC236}">
                <a16:creationId xmlns:a16="http://schemas.microsoft.com/office/drawing/2014/main" id="{48F040E8-10F8-4C03-8116-86128B1269D4}"/>
              </a:ext>
            </a:extLst>
          </p:cNvPr>
          <p:cNvSpPr>
            <a:spLocks xmlns:a="http://schemas.openxmlformats.org/drawingml/2006/main" noGrp="1"/>
          </p:cNvSpPr>
          <p:nvPr/>
        </p:nvSpPr>
        <p:spPr>
          <a:xfrm xmlns:a="http://schemas.openxmlformats.org/drawingml/2006/main">
            <a:off x="7943850" y="5038725"/>
            <a:ext cx="1485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AI and background jobs</a:t>
            </a:r>
          </a:p>
        </p:txBody>
      </p:sp>
      <p:sp>
        <p:nvSpPr>
          <p:cNvPr id="40" name="">
            <a:extLst xmlns:a="http://schemas.openxmlformats.org/drawingml/2006/main">
              <a:ext uri="{FF2B5EF4-FFF2-40B4-BE49-F238E27FC236}">
                <a16:creationId xmlns:a16="http://schemas.microsoft.com/office/drawing/2014/main" id="{BEADD272-B936-4AAF-A409-613CA32558D9}"/>
              </a:ext>
            </a:extLst>
          </p:cNvPr>
          <p:cNvSpPr>
            <a:spLocks xmlns:a="http://schemas.openxmlformats.org/drawingml/2006/main" noGrp="1"/>
          </p:cNvSpPr>
          <p:nvPr/>
        </p:nvSpPr>
        <p:spPr>
          <a:xfrm xmlns:a="http://schemas.openxmlformats.org/drawingml/2006/main">
            <a:off x="9544050" y="5143500"/>
            <a:ext cx="514350" cy="0"/>
          </a:xfrm>
          <a:prstGeom xmlns:a="http://schemas.openxmlformats.org/drawingml/2006/main" prst="line">
            <a:avLst/>
          </a:prstGeom>
          <a:noFill xmlns:a="http://schemas.openxmlformats.org/drawingml/2006/main"/>
          <a:ln xmlns:a="http://schemas.openxmlformats.org/drawingml/2006/main" w="28575">
            <a:solidFill>
              <a:srgbClr val="FFCA6A"/>
            </a:solidFill>
            <a:prstDash val="solid"/>
          </a:ln>
        </p:spPr>
      </p:sp>
      <p:sp>
        <p:nvSpPr>
          <p:cNvPr id="41" name="">
            <a:extLst xmlns:a="http://schemas.openxmlformats.org/drawingml/2006/main">
              <a:ext uri="{FF2B5EF4-FFF2-40B4-BE49-F238E27FC236}">
                <a16:creationId xmlns:a16="http://schemas.microsoft.com/office/drawing/2014/main" id="{ED34ED47-F14B-457C-9476-E72AF5330C3F}"/>
              </a:ext>
            </a:extLst>
          </p:cNvPr>
          <p:cNvSpPr>
            <a:spLocks xmlns:a="http://schemas.openxmlformats.org/drawingml/2006/main" noGrp="1"/>
          </p:cNvSpPr>
          <p:nvPr/>
        </p:nvSpPr>
        <p:spPr>
          <a:xfrm xmlns:a="http://schemas.openxmlformats.org/drawingml/2006/main">
            <a:off x="10058400" y="4629150"/>
            <a:ext cx="1524000" cy="1047750"/>
          </a:xfrm>
          <a:prstGeom xmlns:a="http://schemas.openxmlformats.org/drawingml/2006/main" prst="roundRect">
            <a:avLst>
              <a:gd name="adj" fmla="val 10909"/>
            </a:avLst>
          </a:prstGeom>
          <a:solidFill xmlns:a="http://schemas.openxmlformats.org/drawingml/2006/main">
            <a:srgbClr val="10223A"/>
          </a:solidFill>
          <a:ln xmlns:a="http://schemas.openxmlformats.org/drawingml/2006/main" w="11430">
            <a:solidFill>
              <a:srgbClr val="2B4563"/>
            </a:solidFill>
            <a:prstDash val="solid"/>
          </a:ln>
        </p:spPr>
      </p:sp>
      <p:sp>
        <p:nvSpPr>
          <p:cNvPr id="42" name="">
            <a:extLst xmlns:a="http://schemas.openxmlformats.org/drawingml/2006/main">
              <a:ext uri="{FF2B5EF4-FFF2-40B4-BE49-F238E27FC236}">
                <a16:creationId xmlns:a16="http://schemas.microsoft.com/office/drawing/2014/main" id="{071C618E-007F-438A-922F-92CE5DEB4838}"/>
              </a:ext>
            </a:extLst>
          </p:cNvPr>
          <p:cNvSpPr>
            <a:spLocks xmlns:a="http://schemas.openxmlformats.org/drawingml/2006/main" noGrp="1"/>
          </p:cNvSpPr>
          <p:nvPr/>
        </p:nvSpPr>
        <p:spPr>
          <a:xfrm xmlns:a="http://schemas.openxmlformats.org/drawingml/2006/main">
            <a:off x="10058400" y="4629150"/>
            <a:ext cx="66675" cy="104775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43" name="">
            <a:extLst xmlns:a="http://schemas.openxmlformats.org/drawingml/2006/main">
              <a:ext uri="{FF2B5EF4-FFF2-40B4-BE49-F238E27FC236}">
                <a16:creationId xmlns:a16="http://schemas.microsoft.com/office/drawing/2014/main" id="{6E87AE70-DCB3-4330-8946-40843CEDC2EB}"/>
              </a:ext>
            </a:extLst>
          </p:cNvPr>
          <p:cNvSpPr>
            <a:spLocks xmlns:a="http://schemas.openxmlformats.org/drawingml/2006/main" noGrp="1"/>
          </p:cNvSpPr>
          <p:nvPr/>
        </p:nvSpPr>
        <p:spPr>
          <a:xfrm xmlns:a="http://schemas.openxmlformats.org/drawingml/2006/main">
            <a:off x="10267950" y="47434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888"/>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Gemini / Resend</a:t>
            </a:r>
          </a:p>
        </p:txBody>
      </p:sp>
      <p:sp>
        <p:nvSpPr>
          <p:cNvPr id="44" name="">
            <a:extLst xmlns:a="http://schemas.openxmlformats.org/drawingml/2006/main">
              <a:ext uri="{FF2B5EF4-FFF2-40B4-BE49-F238E27FC236}">
                <a16:creationId xmlns:a16="http://schemas.microsoft.com/office/drawing/2014/main" id="{8770AED2-40AA-4924-9221-B6DDFEE958AD}"/>
              </a:ext>
            </a:extLst>
          </p:cNvPr>
          <p:cNvSpPr>
            <a:spLocks xmlns:a="http://schemas.openxmlformats.org/drawingml/2006/main" noGrp="1"/>
          </p:cNvSpPr>
          <p:nvPr/>
        </p:nvSpPr>
        <p:spPr>
          <a:xfrm xmlns:a="http://schemas.openxmlformats.org/drawingml/2006/main">
            <a:off x="10267950" y="5038725"/>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External AI and email</a:t>
            </a:r>
          </a:p>
        </p:txBody>
      </p:sp>
      <p:sp>
        <p:nvSpPr>
          <p:cNvPr id="45" name="">
            <a:extLst xmlns:a="http://schemas.openxmlformats.org/drawingml/2006/main">
              <a:ext uri="{FF2B5EF4-FFF2-40B4-BE49-F238E27FC236}">
                <a16:creationId xmlns:a16="http://schemas.microsoft.com/office/drawing/2014/main" id="{BCF8CEFE-EFF7-4E88-BAD4-D65D953C256B}"/>
              </a:ext>
            </a:extLst>
          </p:cNvPr>
          <p:cNvSpPr>
            <a:spLocks xmlns:a="http://schemas.openxmlformats.org/drawingml/2006/main" noGrp="1"/>
          </p:cNvSpPr>
          <p:nvPr/>
        </p:nvSpPr>
        <p:spPr>
          <a:xfrm xmlns:a="http://schemas.openxmlformats.org/drawingml/2006/main">
            <a:off x="9944100" y="215265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ctr">
              <a:defRPr sz="1350" b="1">
                <a:solidFill>
                  <a:srgbClr val="2FD6D3"/>
                </a:solidFill>
                <a:latin typeface="Ubuntu Sans"/>
                <a:ea typeface="Ubuntu Sans"/>
                <a:cs typeface="Ubuntu Sans"/>
              </a:defRPr>
            </a:defPPr>
            <a:lvl1pPr algn="ctr">
              <a:defRPr sz="1350" b="1">
                <a:solidFill>
                  <a:srgbClr val="2FD6D3"/>
                </a:solidFill>
                <a:latin typeface="Ubuntu Sans"/>
                <a:ea typeface="Ubuntu Sans"/>
                <a:cs typeface="Ubuntu Sans"/>
              </a:defRPr>
            </a:lvl1pPr>
            <a:lvl2pPr algn="ctr">
              <a:defRPr sz="1350" b="1">
                <a:solidFill>
                  <a:srgbClr val="2FD6D3"/>
                </a:solidFill>
                <a:latin typeface="Ubuntu Sans"/>
                <a:ea typeface="Ubuntu Sans"/>
                <a:cs typeface="Ubuntu Sans"/>
              </a:defRPr>
            </a:lvl2pPr>
            <a:lvl3pPr algn="ctr">
              <a:defRPr sz="1350" b="1">
                <a:solidFill>
                  <a:srgbClr val="2FD6D3"/>
                </a:solidFill>
                <a:latin typeface="Ubuntu Sans"/>
                <a:ea typeface="Ubuntu Sans"/>
                <a:cs typeface="Ubuntu Sans"/>
              </a:defRPr>
            </a:lvl3pPr>
            <a:lvl4pPr algn="ctr">
              <a:defRPr sz="1350" b="1">
                <a:solidFill>
                  <a:srgbClr val="2FD6D3"/>
                </a:solidFill>
                <a:latin typeface="Ubuntu Sans"/>
                <a:ea typeface="Ubuntu Sans"/>
                <a:cs typeface="Ubuntu Sans"/>
              </a:defRPr>
            </a:lvl4pPr>
            <a:lvl5pPr algn="ctr">
              <a:defRPr sz="1350" b="1">
                <a:solidFill>
                  <a:srgbClr val="2FD6D3"/>
                </a:solidFill>
                <a:latin typeface="Ubuntu Sans"/>
                <a:ea typeface="Ubuntu Sans"/>
                <a:cs typeface="Ubuntu Sans"/>
              </a:defRPr>
            </a:lvl5pPr>
            <a:lvl6pPr algn="ctr">
              <a:defRPr sz="1350" b="1">
                <a:solidFill>
                  <a:srgbClr val="2FD6D3"/>
                </a:solidFill>
                <a:latin typeface="Ubuntu Sans"/>
                <a:ea typeface="Ubuntu Sans"/>
                <a:cs typeface="Ubuntu Sans"/>
              </a:defRPr>
            </a:lvl6pPr>
            <a:lvl7pPr algn="ctr">
              <a:defRPr sz="1350" b="1">
                <a:solidFill>
                  <a:srgbClr val="2FD6D3"/>
                </a:solidFill>
                <a:latin typeface="Ubuntu Sans"/>
                <a:ea typeface="Ubuntu Sans"/>
                <a:cs typeface="Ubuntu Sans"/>
              </a:defRPr>
            </a:lvl7pPr>
            <a:lvl8pPr algn="ctr">
              <a:defRPr sz="1350" b="1">
                <a:solidFill>
                  <a:srgbClr val="2FD6D3"/>
                </a:solidFill>
                <a:latin typeface="Ubuntu Sans"/>
                <a:ea typeface="Ubuntu Sans"/>
                <a:cs typeface="Ubuntu Sans"/>
              </a:defRPr>
            </a:lvl8pPr>
            <a:lvl9pPr algn="ctr">
              <a:defRPr sz="1350" b="1">
                <a:solidFill>
                  <a:srgbClr val="2FD6D3"/>
                </a:solidFill>
                <a:latin typeface="Ubuntu Sans"/>
                <a:ea typeface="Ubuntu Sans"/>
                <a:cs typeface="Ubuntu Sans"/>
              </a:defRPr>
            </a:lvl9pPr>
          </a:lstStyle>
          <a:p xmlns:a="http://schemas.openxmlformats.org/drawingml/2006/main">
            <a:pPr algn="ctr">
              <a:defRPr sz="1350" b="1">
                <a:solidFill>
                  <a:srgbClr val="2FD6D3"/>
                </a:solidFill>
                <a:latin typeface="Ubuntu Sans"/>
                <a:ea typeface="Ubuntu Sans"/>
                <a:cs typeface="Ubuntu Sans"/>
              </a:defRPr>
            </a:pPr>
            <a:r>
              <a:rPr sz="1350" b="1">
                <a:solidFill>
                  <a:srgbClr val="2FD6D3"/>
                </a:solidFill>
                <a:latin typeface="Ubuntu Sans"/>
                <a:ea typeface="Ubuntu Sans"/>
                <a:cs typeface="Ubuntu Sans"/>
              </a:rPr>
              <a:t>WebSockets</a:t>
            </a:r>
          </a:p>
        </p:txBody>
      </p:sp>
      <p:sp>
        <p:nvSpPr>
          <p:cNvPr id="46" name="">
            <a:extLst xmlns:a="http://schemas.openxmlformats.org/drawingml/2006/main">
              <a:ext uri="{FF2B5EF4-FFF2-40B4-BE49-F238E27FC236}">
                <a16:creationId xmlns:a16="http://schemas.microsoft.com/office/drawing/2014/main" id="{A9E2ADF8-06E5-4D2B-AC25-C20694F7AA72}"/>
              </a:ext>
            </a:extLst>
          </p:cNvPr>
          <p:cNvSpPr>
            <a:spLocks xmlns:a="http://schemas.openxmlformats.org/drawingml/2006/main" noGrp="1"/>
          </p:cNvSpPr>
          <p:nvPr/>
        </p:nvSpPr>
        <p:spPr>
          <a:xfrm xmlns:a="http://schemas.openxmlformats.org/drawingml/2006/main">
            <a:off x="9944100" y="24193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ctr">
              <a:defRPr sz="1050" b="0">
                <a:solidFill>
                  <a:srgbClr val="A9BCD0"/>
                </a:solidFill>
                <a:latin typeface="Ubuntu Sans"/>
                <a:ea typeface="Ubuntu Sans"/>
                <a:cs typeface="Ubuntu Sans"/>
              </a:defRPr>
            </a:defPPr>
            <a:lvl1pPr algn="ctr">
              <a:defRPr sz="1050" b="0">
                <a:solidFill>
                  <a:srgbClr val="A9BCD0"/>
                </a:solidFill>
                <a:latin typeface="Ubuntu Sans"/>
                <a:ea typeface="Ubuntu Sans"/>
                <a:cs typeface="Ubuntu Sans"/>
              </a:defRPr>
            </a:lvl1pPr>
            <a:lvl2pPr algn="ctr">
              <a:defRPr sz="1050" b="0">
                <a:solidFill>
                  <a:srgbClr val="A9BCD0"/>
                </a:solidFill>
                <a:latin typeface="Ubuntu Sans"/>
                <a:ea typeface="Ubuntu Sans"/>
                <a:cs typeface="Ubuntu Sans"/>
              </a:defRPr>
            </a:lvl2pPr>
            <a:lvl3pPr algn="ctr">
              <a:defRPr sz="1050" b="0">
                <a:solidFill>
                  <a:srgbClr val="A9BCD0"/>
                </a:solidFill>
                <a:latin typeface="Ubuntu Sans"/>
                <a:ea typeface="Ubuntu Sans"/>
                <a:cs typeface="Ubuntu Sans"/>
              </a:defRPr>
            </a:lvl3pPr>
            <a:lvl4pPr algn="ctr">
              <a:defRPr sz="1050" b="0">
                <a:solidFill>
                  <a:srgbClr val="A9BCD0"/>
                </a:solidFill>
                <a:latin typeface="Ubuntu Sans"/>
                <a:ea typeface="Ubuntu Sans"/>
                <a:cs typeface="Ubuntu Sans"/>
              </a:defRPr>
            </a:lvl4pPr>
            <a:lvl5pPr algn="ctr">
              <a:defRPr sz="1050" b="0">
                <a:solidFill>
                  <a:srgbClr val="A9BCD0"/>
                </a:solidFill>
                <a:latin typeface="Ubuntu Sans"/>
                <a:ea typeface="Ubuntu Sans"/>
                <a:cs typeface="Ubuntu Sans"/>
              </a:defRPr>
            </a:lvl5pPr>
            <a:lvl6pPr algn="ctr">
              <a:defRPr sz="1050" b="0">
                <a:solidFill>
                  <a:srgbClr val="A9BCD0"/>
                </a:solidFill>
                <a:latin typeface="Ubuntu Sans"/>
                <a:ea typeface="Ubuntu Sans"/>
                <a:cs typeface="Ubuntu Sans"/>
              </a:defRPr>
            </a:lvl6pPr>
            <a:lvl7pPr algn="ctr">
              <a:defRPr sz="1050" b="0">
                <a:solidFill>
                  <a:srgbClr val="A9BCD0"/>
                </a:solidFill>
                <a:latin typeface="Ubuntu Sans"/>
                <a:ea typeface="Ubuntu Sans"/>
                <a:cs typeface="Ubuntu Sans"/>
              </a:defRPr>
            </a:lvl7pPr>
            <a:lvl8pPr algn="ctr">
              <a:defRPr sz="1050" b="0">
                <a:solidFill>
                  <a:srgbClr val="A9BCD0"/>
                </a:solidFill>
                <a:latin typeface="Ubuntu Sans"/>
                <a:ea typeface="Ubuntu Sans"/>
                <a:cs typeface="Ubuntu Sans"/>
              </a:defRPr>
            </a:lvl8pPr>
            <a:lvl9pPr algn="ctr">
              <a:defRPr sz="1050" b="0">
                <a:solidFill>
                  <a:srgbClr val="A9BCD0"/>
                </a:solidFill>
                <a:latin typeface="Ubuntu Sans"/>
                <a:ea typeface="Ubuntu Sans"/>
                <a:cs typeface="Ubuntu Sans"/>
              </a:defRPr>
            </a:lvl9pPr>
          </a:lstStyle>
          <a:p xmlns:a="http://schemas.openxmlformats.org/drawingml/2006/main">
            <a:pPr algn="ctr">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real-time chat</a:t>
            </a:r>
          </a:p>
        </p:txBody>
      </p:sp>
      <p:sp>
        <p:nvSpPr>
          <p:cNvPr id="47" name="">
            <a:extLst xmlns:a="http://schemas.openxmlformats.org/drawingml/2006/main">
              <a:ext uri="{FF2B5EF4-FFF2-40B4-BE49-F238E27FC236}">
                <a16:creationId xmlns:a16="http://schemas.microsoft.com/office/drawing/2014/main" id="{9F534663-5AEE-426F-9E5B-FACC8D60988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686520421"/>
      </p:ext>
    </p:extLst>
  </p:cSld>
</p:sld>
</file>

<file path=ppt/slides/slide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FC9E74A-29AC-461F-8B48-C02C9B3E4DD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ENGINEERING DECISIONS</a:t>
            </a:r>
          </a:p>
        </p:txBody>
      </p:sp>
      <p:sp>
        <p:nvSpPr>
          <p:cNvPr id="2" name="">
            <a:extLst xmlns:a="http://schemas.openxmlformats.org/drawingml/2006/main">
              <a:ext uri="{FF2B5EF4-FFF2-40B4-BE49-F238E27FC236}">
                <a16:creationId xmlns:a16="http://schemas.microsoft.com/office/drawing/2014/main" id="{A84A98AC-070E-4205-96C5-361606AE0BFF}"/>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Technical choices and trade-offs</a:t>
            </a:r>
          </a:p>
        </p:txBody>
      </p:sp>
      <p:sp>
        <p:nvSpPr>
          <p:cNvPr id="3" name="">
            <a:extLst xmlns:a="http://schemas.openxmlformats.org/drawingml/2006/main">
              <a:ext uri="{FF2B5EF4-FFF2-40B4-BE49-F238E27FC236}">
                <a16:creationId xmlns:a16="http://schemas.microsoft.com/office/drawing/2014/main" id="{2EB7A521-4B2E-4E95-9ED6-6E603030A4ED}"/>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04</a:t>
            </a:r>
          </a:p>
        </p:txBody>
      </p:sp>
      <p:sp>
        <p:nvSpPr>
          <p:cNvPr id="4" name="">
            <a:extLst xmlns:a="http://schemas.openxmlformats.org/drawingml/2006/main">
              <a:ext uri="{FF2B5EF4-FFF2-40B4-BE49-F238E27FC236}">
                <a16:creationId xmlns:a16="http://schemas.microsoft.com/office/drawing/2014/main" id="{BB4BA5EC-5BDF-4A67-A2F0-D99FBFC2A270}"/>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7B94C699-205C-416F-8B0F-59E1C345772D}"/>
              </a:ext>
            </a:extLst>
          </p:cNvPr>
          <p:cNvSpPr>
            <a:spLocks xmlns:a="http://schemas.openxmlformats.org/drawingml/2006/main" noGrp="1"/>
          </p:cNvSpPr>
          <p:nvPr/>
        </p:nvSpPr>
        <p:spPr>
          <a:xfrm xmlns:a="http://schemas.openxmlformats.org/drawingml/2006/main">
            <a:off x="609600" y="160020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6" name="">
            <a:extLst xmlns:a="http://schemas.openxmlformats.org/drawingml/2006/main">
              <a:ext uri="{FF2B5EF4-FFF2-40B4-BE49-F238E27FC236}">
                <a16:creationId xmlns:a16="http://schemas.microsoft.com/office/drawing/2014/main" id="{ACF48910-4C78-4141-BCE4-BC4C6AC137BE}"/>
              </a:ext>
            </a:extLst>
          </p:cNvPr>
          <p:cNvSpPr>
            <a:spLocks xmlns:a="http://schemas.openxmlformats.org/drawingml/2006/main" noGrp="1"/>
          </p:cNvSpPr>
          <p:nvPr/>
        </p:nvSpPr>
        <p:spPr>
          <a:xfrm xmlns:a="http://schemas.openxmlformats.org/drawingml/2006/main">
            <a:off x="609600" y="1600200"/>
            <a:ext cx="66675" cy="11430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7" name="">
            <a:extLst xmlns:a="http://schemas.openxmlformats.org/drawingml/2006/main">
              <a:ext uri="{FF2B5EF4-FFF2-40B4-BE49-F238E27FC236}">
                <a16:creationId xmlns:a16="http://schemas.microsoft.com/office/drawing/2014/main" id="{26A98562-EC06-49F9-9D8A-B293679F235A}"/>
              </a:ext>
            </a:extLst>
          </p:cNvPr>
          <p:cNvSpPr>
            <a:spLocks xmlns:a="http://schemas.openxmlformats.org/drawingml/2006/main" noGrp="1"/>
          </p:cNvSpPr>
          <p:nvPr/>
        </p:nvSpPr>
        <p:spPr>
          <a:xfrm xmlns:a="http://schemas.openxmlformats.org/drawingml/2006/main">
            <a:off x="81915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FastAPI</a:t>
            </a:r>
          </a:p>
        </p:txBody>
      </p:sp>
      <p:sp>
        <p:nvSpPr>
          <p:cNvPr id="8" name="">
            <a:extLst xmlns:a="http://schemas.openxmlformats.org/drawingml/2006/main">
              <a:ext uri="{FF2B5EF4-FFF2-40B4-BE49-F238E27FC236}">
                <a16:creationId xmlns:a16="http://schemas.microsoft.com/office/drawing/2014/main" id="{DE2E6161-2D50-43C9-86EA-42EF4ABF00AF}"/>
              </a:ext>
            </a:extLst>
          </p:cNvPr>
          <p:cNvSpPr>
            <a:spLocks xmlns:a="http://schemas.openxmlformats.org/drawingml/2006/main" noGrp="1"/>
          </p:cNvSpPr>
          <p:nvPr/>
        </p:nvSpPr>
        <p:spPr>
          <a:xfrm xmlns:a="http://schemas.openxmlformats.org/drawingml/2006/main">
            <a:off x="81915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Async request handling, dependency injection, validation and OpenAPI</a:t>
            </a:r>
          </a:p>
        </p:txBody>
      </p:sp>
      <p:sp>
        <p:nvSpPr>
          <p:cNvPr id="9" name="">
            <a:extLst xmlns:a="http://schemas.openxmlformats.org/drawingml/2006/main">
              <a:ext uri="{FF2B5EF4-FFF2-40B4-BE49-F238E27FC236}">
                <a16:creationId xmlns:a16="http://schemas.microsoft.com/office/drawing/2014/main" id="{01219167-743C-4284-AD53-C51B7B2DCF41}"/>
              </a:ext>
            </a:extLst>
          </p:cNvPr>
          <p:cNvSpPr>
            <a:spLocks xmlns:a="http://schemas.openxmlformats.org/drawingml/2006/main" noGrp="1"/>
          </p:cNvSpPr>
          <p:nvPr/>
        </p:nvSpPr>
        <p:spPr>
          <a:xfrm xmlns:a="http://schemas.openxmlformats.org/drawingml/2006/main">
            <a:off x="6153150" y="160020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10" name="">
            <a:extLst xmlns:a="http://schemas.openxmlformats.org/drawingml/2006/main">
              <a:ext uri="{FF2B5EF4-FFF2-40B4-BE49-F238E27FC236}">
                <a16:creationId xmlns:a16="http://schemas.microsoft.com/office/drawing/2014/main" id="{638A789E-34D2-474E-9A55-6F1E03358D37}"/>
              </a:ext>
            </a:extLst>
          </p:cNvPr>
          <p:cNvSpPr>
            <a:spLocks xmlns:a="http://schemas.openxmlformats.org/drawingml/2006/main" noGrp="1"/>
          </p:cNvSpPr>
          <p:nvPr/>
        </p:nvSpPr>
        <p:spPr>
          <a:xfrm xmlns:a="http://schemas.openxmlformats.org/drawingml/2006/main">
            <a:off x="6153150" y="1600200"/>
            <a:ext cx="66675" cy="11430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11" name="">
            <a:extLst xmlns:a="http://schemas.openxmlformats.org/drawingml/2006/main">
              <a:ext uri="{FF2B5EF4-FFF2-40B4-BE49-F238E27FC236}">
                <a16:creationId xmlns:a16="http://schemas.microsoft.com/office/drawing/2014/main" id="{84A5CC41-5A55-4D01-A051-23D5B41E8903}"/>
              </a:ext>
            </a:extLst>
          </p:cNvPr>
          <p:cNvSpPr>
            <a:spLocks xmlns:a="http://schemas.openxmlformats.org/drawingml/2006/main" noGrp="1"/>
          </p:cNvSpPr>
          <p:nvPr/>
        </p:nvSpPr>
        <p:spPr>
          <a:xfrm xmlns:a="http://schemas.openxmlformats.org/drawingml/2006/main">
            <a:off x="636270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PostgreSQL</a:t>
            </a:r>
          </a:p>
        </p:txBody>
      </p:sp>
      <p:sp>
        <p:nvSpPr>
          <p:cNvPr id="12" name="">
            <a:extLst xmlns:a="http://schemas.openxmlformats.org/drawingml/2006/main">
              <a:ext uri="{FF2B5EF4-FFF2-40B4-BE49-F238E27FC236}">
                <a16:creationId xmlns:a16="http://schemas.microsoft.com/office/drawing/2014/main" id="{E2177356-2ED0-44A3-BCFF-CF5A1F619391}"/>
              </a:ext>
            </a:extLst>
          </p:cNvPr>
          <p:cNvSpPr>
            <a:spLocks xmlns:a="http://schemas.openxmlformats.org/drawingml/2006/main" noGrp="1"/>
          </p:cNvSpPr>
          <p:nvPr/>
        </p:nvSpPr>
        <p:spPr>
          <a:xfrm xmlns:a="http://schemas.openxmlformats.org/drawingml/2006/main">
            <a:off x="636270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Transactions and relational integrity fit recruitment workflows</a:t>
            </a:r>
          </a:p>
        </p:txBody>
      </p:sp>
      <p:sp>
        <p:nvSpPr>
          <p:cNvPr id="13" name="">
            <a:extLst xmlns:a="http://schemas.openxmlformats.org/drawingml/2006/main">
              <a:ext uri="{FF2B5EF4-FFF2-40B4-BE49-F238E27FC236}">
                <a16:creationId xmlns:a16="http://schemas.microsoft.com/office/drawing/2014/main" id="{72D7229F-C21D-4CBF-ABB5-3CA84F38FC89}"/>
              </a:ext>
            </a:extLst>
          </p:cNvPr>
          <p:cNvSpPr>
            <a:spLocks xmlns:a="http://schemas.openxmlformats.org/drawingml/2006/main" noGrp="1"/>
          </p:cNvSpPr>
          <p:nvPr/>
        </p:nvSpPr>
        <p:spPr>
          <a:xfrm xmlns:a="http://schemas.openxmlformats.org/drawingml/2006/main">
            <a:off x="609600" y="302895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14" name="">
            <a:extLst xmlns:a="http://schemas.openxmlformats.org/drawingml/2006/main">
              <a:ext uri="{FF2B5EF4-FFF2-40B4-BE49-F238E27FC236}">
                <a16:creationId xmlns:a16="http://schemas.microsoft.com/office/drawing/2014/main" id="{FB8B4CF3-3D55-45A0-A954-BBF5AAD2126A}"/>
              </a:ext>
            </a:extLst>
          </p:cNvPr>
          <p:cNvSpPr>
            <a:spLocks xmlns:a="http://schemas.openxmlformats.org/drawingml/2006/main" noGrp="1"/>
          </p:cNvSpPr>
          <p:nvPr/>
        </p:nvSpPr>
        <p:spPr>
          <a:xfrm xmlns:a="http://schemas.openxmlformats.org/drawingml/2006/main">
            <a:off x="609600" y="3028950"/>
            <a:ext cx="66675" cy="114300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5" name="">
            <a:extLst xmlns:a="http://schemas.openxmlformats.org/drawingml/2006/main">
              <a:ext uri="{FF2B5EF4-FFF2-40B4-BE49-F238E27FC236}">
                <a16:creationId xmlns:a16="http://schemas.microsoft.com/office/drawing/2014/main" id="{F49A1298-8A37-495E-83D5-25471AC79AC7}"/>
              </a:ext>
            </a:extLst>
          </p:cNvPr>
          <p:cNvSpPr>
            <a:spLocks xmlns:a="http://schemas.openxmlformats.org/drawingml/2006/main" noGrp="1"/>
          </p:cNvSpPr>
          <p:nvPr/>
        </p:nvSpPr>
        <p:spPr>
          <a:xfrm xmlns:a="http://schemas.openxmlformats.org/drawingml/2006/main">
            <a:off x="81915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SQLAlchemy + Alembic</a:t>
            </a:r>
          </a:p>
        </p:txBody>
      </p:sp>
      <p:sp>
        <p:nvSpPr>
          <p:cNvPr id="16" name="">
            <a:extLst xmlns:a="http://schemas.openxmlformats.org/drawingml/2006/main">
              <a:ext uri="{FF2B5EF4-FFF2-40B4-BE49-F238E27FC236}">
                <a16:creationId xmlns:a16="http://schemas.microsoft.com/office/drawing/2014/main" id="{A198E1AC-B00E-47ED-822C-AC8D133E0783}"/>
              </a:ext>
            </a:extLst>
          </p:cNvPr>
          <p:cNvSpPr>
            <a:spLocks xmlns:a="http://schemas.openxmlformats.org/drawingml/2006/main" noGrp="1"/>
          </p:cNvSpPr>
          <p:nvPr/>
        </p:nvSpPr>
        <p:spPr>
          <a:xfrm xmlns:a="http://schemas.openxmlformats.org/drawingml/2006/main">
            <a:off x="81915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Async data access with versioned schema changes</a:t>
            </a:r>
          </a:p>
        </p:txBody>
      </p:sp>
      <p:sp>
        <p:nvSpPr>
          <p:cNvPr id="17" name="">
            <a:extLst xmlns:a="http://schemas.openxmlformats.org/drawingml/2006/main">
              <a:ext uri="{FF2B5EF4-FFF2-40B4-BE49-F238E27FC236}">
                <a16:creationId xmlns:a16="http://schemas.microsoft.com/office/drawing/2014/main" id="{ACAD12CB-90FE-40E7-B72B-C918FC62A88E}"/>
              </a:ext>
            </a:extLst>
          </p:cNvPr>
          <p:cNvSpPr>
            <a:spLocks xmlns:a="http://schemas.openxmlformats.org/drawingml/2006/main" noGrp="1"/>
          </p:cNvSpPr>
          <p:nvPr/>
        </p:nvSpPr>
        <p:spPr>
          <a:xfrm xmlns:a="http://schemas.openxmlformats.org/drawingml/2006/main">
            <a:off x="6153150" y="302895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18" name="">
            <a:extLst xmlns:a="http://schemas.openxmlformats.org/drawingml/2006/main">
              <a:ext uri="{FF2B5EF4-FFF2-40B4-BE49-F238E27FC236}">
                <a16:creationId xmlns:a16="http://schemas.microsoft.com/office/drawing/2014/main" id="{28704F5B-BE1D-4DFE-BBAD-3713518D2653}"/>
              </a:ext>
            </a:extLst>
          </p:cNvPr>
          <p:cNvSpPr>
            <a:spLocks xmlns:a="http://schemas.openxmlformats.org/drawingml/2006/main" noGrp="1"/>
          </p:cNvSpPr>
          <p:nvPr/>
        </p:nvSpPr>
        <p:spPr>
          <a:xfrm xmlns:a="http://schemas.openxmlformats.org/drawingml/2006/main">
            <a:off x="6153150" y="3028950"/>
            <a:ext cx="66675" cy="1143000"/>
          </a:xfrm>
          <a:prstGeom xmlns:a="http://schemas.openxmlformats.org/drawingml/2006/main" prst="roundRect">
            <a:avLst>
              <a:gd name="adj" fmla="val 50000"/>
            </a:avLst>
          </a:prstGeom>
          <a:solidFill xmlns:a="http://schemas.openxmlformats.org/drawingml/2006/main">
            <a:srgbClr val="FF7B8A"/>
          </a:solidFill>
          <a:ln xmlns:a="http://schemas.openxmlformats.org/drawingml/2006/main" w="0">
            <a:solidFill>
              <a:srgbClr val="FF7B8A"/>
            </a:solidFill>
            <a:prstDash val="solid"/>
          </a:ln>
        </p:spPr>
      </p:sp>
      <p:sp>
        <p:nvSpPr>
          <p:cNvPr id="19" name="">
            <a:extLst xmlns:a="http://schemas.openxmlformats.org/drawingml/2006/main">
              <a:ext uri="{FF2B5EF4-FFF2-40B4-BE49-F238E27FC236}">
                <a16:creationId xmlns:a16="http://schemas.microsoft.com/office/drawing/2014/main" id="{B77DBDD3-60D0-458F-9BDE-5994241AA473}"/>
              </a:ext>
            </a:extLst>
          </p:cNvPr>
          <p:cNvSpPr>
            <a:spLocks xmlns:a="http://schemas.openxmlformats.org/drawingml/2006/main" noGrp="1"/>
          </p:cNvSpPr>
          <p:nvPr/>
        </p:nvSpPr>
        <p:spPr>
          <a:xfrm xmlns:a="http://schemas.openxmlformats.org/drawingml/2006/main">
            <a:off x="636270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Redis + Celery</a:t>
            </a:r>
          </a:p>
        </p:txBody>
      </p:sp>
      <p:sp>
        <p:nvSpPr>
          <p:cNvPr id="20" name="">
            <a:extLst xmlns:a="http://schemas.openxmlformats.org/drawingml/2006/main">
              <a:ext uri="{FF2B5EF4-FFF2-40B4-BE49-F238E27FC236}">
                <a16:creationId xmlns:a16="http://schemas.microsoft.com/office/drawing/2014/main" id="{EDB0D96F-765F-4D29-9FA3-40C1EA6756E9}"/>
              </a:ext>
            </a:extLst>
          </p:cNvPr>
          <p:cNvSpPr>
            <a:spLocks xmlns:a="http://schemas.openxmlformats.org/drawingml/2006/main" noGrp="1"/>
          </p:cNvSpPr>
          <p:nvPr/>
        </p:nvSpPr>
        <p:spPr>
          <a:xfrm xmlns:a="http://schemas.openxmlformats.org/drawingml/2006/main">
            <a:off x="636270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Slow AI tasks leave the HTTP request path</a:t>
            </a:r>
          </a:p>
        </p:txBody>
      </p:sp>
      <p:sp>
        <p:nvSpPr>
          <p:cNvPr id="21" name="">
            <a:extLst xmlns:a="http://schemas.openxmlformats.org/drawingml/2006/main">
              <a:ext uri="{FF2B5EF4-FFF2-40B4-BE49-F238E27FC236}">
                <a16:creationId xmlns:a16="http://schemas.microsoft.com/office/drawing/2014/main" id="{56AF9EA4-CC58-44CC-97EF-2EEFC91E0502}"/>
              </a:ext>
            </a:extLst>
          </p:cNvPr>
          <p:cNvSpPr>
            <a:spLocks xmlns:a="http://schemas.openxmlformats.org/drawingml/2006/main" noGrp="1"/>
          </p:cNvSpPr>
          <p:nvPr/>
        </p:nvSpPr>
        <p:spPr>
          <a:xfrm xmlns:a="http://schemas.openxmlformats.org/drawingml/2006/main">
            <a:off x="609600" y="445770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22" name="">
            <a:extLst xmlns:a="http://schemas.openxmlformats.org/drawingml/2006/main">
              <a:ext uri="{FF2B5EF4-FFF2-40B4-BE49-F238E27FC236}">
                <a16:creationId xmlns:a16="http://schemas.microsoft.com/office/drawing/2014/main" id="{4560E85E-3B93-46A6-9202-AC0FD3900E8E}"/>
              </a:ext>
            </a:extLst>
          </p:cNvPr>
          <p:cNvSpPr>
            <a:spLocks xmlns:a="http://schemas.openxmlformats.org/drawingml/2006/main" noGrp="1"/>
          </p:cNvSpPr>
          <p:nvPr/>
        </p:nvSpPr>
        <p:spPr>
          <a:xfrm xmlns:a="http://schemas.openxmlformats.org/drawingml/2006/main">
            <a:off x="609600" y="4457700"/>
            <a:ext cx="66675" cy="114300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23" name="">
            <a:extLst xmlns:a="http://schemas.openxmlformats.org/drawingml/2006/main">
              <a:ext uri="{FF2B5EF4-FFF2-40B4-BE49-F238E27FC236}">
                <a16:creationId xmlns:a16="http://schemas.microsoft.com/office/drawing/2014/main" id="{CEAFFC77-47CA-4D7F-8C0B-58639B1458D8}"/>
              </a:ext>
            </a:extLst>
          </p:cNvPr>
          <p:cNvSpPr>
            <a:spLocks xmlns:a="http://schemas.openxmlformats.org/drawingml/2006/main" noGrp="1"/>
          </p:cNvSpPr>
          <p:nvPr/>
        </p:nvSpPr>
        <p:spPr>
          <a:xfrm xmlns:a="http://schemas.openxmlformats.org/drawingml/2006/main">
            <a:off x="81915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Supabase private storage</a:t>
            </a:r>
          </a:p>
        </p:txBody>
      </p:sp>
      <p:sp>
        <p:nvSpPr>
          <p:cNvPr id="24" name="">
            <a:extLst xmlns:a="http://schemas.openxmlformats.org/drawingml/2006/main">
              <a:ext uri="{FF2B5EF4-FFF2-40B4-BE49-F238E27FC236}">
                <a16:creationId xmlns:a16="http://schemas.microsoft.com/office/drawing/2014/main" id="{E86368AD-FF47-4048-BEE5-AEADBBC34957}"/>
              </a:ext>
            </a:extLst>
          </p:cNvPr>
          <p:cNvSpPr>
            <a:spLocks xmlns:a="http://schemas.openxmlformats.org/drawingml/2006/main" noGrp="1"/>
          </p:cNvSpPr>
          <p:nvPr/>
        </p:nvSpPr>
        <p:spPr>
          <a:xfrm xmlns:a="http://schemas.openxmlformats.org/drawingml/2006/main">
            <a:off x="81915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Protected CV and image assets with backend-only credentials</a:t>
            </a:r>
          </a:p>
        </p:txBody>
      </p:sp>
      <p:sp>
        <p:nvSpPr>
          <p:cNvPr id="25" name="">
            <a:extLst xmlns:a="http://schemas.openxmlformats.org/drawingml/2006/main">
              <a:ext uri="{FF2B5EF4-FFF2-40B4-BE49-F238E27FC236}">
                <a16:creationId xmlns:a16="http://schemas.microsoft.com/office/drawing/2014/main" id="{B96A2F65-BEB7-46A8-B589-AF5369B00EF2}"/>
              </a:ext>
            </a:extLst>
          </p:cNvPr>
          <p:cNvSpPr>
            <a:spLocks xmlns:a="http://schemas.openxmlformats.org/drawingml/2006/main" noGrp="1"/>
          </p:cNvSpPr>
          <p:nvPr/>
        </p:nvSpPr>
        <p:spPr>
          <a:xfrm xmlns:a="http://schemas.openxmlformats.org/drawingml/2006/main">
            <a:off x="6153150" y="445770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26" name="">
            <a:extLst xmlns:a="http://schemas.openxmlformats.org/drawingml/2006/main">
              <a:ext uri="{FF2B5EF4-FFF2-40B4-BE49-F238E27FC236}">
                <a16:creationId xmlns:a16="http://schemas.microsoft.com/office/drawing/2014/main" id="{395B4C43-74B2-431A-A651-46CF54DD612E}"/>
              </a:ext>
            </a:extLst>
          </p:cNvPr>
          <p:cNvSpPr>
            <a:spLocks xmlns:a="http://schemas.openxmlformats.org/drawingml/2006/main" noGrp="1"/>
          </p:cNvSpPr>
          <p:nvPr/>
        </p:nvSpPr>
        <p:spPr>
          <a:xfrm xmlns:a="http://schemas.openxmlformats.org/drawingml/2006/main">
            <a:off x="6153150" y="4457700"/>
            <a:ext cx="66675" cy="114300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27" name="">
            <a:extLst xmlns:a="http://schemas.openxmlformats.org/drawingml/2006/main">
              <a:ext uri="{FF2B5EF4-FFF2-40B4-BE49-F238E27FC236}">
                <a16:creationId xmlns:a16="http://schemas.microsoft.com/office/drawing/2014/main" id="{F5B6AACD-1A4F-4FD9-B3D3-FCC6C0AEAA9D}"/>
              </a:ext>
            </a:extLst>
          </p:cNvPr>
          <p:cNvSpPr>
            <a:spLocks xmlns:a="http://schemas.openxmlformats.org/drawingml/2006/main" noGrp="1"/>
          </p:cNvSpPr>
          <p:nvPr/>
        </p:nvSpPr>
        <p:spPr>
          <a:xfrm xmlns:a="http://schemas.openxmlformats.org/drawingml/2006/main">
            <a:off x="636270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Docker + Ansible</a:t>
            </a:r>
          </a:p>
        </p:txBody>
      </p:sp>
      <p:sp>
        <p:nvSpPr>
          <p:cNvPr id="28" name="">
            <a:extLst xmlns:a="http://schemas.openxmlformats.org/drawingml/2006/main">
              <a:ext uri="{FF2B5EF4-FFF2-40B4-BE49-F238E27FC236}">
                <a16:creationId xmlns:a16="http://schemas.microsoft.com/office/drawing/2014/main" id="{CD01960D-EDBF-47CB-AF4B-03CF85E1ABAC}"/>
              </a:ext>
            </a:extLst>
          </p:cNvPr>
          <p:cNvSpPr>
            <a:spLocks xmlns:a="http://schemas.openxmlformats.org/drawingml/2006/main" noGrp="1"/>
          </p:cNvSpPr>
          <p:nvPr/>
        </p:nvSpPr>
        <p:spPr>
          <a:xfrm xmlns:a="http://schemas.openxmlformats.org/drawingml/2006/main">
            <a:off x="636270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Repeatable environments and controlled production deployment</a:t>
            </a:r>
          </a:p>
        </p:txBody>
      </p:sp>
      <p:sp>
        <p:nvSpPr>
          <p:cNvPr id="29" name="">
            <a:extLst xmlns:a="http://schemas.openxmlformats.org/drawingml/2006/main">
              <a:ext uri="{FF2B5EF4-FFF2-40B4-BE49-F238E27FC236}">
                <a16:creationId xmlns:a16="http://schemas.microsoft.com/office/drawing/2014/main" id="{192290AF-E9A7-4469-81B0-8331BAEE1722}"/>
              </a:ext>
            </a:extLst>
          </p:cNvPr>
          <p:cNvSpPr>
            <a:spLocks xmlns:a="http://schemas.openxmlformats.org/drawingml/2006/main" noGrp="1"/>
          </p:cNvSpPr>
          <p:nvPr/>
        </p:nvSpPr>
        <p:spPr>
          <a:xfrm xmlns:a="http://schemas.openxmlformats.org/drawingml/2006/main">
            <a:off x="609600" y="5962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FCA6A"/>
                </a:solidFill>
                <a:latin typeface="Ubuntu Sans"/>
                <a:ea typeface="Ubuntu Sans"/>
                <a:cs typeface="Ubuntu Sans"/>
              </a:defRPr>
            </a:defPPr>
            <a:lvl1pPr algn="l">
              <a:defRPr sz="1350" b="1">
                <a:solidFill>
                  <a:srgbClr val="FFCA6A"/>
                </a:solidFill>
                <a:latin typeface="Ubuntu Sans"/>
                <a:ea typeface="Ubuntu Sans"/>
                <a:cs typeface="Ubuntu Sans"/>
              </a:defRPr>
            </a:lvl1pPr>
            <a:lvl2pPr algn="l">
              <a:defRPr sz="1350" b="1">
                <a:solidFill>
                  <a:srgbClr val="FFCA6A"/>
                </a:solidFill>
                <a:latin typeface="Ubuntu Sans"/>
                <a:ea typeface="Ubuntu Sans"/>
                <a:cs typeface="Ubuntu Sans"/>
              </a:defRPr>
            </a:lvl2pPr>
            <a:lvl3pPr algn="l">
              <a:defRPr sz="1350" b="1">
                <a:solidFill>
                  <a:srgbClr val="FFCA6A"/>
                </a:solidFill>
                <a:latin typeface="Ubuntu Sans"/>
                <a:ea typeface="Ubuntu Sans"/>
                <a:cs typeface="Ubuntu Sans"/>
              </a:defRPr>
            </a:lvl3pPr>
            <a:lvl4pPr algn="l">
              <a:defRPr sz="1350" b="1">
                <a:solidFill>
                  <a:srgbClr val="FFCA6A"/>
                </a:solidFill>
                <a:latin typeface="Ubuntu Sans"/>
                <a:ea typeface="Ubuntu Sans"/>
                <a:cs typeface="Ubuntu Sans"/>
              </a:defRPr>
            </a:lvl4pPr>
            <a:lvl5pPr algn="l">
              <a:defRPr sz="1350" b="1">
                <a:solidFill>
                  <a:srgbClr val="FFCA6A"/>
                </a:solidFill>
                <a:latin typeface="Ubuntu Sans"/>
                <a:ea typeface="Ubuntu Sans"/>
                <a:cs typeface="Ubuntu Sans"/>
              </a:defRPr>
            </a:lvl5pPr>
            <a:lvl6pPr algn="l">
              <a:defRPr sz="1350" b="1">
                <a:solidFill>
                  <a:srgbClr val="FFCA6A"/>
                </a:solidFill>
                <a:latin typeface="Ubuntu Sans"/>
                <a:ea typeface="Ubuntu Sans"/>
                <a:cs typeface="Ubuntu Sans"/>
              </a:defRPr>
            </a:lvl6pPr>
            <a:lvl7pPr algn="l">
              <a:defRPr sz="1350" b="1">
                <a:solidFill>
                  <a:srgbClr val="FFCA6A"/>
                </a:solidFill>
                <a:latin typeface="Ubuntu Sans"/>
                <a:ea typeface="Ubuntu Sans"/>
                <a:cs typeface="Ubuntu Sans"/>
              </a:defRPr>
            </a:lvl7pPr>
            <a:lvl8pPr algn="l">
              <a:defRPr sz="1350" b="1">
                <a:solidFill>
                  <a:srgbClr val="FFCA6A"/>
                </a:solidFill>
                <a:latin typeface="Ubuntu Sans"/>
                <a:ea typeface="Ubuntu Sans"/>
                <a:cs typeface="Ubuntu Sans"/>
              </a:defRPr>
            </a:lvl8pPr>
            <a:lvl9pPr algn="l">
              <a:defRPr sz="1350" b="1">
                <a:solidFill>
                  <a:srgbClr val="FFCA6A"/>
                </a:solidFill>
                <a:latin typeface="Ubuntu Sans"/>
                <a:ea typeface="Ubuntu Sans"/>
                <a:cs typeface="Ubuntu Sans"/>
              </a:defRPr>
            </a:lvl9pPr>
          </a:lstStyle>
          <a:p xmlns:a="http://schemas.openxmlformats.org/drawingml/2006/main">
            <a:pPr algn="l">
              <a:defRPr sz="1350" b="1">
                <a:solidFill>
                  <a:srgbClr val="FFCA6A"/>
                </a:solidFill>
                <a:latin typeface="Ubuntu Sans"/>
                <a:ea typeface="Ubuntu Sans"/>
                <a:cs typeface="Ubuntu Sans"/>
              </a:defRPr>
            </a:pPr>
            <a:r>
              <a:rPr sz="1350" b="1">
                <a:solidFill>
                  <a:srgbClr val="FFCA6A"/>
                </a:solidFill>
                <a:latin typeface="Ubuntu Sans"/>
                <a:ea typeface="Ubuntu Sans"/>
                <a:cs typeface="Ubuntu Sans"/>
              </a:rPr>
              <a:t>Main trade-off</a:t>
            </a:r>
          </a:p>
        </p:txBody>
      </p:sp>
      <p:sp>
        <p:nvSpPr>
          <p:cNvPr id="30" name="">
            <a:extLst xmlns:a="http://schemas.openxmlformats.org/drawingml/2006/main">
              <a:ext uri="{FF2B5EF4-FFF2-40B4-BE49-F238E27FC236}">
                <a16:creationId xmlns:a16="http://schemas.microsoft.com/office/drawing/2014/main" id="{FFBCD019-928F-4CA5-AD93-0CDF6519A239}"/>
              </a:ext>
            </a:extLst>
          </p:cNvPr>
          <p:cNvSpPr>
            <a:spLocks xmlns:a="http://schemas.openxmlformats.org/drawingml/2006/main" noGrp="1"/>
          </p:cNvSpPr>
          <p:nvPr/>
        </p:nvSpPr>
        <p:spPr>
          <a:xfrm xmlns:a="http://schemas.openxmlformats.org/drawingml/2006/main">
            <a:off x="2305050" y="590550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229"/>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More infrastructure gives better reliability, but it also increases configuration, testing, and operational responsibility.</a:t>
            </a:r>
          </a:p>
        </p:txBody>
      </p:sp>
      <p:sp>
        <p:nvSpPr>
          <p:cNvPr id="31" name="">
            <a:extLst xmlns:a="http://schemas.openxmlformats.org/drawingml/2006/main">
              <a:ext uri="{FF2B5EF4-FFF2-40B4-BE49-F238E27FC236}">
                <a16:creationId xmlns:a16="http://schemas.microsoft.com/office/drawing/2014/main" id="{CE47363B-9892-4F34-808C-DCCA4AB0A2F1}"/>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729292989"/>
      </p:ext>
    </p:extLst>
  </p:cSld>
</p:sld>
</file>

<file path=ppt/slides/slide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A3A20DA8-7B48-4072-8EE3-FD73DA4B97D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REQUEST LIFECYCLE</a:t>
            </a:r>
          </a:p>
        </p:txBody>
      </p:sp>
      <p:sp>
        <p:nvSpPr>
          <p:cNvPr id="2" name="">
            <a:extLst xmlns:a="http://schemas.openxmlformats.org/drawingml/2006/main">
              <a:ext uri="{FF2B5EF4-FFF2-40B4-BE49-F238E27FC236}">
                <a16:creationId xmlns:a16="http://schemas.microsoft.com/office/drawing/2014/main" id="{AF087B16-4BCE-42A7-B615-53811F65BD65}"/>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A protected API request</a:t>
            </a:r>
          </a:p>
        </p:txBody>
      </p:sp>
      <p:sp>
        <p:nvSpPr>
          <p:cNvPr id="3" name="">
            <a:extLst xmlns:a="http://schemas.openxmlformats.org/drawingml/2006/main">
              <a:ext uri="{FF2B5EF4-FFF2-40B4-BE49-F238E27FC236}">
                <a16:creationId xmlns:a16="http://schemas.microsoft.com/office/drawing/2014/main" id="{EA17B6AA-8C1C-4E65-8709-EA8E860369A4}"/>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05</a:t>
            </a:r>
          </a:p>
        </p:txBody>
      </p:sp>
      <p:sp>
        <p:nvSpPr>
          <p:cNvPr id="4" name="">
            <a:extLst xmlns:a="http://schemas.openxmlformats.org/drawingml/2006/main">
              <a:ext uri="{FF2B5EF4-FFF2-40B4-BE49-F238E27FC236}">
                <a16:creationId xmlns:a16="http://schemas.microsoft.com/office/drawing/2014/main" id="{3AB5C501-DD16-4055-B3F3-B85136243E2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E9703C40-0CBA-4790-9984-D04BABBB694B}"/>
              </a:ext>
            </a:extLst>
          </p:cNvPr>
          <p:cNvSpPr>
            <a:spLocks xmlns:a="http://schemas.openxmlformats.org/drawingml/2006/main" noGrp="1"/>
          </p:cNvSpPr>
          <p:nvPr/>
        </p:nvSpPr>
        <p:spPr>
          <a:xfrm xmlns:a="http://schemas.openxmlformats.org/drawingml/2006/main">
            <a:off x="609600" y="13906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A9BCD0"/>
                </a:solidFill>
                <a:latin typeface="Ubuntu Sans"/>
                <a:ea typeface="Ubuntu Sans"/>
                <a:cs typeface="Ubuntu Sans"/>
              </a:defRPr>
            </a:defPPr>
            <a:lvl1pPr algn="l">
              <a:defRPr sz="1575" b="0">
                <a:solidFill>
                  <a:srgbClr val="A9BCD0"/>
                </a:solidFill>
                <a:latin typeface="Ubuntu Sans"/>
                <a:ea typeface="Ubuntu Sans"/>
                <a:cs typeface="Ubuntu Sans"/>
              </a:defRPr>
            </a:lvl1pPr>
            <a:lvl2pPr algn="l">
              <a:defRPr sz="1575" b="0">
                <a:solidFill>
                  <a:srgbClr val="A9BCD0"/>
                </a:solidFill>
                <a:latin typeface="Ubuntu Sans"/>
                <a:ea typeface="Ubuntu Sans"/>
                <a:cs typeface="Ubuntu Sans"/>
              </a:defRPr>
            </a:lvl2pPr>
            <a:lvl3pPr algn="l">
              <a:defRPr sz="1575" b="0">
                <a:solidFill>
                  <a:srgbClr val="A9BCD0"/>
                </a:solidFill>
                <a:latin typeface="Ubuntu Sans"/>
                <a:ea typeface="Ubuntu Sans"/>
                <a:cs typeface="Ubuntu Sans"/>
              </a:defRPr>
            </a:lvl3pPr>
            <a:lvl4pPr algn="l">
              <a:defRPr sz="1575" b="0">
                <a:solidFill>
                  <a:srgbClr val="A9BCD0"/>
                </a:solidFill>
                <a:latin typeface="Ubuntu Sans"/>
                <a:ea typeface="Ubuntu Sans"/>
                <a:cs typeface="Ubuntu Sans"/>
              </a:defRPr>
            </a:lvl4pPr>
            <a:lvl5pPr algn="l">
              <a:defRPr sz="1575" b="0">
                <a:solidFill>
                  <a:srgbClr val="A9BCD0"/>
                </a:solidFill>
                <a:latin typeface="Ubuntu Sans"/>
                <a:ea typeface="Ubuntu Sans"/>
                <a:cs typeface="Ubuntu Sans"/>
              </a:defRPr>
            </a:lvl5pPr>
            <a:lvl6pPr algn="l">
              <a:defRPr sz="1575" b="0">
                <a:solidFill>
                  <a:srgbClr val="A9BCD0"/>
                </a:solidFill>
                <a:latin typeface="Ubuntu Sans"/>
                <a:ea typeface="Ubuntu Sans"/>
                <a:cs typeface="Ubuntu Sans"/>
              </a:defRPr>
            </a:lvl6pPr>
            <a:lvl7pPr algn="l">
              <a:defRPr sz="1575" b="0">
                <a:solidFill>
                  <a:srgbClr val="A9BCD0"/>
                </a:solidFill>
                <a:latin typeface="Ubuntu Sans"/>
                <a:ea typeface="Ubuntu Sans"/>
                <a:cs typeface="Ubuntu Sans"/>
              </a:defRPr>
            </a:lvl7pPr>
            <a:lvl8pPr algn="l">
              <a:defRPr sz="1575" b="0">
                <a:solidFill>
                  <a:srgbClr val="A9BCD0"/>
                </a:solidFill>
                <a:latin typeface="Ubuntu Sans"/>
                <a:ea typeface="Ubuntu Sans"/>
                <a:cs typeface="Ubuntu Sans"/>
              </a:defRPr>
            </a:lvl8pPr>
            <a:lvl9pPr algn="l">
              <a:defRPr sz="1575" b="0">
                <a:solidFill>
                  <a:srgbClr val="A9BCD0"/>
                </a:solidFill>
                <a:latin typeface="Ubuntu Sans"/>
                <a:ea typeface="Ubuntu Sans"/>
                <a:cs typeface="Ubuntu Sans"/>
              </a:defRPr>
            </a:lvl9pPr>
          </a:lstStyle>
          <a:p xmlns:a="http://schemas.openxmlformats.org/drawingml/2006/main">
            <a:pPr algn="l">
              <a:defRPr sz="1575" b="0">
                <a:solidFill>
                  <a:srgbClr val="A9BCD0"/>
                </a:solidFill>
                <a:latin typeface="Ubuntu Sans"/>
                <a:ea typeface="Ubuntu Sans"/>
                <a:cs typeface="Ubuntu Sans"/>
              </a:defRPr>
            </a:pPr>
            <a:r>
              <a:rPr sz="1575" b="0">
                <a:solidFill>
                  <a:srgbClr val="A9BCD0"/>
                </a:solidFill>
                <a:latin typeface="Ubuntu Sans"/>
                <a:ea typeface="Ubuntu Sans"/>
                <a:cs typeface="Ubuntu Sans"/>
              </a:rPr>
              <a:t>Every request passes through the same security and validation boundary.</a:t>
            </a:r>
          </a:p>
        </p:txBody>
      </p:sp>
      <p:sp>
        <p:nvSpPr>
          <p:cNvPr id="6" name="">
            <a:extLst xmlns:a="http://schemas.openxmlformats.org/drawingml/2006/main">
              <a:ext uri="{FF2B5EF4-FFF2-40B4-BE49-F238E27FC236}">
                <a16:creationId xmlns:a16="http://schemas.microsoft.com/office/drawing/2014/main" id="{A6CF9702-24E7-4C16-8DF0-42134FE242A7}"/>
              </a:ext>
            </a:extLst>
          </p:cNvPr>
          <p:cNvSpPr>
            <a:spLocks xmlns:a="http://schemas.openxmlformats.org/drawingml/2006/main" noGrp="1"/>
          </p:cNvSpPr>
          <p:nvPr/>
        </p:nvSpPr>
        <p:spPr>
          <a:xfrm xmlns:a="http://schemas.openxmlformats.org/drawingml/2006/main">
            <a:off x="609600" y="20002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44E30744-907A-43AB-AD0A-7A89F512F32C}"/>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ellipse">
            <a:avLst/>
          </a:prstGeom>
          <a:solidFill xmlns:a="http://schemas.openxmlformats.org/drawingml/2006/main">
            <a:srgbClr val="2FD6D3"/>
          </a:solidFill>
          <a:ln xmlns:a="http://schemas.openxmlformats.org/drawingml/2006/main" w="11430">
            <a:solidFill>
              <a:srgbClr val="2FD6D3"/>
            </a:solidFill>
            <a:prstDash val="solid"/>
          </a:ln>
        </p:spPr>
      </p:sp>
      <p:sp>
        <p:nvSpPr>
          <p:cNvPr id="8" name="">
            <a:extLst xmlns:a="http://schemas.openxmlformats.org/drawingml/2006/main">
              <a:ext uri="{FF2B5EF4-FFF2-40B4-BE49-F238E27FC236}">
                <a16:creationId xmlns:a16="http://schemas.microsoft.com/office/drawing/2014/main" id="{DAC9EE43-ECCE-4AA8-8E5D-4A43C7D1456A}"/>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1</a:t>
            </a:r>
          </a:p>
        </p:txBody>
      </p:sp>
      <p:sp>
        <p:nvSpPr>
          <p:cNvPr id="9" name="">
            <a:extLst xmlns:a="http://schemas.openxmlformats.org/drawingml/2006/main">
              <a:ext uri="{FF2B5EF4-FFF2-40B4-BE49-F238E27FC236}">
                <a16:creationId xmlns:a16="http://schemas.microsoft.com/office/drawing/2014/main" id="{F5C4E806-72A5-4328-B727-3E61BAD2E606}"/>
              </a:ext>
            </a:extLst>
          </p:cNvPr>
          <p:cNvSpPr>
            <a:spLocks xmlns:a="http://schemas.openxmlformats.org/drawingml/2006/main" noGrp="1"/>
          </p:cNvSpPr>
          <p:nvPr/>
        </p:nvSpPr>
        <p:spPr>
          <a:xfrm xmlns:a="http://schemas.openxmlformats.org/drawingml/2006/main">
            <a:off x="13335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Route</a:t>
            </a:r>
          </a:p>
        </p:txBody>
      </p:sp>
      <p:sp>
        <p:nvSpPr>
          <p:cNvPr id="10" name="">
            <a:extLst xmlns:a="http://schemas.openxmlformats.org/drawingml/2006/main">
              <a:ext uri="{FF2B5EF4-FFF2-40B4-BE49-F238E27FC236}">
                <a16:creationId xmlns:a16="http://schemas.microsoft.com/office/drawing/2014/main" id="{43B31929-BDD5-4BB8-B314-B0401D0FC9D0}"/>
              </a:ext>
            </a:extLst>
          </p:cNvPr>
          <p:cNvSpPr>
            <a:spLocks xmlns:a="http://schemas.openxmlformats.org/drawingml/2006/main" noGrp="1"/>
          </p:cNvSpPr>
          <p:nvPr/>
        </p:nvSpPr>
        <p:spPr>
          <a:xfrm xmlns:a="http://schemas.openxmlformats.org/drawingml/2006/main">
            <a:off x="13335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FastAPI matches the endpoint</a:t>
            </a:r>
          </a:p>
        </p:txBody>
      </p:sp>
      <p:sp>
        <p:nvSpPr>
          <p:cNvPr id="11" name="">
            <a:extLst xmlns:a="http://schemas.openxmlformats.org/drawingml/2006/main">
              <a:ext uri="{FF2B5EF4-FFF2-40B4-BE49-F238E27FC236}">
                <a16:creationId xmlns:a16="http://schemas.microsoft.com/office/drawing/2014/main" id="{6BA48957-16BA-4169-8655-3FC9C4156AFB}"/>
              </a:ext>
            </a:extLst>
          </p:cNvPr>
          <p:cNvSpPr>
            <a:spLocks xmlns:a="http://schemas.openxmlformats.org/drawingml/2006/main" noGrp="1"/>
          </p:cNvSpPr>
          <p:nvPr/>
        </p:nvSpPr>
        <p:spPr>
          <a:xfrm xmlns:a="http://schemas.openxmlformats.org/drawingml/2006/main">
            <a:off x="3867150" y="243840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2" name="">
            <a:extLst xmlns:a="http://schemas.openxmlformats.org/drawingml/2006/main">
              <a:ext uri="{FF2B5EF4-FFF2-40B4-BE49-F238E27FC236}">
                <a16:creationId xmlns:a16="http://schemas.microsoft.com/office/drawing/2014/main" id="{9BFFC8EB-1ACA-432B-B417-815322DB77E7}"/>
              </a:ext>
            </a:extLst>
          </p:cNvPr>
          <p:cNvSpPr>
            <a:spLocks xmlns:a="http://schemas.openxmlformats.org/drawingml/2006/main" noGrp="1"/>
          </p:cNvSpPr>
          <p:nvPr/>
        </p:nvSpPr>
        <p:spPr>
          <a:xfrm xmlns:a="http://schemas.openxmlformats.org/drawingml/2006/main">
            <a:off x="4286250" y="20002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13" name="">
            <a:extLst xmlns:a="http://schemas.openxmlformats.org/drawingml/2006/main">
              <a:ext uri="{FF2B5EF4-FFF2-40B4-BE49-F238E27FC236}">
                <a16:creationId xmlns:a16="http://schemas.microsoft.com/office/drawing/2014/main" id="{56F28310-2F3E-452E-8D9D-FCA6EAA0C832}"/>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ellipse">
            <a:avLst/>
          </a:prstGeom>
          <a:solidFill xmlns:a="http://schemas.openxmlformats.org/drawingml/2006/main">
            <a:srgbClr val="8A7CFF"/>
          </a:solidFill>
          <a:ln xmlns:a="http://schemas.openxmlformats.org/drawingml/2006/main" w="11430">
            <a:solidFill>
              <a:srgbClr val="8A7CFF"/>
            </a:solidFill>
            <a:prstDash val="solid"/>
          </a:ln>
        </p:spPr>
      </p:sp>
      <p:sp>
        <p:nvSpPr>
          <p:cNvPr id="14" name="">
            <a:extLst xmlns:a="http://schemas.openxmlformats.org/drawingml/2006/main">
              <a:ext uri="{FF2B5EF4-FFF2-40B4-BE49-F238E27FC236}">
                <a16:creationId xmlns:a16="http://schemas.microsoft.com/office/drawing/2014/main" id="{56FB765E-F74F-417A-B12E-27D9F30CB1E2}"/>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2</a:t>
            </a:r>
          </a:p>
        </p:txBody>
      </p:sp>
      <p:sp>
        <p:nvSpPr>
          <p:cNvPr id="15" name="">
            <a:extLst xmlns:a="http://schemas.openxmlformats.org/drawingml/2006/main">
              <a:ext uri="{FF2B5EF4-FFF2-40B4-BE49-F238E27FC236}">
                <a16:creationId xmlns:a16="http://schemas.microsoft.com/office/drawing/2014/main" id="{4DFA7EDB-AC9F-4B48-B5AF-E16629E4D145}"/>
              </a:ext>
            </a:extLst>
          </p:cNvPr>
          <p:cNvSpPr>
            <a:spLocks xmlns:a="http://schemas.openxmlformats.org/drawingml/2006/main" noGrp="1"/>
          </p:cNvSpPr>
          <p:nvPr/>
        </p:nvSpPr>
        <p:spPr>
          <a:xfrm xmlns:a="http://schemas.openxmlformats.org/drawingml/2006/main">
            <a:off x="501015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Validate</a:t>
            </a:r>
          </a:p>
        </p:txBody>
      </p:sp>
      <p:sp>
        <p:nvSpPr>
          <p:cNvPr id="16" name="">
            <a:extLst xmlns:a="http://schemas.openxmlformats.org/drawingml/2006/main">
              <a:ext uri="{FF2B5EF4-FFF2-40B4-BE49-F238E27FC236}">
                <a16:creationId xmlns:a16="http://schemas.microsoft.com/office/drawing/2014/main" id="{6FD88656-670D-4C0C-83D9-6914788BD1D0}"/>
              </a:ext>
            </a:extLst>
          </p:cNvPr>
          <p:cNvSpPr>
            <a:spLocks xmlns:a="http://schemas.openxmlformats.org/drawingml/2006/main" noGrp="1"/>
          </p:cNvSpPr>
          <p:nvPr/>
        </p:nvSpPr>
        <p:spPr>
          <a:xfrm xmlns:a="http://schemas.openxmlformats.org/drawingml/2006/main">
            <a:off x="501015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Pydantic checks input</a:t>
            </a:r>
          </a:p>
        </p:txBody>
      </p:sp>
      <p:sp>
        <p:nvSpPr>
          <p:cNvPr id="17" name="">
            <a:extLst xmlns:a="http://schemas.openxmlformats.org/drawingml/2006/main">
              <a:ext uri="{FF2B5EF4-FFF2-40B4-BE49-F238E27FC236}">
                <a16:creationId xmlns:a16="http://schemas.microsoft.com/office/drawing/2014/main" id="{E6B045A5-6E87-41CE-9881-F43E6E153ED0}"/>
              </a:ext>
            </a:extLst>
          </p:cNvPr>
          <p:cNvSpPr>
            <a:spLocks xmlns:a="http://schemas.openxmlformats.org/drawingml/2006/main" noGrp="1"/>
          </p:cNvSpPr>
          <p:nvPr/>
        </p:nvSpPr>
        <p:spPr>
          <a:xfrm xmlns:a="http://schemas.openxmlformats.org/drawingml/2006/main">
            <a:off x="7543800" y="243840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8" name="">
            <a:extLst xmlns:a="http://schemas.openxmlformats.org/drawingml/2006/main">
              <a:ext uri="{FF2B5EF4-FFF2-40B4-BE49-F238E27FC236}">
                <a16:creationId xmlns:a16="http://schemas.microsoft.com/office/drawing/2014/main" id="{BA352F8E-DFC5-410D-AC01-8F2D910238A6}"/>
              </a:ext>
            </a:extLst>
          </p:cNvPr>
          <p:cNvSpPr>
            <a:spLocks xmlns:a="http://schemas.openxmlformats.org/drawingml/2006/main" noGrp="1"/>
          </p:cNvSpPr>
          <p:nvPr/>
        </p:nvSpPr>
        <p:spPr>
          <a:xfrm xmlns:a="http://schemas.openxmlformats.org/drawingml/2006/main">
            <a:off x="7962900" y="20002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19" name="">
            <a:extLst xmlns:a="http://schemas.openxmlformats.org/drawingml/2006/main">
              <a:ext uri="{FF2B5EF4-FFF2-40B4-BE49-F238E27FC236}">
                <a16:creationId xmlns:a16="http://schemas.microsoft.com/office/drawing/2014/main" id="{5DA61EF1-EF4B-4075-B8CD-4B459EB9A85B}"/>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ellipse">
            <a:avLst/>
          </a:prstGeom>
          <a:solidFill xmlns:a="http://schemas.openxmlformats.org/drawingml/2006/main">
            <a:srgbClr val="2FD6D3"/>
          </a:solidFill>
          <a:ln xmlns:a="http://schemas.openxmlformats.org/drawingml/2006/main" w="11430">
            <a:solidFill>
              <a:srgbClr val="2FD6D3"/>
            </a:solidFill>
            <a:prstDash val="solid"/>
          </a:ln>
        </p:spPr>
      </p:sp>
      <p:sp>
        <p:nvSpPr>
          <p:cNvPr id="20" name="">
            <a:extLst xmlns:a="http://schemas.openxmlformats.org/drawingml/2006/main">
              <a:ext uri="{FF2B5EF4-FFF2-40B4-BE49-F238E27FC236}">
                <a16:creationId xmlns:a16="http://schemas.microsoft.com/office/drawing/2014/main" id="{A054D10B-0794-4531-A18D-7830522712EE}"/>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3</a:t>
            </a:r>
          </a:p>
        </p:txBody>
      </p:sp>
      <p:sp>
        <p:nvSpPr>
          <p:cNvPr id="21" name="">
            <a:extLst xmlns:a="http://schemas.openxmlformats.org/drawingml/2006/main">
              <a:ext uri="{FF2B5EF4-FFF2-40B4-BE49-F238E27FC236}">
                <a16:creationId xmlns:a16="http://schemas.microsoft.com/office/drawing/2014/main" id="{F5872387-0F93-4982-B89E-6C706787A582}"/>
              </a:ext>
            </a:extLst>
          </p:cNvPr>
          <p:cNvSpPr>
            <a:spLocks xmlns:a="http://schemas.openxmlformats.org/drawingml/2006/main" noGrp="1"/>
          </p:cNvSpPr>
          <p:nvPr/>
        </p:nvSpPr>
        <p:spPr>
          <a:xfrm xmlns:a="http://schemas.openxmlformats.org/drawingml/2006/main">
            <a:off x="86868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Authenticate</a:t>
            </a:r>
          </a:p>
        </p:txBody>
      </p:sp>
      <p:sp>
        <p:nvSpPr>
          <p:cNvPr id="22" name="">
            <a:extLst xmlns:a="http://schemas.openxmlformats.org/drawingml/2006/main">
              <a:ext uri="{FF2B5EF4-FFF2-40B4-BE49-F238E27FC236}">
                <a16:creationId xmlns:a16="http://schemas.microsoft.com/office/drawing/2014/main" id="{5579AFC3-41C2-4857-86DE-E13E9D9837CC}"/>
              </a:ext>
            </a:extLst>
          </p:cNvPr>
          <p:cNvSpPr>
            <a:spLocks xmlns:a="http://schemas.openxmlformats.org/drawingml/2006/main" noGrp="1"/>
          </p:cNvSpPr>
          <p:nvPr/>
        </p:nvSpPr>
        <p:spPr>
          <a:xfrm xmlns:a="http://schemas.openxmlformats.org/drawingml/2006/main">
            <a:off x="86868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Resolve the current user</a:t>
            </a:r>
          </a:p>
        </p:txBody>
      </p:sp>
      <p:sp>
        <p:nvSpPr>
          <p:cNvPr id="23" name="">
            <a:extLst xmlns:a="http://schemas.openxmlformats.org/drawingml/2006/main">
              <a:ext uri="{FF2B5EF4-FFF2-40B4-BE49-F238E27FC236}">
                <a16:creationId xmlns:a16="http://schemas.microsoft.com/office/drawing/2014/main" id="{125A927B-78CB-455A-8A85-B6B0DFB2DBE0}"/>
              </a:ext>
            </a:extLst>
          </p:cNvPr>
          <p:cNvSpPr>
            <a:spLocks xmlns:a="http://schemas.openxmlformats.org/drawingml/2006/main" noGrp="1"/>
          </p:cNvSpPr>
          <p:nvPr/>
        </p:nvSpPr>
        <p:spPr>
          <a:xfrm xmlns:a="http://schemas.openxmlformats.org/drawingml/2006/main">
            <a:off x="609600" y="37147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4" name="">
            <a:extLst xmlns:a="http://schemas.openxmlformats.org/drawingml/2006/main">
              <a:ext uri="{FF2B5EF4-FFF2-40B4-BE49-F238E27FC236}">
                <a16:creationId xmlns:a16="http://schemas.microsoft.com/office/drawing/2014/main" id="{E793C599-5AA0-44D8-8399-3A08E688C2A0}"/>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ellipse">
            <a:avLst/>
          </a:prstGeom>
          <a:solidFill xmlns:a="http://schemas.openxmlformats.org/drawingml/2006/main">
            <a:srgbClr val="8A7CFF"/>
          </a:solidFill>
          <a:ln xmlns:a="http://schemas.openxmlformats.org/drawingml/2006/main" w="11430">
            <a:solidFill>
              <a:srgbClr val="8A7CFF"/>
            </a:solidFill>
            <a:prstDash val="solid"/>
          </a:ln>
        </p:spPr>
      </p:sp>
      <p:sp>
        <p:nvSpPr>
          <p:cNvPr id="25" name="">
            <a:extLst xmlns:a="http://schemas.openxmlformats.org/drawingml/2006/main">
              <a:ext uri="{FF2B5EF4-FFF2-40B4-BE49-F238E27FC236}">
                <a16:creationId xmlns:a16="http://schemas.microsoft.com/office/drawing/2014/main" id="{0DF2A368-7232-43A5-96BC-EFE86ACBEEAD}"/>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4</a:t>
            </a:r>
          </a:p>
        </p:txBody>
      </p:sp>
      <p:sp>
        <p:nvSpPr>
          <p:cNvPr id="26" name="">
            <a:extLst xmlns:a="http://schemas.openxmlformats.org/drawingml/2006/main">
              <a:ext uri="{FF2B5EF4-FFF2-40B4-BE49-F238E27FC236}">
                <a16:creationId xmlns:a16="http://schemas.microsoft.com/office/drawing/2014/main" id="{F1F82D38-11C7-40D7-B19C-98C7994635C6}"/>
              </a:ext>
            </a:extLst>
          </p:cNvPr>
          <p:cNvSpPr>
            <a:spLocks xmlns:a="http://schemas.openxmlformats.org/drawingml/2006/main" noGrp="1"/>
          </p:cNvSpPr>
          <p:nvPr/>
        </p:nvSpPr>
        <p:spPr>
          <a:xfrm xmlns:a="http://schemas.openxmlformats.org/drawingml/2006/main">
            <a:off x="13335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Authorize</a:t>
            </a:r>
          </a:p>
        </p:txBody>
      </p:sp>
      <p:sp>
        <p:nvSpPr>
          <p:cNvPr id="27" name="">
            <a:extLst xmlns:a="http://schemas.openxmlformats.org/drawingml/2006/main">
              <a:ext uri="{FF2B5EF4-FFF2-40B4-BE49-F238E27FC236}">
                <a16:creationId xmlns:a16="http://schemas.microsoft.com/office/drawing/2014/main" id="{06A9DCF3-D77D-4171-8257-39B13E61BC7C}"/>
              </a:ext>
            </a:extLst>
          </p:cNvPr>
          <p:cNvSpPr>
            <a:spLocks xmlns:a="http://schemas.openxmlformats.org/drawingml/2006/main" noGrp="1"/>
          </p:cNvSpPr>
          <p:nvPr/>
        </p:nvSpPr>
        <p:spPr>
          <a:xfrm xmlns:a="http://schemas.openxmlformats.org/drawingml/2006/main">
            <a:off x="13335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Check role, tenant and ownership</a:t>
            </a:r>
          </a:p>
        </p:txBody>
      </p:sp>
      <p:sp>
        <p:nvSpPr>
          <p:cNvPr id="28" name="">
            <a:extLst xmlns:a="http://schemas.openxmlformats.org/drawingml/2006/main">
              <a:ext uri="{FF2B5EF4-FFF2-40B4-BE49-F238E27FC236}">
                <a16:creationId xmlns:a16="http://schemas.microsoft.com/office/drawing/2014/main" id="{2C0ED1B0-82C9-4EA9-B08F-652E793E6B0A}"/>
              </a:ext>
            </a:extLst>
          </p:cNvPr>
          <p:cNvSpPr>
            <a:spLocks xmlns:a="http://schemas.openxmlformats.org/drawingml/2006/main" noGrp="1"/>
          </p:cNvSpPr>
          <p:nvPr/>
        </p:nvSpPr>
        <p:spPr>
          <a:xfrm xmlns:a="http://schemas.openxmlformats.org/drawingml/2006/main">
            <a:off x="3867150" y="415290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9" name="">
            <a:extLst xmlns:a="http://schemas.openxmlformats.org/drawingml/2006/main">
              <a:ext uri="{FF2B5EF4-FFF2-40B4-BE49-F238E27FC236}">
                <a16:creationId xmlns:a16="http://schemas.microsoft.com/office/drawing/2014/main" id="{25A4DCDF-5225-4EF2-9805-ADFA8603A6ED}"/>
              </a:ext>
            </a:extLst>
          </p:cNvPr>
          <p:cNvSpPr>
            <a:spLocks xmlns:a="http://schemas.openxmlformats.org/drawingml/2006/main" noGrp="1"/>
          </p:cNvSpPr>
          <p:nvPr/>
        </p:nvSpPr>
        <p:spPr>
          <a:xfrm xmlns:a="http://schemas.openxmlformats.org/drawingml/2006/main">
            <a:off x="4286250" y="37147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30" name="">
            <a:extLst xmlns:a="http://schemas.openxmlformats.org/drawingml/2006/main">
              <a:ext uri="{FF2B5EF4-FFF2-40B4-BE49-F238E27FC236}">
                <a16:creationId xmlns:a16="http://schemas.microsoft.com/office/drawing/2014/main" id="{DAF16909-EBC3-4E39-AE3E-70039BB8B0AA}"/>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ellipse">
            <a:avLst/>
          </a:prstGeom>
          <a:solidFill xmlns:a="http://schemas.openxmlformats.org/drawingml/2006/main">
            <a:srgbClr val="2FD6D3"/>
          </a:solidFill>
          <a:ln xmlns:a="http://schemas.openxmlformats.org/drawingml/2006/main" w="11430">
            <a:solidFill>
              <a:srgbClr val="2FD6D3"/>
            </a:solidFill>
            <a:prstDash val="solid"/>
          </a:ln>
        </p:spPr>
      </p:sp>
      <p:sp>
        <p:nvSpPr>
          <p:cNvPr id="31" name="">
            <a:extLst xmlns:a="http://schemas.openxmlformats.org/drawingml/2006/main">
              <a:ext uri="{FF2B5EF4-FFF2-40B4-BE49-F238E27FC236}">
                <a16:creationId xmlns:a16="http://schemas.microsoft.com/office/drawing/2014/main" id="{077C4279-B8AB-44FB-A93A-9290062876C6}"/>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5</a:t>
            </a:r>
          </a:p>
        </p:txBody>
      </p:sp>
      <p:sp>
        <p:nvSpPr>
          <p:cNvPr id="32" name="">
            <a:extLst xmlns:a="http://schemas.openxmlformats.org/drawingml/2006/main">
              <a:ext uri="{FF2B5EF4-FFF2-40B4-BE49-F238E27FC236}">
                <a16:creationId xmlns:a16="http://schemas.microsoft.com/office/drawing/2014/main" id="{CB818107-4781-42B0-BEEA-1B572BF0308F}"/>
              </a:ext>
            </a:extLst>
          </p:cNvPr>
          <p:cNvSpPr>
            <a:spLocks xmlns:a="http://schemas.openxmlformats.org/drawingml/2006/main" noGrp="1"/>
          </p:cNvSpPr>
          <p:nvPr/>
        </p:nvSpPr>
        <p:spPr>
          <a:xfrm xmlns:a="http://schemas.openxmlformats.org/drawingml/2006/main">
            <a:off x="501015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Execute</a:t>
            </a:r>
          </a:p>
        </p:txBody>
      </p:sp>
      <p:sp>
        <p:nvSpPr>
          <p:cNvPr id="33" name="">
            <a:extLst xmlns:a="http://schemas.openxmlformats.org/drawingml/2006/main">
              <a:ext uri="{FF2B5EF4-FFF2-40B4-BE49-F238E27FC236}">
                <a16:creationId xmlns:a16="http://schemas.microsoft.com/office/drawing/2014/main" id="{2A11BF36-AD26-4EED-8536-BAE171193769}"/>
              </a:ext>
            </a:extLst>
          </p:cNvPr>
          <p:cNvSpPr>
            <a:spLocks xmlns:a="http://schemas.openxmlformats.org/drawingml/2006/main" noGrp="1"/>
          </p:cNvSpPr>
          <p:nvPr/>
        </p:nvSpPr>
        <p:spPr>
          <a:xfrm xmlns:a="http://schemas.openxmlformats.org/drawingml/2006/main">
            <a:off x="501015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Service logic and transaction</a:t>
            </a:r>
          </a:p>
        </p:txBody>
      </p:sp>
      <p:sp>
        <p:nvSpPr>
          <p:cNvPr id="34" name="">
            <a:extLst xmlns:a="http://schemas.openxmlformats.org/drawingml/2006/main">
              <a:ext uri="{FF2B5EF4-FFF2-40B4-BE49-F238E27FC236}">
                <a16:creationId xmlns:a16="http://schemas.microsoft.com/office/drawing/2014/main" id="{B363B08D-1ACF-4228-82C2-1542EF2D477A}"/>
              </a:ext>
            </a:extLst>
          </p:cNvPr>
          <p:cNvSpPr>
            <a:spLocks xmlns:a="http://schemas.openxmlformats.org/drawingml/2006/main" noGrp="1"/>
          </p:cNvSpPr>
          <p:nvPr/>
        </p:nvSpPr>
        <p:spPr>
          <a:xfrm xmlns:a="http://schemas.openxmlformats.org/drawingml/2006/main">
            <a:off x="7543800" y="415290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5" name="">
            <a:extLst xmlns:a="http://schemas.openxmlformats.org/drawingml/2006/main">
              <a:ext uri="{FF2B5EF4-FFF2-40B4-BE49-F238E27FC236}">
                <a16:creationId xmlns:a16="http://schemas.microsoft.com/office/drawing/2014/main" id="{891E027C-8696-4EC5-9F3A-17396AD976CB}"/>
              </a:ext>
            </a:extLst>
          </p:cNvPr>
          <p:cNvSpPr>
            <a:spLocks xmlns:a="http://schemas.openxmlformats.org/drawingml/2006/main" noGrp="1"/>
          </p:cNvSpPr>
          <p:nvPr/>
        </p:nvSpPr>
        <p:spPr>
          <a:xfrm xmlns:a="http://schemas.openxmlformats.org/drawingml/2006/main">
            <a:off x="7962900" y="37147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36" name="">
            <a:extLst xmlns:a="http://schemas.openxmlformats.org/drawingml/2006/main">
              <a:ext uri="{FF2B5EF4-FFF2-40B4-BE49-F238E27FC236}">
                <a16:creationId xmlns:a16="http://schemas.microsoft.com/office/drawing/2014/main" id="{7BC77448-4856-4DB2-96EB-24AE1B065B7C}"/>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ellipse">
            <a:avLst/>
          </a:prstGeom>
          <a:solidFill xmlns:a="http://schemas.openxmlformats.org/drawingml/2006/main">
            <a:srgbClr val="8A7CFF"/>
          </a:solidFill>
          <a:ln xmlns:a="http://schemas.openxmlformats.org/drawingml/2006/main" w="11430">
            <a:solidFill>
              <a:srgbClr val="8A7CFF"/>
            </a:solidFill>
            <a:prstDash val="solid"/>
          </a:ln>
        </p:spPr>
      </p:sp>
      <p:sp>
        <p:nvSpPr>
          <p:cNvPr id="37" name="">
            <a:extLst xmlns:a="http://schemas.openxmlformats.org/drawingml/2006/main">
              <a:ext uri="{FF2B5EF4-FFF2-40B4-BE49-F238E27FC236}">
                <a16:creationId xmlns:a16="http://schemas.microsoft.com/office/drawing/2014/main" id="{71D17E55-A2BA-4D78-BA0C-EE0153EFA2EB}"/>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6</a:t>
            </a:r>
          </a:p>
        </p:txBody>
      </p:sp>
      <p:sp>
        <p:nvSpPr>
          <p:cNvPr id="38" name="">
            <a:extLst xmlns:a="http://schemas.openxmlformats.org/drawingml/2006/main">
              <a:ext uri="{FF2B5EF4-FFF2-40B4-BE49-F238E27FC236}">
                <a16:creationId xmlns:a16="http://schemas.microsoft.com/office/drawing/2014/main" id="{9F5E8F8D-F364-4DD7-9B17-3F1E27E06C0E}"/>
              </a:ext>
            </a:extLst>
          </p:cNvPr>
          <p:cNvSpPr>
            <a:spLocks xmlns:a="http://schemas.openxmlformats.org/drawingml/2006/main" noGrp="1"/>
          </p:cNvSpPr>
          <p:nvPr/>
        </p:nvSpPr>
        <p:spPr>
          <a:xfrm xmlns:a="http://schemas.openxmlformats.org/drawingml/2006/main">
            <a:off x="86868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Respond</a:t>
            </a:r>
          </a:p>
        </p:txBody>
      </p:sp>
      <p:sp>
        <p:nvSpPr>
          <p:cNvPr id="39" name="">
            <a:extLst xmlns:a="http://schemas.openxmlformats.org/drawingml/2006/main">
              <a:ext uri="{FF2B5EF4-FFF2-40B4-BE49-F238E27FC236}">
                <a16:creationId xmlns:a16="http://schemas.microsoft.com/office/drawing/2014/main" id="{C8B36501-5F4C-4D81-8D25-523C1CD26427}"/>
              </a:ext>
            </a:extLst>
          </p:cNvPr>
          <p:cNvSpPr>
            <a:spLocks xmlns:a="http://schemas.openxmlformats.org/drawingml/2006/main" noGrp="1"/>
          </p:cNvSpPr>
          <p:nvPr/>
        </p:nvSpPr>
        <p:spPr>
          <a:xfrm xmlns:a="http://schemas.openxmlformats.org/drawingml/2006/main">
            <a:off x="86868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Typed output or safe error</a:t>
            </a:r>
          </a:p>
        </p:txBody>
      </p:sp>
      <p:sp>
        <p:nvSpPr>
          <p:cNvPr id="40" name="">
            <a:extLst xmlns:a="http://schemas.openxmlformats.org/drawingml/2006/main">
              <a:ext uri="{FF2B5EF4-FFF2-40B4-BE49-F238E27FC236}">
                <a16:creationId xmlns:a16="http://schemas.microsoft.com/office/drawing/2014/main" id="{913AD866-74BC-461B-8EA7-E91B273B85FE}"/>
              </a:ext>
            </a:extLst>
          </p:cNvPr>
          <p:cNvSpPr>
            <a:spLocks xmlns:a="http://schemas.openxmlformats.org/drawingml/2006/main" noGrp="1"/>
          </p:cNvSpPr>
          <p:nvPr/>
        </p:nvSpPr>
        <p:spPr>
          <a:xfrm xmlns:a="http://schemas.openxmlformats.org/drawingml/2006/main">
            <a:off x="609600" y="5219700"/>
            <a:ext cx="10610850" cy="723900"/>
          </a:xfrm>
          <a:prstGeom xmlns:a="http://schemas.openxmlformats.org/drawingml/2006/main" prst="roundRect">
            <a:avLst>
              <a:gd name="adj" fmla="val 15789"/>
            </a:avLst>
          </a:prstGeom>
          <a:solidFill xmlns:a="http://schemas.openxmlformats.org/drawingml/2006/main">
            <a:srgbClr val="0B182B"/>
          </a:solidFill>
          <a:ln xmlns:a="http://schemas.openxmlformats.org/drawingml/2006/main" w="11430">
            <a:solidFill>
              <a:srgbClr val="2B4563"/>
            </a:solidFill>
            <a:prstDash val="solid"/>
          </a:ln>
        </p:spPr>
      </p:sp>
      <p:sp>
        <p:nvSpPr>
          <p:cNvPr id="41" name="">
            <a:extLst xmlns:a="http://schemas.openxmlformats.org/drawingml/2006/main">
              <a:ext uri="{FF2B5EF4-FFF2-40B4-BE49-F238E27FC236}">
                <a16:creationId xmlns:a16="http://schemas.microsoft.com/office/drawing/2014/main" id="{DB3EA943-E0EC-473A-B8BB-500C90A03A9B}"/>
              </a:ext>
            </a:extLst>
          </p:cNvPr>
          <p:cNvSpPr>
            <a:spLocks xmlns:a="http://schemas.openxmlformats.org/drawingml/2006/main" noGrp="1"/>
          </p:cNvSpPr>
          <p:nvPr/>
        </p:nvSpPr>
        <p:spPr>
          <a:xfrm xmlns:a="http://schemas.openxmlformats.org/drawingml/2006/main">
            <a:off x="800100" y="53816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FF7B8A"/>
                </a:solidFill>
                <a:latin typeface="Ubuntu Sans"/>
                <a:ea typeface="Ubuntu Sans"/>
                <a:cs typeface="Ubuntu Sans"/>
              </a:defRPr>
            </a:defPPr>
            <a:lvl1pPr algn="l">
              <a:defRPr sz="1425" b="1">
                <a:solidFill>
                  <a:srgbClr val="FF7B8A"/>
                </a:solidFill>
                <a:latin typeface="Ubuntu Sans"/>
                <a:ea typeface="Ubuntu Sans"/>
                <a:cs typeface="Ubuntu Sans"/>
              </a:defRPr>
            </a:lvl1pPr>
            <a:lvl2pPr algn="l">
              <a:defRPr sz="1425" b="1">
                <a:solidFill>
                  <a:srgbClr val="FF7B8A"/>
                </a:solidFill>
                <a:latin typeface="Ubuntu Sans"/>
                <a:ea typeface="Ubuntu Sans"/>
                <a:cs typeface="Ubuntu Sans"/>
              </a:defRPr>
            </a:lvl2pPr>
            <a:lvl3pPr algn="l">
              <a:defRPr sz="1425" b="1">
                <a:solidFill>
                  <a:srgbClr val="FF7B8A"/>
                </a:solidFill>
                <a:latin typeface="Ubuntu Sans"/>
                <a:ea typeface="Ubuntu Sans"/>
                <a:cs typeface="Ubuntu Sans"/>
              </a:defRPr>
            </a:lvl3pPr>
            <a:lvl4pPr algn="l">
              <a:defRPr sz="1425" b="1">
                <a:solidFill>
                  <a:srgbClr val="FF7B8A"/>
                </a:solidFill>
                <a:latin typeface="Ubuntu Sans"/>
                <a:ea typeface="Ubuntu Sans"/>
                <a:cs typeface="Ubuntu Sans"/>
              </a:defRPr>
            </a:lvl4pPr>
            <a:lvl5pPr algn="l">
              <a:defRPr sz="1425" b="1">
                <a:solidFill>
                  <a:srgbClr val="FF7B8A"/>
                </a:solidFill>
                <a:latin typeface="Ubuntu Sans"/>
                <a:ea typeface="Ubuntu Sans"/>
                <a:cs typeface="Ubuntu Sans"/>
              </a:defRPr>
            </a:lvl5pPr>
            <a:lvl6pPr algn="l">
              <a:defRPr sz="1425" b="1">
                <a:solidFill>
                  <a:srgbClr val="FF7B8A"/>
                </a:solidFill>
                <a:latin typeface="Ubuntu Sans"/>
                <a:ea typeface="Ubuntu Sans"/>
                <a:cs typeface="Ubuntu Sans"/>
              </a:defRPr>
            </a:lvl6pPr>
            <a:lvl7pPr algn="l">
              <a:defRPr sz="1425" b="1">
                <a:solidFill>
                  <a:srgbClr val="FF7B8A"/>
                </a:solidFill>
                <a:latin typeface="Ubuntu Sans"/>
                <a:ea typeface="Ubuntu Sans"/>
                <a:cs typeface="Ubuntu Sans"/>
              </a:defRPr>
            </a:lvl7pPr>
            <a:lvl8pPr algn="l">
              <a:defRPr sz="1425" b="1">
                <a:solidFill>
                  <a:srgbClr val="FF7B8A"/>
                </a:solidFill>
                <a:latin typeface="Ubuntu Sans"/>
                <a:ea typeface="Ubuntu Sans"/>
                <a:cs typeface="Ubuntu Sans"/>
              </a:defRPr>
            </a:lvl8pPr>
            <a:lvl9pPr algn="l">
              <a:defRPr sz="1425" b="1">
                <a:solidFill>
                  <a:srgbClr val="FF7B8A"/>
                </a:solidFill>
                <a:latin typeface="Ubuntu Sans"/>
                <a:ea typeface="Ubuntu Sans"/>
                <a:cs typeface="Ubuntu Sans"/>
              </a:defRPr>
            </a:lvl9pPr>
          </a:lstStyle>
          <a:p xmlns:a="http://schemas.openxmlformats.org/drawingml/2006/main">
            <a:pPr algn="l">
              <a:defRPr sz="1425" b="1">
                <a:solidFill>
                  <a:srgbClr val="FF7B8A"/>
                </a:solidFill>
                <a:latin typeface="Ubuntu Sans"/>
                <a:ea typeface="Ubuntu Sans"/>
                <a:cs typeface="Ubuntu Sans"/>
              </a:defRPr>
            </a:pPr>
            <a:r>
              <a:rPr sz="1425" b="1">
                <a:solidFill>
                  <a:srgbClr val="FF7B8A"/>
                </a:solidFill>
                <a:latin typeface="Ubuntu Sans"/>
                <a:ea typeface="Ubuntu Sans"/>
                <a:cs typeface="Ubuntu Sans"/>
              </a:rPr>
              <a:t>Failure behavior</a:t>
            </a:r>
          </a:p>
        </p:txBody>
      </p:sp>
      <p:sp>
        <p:nvSpPr>
          <p:cNvPr id="42" name="">
            <a:extLst xmlns:a="http://schemas.openxmlformats.org/drawingml/2006/main">
              <a:ext uri="{FF2B5EF4-FFF2-40B4-BE49-F238E27FC236}">
                <a16:creationId xmlns:a16="http://schemas.microsoft.com/office/drawing/2014/main" id="{4779DED5-BBA8-43DE-8F65-C715D197225E}"/>
              </a:ext>
            </a:extLst>
          </p:cNvPr>
          <p:cNvSpPr>
            <a:spLocks xmlns:a="http://schemas.openxmlformats.org/drawingml/2006/main" noGrp="1"/>
          </p:cNvSpPr>
          <p:nvPr/>
        </p:nvSpPr>
        <p:spPr>
          <a:xfrm xmlns:a="http://schemas.openxmlformats.org/drawingml/2006/main">
            <a:off x="2609850" y="5314950"/>
            <a:ext cx="836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Validation errors stay explicit. Unexpected failures return a safe message and a traceable error ID.</a:t>
            </a:r>
          </a:p>
        </p:txBody>
      </p:sp>
      <p:sp>
        <p:nvSpPr>
          <p:cNvPr id="43" name="">
            <a:extLst xmlns:a="http://schemas.openxmlformats.org/drawingml/2006/main">
              <a:ext uri="{FF2B5EF4-FFF2-40B4-BE49-F238E27FC236}">
                <a16:creationId xmlns:a16="http://schemas.microsoft.com/office/drawing/2014/main" id="{1B4455DA-0378-41E2-8DEC-89C4EB0D8EED}"/>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305508899"/>
      </p:ext>
    </p:extLst>
  </p:cSld>
</p:sld>
</file>

<file path=ppt/slides/slide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BC9273CD-11BB-4632-97C3-BB80BDFDFBC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DATABASE DESIGN</a:t>
            </a:r>
          </a:p>
        </p:txBody>
      </p:sp>
      <p:sp>
        <p:nvSpPr>
          <p:cNvPr id="2" name="">
            <a:extLst xmlns:a="http://schemas.openxmlformats.org/drawingml/2006/main">
              <a:ext uri="{FF2B5EF4-FFF2-40B4-BE49-F238E27FC236}">
                <a16:creationId xmlns:a16="http://schemas.microsoft.com/office/drawing/2014/main" id="{9840682B-44D2-4F9C-8F39-3896AEB41AF5}"/>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Recruitment data model</a:t>
            </a:r>
          </a:p>
        </p:txBody>
      </p:sp>
      <p:sp>
        <p:nvSpPr>
          <p:cNvPr id="3" name="">
            <a:extLst xmlns:a="http://schemas.openxmlformats.org/drawingml/2006/main">
              <a:ext uri="{FF2B5EF4-FFF2-40B4-BE49-F238E27FC236}">
                <a16:creationId xmlns:a16="http://schemas.microsoft.com/office/drawing/2014/main" id="{77AF27F8-C61A-459C-AF17-D59157E857CE}"/>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06</a:t>
            </a:r>
          </a:p>
        </p:txBody>
      </p:sp>
      <p:sp>
        <p:nvSpPr>
          <p:cNvPr id="4" name="">
            <a:extLst xmlns:a="http://schemas.openxmlformats.org/drawingml/2006/main">
              <a:ext uri="{FF2B5EF4-FFF2-40B4-BE49-F238E27FC236}">
                <a16:creationId xmlns:a16="http://schemas.microsoft.com/office/drawing/2014/main" id="{3B7EDAD0-2D16-421B-8187-32C5E48BC92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0394886E-7638-4465-9BAE-A2F98F94248C}"/>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The application record connects the candidate, offer, workflow, and conversation.</a:t>
            </a:r>
          </a:p>
        </p:txBody>
      </p:sp>
      <p:sp>
        <p:nvSpPr>
          <p:cNvPr id="6" name="">
            <a:extLst xmlns:a="http://schemas.openxmlformats.org/drawingml/2006/main">
              <a:ext uri="{FF2B5EF4-FFF2-40B4-BE49-F238E27FC236}">
                <a16:creationId xmlns:a16="http://schemas.microsoft.com/office/drawing/2014/main" id="{8CDA7961-5ABF-4725-80C4-DD7AE376921A}"/>
              </a:ext>
            </a:extLst>
          </p:cNvPr>
          <p:cNvSpPr>
            <a:spLocks xmlns:a="http://schemas.openxmlformats.org/drawingml/2006/main" noGrp="1"/>
          </p:cNvSpPr>
          <p:nvPr/>
        </p:nvSpPr>
        <p:spPr>
          <a:xfrm xmlns:a="http://schemas.openxmlformats.org/drawingml/2006/main">
            <a:off x="723900" y="2171700"/>
            <a:ext cx="200025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637C2C8D-C336-448D-A685-26497A4A6F6F}"/>
              </a:ext>
            </a:extLst>
          </p:cNvPr>
          <p:cNvSpPr>
            <a:spLocks xmlns:a="http://schemas.openxmlformats.org/drawingml/2006/main" noGrp="1"/>
          </p:cNvSpPr>
          <p:nvPr/>
        </p:nvSpPr>
        <p:spPr>
          <a:xfrm xmlns:a="http://schemas.openxmlformats.org/drawingml/2006/main">
            <a:off x="723900" y="2171700"/>
            <a:ext cx="66675" cy="10096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51288595-519A-49B9-900D-A52641884610}"/>
              </a:ext>
            </a:extLst>
          </p:cNvPr>
          <p:cNvSpPr>
            <a:spLocks xmlns:a="http://schemas.openxmlformats.org/drawingml/2006/main" noGrp="1"/>
          </p:cNvSpPr>
          <p:nvPr/>
        </p:nvSpPr>
        <p:spPr>
          <a:xfrm xmlns:a="http://schemas.openxmlformats.org/drawingml/2006/main">
            <a:off x="933450" y="22860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User</a:t>
            </a:r>
          </a:p>
        </p:txBody>
      </p:sp>
      <p:sp>
        <p:nvSpPr>
          <p:cNvPr id="9" name="">
            <a:extLst xmlns:a="http://schemas.openxmlformats.org/drawingml/2006/main">
              <a:ext uri="{FF2B5EF4-FFF2-40B4-BE49-F238E27FC236}">
                <a16:creationId xmlns:a16="http://schemas.microsoft.com/office/drawing/2014/main" id="{C736297E-E94B-4F3B-8973-1B63DA0345F0}"/>
              </a:ext>
            </a:extLst>
          </p:cNvPr>
          <p:cNvSpPr>
            <a:spLocks xmlns:a="http://schemas.openxmlformats.org/drawingml/2006/main" noGrp="1"/>
          </p:cNvSpPr>
          <p:nvPr/>
        </p:nvSpPr>
        <p:spPr>
          <a:xfrm xmlns:a="http://schemas.openxmlformats.org/drawingml/2006/main">
            <a:off x="933450" y="258127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Identity, role, security state</a:t>
            </a:r>
          </a:p>
        </p:txBody>
      </p:sp>
      <p:sp>
        <p:nvSpPr>
          <p:cNvPr id="10" name="">
            <a:extLst xmlns:a="http://schemas.openxmlformats.org/drawingml/2006/main">
              <a:ext uri="{FF2B5EF4-FFF2-40B4-BE49-F238E27FC236}">
                <a16:creationId xmlns:a16="http://schemas.microsoft.com/office/drawing/2014/main" id="{009D98B8-10FB-4F55-93FB-4D3224B5C111}"/>
              </a:ext>
            </a:extLst>
          </p:cNvPr>
          <p:cNvSpPr>
            <a:spLocks xmlns:a="http://schemas.openxmlformats.org/drawingml/2006/main" noGrp="1"/>
          </p:cNvSpPr>
          <p:nvPr/>
        </p:nvSpPr>
        <p:spPr>
          <a:xfrm xmlns:a="http://schemas.openxmlformats.org/drawingml/2006/main">
            <a:off x="723900" y="3829050"/>
            <a:ext cx="200025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38F72A2E-9AD6-4314-9362-8E86D85F3735}"/>
              </a:ext>
            </a:extLst>
          </p:cNvPr>
          <p:cNvSpPr>
            <a:spLocks xmlns:a="http://schemas.openxmlformats.org/drawingml/2006/main" noGrp="1"/>
          </p:cNvSpPr>
          <p:nvPr/>
        </p:nvSpPr>
        <p:spPr>
          <a:xfrm xmlns:a="http://schemas.openxmlformats.org/drawingml/2006/main">
            <a:off x="723900" y="3829050"/>
            <a:ext cx="66675" cy="10096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12" name="">
            <a:extLst xmlns:a="http://schemas.openxmlformats.org/drawingml/2006/main">
              <a:ext uri="{FF2B5EF4-FFF2-40B4-BE49-F238E27FC236}">
                <a16:creationId xmlns:a16="http://schemas.microsoft.com/office/drawing/2014/main" id="{A587D341-20E4-4A1A-99E4-324E5F0A333D}"/>
              </a:ext>
            </a:extLst>
          </p:cNvPr>
          <p:cNvSpPr>
            <a:spLocks xmlns:a="http://schemas.openxmlformats.org/drawingml/2006/main" noGrp="1"/>
          </p:cNvSpPr>
          <p:nvPr/>
        </p:nvSpPr>
        <p:spPr>
          <a:xfrm xmlns:a="http://schemas.openxmlformats.org/drawingml/2006/main">
            <a:off x="933450" y="394335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Candidate profile</a:t>
            </a:r>
          </a:p>
        </p:txBody>
      </p:sp>
      <p:sp>
        <p:nvSpPr>
          <p:cNvPr id="13" name="">
            <a:extLst xmlns:a="http://schemas.openxmlformats.org/drawingml/2006/main">
              <a:ext uri="{FF2B5EF4-FFF2-40B4-BE49-F238E27FC236}">
                <a16:creationId xmlns:a16="http://schemas.microsoft.com/office/drawing/2014/main" id="{8E4A7731-AE88-4F8B-9916-86A7C6681CD8}"/>
              </a:ext>
            </a:extLst>
          </p:cNvPr>
          <p:cNvSpPr>
            <a:spLocks xmlns:a="http://schemas.openxmlformats.org/drawingml/2006/main" noGrp="1"/>
          </p:cNvSpPr>
          <p:nvPr/>
        </p:nvSpPr>
        <p:spPr>
          <a:xfrm xmlns:a="http://schemas.openxmlformats.org/drawingml/2006/main">
            <a:off x="933450" y="423862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Skills, experience, CV assets</a:t>
            </a:r>
          </a:p>
        </p:txBody>
      </p:sp>
      <p:sp>
        <p:nvSpPr>
          <p:cNvPr id="14" name="">
            <a:extLst xmlns:a="http://schemas.openxmlformats.org/drawingml/2006/main">
              <a:ext uri="{FF2B5EF4-FFF2-40B4-BE49-F238E27FC236}">
                <a16:creationId xmlns:a16="http://schemas.microsoft.com/office/drawing/2014/main" id="{90160409-0B1B-4A9E-9CEF-BB6FAC21EC48}"/>
              </a:ext>
            </a:extLst>
          </p:cNvPr>
          <p:cNvSpPr>
            <a:spLocks xmlns:a="http://schemas.openxmlformats.org/drawingml/2006/main" noGrp="1"/>
          </p:cNvSpPr>
          <p:nvPr/>
        </p:nvSpPr>
        <p:spPr>
          <a:xfrm xmlns:a="http://schemas.openxmlformats.org/drawingml/2006/main">
            <a:off x="3505200" y="1752600"/>
            <a:ext cx="213360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293AE684-4F56-4789-B865-81DA3E82CA9E}"/>
              </a:ext>
            </a:extLst>
          </p:cNvPr>
          <p:cNvSpPr>
            <a:spLocks xmlns:a="http://schemas.openxmlformats.org/drawingml/2006/main" noGrp="1"/>
          </p:cNvSpPr>
          <p:nvPr/>
        </p:nvSpPr>
        <p:spPr>
          <a:xfrm xmlns:a="http://schemas.openxmlformats.org/drawingml/2006/main">
            <a:off x="3505200" y="1752600"/>
            <a:ext cx="66675" cy="10096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6" name="">
            <a:extLst xmlns:a="http://schemas.openxmlformats.org/drawingml/2006/main">
              <a:ext uri="{FF2B5EF4-FFF2-40B4-BE49-F238E27FC236}">
                <a16:creationId xmlns:a16="http://schemas.microsoft.com/office/drawing/2014/main" id="{D62A542C-83EA-4663-ABA9-874A7C037562}"/>
              </a:ext>
            </a:extLst>
          </p:cNvPr>
          <p:cNvSpPr>
            <a:spLocks xmlns:a="http://schemas.openxmlformats.org/drawingml/2006/main" noGrp="1"/>
          </p:cNvSpPr>
          <p:nvPr/>
        </p:nvSpPr>
        <p:spPr>
          <a:xfrm xmlns:a="http://schemas.openxmlformats.org/drawingml/2006/main">
            <a:off x="3714750" y="18669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Company</a:t>
            </a:r>
          </a:p>
        </p:txBody>
      </p:sp>
      <p:sp>
        <p:nvSpPr>
          <p:cNvPr id="17" name="">
            <a:extLst xmlns:a="http://schemas.openxmlformats.org/drawingml/2006/main">
              <a:ext uri="{FF2B5EF4-FFF2-40B4-BE49-F238E27FC236}">
                <a16:creationId xmlns:a16="http://schemas.microsoft.com/office/drawing/2014/main" id="{763E28CA-EAED-4B0B-A718-EE41A7F0E8FB}"/>
              </a:ext>
            </a:extLst>
          </p:cNvPr>
          <p:cNvSpPr>
            <a:spLocks xmlns:a="http://schemas.openxmlformats.org/drawingml/2006/main" noGrp="1"/>
          </p:cNvSpPr>
          <p:nvPr/>
        </p:nvSpPr>
        <p:spPr>
          <a:xfrm xmlns:a="http://schemas.openxmlformats.org/drawingml/2006/main">
            <a:off x="3714750" y="21621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Organization and memberships</a:t>
            </a:r>
          </a:p>
        </p:txBody>
      </p:sp>
      <p:sp>
        <p:nvSpPr>
          <p:cNvPr id="18" name="">
            <a:extLst xmlns:a="http://schemas.openxmlformats.org/drawingml/2006/main">
              <a:ext uri="{FF2B5EF4-FFF2-40B4-BE49-F238E27FC236}">
                <a16:creationId xmlns:a16="http://schemas.microsoft.com/office/drawing/2014/main" id="{6BE0F4C2-E9A8-4FC6-8208-28893074048C}"/>
              </a:ext>
            </a:extLst>
          </p:cNvPr>
          <p:cNvSpPr>
            <a:spLocks xmlns:a="http://schemas.openxmlformats.org/drawingml/2006/main" noGrp="1"/>
          </p:cNvSpPr>
          <p:nvPr/>
        </p:nvSpPr>
        <p:spPr>
          <a:xfrm xmlns:a="http://schemas.openxmlformats.org/drawingml/2006/main">
            <a:off x="3505200" y="3409950"/>
            <a:ext cx="213360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19" name="">
            <a:extLst xmlns:a="http://schemas.openxmlformats.org/drawingml/2006/main">
              <a:ext uri="{FF2B5EF4-FFF2-40B4-BE49-F238E27FC236}">
                <a16:creationId xmlns:a16="http://schemas.microsoft.com/office/drawing/2014/main" id="{0E4A2A19-E4CD-48AA-8584-A263CBB0932B}"/>
              </a:ext>
            </a:extLst>
          </p:cNvPr>
          <p:cNvSpPr>
            <a:spLocks xmlns:a="http://schemas.openxmlformats.org/drawingml/2006/main" noGrp="1"/>
          </p:cNvSpPr>
          <p:nvPr/>
        </p:nvSpPr>
        <p:spPr>
          <a:xfrm xmlns:a="http://schemas.openxmlformats.org/drawingml/2006/main">
            <a:off x="3505200" y="3409950"/>
            <a:ext cx="66675" cy="10096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20" name="">
            <a:extLst xmlns:a="http://schemas.openxmlformats.org/drawingml/2006/main">
              <a:ext uri="{FF2B5EF4-FFF2-40B4-BE49-F238E27FC236}">
                <a16:creationId xmlns:a16="http://schemas.microsoft.com/office/drawing/2014/main" id="{5DD10F29-CF5B-4AA3-AB62-869559557D2F}"/>
              </a:ext>
            </a:extLst>
          </p:cNvPr>
          <p:cNvSpPr>
            <a:spLocks xmlns:a="http://schemas.openxmlformats.org/drawingml/2006/main" noGrp="1"/>
          </p:cNvSpPr>
          <p:nvPr/>
        </p:nvSpPr>
        <p:spPr>
          <a:xfrm xmlns:a="http://schemas.openxmlformats.org/drawingml/2006/main">
            <a:off x="3714750" y="3524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Offer</a:t>
            </a:r>
          </a:p>
        </p:txBody>
      </p:sp>
      <p:sp>
        <p:nvSpPr>
          <p:cNvPr id="21" name="">
            <a:extLst xmlns:a="http://schemas.openxmlformats.org/drawingml/2006/main">
              <a:ext uri="{FF2B5EF4-FFF2-40B4-BE49-F238E27FC236}">
                <a16:creationId xmlns:a16="http://schemas.microsoft.com/office/drawing/2014/main" id="{621757BB-96CD-4AA3-BD06-81D2F7C41E93}"/>
              </a:ext>
            </a:extLst>
          </p:cNvPr>
          <p:cNvSpPr>
            <a:spLocks xmlns:a="http://schemas.openxmlformats.org/drawingml/2006/main" noGrp="1"/>
          </p:cNvSpPr>
          <p:nvPr/>
        </p:nvSpPr>
        <p:spPr>
          <a:xfrm xmlns:a="http://schemas.openxmlformats.org/drawingml/2006/main">
            <a:off x="3714750" y="381952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Requirements and recruiter</a:t>
            </a:r>
          </a:p>
        </p:txBody>
      </p:sp>
      <p:sp>
        <p:nvSpPr>
          <p:cNvPr id="22" name="">
            <a:extLst xmlns:a="http://schemas.openxmlformats.org/drawingml/2006/main">
              <a:ext uri="{FF2B5EF4-FFF2-40B4-BE49-F238E27FC236}">
                <a16:creationId xmlns:a16="http://schemas.microsoft.com/office/drawing/2014/main" id="{93388198-1B67-4C84-833D-C01AEFF1FAB6}"/>
              </a:ext>
            </a:extLst>
          </p:cNvPr>
          <p:cNvSpPr>
            <a:spLocks xmlns:a="http://schemas.openxmlformats.org/drawingml/2006/main" noGrp="1"/>
          </p:cNvSpPr>
          <p:nvPr/>
        </p:nvSpPr>
        <p:spPr>
          <a:xfrm xmlns:a="http://schemas.openxmlformats.org/drawingml/2006/main">
            <a:off x="6477000" y="2571750"/>
            <a:ext cx="2343150" cy="1276350"/>
          </a:xfrm>
          <a:prstGeom xmlns:a="http://schemas.openxmlformats.org/drawingml/2006/main" prst="roundRect">
            <a:avLst>
              <a:gd name="adj" fmla="val 8955"/>
            </a:avLst>
          </a:prstGeom>
          <a:solidFill xmlns:a="http://schemas.openxmlformats.org/drawingml/2006/main">
            <a:srgbClr val="10223A"/>
          </a:solidFill>
          <a:ln xmlns:a="http://schemas.openxmlformats.org/drawingml/2006/main" w="11430">
            <a:solidFill>
              <a:srgbClr val="2B4563"/>
            </a:solidFill>
            <a:prstDash val="solid"/>
          </a:ln>
        </p:spPr>
      </p:sp>
      <p:sp>
        <p:nvSpPr>
          <p:cNvPr id="23" name="">
            <a:extLst xmlns:a="http://schemas.openxmlformats.org/drawingml/2006/main">
              <a:ext uri="{FF2B5EF4-FFF2-40B4-BE49-F238E27FC236}">
                <a16:creationId xmlns:a16="http://schemas.microsoft.com/office/drawing/2014/main" id="{1FB58DEA-4DE6-4C66-9752-810DA334F94F}"/>
              </a:ext>
            </a:extLst>
          </p:cNvPr>
          <p:cNvSpPr>
            <a:spLocks xmlns:a="http://schemas.openxmlformats.org/drawingml/2006/main" noGrp="1"/>
          </p:cNvSpPr>
          <p:nvPr/>
        </p:nvSpPr>
        <p:spPr>
          <a:xfrm xmlns:a="http://schemas.openxmlformats.org/drawingml/2006/main">
            <a:off x="6477000" y="2571750"/>
            <a:ext cx="66675" cy="127635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24" name="">
            <a:extLst xmlns:a="http://schemas.openxmlformats.org/drawingml/2006/main">
              <a:ext uri="{FF2B5EF4-FFF2-40B4-BE49-F238E27FC236}">
                <a16:creationId xmlns:a16="http://schemas.microsoft.com/office/drawing/2014/main" id="{B2556AAF-96A3-4CF6-942E-53E3951EB57D}"/>
              </a:ext>
            </a:extLst>
          </p:cNvPr>
          <p:cNvSpPr>
            <a:spLocks xmlns:a="http://schemas.openxmlformats.org/drawingml/2006/main" noGrp="1"/>
          </p:cNvSpPr>
          <p:nvPr/>
        </p:nvSpPr>
        <p:spPr>
          <a:xfrm xmlns:a="http://schemas.openxmlformats.org/drawingml/2006/main">
            <a:off x="6686550" y="26860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Application</a:t>
            </a:r>
          </a:p>
        </p:txBody>
      </p:sp>
      <p:sp>
        <p:nvSpPr>
          <p:cNvPr id="25" name="">
            <a:extLst xmlns:a="http://schemas.openxmlformats.org/drawingml/2006/main">
              <a:ext uri="{FF2B5EF4-FFF2-40B4-BE49-F238E27FC236}">
                <a16:creationId xmlns:a16="http://schemas.microsoft.com/office/drawing/2014/main" id="{1F51D207-62E9-4A98-8A90-872FF6BD5014}"/>
              </a:ext>
            </a:extLst>
          </p:cNvPr>
          <p:cNvSpPr>
            <a:spLocks xmlns:a="http://schemas.openxmlformats.org/drawingml/2006/main" noGrp="1"/>
          </p:cNvSpPr>
          <p:nvPr/>
        </p:nvSpPr>
        <p:spPr>
          <a:xfrm xmlns:a="http://schemas.openxmlformats.org/drawingml/2006/main">
            <a:off x="6686550" y="2981325"/>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Candidate, offer, CV snapshot, stage</a:t>
            </a:r>
          </a:p>
        </p:txBody>
      </p:sp>
      <p:sp>
        <p:nvSpPr>
          <p:cNvPr id="26" name="">
            <a:extLst xmlns:a="http://schemas.openxmlformats.org/drawingml/2006/main">
              <a:ext uri="{FF2B5EF4-FFF2-40B4-BE49-F238E27FC236}">
                <a16:creationId xmlns:a16="http://schemas.microsoft.com/office/drawing/2014/main" id="{C7BFC6B3-6526-480C-BA4B-74E1E94620D9}"/>
              </a:ext>
            </a:extLst>
          </p:cNvPr>
          <p:cNvSpPr>
            <a:spLocks xmlns:a="http://schemas.openxmlformats.org/drawingml/2006/main" noGrp="1"/>
          </p:cNvSpPr>
          <p:nvPr/>
        </p:nvSpPr>
        <p:spPr>
          <a:xfrm xmlns:a="http://schemas.openxmlformats.org/drawingml/2006/main">
            <a:off x="9563100" y="1752600"/>
            <a:ext cx="201930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5CBD1091-4A95-4F1C-848D-57BE045EDBB6}"/>
              </a:ext>
            </a:extLst>
          </p:cNvPr>
          <p:cNvSpPr>
            <a:spLocks xmlns:a="http://schemas.openxmlformats.org/drawingml/2006/main" noGrp="1"/>
          </p:cNvSpPr>
          <p:nvPr/>
        </p:nvSpPr>
        <p:spPr>
          <a:xfrm xmlns:a="http://schemas.openxmlformats.org/drawingml/2006/main">
            <a:off x="9563100" y="1752600"/>
            <a:ext cx="66675" cy="10096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28" name="">
            <a:extLst xmlns:a="http://schemas.openxmlformats.org/drawingml/2006/main">
              <a:ext uri="{FF2B5EF4-FFF2-40B4-BE49-F238E27FC236}">
                <a16:creationId xmlns:a16="http://schemas.microsoft.com/office/drawing/2014/main" id="{67F2F0D4-C610-4ED2-9B6A-7C3EAB6086A8}"/>
              </a:ext>
            </a:extLst>
          </p:cNvPr>
          <p:cNvSpPr>
            <a:spLocks xmlns:a="http://schemas.openxmlformats.org/drawingml/2006/main" noGrp="1"/>
          </p:cNvSpPr>
          <p:nvPr/>
        </p:nvSpPr>
        <p:spPr>
          <a:xfrm xmlns:a="http://schemas.openxmlformats.org/drawingml/2006/main">
            <a:off x="9772650" y="186690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Interview</a:t>
            </a:r>
          </a:p>
        </p:txBody>
      </p:sp>
      <p:sp>
        <p:nvSpPr>
          <p:cNvPr id="29" name="">
            <a:extLst xmlns:a="http://schemas.openxmlformats.org/drawingml/2006/main">
              <a:ext uri="{FF2B5EF4-FFF2-40B4-BE49-F238E27FC236}">
                <a16:creationId xmlns:a16="http://schemas.microsoft.com/office/drawing/2014/main" id="{1E5E4B4C-2084-4973-A00B-8E007A283821}"/>
              </a:ext>
            </a:extLst>
          </p:cNvPr>
          <p:cNvSpPr>
            <a:spLocks xmlns:a="http://schemas.openxmlformats.org/drawingml/2006/main" noGrp="1"/>
          </p:cNvSpPr>
          <p:nvPr/>
        </p:nvSpPr>
        <p:spPr>
          <a:xfrm xmlns:a="http://schemas.openxmlformats.org/drawingml/2006/main">
            <a:off x="9772650" y="216217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Schedule and feedback</a:t>
            </a:r>
          </a:p>
        </p:txBody>
      </p:sp>
      <p:sp>
        <p:nvSpPr>
          <p:cNvPr id="30" name="">
            <a:extLst xmlns:a="http://schemas.openxmlformats.org/drawingml/2006/main">
              <a:ext uri="{FF2B5EF4-FFF2-40B4-BE49-F238E27FC236}">
                <a16:creationId xmlns:a16="http://schemas.microsoft.com/office/drawing/2014/main" id="{64EEECB4-79EB-4616-9534-92FE979CED09}"/>
              </a:ext>
            </a:extLst>
          </p:cNvPr>
          <p:cNvSpPr>
            <a:spLocks xmlns:a="http://schemas.openxmlformats.org/drawingml/2006/main" noGrp="1"/>
          </p:cNvSpPr>
          <p:nvPr/>
        </p:nvSpPr>
        <p:spPr>
          <a:xfrm xmlns:a="http://schemas.openxmlformats.org/drawingml/2006/main">
            <a:off x="9563100" y="3409950"/>
            <a:ext cx="201930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31" name="">
            <a:extLst xmlns:a="http://schemas.openxmlformats.org/drawingml/2006/main">
              <a:ext uri="{FF2B5EF4-FFF2-40B4-BE49-F238E27FC236}">
                <a16:creationId xmlns:a16="http://schemas.microsoft.com/office/drawing/2014/main" id="{466DD408-6C89-4DA4-8242-6EADD5639377}"/>
              </a:ext>
            </a:extLst>
          </p:cNvPr>
          <p:cNvSpPr>
            <a:spLocks xmlns:a="http://schemas.openxmlformats.org/drawingml/2006/main" noGrp="1"/>
          </p:cNvSpPr>
          <p:nvPr/>
        </p:nvSpPr>
        <p:spPr>
          <a:xfrm xmlns:a="http://schemas.openxmlformats.org/drawingml/2006/main">
            <a:off x="9563100" y="3409950"/>
            <a:ext cx="66675" cy="10096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32" name="">
            <a:extLst xmlns:a="http://schemas.openxmlformats.org/drawingml/2006/main">
              <a:ext uri="{FF2B5EF4-FFF2-40B4-BE49-F238E27FC236}">
                <a16:creationId xmlns:a16="http://schemas.microsoft.com/office/drawing/2014/main" id="{3C58A9A7-8ECC-4193-A138-D495CF575932}"/>
              </a:ext>
            </a:extLst>
          </p:cNvPr>
          <p:cNvSpPr>
            <a:spLocks xmlns:a="http://schemas.openxmlformats.org/drawingml/2006/main" noGrp="1"/>
          </p:cNvSpPr>
          <p:nvPr/>
        </p:nvSpPr>
        <p:spPr>
          <a:xfrm xmlns:a="http://schemas.openxmlformats.org/drawingml/2006/main">
            <a:off x="9772650" y="352425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Chat messages</a:t>
            </a:r>
          </a:p>
        </p:txBody>
      </p:sp>
      <p:sp>
        <p:nvSpPr>
          <p:cNvPr id="33" name="">
            <a:extLst xmlns:a="http://schemas.openxmlformats.org/drawingml/2006/main">
              <a:ext uri="{FF2B5EF4-FFF2-40B4-BE49-F238E27FC236}">
                <a16:creationId xmlns:a16="http://schemas.microsoft.com/office/drawing/2014/main" id="{8B35D729-5891-4987-A466-8268626516F8}"/>
              </a:ext>
            </a:extLst>
          </p:cNvPr>
          <p:cNvSpPr>
            <a:spLocks xmlns:a="http://schemas.openxmlformats.org/drawingml/2006/main" noGrp="1"/>
          </p:cNvSpPr>
          <p:nvPr/>
        </p:nvSpPr>
        <p:spPr>
          <a:xfrm xmlns:a="http://schemas.openxmlformats.org/drawingml/2006/main">
            <a:off x="9772650" y="38195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Ordered recruitment history</a:t>
            </a:r>
          </a:p>
        </p:txBody>
      </p:sp>
      <p:sp>
        <p:nvSpPr>
          <p:cNvPr id="34" name="">
            <a:extLst xmlns:a="http://schemas.openxmlformats.org/drawingml/2006/main">
              <a:ext uri="{FF2B5EF4-FFF2-40B4-BE49-F238E27FC236}">
                <a16:creationId xmlns:a16="http://schemas.microsoft.com/office/drawing/2014/main" id="{B40EFFC2-0335-4D44-B714-758482725138}"/>
              </a:ext>
            </a:extLst>
          </p:cNvPr>
          <p:cNvSpPr>
            <a:spLocks xmlns:a="http://schemas.openxmlformats.org/drawingml/2006/main" noGrp="1"/>
          </p:cNvSpPr>
          <p:nvPr/>
        </p:nvSpPr>
        <p:spPr>
          <a:xfrm xmlns:a="http://schemas.openxmlformats.org/drawingml/2006/main">
            <a:off x="1724025" y="3181350"/>
            <a:ext cx="0" cy="647700"/>
          </a:xfrm>
          <a:prstGeom xmlns:a="http://schemas.openxmlformats.org/drawingml/2006/main" prst="line">
            <a:avLst/>
          </a:prstGeom>
          <a:noFill xmlns:a="http://schemas.openxmlformats.org/drawingml/2006/main"/>
          <a:ln xmlns:a="http://schemas.openxmlformats.org/drawingml/2006/main" w="19050">
            <a:solidFill>
              <a:srgbClr val="2FD6D3"/>
            </a:solidFill>
            <a:prstDash val="solid"/>
          </a:ln>
        </p:spPr>
      </p:sp>
      <p:sp>
        <p:nvSpPr>
          <p:cNvPr id="35" name="">
            <a:extLst xmlns:a="http://schemas.openxmlformats.org/drawingml/2006/main">
              <a:ext uri="{FF2B5EF4-FFF2-40B4-BE49-F238E27FC236}">
                <a16:creationId xmlns:a16="http://schemas.microsoft.com/office/drawing/2014/main" id="{699338A9-1DB2-49BD-B89A-4150A8E1E5EF}"/>
              </a:ext>
            </a:extLst>
          </p:cNvPr>
          <p:cNvSpPr>
            <a:spLocks xmlns:a="http://schemas.openxmlformats.org/drawingml/2006/main" noGrp="1"/>
          </p:cNvSpPr>
          <p:nvPr/>
        </p:nvSpPr>
        <p:spPr>
          <a:xfrm xmlns:a="http://schemas.openxmlformats.org/drawingml/2006/main">
            <a:off x="2724150" y="2676525"/>
            <a:ext cx="781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6" name="">
            <a:extLst xmlns:a="http://schemas.openxmlformats.org/drawingml/2006/main">
              <a:ext uri="{FF2B5EF4-FFF2-40B4-BE49-F238E27FC236}">
                <a16:creationId xmlns:a16="http://schemas.microsoft.com/office/drawing/2014/main" id="{00D0D545-E31D-4B01-9253-70CEEB7173AD}"/>
              </a:ext>
            </a:extLst>
          </p:cNvPr>
          <p:cNvSpPr>
            <a:spLocks xmlns:a="http://schemas.openxmlformats.org/drawingml/2006/main" noGrp="1"/>
          </p:cNvSpPr>
          <p:nvPr/>
        </p:nvSpPr>
        <p:spPr>
          <a:xfrm xmlns:a="http://schemas.openxmlformats.org/drawingml/2006/main">
            <a:off x="4572000" y="2762250"/>
            <a:ext cx="0" cy="647700"/>
          </a:xfrm>
          <a:prstGeom xmlns:a="http://schemas.openxmlformats.org/drawingml/2006/main" prst="line">
            <a:avLst/>
          </a:prstGeom>
          <a:noFill xmlns:a="http://schemas.openxmlformats.org/drawingml/2006/main"/>
          <a:ln xmlns:a="http://schemas.openxmlformats.org/drawingml/2006/main" w="19050">
            <a:solidFill>
              <a:srgbClr val="8A7CFF"/>
            </a:solidFill>
            <a:prstDash val="solid"/>
          </a:ln>
        </p:spPr>
      </p:sp>
      <p:sp>
        <p:nvSpPr>
          <p:cNvPr id="37" name="">
            <a:extLst xmlns:a="http://schemas.openxmlformats.org/drawingml/2006/main">
              <a:ext uri="{FF2B5EF4-FFF2-40B4-BE49-F238E27FC236}">
                <a16:creationId xmlns:a16="http://schemas.microsoft.com/office/drawing/2014/main" id="{3A022DDE-EF28-459E-947D-E440AF465D7A}"/>
              </a:ext>
            </a:extLst>
          </p:cNvPr>
          <p:cNvSpPr>
            <a:spLocks xmlns:a="http://schemas.openxmlformats.org/drawingml/2006/main" noGrp="1"/>
          </p:cNvSpPr>
          <p:nvPr/>
        </p:nvSpPr>
        <p:spPr>
          <a:xfrm xmlns:a="http://schemas.openxmlformats.org/drawingml/2006/main">
            <a:off x="5638800" y="390525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8" name="">
            <a:extLst xmlns:a="http://schemas.openxmlformats.org/drawingml/2006/main">
              <a:ext uri="{FF2B5EF4-FFF2-40B4-BE49-F238E27FC236}">
                <a16:creationId xmlns:a16="http://schemas.microsoft.com/office/drawing/2014/main" id="{328AD66B-41BE-4297-8D5B-593371CCF2A3}"/>
              </a:ext>
            </a:extLst>
          </p:cNvPr>
          <p:cNvSpPr>
            <a:spLocks xmlns:a="http://schemas.openxmlformats.org/drawingml/2006/main" noGrp="1"/>
          </p:cNvSpPr>
          <p:nvPr/>
        </p:nvSpPr>
        <p:spPr>
          <a:xfrm xmlns:a="http://schemas.openxmlformats.org/drawingml/2006/main">
            <a:off x="6057900" y="3219450"/>
            <a:ext cx="0" cy="68580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9" name="">
            <a:extLst xmlns:a="http://schemas.openxmlformats.org/drawingml/2006/main">
              <a:ext uri="{FF2B5EF4-FFF2-40B4-BE49-F238E27FC236}">
                <a16:creationId xmlns:a16="http://schemas.microsoft.com/office/drawing/2014/main" id="{40272879-4784-4E91-8CA0-742B24F9C06E}"/>
              </a:ext>
            </a:extLst>
          </p:cNvPr>
          <p:cNvSpPr>
            <a:spLocks xmlns:a="http://schemas.openxmlformats.org/drawingml/2006/main" noGrp="1"/>
          </p:cNvSpPr>
          <p:nvPr/>
        </p:nvSpPr>
        <p:spPr>
          <a:xfrm xmlns:a="http://schemas.openxmlformats.org/drawingml/2006/main">
            <a:off x="6057900" y="321945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0" name="">
            <a:extLst xmlns:a="http://schemas.openxmlformats.org/drawingml/2006/main">
              <a:ext uri="{FF2B5EF4-FFF2-40B4-BE49-F238E27FC236}">
                <a16:creationId xmlns:a16="http://schemas.microsoft.com/office/drawing/2014/main" id="{D04CF867-0940-4624-8C64-5B01C71020B2}"/>
              </a:ext>
            </a:extLst>
          </p:cNvPr>
          <p:cNvSpPr>
            <a:spLocks xmlns:a="http://schemas.openxmlformats.org/drawingml/2006/main" noGrp="1"/>
          </p:cNvSpPr>
          <p:nvPr/>
        </p:nvSpPr>
        <p:spPr>
          <a:xfrm xmlns:a="http://schemas.openxmlformats.org/drawingml/2006/main">
            <a:off x="2724150" y="4333875"/>
            <a:ext cx="18669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1" name="">
            <a:extLst xmlns:a="http://schemas.openxmlformats.org/drawingml/2006/main">
              <a:ext uri="{FF2B5EF4-FFF2-40B4-BE49-F238E27FC236}">
                <a16:creationId xmlns:a16="http://schemas.microsoft.com/office/drawing/2014/main" id="{4CD27C37-DD27-422A-9005-E67D9E41C85F}"/>
              </a:ext>
            </a:extLst>
          </p:cNvPr>
          <p:cNvSpPr>
            <a:spLocks xmlns:a="http://schemas.openxmlformats.org/drawingml/2006/main" noGrp="1"/>
          </p:cNvSpPr>
          <p:nvPr/>
        </p:nvSpPr>
        <p:spPr>
          <a:xfrm xmlns:a="http://schemas.openxmlformats.org/drawingml/2006/main">
            <a:off x="4591050" y="3629025"/>
            <a:ext cx="0" cy="70485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2" name="">
            <a:extLst xmlns:a="http://schemas.openxmlformats.org/drawingml/2006/main">
              <a:ext uri="{FF2B5EF4-FFF2-40B4-BE49-F238E27FC236}">
                <a16:creationId xmlns:a16="http://schemas.microsoft.com/office/drawing/2014/main" id="{FC313F82-AD15-4465-9372-FBC59AC83E0A}"/>
              </a:ext>
            </a:extLst>
          </p:cNvPr>
          <p:cNvSpPr>
            <a:spLocks xmlns:a="http://schemas.openxmlformats.org/drawingml/2006/main" noGrp="1"/>
          </p:cNvSpPr>
          <p:nvPr/>
        </p:nvSpPr>
        <p:spPr>
          <a:xfrm xmlns:a="http://schemas.openxmlformats.org/drawingml/2006/main">
            <a:off x="4591050" y="3629025"/>
            <a:ext cx="18859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3" name="">
            <a:extLst xmlns:a="http://schemas.openxmlformats.org/drawingml/2006/main">
              <a:ext uri="{FF2B5EF4-FFF2-40B4-BE49-F238E27FC236}">
                <a16:creationId xmlns:a16="http://schemas.microsoft.com/office/drawing/2014/main" id="{A9FB34FC-563F-4007-8E93-7660207F075D}"/>
              </a:ext>
            </a:extLst>
          </p:cNvPr>
          <p:cNvSpPr>
            <a:spLocks xmlns:a="http://schemas.openxmlformats.org/drawingml/2006/main" noGrp="1"/>
          </p:cNvSpPr>
          <p:nvPr/>
        </p:nvSpPr>
        <p:spPr>
          <a:xfrm xmlns:a="http://schemas.openxmlformats.org/drawingml/2006/main">
            <a:off x="8820150" y="3009900"/>
            <a:ext cx="3714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4" name="">
            <a:extLst xmlns:a="http://schemas.openxmlformats.org/drawingml/2006/main">
              <a:ext uri="{FF2B5EF4-FFF2-40B4-BE49-F238E27FC236}">
                <a16:creationId xmlns:a16="http://schemas.microsoft.com/office/drawing/2014/main" id="{52DA0F7F-DB22-45B9-8C4F-A2D675C15A5C}"/>
              </a:ext>
            </a:extLst>
          </p:cNvPr>
          <p:cNvSpPr>
            <a:spLocks xmlns:a="http://schemas.openxmlformats.org/drawingml/2006/main" noGrp="1"/>
          </p:cNvSpPr>
          <p:nvPr/>
        </p:nvSpPr>
        <p:spPr>
          <a:xfrm xmlns:a="http://schemas.openxmlformats.org/drawingml/2006/main">
            <a:off x="9191625" y="2257425"/>
            <a:ext cx="0" cy="752475"/>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5" name="">
            <a:extLst xmlns:a="http://schemas.openxmlformats.org/drawingml/2006/main">
              <a:ext uri="{FF2B5EF4-FFF2-40B4-BE49-F238E27FC236}">
                <a16:creationId xmlns:a16="http://schemas.microsoft.com/office/drawing/2014/main" id="{51EBA569-52DF-479A-ACF8-775202F527A3}"/>
              </a:ext>
            </a:extLst>
          </p:cNvPr>
          <p:cNvSpPr>
            <a:spLocks xmlns:a="http://schemas.openxmlformats.org/drawingml/2006/main" noGrp="1"/>
          </p:cNvSpPr>
          <p:nvPr/>
        </p:nvSpPr>
        <p:spPr>
          <a:xfrm xmlns:a="http://schemas.openxmlformats.org/drawingml/2006/main">
            <a:off x="9191625" y="2257425"/>
            <a:ext cx="3714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6" name="">
            <a:extLst xmlns:a="http://schemas.openxmlformats.org/drawingml/2006/main">
              <a:ext uri="{FF2B5EF4-FFF2-40B4-BE49-F238E27FC236}">
                <a16:creationId xmlns:a16="http://schemas.microsoft.com/office/drawing/2014/main" id="{16CF31EB-E9A6-47F0-B84F-E53E8FF9B430}"/>
              </a:ext>
            </a:extLst>
          </p:cNvPr>
          <p:cNvSpPr>
            <a:spLocks xmlns:a="http://schemas.openxmlformats.org/drawingml/2006/main" noGrp="1"/>
          </p:cNvSpPr>
          <p:nvPr/>
        </p:nvSpPr>
        <p:spPr>
          <a:xfrm xmlns:a="http://schemas.openxmlformats.org/drawingml/2006/main">
            <a:off x="8820150" y="3409950"/>
            <a:ext cx="742950" cy="504825"/>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7" name="">
            <a:extLst xmlns:a="http://schemas.openxmlformats.org/drawingml/2006/main">
              <a:ext uri="{FF2B5EF4-FFF2-40B4-BE49-F238E27FC236}">
                <a16:creationId xmlns:a16="http://schemas.microsoft.com/office/drawing/2014/main" id="{B44E4577-E024-4EEA-945E-B7FDA435A7CD}"/>
              </a:ext>
            </a:extLst>
          </p:cNvPr>
          <p:cNvSpPr>
            <a:spLocks xmlns:a="http://schemas.openxmlformats.org/drawingml/2006/main" noGrp="1"/>
          </p:cNvSpPr>
          <p:nvPr/>
        </p:nvSpPr>
        <p:spPr>
          <a:xfrm xmlns:a="http://schemas.openxmlformats.org/drawingml/2006/main">
            <a:off x="723900" y="5314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FFCA6A"/>
                </a:solidFill>
                <a:latin typeface="Ubuntu Sans"/>
                <a:ea typeface="Ubuntu Sans"/>
                <a:cs typeface="Ubuntu Sans"/>
              </a:defRPr>
            </a:defPPr>
            <a:lvl1pPr algn="l">
              <a:defRPr sz="1500" b="1">
                <a:solidFill>
                  <a:srgbClr val="FFCA6A"/>
                </a:solidFill>
                <a:latin typeface="Ubuntu Sans"/>
                <a:ea typeface="Ubuntu Sans"/>
                <a:cs typeface="Ubuntu Sans"/>
              </a:defRPr>
            </a:lvl1pPr>
            <a:lvl2pPr algn="l">
              <a:defRPr sz="1500" b="1">
                <a:solidFill>
                  <a:srgbClr val="FFCA6A"/>
                </a:solidFill>
                <a:latin typeface="Ubuntu Sans"/>
                <a:ea typeface="Ubuntu Sans"/>
                <a:cs typeface="Ubuntu Sans"/>
              </a:defRPr>
            </a:lvl2pPr>
            <a:lvl3pPr algn="l">
              <a:defRPr sz="1500" b="1">
                <a:solidFill>
                  <a:srgbClr val="FFCA6A"/>
                </a:solidFill>
                <a:latin typeface="Ubuntu Sans"/>
                <a:ea typeface="Ubuntu Sans"/>
                <a:cs typeface="Ubuntu Sans"/>
              </a:defRPr>
            </a:lvl3pPr>
            <a:lvl4pPr algn="l">
              <a:defRPr sz="1500" b="1">
                <a:solidFill>
                  <a:srgbClr val="FFCA6A"/>
                </a:solidFill>
                <a:latin typeface="Ubuntu Sans"/>
                <a:ea typeface="Ubuntu Sans"/>
                <a:cs typeface="Ubuntu Sans"/>
              </a:defRPr>
            </a:lvl4pPr>
            <a:lvl5pPr algn="l">
              <a:defRPr sz="1500" b="1">
                <a:solidFill>
                  <a:srgbClr val="FFCA6A"/>
                </a:solidFill>
                <a:latin typeface="Ubuntu Sans"/>
                <a:ea typeface="Ubuntu Sans"/>
                <a:cs typeface="Ubuntu Sans"/>
              </a:defRPr>
            </a:lvl5pPr>
            <a:lvl6pPr algn="l">
              <a:defRPr sz="1500" b="1">
                <a:solidFill>
                  <a:srgbClr val="FFCA6A"/>
                </a:solidFill>
                <a:latin typeface="Ubuntu Sans"/>
                <a:ea typeface="Ubuntu Sans"/>
                <a:cs typeface="Ubuntu Sans"/>
              </a:defRPr>
            </a:lvl6pPr>
            <a:lvl7pPr algn="l">
              <a:defRPr sz="1500" b="1">
                <a:solidFill>
                  <a:srgbClr val="FFCA6A"/>
                </a:solidFill>
                <a:latin typeface="Ubuntu Sans"/>
                <a:ea typeface="Ubuntu Sans"/>
                <a:cs typeface="Ubuntu Sans"/>
              </a:defRPr>
            </a:lvl7pPr>
            <a:lvl8pPr algn="l">
              <a:defRPr sz="1500" b="1">
                <a:solidFill>
                  <a:srgbClr val="FFCA6A"/>
                </a:solidFill>
                <a:latin typeface="Ubuntu Sans"/>
                <a:ea typeface="Ubuntu Sans"/>
                <a:cs typeface="Ubuntu Sans"/>
              </a:defRPr>
            </a:lvl8pPr>
            <a:lvl9pPr algn="l">
              <a:defRPr sz="1500" b="1">
                <a:solidFill>
                  <a:srgbClr val="FFCA6A"/>
                </a:solidFill>
                <a:latin typeface="Ubuntu Sans"/>
                <a:ea typeface="Ubuntu Sans"/>
                <a:cs typeface="Ubuntu Sans"/>
              </a:defRPr>
            </a:lvl9pPr>
          </a:lstStyle>
          <a:p xmlns:a="http://schemas.openxmlformats.org/drawingml/2006/main">
            <a:pPr algn="l">
              <a:defRPr sz="1500" b="1">
                <a:solidFill>
                  <a:srgbClr val="FFCA6A"/>
                </a:solidFill>
                <a:latin typeface="Ubuntu Sans"/>
                <a:ea typeface="Ubuntu Sans"/>
                <a:cs typeface="Ubuntu Sans"/>
              </a:defRPr>
            </a:pPr>
            <a:r>
              <a:rPr sz="1500" b="1">
                <a:solidFill>
                  <a:srgbClr val="FFCA6A"/>
                </a:solidFill>
                <a:latin typeface="Ubuntu Sans"/>
                <a:ea typeface="Ubuntu Sans"/>
                <a:cs typeface="Ubuntu Sans"/>
              </a:rPr>
              <a:t>Integrity rules</a:t>
            </a:r>
          </a:p>
        </p:txBody>
      </p:sp>
      <p:sp>
        <p:nvSpPr>
          <p:cNvPr id="48" name="">
            <a:extLst xmlns:a="http://schemas.openxmlformats.org/drawingml/2006/main">
              <a:ext uri="{FF2B5EF4-FFF2-40B4-BE49-F238E27FC236}">
                <a16:creationId xmlns:a16="http://schemas.microsoft.com/office/drawing/2014/main" id="{7AEB097A-E0ED-4A21-AFEC-A9F7475ECEF5}"/>
              </a:ext>
            </a:extLst>
          </p:cNvPr>
          <p:cNvSpPr>
            <a:spLocks xmlns:a="http://schemas.openxmlformats.org/drawingml/2006/main" noGrp="1"/>
          </p:cNvSpPr>
          <p:nvPr/>
        </p:nvSpPr>
        <p:spPr>
          <a:xfrm xmlns:a="http://schemas.openxmlformats.org/drawingml/2006/main">
            <a:off x="2457450" y="521970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Foreign keys protect relationships. Unique constraints prevent duplicates. Transactions keep multi-step updates consistent. Alembic versions each schema change.</a:t>
            </a:r>
          </a:p>
        </p:txBody>
      </p:sp>
      <p:sp>
        <p:nvSpPr>
          <p:cNvPr id="49" name="">
            <a:extLst xmlns:a="http://schemas.openxmlformats.org/drawingml/2006/main">
              <a:ext uri="{FF2B5EF4-FFF2-40B4-BE49-F238E27FC236}">
                <a16:creationId xmlns:a16="http://schemas.microsoft.com/office/drawing/2014/main" id="{3D7ECEFC-CF6D-4CAE-BC1E-C86E849B32B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7896304"/>
      </p:ext>
    </p:extLst>
  </p:cSld>
</p:sld>
</file>

<file path=ppt/slides/slide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8282F5F-C45A-4651-A19F-32B414EDDF8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IDENTITY</a:t>
            </a:r>
          </a:p>
        </p:txBody>
      </p:sp>
      <p:sp>
        <p:nvSpPr>
          <p:cNvPr id="2" name="">
            <a:extLst xmlns:a="http://schemas.openxmlformats.org/drawingml/2006/main">
              <a:ext uri="{FF2B5EF4-FFF2-40B4-BE49-F238E27FC236}">
                <a16:creationId xmlns:a16="http://schemas.microsoft.com/office/drawing/2014/main" id="{9AB2F28F-DDC1-42EF-95C1-9FCD6249BB90}"/>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Authentication and session security</a:t>
            </a:r>
          </a:p>
        </p:txBody>
      </p:sp>
      <p:sp>
        <p:nvSpPr>
          <p:cNvPr id="3" name="">
            <a:extLst xmlns:a="http://schemas.openxmlformats.org/drawingml/2006/main">
              <a:ext uri="{FF2B5EF4-FFF2-40B4-BE49-F238E27FC236}">
                <a16:creationId xmlns:a16="http://schemas.microsoft.com/office/drawing/2014/main" id="{9D8A6528-937B-4807-8026-651D7BCA4A4D}"/>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07</a:t>
            </a:r>
          </a:p>
        </p:txBody>
      </p:sp>
      <p:sp>
        <p:nvSpPr>
          <p:cNvPr id="4" name="">
            <a:extLst xmlns:a="http://schemas.openxmlformats.org/drawingml/2006/main">
              <a:ext uri="{FF2B5EF4-FFF2-40B4-BE49-F238E27FC236}">
                <a16:creationId xmlns:a16="http://schemas.microsoft.com/office/drawing/2014/main" id="{B588D944-B3F9-47F5-9473-6A2F1AAA7729}"/>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6C048697-B4F0-44CF-B54A-4F6CB7B23ECC}"/>
              </a:ext>
            </a:extLst>
          </p:cNvPr>
          <p:cNvSpPr>
            <a:spLocks xmlns:a="http://schemas.openxmlformats.org/drawingml/2006/main" noGrp="1"/>
          </p:cNvSpPr>
          <p:nvPr/>
        </p:nvSpPr>
        <p:spPr>
          <a:xfrm xmlns:a="http://schemas.openxmlformats.org/drawingml/2006/main">
            <a:off x="609600" y="13716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A token identifies a session. Current database state decides whether that session still has authority.</a:t>
            </a:r>
          </a:p>
        </p:txBody>
      </p:sp>
      <p:sp>
        <p:nvSpPr>
          <p:cNvPr id="6" name="">
            <a:extLst xmlns:a="http://schemas.openxmlformats.org/drawingml/2006/main">
              <a:ext uri="{FF2B5EF4-FFF2-40B4-BE49-F238E27FC236}">
                <a16:creationId xmlns:a16="http://schemas.microsoft.com/office/drawing/2014/main" id="{08458118-EE27-40E6-81FC-96A81FE889D2}"/>
              </a:ext>
            </a:extLst>
          </p:cNvPr>
          <p:cNvSpPr>
            <a:spLocks xmlns:a="http://schemas.openxmlformats.org/drawingml/2006/main" noGrp="1"/>
          </p:cNvSpPr>
          <p:nvPr/>
        </p:nvSpPr>
        <p:spPr>
          <a:xfrm xmlns:a="http://schemas.openxmlformats.org/drawingml/2006/main">
            <a:off x="609600" y="205740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7D432311-837C-481C-948F-36487807A320}"/>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ellipse">
            <a:avLst/>
          </a:prstGeom>
          <a:solidFill xmlns:a="http://schemas.openxmlformats.org/drawingml/2006/main">
            <a:srgbClr val="2FD6D3"/>
          </a:solidFill>
          <a:ln xmlns:a="http://schemas.openxmlformats.org/drawingml/2006/main" w="11430">
            <a:solidFill>
              <a:srgbClr val="2FD6D3"/>
            </a:solidFill>
            <a:prstDash val="solid"/>
          </a:ln>
        </p:spPr>
      </p:sp>
      <p:sp>
        <p:nvSpPr>
          <p:cNvPr id="8" name="">
            <a:extLst xmlns:a="http://schemas.openxmlformats.org/drawingml/2006/main">
              <a:ext uri="{FF2B5EF4-FFF2-40B4-BE49-F238E27FC236}">
                <a16:creationId xmlns:a16="http://schemas.microsoft.com/office/drawing/2014/main" id="{3B3EA4AD-6AE1-4EC3-B829-845ABF6CEE6D}"/>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1</a:t>
            </a:r>
          </a:p>
        </p:txBody>
      </p:sp>
      <p:sp>
        <p:nvSpPr>
          <p:cNvPr id="9" name="">
            <a:extLst xmlns:a="http://schemas.openxmlformats.org/drawingml/2006/main">
              <a:ext uri="{FF2B5EF4-FFF2-40B4-BE49-F238E27FC236}">
                <a16:creationId xmlns:a16="http://schemas.microsoft.com/office/drawing/2014/main" id="{7E52F9B6-63B8-4746-A107-330195A104C7}"/>
              </a:ext>
            </a:extLst>
          </p:cNvPr>
          <p:cNvSpPr>
            <a:spLocks xmlns:a="http://schemas.openxmlformats.org/drawingml/2006/main" noGrp="1"/>
          </p:cNvSpPr>
          <p:nvPr/>
        </p:nvSpPr>
        <p:spPr>
          <a:xfrm xmlns:a="http://schemas.openxmlformats.org/drawingml/2006/main">
            <a:off x="13335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Register</a:t>
            </a:r>
          </a:p>
        </p:txBody>
      </p:sp>
      <p:sp>
        <p:nvSpPr>
          <p:cNvPr id="10" name="">
            <a:extLst xmlns:a="http://schemas.openxmlformats.org/drawingml/2006/main">
              <a:ext uri="{FF2B5EF4-FFF2-40B4-BE49-F238E27FC236}">
                <a16:creationId xmlns:a16="http://schemas.microsoft.com/office/drawing/2014/main" id="{0FDD53F1-7A08-4042-BC8A-C5A840820CB9}"/>
              </a:ext>
            </a:extLst>
          </p:cNvPr>
          <p:cNvSpPr>
            <a:spLocks xmlns:a="http://schemas.openxmlformats.org/drawingml/2006/main" noGrp="1"/>
          </p:cNvSpPr>
          <p:nvPr/>
        </p:nvSpPr>
        <p:spPr>
          <a:xfrm xmlns:a="http://schemas.openxmlformats.org/drawingml/2006/main">
            <a:off x="13335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961"/>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Candidate submits validated account data</a:t>
            </a:r>
          </a:p>
        </p:txBody>
      </p:sp>
      <p:sp>
        <p:nvSpPr>
          <p:cNvPr id="11" name="">
            <a:extLst xmlns:a="http://schemas.openxmlformats.org/drawingml/2006/main">
              <a:ext uri="{FF2B5EF4-FFF2-40B4-BE49-F238E27FC236}">
                <a16:creationId xmlns:a16="http://schemas.microsoft.com/office/drawing/2014/main" id="{E0658F37-F739-4C1B-85CC-9229EF965E9E}"/>
              </a:ext>
            </a:extLst>
          </p:cNvPr>
          <p:cNvSpPr>
            <a:spLocks xmlns:a="http://schemas.openxmlformats.org/drawingml/2006/main" noGrp="1"/>
          </p:cNvSpPr>
          <p:nvPr/>
        </p:nvSpPr>
        <p:spPr>
          <a:xfrm xmlns:a="http://schemas.openxmlformats.org/drawingml/2006/main">
            <a:off x="4438650" y="205740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12" name="">
            <a:extLst xmlns:a="http://schemas.openxmlformats.org/drawingml/2006/main">
              <a:ext uri="{FF2B5EF4-FFF2-40B4-BE49-F238E27FC236}">
                <a16:creationId xmlns:a16="http://schemas.microsoft.com/office/drawing/2014/main" id="{FC97486B-EEA7-421F-B62F-7659D19902ED}"/>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ellipse">
            <a:avLst/>
          </a:prstGeom>
          <a:solidFill xmlns:a="http://schemas.openxmlformats.org/drawingml/2006/main">
            <a:srgbClr val="4FA7FF"/>
          </a:solidFill>
          <a:ln xmlns:a="http://schemas.openxmlformats.org/drawingml/2006/main" w="11430">
            <a:solidFill>
              <a:srgbClr val="4FA7FF"/>
            </a:solidFill>
            <a:prstDash val="solid"/>
          </a:ln>
        </p:spPr>
      </p:sp>
      <p:sp>
        <p:nvSpPr>
          <p:cNvPr id="13" name="">
            <a:extLst xmlns:a="http://schemas.openxmlformats.org/drawingml/2006/main">
              <a:ext uri="{FF2B5EF4-FFF2-40B4-BE49-F238E27FC236}">
                <a16:creationId xmlns:a16="http://schemas.microsoft.com/office/drawing/2014/main" id="{F4338B62-427A-42A9-8AFB-CA6BC6697875}"/>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2</a:t>
            </a:r>
          </a:p>
        </p:txBody>
      </p:sp>
      <p:sp>
        <p:nvSpPr>
          <p:cNvPr id="14" name="">
            <a:extLst xmlns:a="http://schemas.openxmlformats.org/drawingml/2006/main">
              <a:ext uri="{FF2B5EF4-FFF2-40B4-BE49-F238E27FC236}">
                <a16:creationId xmlns:a16="http://schemas.microsoft.com/office/drawing/2014/main" id="{3E59E347-BD26-41D5-9A50-5C98F665CC83}"/>
              </a:ext>
            </a:extLst>
          </p:cNvPr>
          <p:cNvSpPr>
            <a:spLocks xmlns:a="http://schemas.openxmlformats.org/drawingml/2006/main" noGrp="1"/>
          </p:cNvSpPr>
          <p:nvPr/>
        </p:nvSpPr>
        <p:spPr>
          <a:xfrm xmlns:a="http://schemas.openxmlformats.org/drawingml/2006/main">
            <a:off x="516255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Verify email</a:t>
            </a:r>
          </a:p>
        </p:txBody>
      </p:sp>
      <p:sp>
        <p:nvSpPr>
          <p:cNvPr id="15" name="">
            <a:extLst xmlns:a="http://schemas.openxmlformats.org/drawingml/2006/main">
              <a:ext uri="{FF2B5EF4-FFF2-40B4-BE49-F238E27FC236}">
                <a16:creationId xmlns:a16="http://schemas.microsoft.com/office/drawing/2014/main" id="{3136A6E0-B990-4848-8D74-B452052BE704}"/>
              </a:ext>
            </a:extLst>
          </p:cNvPr>
          <p:cNvSpPr>
            <a:spLocks xmlns:a="http://schemas.openxmlformats.org/drawingml/2006/main" noGrp="1"/>
          </p:cNvSpPr>
          <p:nvPr/>
        </p:nvSpPr>
        <p:spPr>
          <a:xfrm xmlns:a="http://schemas.openxmlformats.org/drawingml/2006/main">
            <a:off x="516255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OTP proves control of the address</a:t>
            </a:r>
          </a:p>
        </p:txBody>
      </p:sp>
      <p:sp>
        <p:nvSpPr>
          <p:cNvPr id="16" name="">
            <a:extLst xmlns:a="http://schemas.openxmlformats.org/drawingml/2006/main">
              <a:ext uri="{FF2B5EF4-FFF2-40B4-BE49-F238E27FC236}">
                <a16:creationId xmlns:a16="http://schemas.microsoft.com/office/drawing/2014/main" id="{970D6A73-49DB-483D-B4EC-254811097A56}"/>
              </a:ext>
            </a:extLst>
          </p:cNvPr>
          <p:cNvSpPr>
            <a:spLocks xmlns:a="http://schemas.openxmlformats.org/drawingml/2006/main" noGrp="1"/>
          </p:cNvSpPr>
          <p:nvPr/>
        </p:nvSpPr>
        <p:spPr>
          <a:xfrm xmlns:a="http://schemas.openxmlformats.org/drawingml/2006/main">
            <a:off x="8267700" y="205740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17" name="">
            <a:extLst xmlns:a="http://schemas.openxmlformats.org/drawingml/2006/main">
              <a:ext uri="{FF2B5EF4-FFF2-40B4-BE49-F238E27FC236}">
                <a16:creationId xmlns:a16="http://schemas.microsoft.com/office/drawing/2014/main" id="{A4C0DEC8-AD96-481C-A543-193BE6CF3342}"/>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ellipse">
            <a:avLst/>
          </a:prstGeom>
          <a:solidFill xmlns:a="http://schemas.openxmlformats.org/drawingml/2006/main">
            <a:srgbClr val="8A7CFF"/>
          </a:solidFill>
          <a:ln xmlns:a="http://schemas.openxmlformats.org/drawingml/2006/main" w="11430">
            <a:solidFill>
              <a:srgbClr val="8A7CFF"/>
            </a:solidFill>
            <a:prstDash val="solid"/>
          </a:ln>
        </p:spPr>
      </p:sp>
      <p:sp>
        <p:nvSpPr>
          <p:cNvPr id="18" name="">
            <a:extLst xmlns:a="http://schemas.openxmlformats.org/drawingml/2006/main">
              <a:ext uri="{FF2B5EF4-FFF2-40B4-BE49-F238E27FC236}">
                <a16:creationId xmlns:a16="http://schemas.microsoft.com/office/drawing/2014/main" id="{FC0BB040-6921-4148-97D0-EEB1EA136B82}"/>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3</a:t>
            </a:r>
          </a:p>
        </p:txBody>
      </p:sp>
      <p:sp>
        <p:nvSpPr>
          <p:cNvPr id="19" name="">
            <a:extLst xmlns:a="http://schemas.openxmlformats.org/drawingml/2006/main">
              <a:ext uri="{FF2B5EF4-FFF2-40B4-BE49-F238E27FC236}">
                <a16:creationId xmlns:a16="http://schemas.microsoft.com/office/drawing/2014/main" id="{58F405EA-BE9E-41D2-B01B-C6EA8189BC25}"/>
              </a:ext>
            </a:extLst>
          </p:cNvPr>
          <p:cNvSpPr>
            <a:spLocks xmlns:a="http://schemas.openxmlformats.org/drawingml/2006/main" noGrp="1"/>
          </p:cNvSpPr>
          <p:nvPr/>
        </p:nvSpPr>
        <p:spPr>
          <a:xfrm xmlns:a="http://schemas.openxmlformats.org/drawingml/2006/main">
            <a:off x="89916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Sign in</a:t>
            </a:r>
          </a:p>
        </p:txBody>
      </p:sp>
      <p:sp>
        <p:nvSpPr>
          <p:cNvPr id="20" name="">
            <a:extLst xmlns:a="http://schemas.openxmlformats.org/drawingml/2006/main">
              <a:ext uri="{FF2B5EF4-FFF2-40B4-BE49-F238E27FC236}">
                <a16:creationId xmlns:a16="http://schemas.microsoft.com/office/drawing/2014/main" id="{E8ADBF72-520E-4331-BE2A-1A58183D6270}"/>
              </a:ext>
            </a:extLst>
          </p:cNvPr>
          <p:cNvSpPr>
            <a:spLocks xmlns:a="http://schemas.openxmlformats.org/drawingml/2006/main" noGrp="1"/>
          </p:cNvSpPr>
          <p:nvPr/>
        </p:nvSpPr>
        <p:spPr>
          <a:xfrm xmlns:a="http://schemas.openxmlformats.org/drawingml/2006/main">
            <a:off x="89916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bcrypt verifies the password</a:t>
            </a:r>
          </a:p>
        </p:txBody>
      </p:sp>
      <p:sp>
        <p:nvSpPr>
          <p:cNvPr id="21" name="">
            <a:extLst xmlns:a="http://schemas.openxmlformats.org/drawingml/2006/main">
              <a:ext uri="{FF2B5EF4-FFF2-40B4-BE49-F238E27FC236}">
                <a16:creationId xmlns:a16="http://schemas.microsoft.com/office/drawing/2014/main" id="{CDCFED03-3BE9-437C-906F-4ED7B00883E3}"/>
              </a:ext>
            </a:extLst>
          </p:cNvPr>
          <p:cNvSpPr>
            <a:spLocks xmlns:a="http://schemas.openxmlformats.org/drawingml/2006/main" noGrp="1"/>
          </p:cNvSpPr>
          <p:nvPr/>
        </p:nvSpPr>
        <p:spPr>
          <a:xfrm xmlns:a="http://schemas.openxmlformats.org/drawingml/2006/main">
            <a:off x="609600" y="37528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2" name="">
            <a:extLst xmlns:a="http://schemas.openxmlformats.org/drawingml/2006/main">
              <a:ext uri="{FF2B5EF4-FFF2-40B4-BE49-F238E27FC236}">
                <a16:creationId xmlns:a16="http://schemas.microsoft.com/office/drawing/2014/main" id="{430EC7CC-0CC0-4B49-AB76-26A7DFB29D21}"/>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ellipse">
            <a:avLst/>
          </a:prstGeom>
          <a:solidFill xmlns:a="http://schemas.openxmlformats.org/drawingml/2006/main">
            <a:srgbClr val="55D6A5"/>
          </a:solidFill>
          <a:ln xmlns:a="http://schemas.openxmlformats.org/drawingml/2006/main" w="11430">
            <a:solidFill>
              <a:srgbClr val="55D6A5"/>
            </a:solidFill>
            <a:prstDash val="solid"/>
          </a:ln>
        </p:spPr>
      </p:sp>
      <p:sp>
        <p:nvSpPr>
          <p:cNvPr id="23" name="">
            <a:extLst xmlns:a="http://schemas.openxmlformats.org/drawingml/2006/main">
              <a:ext uri="{FF2B5EF4-FFF2-40B4-BE49-F238E27FC236}">
                <a16:creationId xmlns:a16="http://schemas.microsoft.com/office/drawing/2014/main" id="{E53BD577-DFEB-48E2-854A-06C7B7642593}"/>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4</a:t>
            </a:r>
          </a:p>
        </p:txBody>
      </p:sp>
      <p:sp>
        <p:nvSpPr>
          <p:cNvPr id="24" name="">
            <a:extLst xmlns:a="http://schemas.openxmlformats.org/drawingml/2006/main">
              <a:ext uri="{FF2B5EF4-FFF2-40B4-BE49-F238E27FC236}">
                <a16:creationId xmlns:a16="http://schemas.microsoft.com/office/drawing/2014/main" id="{950C2DE9-C74D-4C36-91F5-8599713FA16C}"/>
              </a:ext>
            </a:extLst>
          </p:cNvPr>
          <p:cNvSpPr>
            <a:spLocks xmlns:a="http://schemas.openxmlformats.org/drawingml/2006/main" noGrp="1"/>
          </p:cNvSpPr>
          <p:nvPr/>
        </p:nvSpPr>
        <p:spPr>
          <a:xfrm xmlns:a="http://schemas.openxmlformats.org/drawingml/2006/main">
            <a:off x="13335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Issue session</a:t>
            </a:r>
          </a:p>
        </p:txBody>
      </p:sp>
      <p:sp>
        <p:nvSpPr>
          <p:cNvPr id="25" name="">
            <a:extLst xmlns:a="http://schemas.openxmlformats.org/drawingml/2006/main">
              <a:ext uri="{FF2B5EF4-FFF2-40B4-BE49-F238E27FC236}">
                <a16:creationId xmlns:a16="http://schemas.microsoft.com/office/drawing/2014/main" id="{159BAE34-56F4-4970-ADA9-D1CCA9B45362}"/>
              </a:ext>
            </a:extLst>
          </p:cNvPr>
          <p:cNvSpPr>
            <a:spLocks xmlns:a="http://schemas.openxmlformats.org/drawingml/2006/main" noGrp="1"/>
          </p:cNvSpPr>
          <p:nvPr/>
        </p:nvSpPr>
        <p:spPr>
          <a:xfrm xmlns:a="http://schemas.openxmlformats.org/drawingml/2006/main">
            <a:off x="13335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JWT and secure cookie state</a:t>
            </a:r>
          </a:p>
        </p:txBody>
      </p:sp>
      <p:sp>
        <p:nvSpPr>
          <p:cNvPr id="26" name="">
            <a:extLst xmlns:a="http://schemas.openxmlformats.org/drawingml/2006/main">
              <a:ext uri="{FF2B5EF4-FFF2-40B4-BE49-F238E27FC236}">
                <a16:creationId xmlns:a16="http://schemas.microsoft.com/office/drawing/2014/main" id="{4BFAB428-A191-4BCA-A059-3E7BC5E2AAFF}"/>
              </a:ext>
            </a:extLst>
          </p:cNvPr>
          <p:cNvSpPr>
            <a:spLocks xmlns:a="http://schemas.openxmlformats.org/drawingml/2006/main" noGrp="1"/>
          </p:cNvSpPr>
          <p:nvPr/>
        </p:nvSpPr>
        <p:spPr>
          <a:xfrm xmlns:a="http://schemas.openxmlformats.org/drawingml/2006/main">
            <a:off x="4438650" y="37528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F7243C67-EDF5-4101-BE4B-B86CDCB80845}"/>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ellipse">
            <a:avLst/>
          </a:prstGeom>
          <a:solidFill xmlns:a="http://schemas.openxmlformats.org/drawingml/2006/main">
            <a:srgbClr val="FFCA6A"/>
          </a:solidFill>
          <a:ln xmlns:a="http://schemas.openxmlformats.org/drawingml/2006/main" w="11430">
            <a:solidFill>
              <a:srgbClr val="FFCA6A"/>
            </a:solidFill>
            <a:prstDash val="solid"/>
          </a:ln>
        </p:spPr>
      </p:sp>
      <p:sp>
        <p:nvSpPr>
          <p:cNvPr id="28" name="">
            <a:extLst xmlns:a="http://schemas.openxmlformats.org/drawingml/2006/main">
              <a:ext uri="{FF2B5EF4-FFF2-40B4-BE49-F238E27FC236}">
                <a16:creationId xmlns:a16="http://schemas.microsoft.com/office/drawing/2014/main" id="{B48BEB0F-14FF-4692-BB87-00E8B9EA2B8F}"/>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5</a:t>
            </a:r>
          </a:p>
        </p:txBody>
      </p:sp>
      <p:sp>
        <p:nvSpPr>
          <p:cNvPr id="29" name="">
            <a:extLst xmlns:a="http://schemas.openxmlformats.org/drawingml/2006/main">
              <a:ext uri="{FF2B5EF4-FFF2-40B4-BE49-F238E27FC236}">
                <a16:creationId xmlns:a16="http://schemas.microsoft.com/office/drawing/2014/main" id="{959A3CFD-8E24-44E2-B988-40791A2C4285}"/>
              </a:ext>
            </a:extLst>
          </p:cNvPr>
          <p:cNvSpPr>
            <a:spLocks xmlns:a="http://schemas.openxmlformats.org/drawingml/2006/main" noGrp="1"/>
          </p:cNvSpPr>
          <p:nvPr/>
        </p:nvSpPr>
        <p:spPr>
          <a:xfrm xmlns:a="http://schemas.openxmlformats.org/drawingml/2006/main">
            <a:off x="516255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Load user</a:t>
            </a:r>
          </a:p>
        </p:txBody>
      </p:sp>
      <p:sp>
        <p:nvSpPr>
          <p:cNvPr id="30" name="">
            <a:extLst xmlns:a="http://schemas.openxmlformats.org/drawingml/2006/main">
              <a:ext uri="{FF2B5EF4-FFF2-40B4-BE49-F238E27FC236}">
                <a16:creationId xmlns:a16="http://schemas.microsoft.com/office/drawing/2014/main" id="{2AEC069D-B9DF-4A8B-8F59-266B17C1BAAE}"/>
              </a:ext>
            </a:extLst>
          </p:cNvPr>
          <p:cNvSpPr>
            <a:spLocks xmlns:a="http://schemas.openxmlformats.org/drawingml/2006/main" noGrp="1"/>
          </p:cNvSpPr>
          <p:nvPr/>
        </p:nvSpPr>
        <p:spPr>
          <a:xfrm xmlns:a="http://schemas.openxmlformats.org/drawingml/2006/main">
            <a:off x="516255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25"/>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Protected requests query current state</a:t>
            </a:r>
          </a:p>
        </p:txBody>
      </p:sp>
      <p:sp>
        <p:nvSpPr>
          <p:cNvPr id="31" name="">
            <a:extLst xmlns:a="http://schemas.openxmlformats.org/drawingml/2006/main">
              <a:ext uri="{FF2B5EF4-FFF2-40B4-BE49-F238E27FC236}">
                <a16:creationId xmlns:a16="http://schemas.microsoft.com/office/drawing/2014/main" id="{ACDA6C78-E168-4EF4-A7CD-C963F1867B2D}"/>
              </a:ext>
            </a:extLst>
          </p:cNvPr>
          <p:cNvSpPr>
            <a:spLocks xmlns:a="http://schemas.openxmlformats.org/drawingml/2006/main" noGrp="1"/>
          </p:cNvSpPr>
          <p:nvPr/>
        </p:nvSpPr>
        <p:spPr>
          <a:xfrm xmlns:a="http://schemas.openxmlformats.org/drawingml/2006/main">
            <a:off x="8267700" y="37528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32" name="">
            <a:extLst xmlns:a="http://schemas.openxmlformats.org/drawingml/2006/main">
              <a:ext uri="{FF2B5EF4-FFF2-40B4-BE49-F238E27FC236}">
                <a16:creationId xmlns:a16="http://schemas.microsoft.com/office/drawing/2014/main" id="{E293FD0A-4204-47FB-ACEE-56A7115CBD2C}"/>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ellipse">
            <a:avLst/>
          </a:prstGeom>
          <a:solidFill xmlns:a="http://schemas.openxmlformats.org/drawingml/2006/main">
            <a:srgbClr val="FF7B8A"/>
          </a:solidFill>
          <a:ln xmlns:a="http://schemas.openxmlformats.org/drawingml/2006/main" w="11430">
            <a:solidFill>
              <a:srgbClr val="FF7B8A"/>
            </a:solidFill>
            <a:prstDash val="solid"/>
          </a:ln>
        </p:spPr>
      </p:sp>
      <p:sp>
        <p:nvSpPr>
          <p:cNvPr id="33" name="">
            <a:extLst xmlns:a="http://schemas.openxmlformats.org/drawingml/2006/main">
              <a:ext uri="{FF2B5EF4-FFF2-40B4-BE49-F238E27FC236}">
                <a16:creationId xmlns:a16="http://schemas.microsoft.com/office/drawing/2014/main" id="{46948163-4F3A-48F2-A3EB-2678CF545D41}"/>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6</a:t>
            </a:r>
          </a:p>
        </p:txBody>
      </p:sp>
      <p:sp>
        <p:nvSpPr>
          <p:cNvPr id="34" name="">
            <a:extLst xmlns:a="http://schemas.openxmlformats.org/drawingml/2006/main">
              <a:ext uri="{FF2B5EF4-FFF2-40B4-BE49-F238E27FC236}">
                <a16:creationId xmlns:a16="http://schemas.microsoft.com/office/drawing/2014/main" id="{FF4E5E07-E762-495F-A1DF-AB6B9BB3C431}"/>
              </a:ext>
            </a:extLst>
          </p:cNvPr>
          <p:cNvSpPr>
            <a:spLocks xmlns:a="http://schemas.openxmlformats.org/drawingml/2006/main" noGrp="1"/>
          </p:cNvSpPr>
          <p:nvPr/>
        </p:nvSpPr>
        <p:spPr>
          <a:xfrm xmlns:a="http://schemas.openxmlformats.org/drawingml/2006/main">
            <a:off x="89916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Revoke</a:t>
            </a:r>
          </a:p>
        </p:txBody>
      </p:sp>
      <p:sp>
        <p:nvSpPr>
          <p:cNvPr id="35" name="">
            <a:extLst xmlns:a="http://schemas.openxmlformats.org/drawingml/2006/main">
              <a:ext uri="{FF2B5EF4-FFF2-40B4-BE49-F238E27FC236}">
                <a16:creationId xmlns:a16="http://schemas.microsoft.com/office/drawing/2014/main" id="{DB81BF0F-2277-4099-9B22-C26A0B49B5B5}"/>
              </a:ext>
            </a:extLst>
          </p:cNvPr>
          <p:cNvSpPr>
            <a:spLocks xmlns:a="http://schemas.openxmlformats.org/drawingml/2006/main" noGrp="1"/>
          </p:cNvSpPr>
          <p:nvPr/>
        </p:nvSpPr>
        <p:spPr>
          <a:xfrm xmlns:a="http://schemas.openxmlformats.org/drawingml/2006/main">
            <a:off x="89916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968"/>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Sensitive changes invalidate old authority</a:t>
            </a:r>
          </a:p>
        </p:txBody>
      </p:sp>
      <p:sp>
        <p:nvSpPr>
          <p:cNvPr id="36" name="">
            <a:extLst xmlns:a="http://schemas.openxmlformats.org/drawingml/2006/main">
              <a:ext uri="{FF2B5EF4-FFF2-40B4-BE49-F238E27FC236}">
                <a16:creationId xmlns:a16="http://schemas.microsoft.com/office/drawing/2014/main" id="{B7DBB6E3-1272-4E58-8CEA-7361294E2196}"/>
              </a:ext>
            </a:extLst>
          </p:cNvPr>
          <p:cNvSpPr>
            <a:spLocks xmlns:a="http://schemas.openxmlformats.org/drawingml/2006/main" noGrp="1"/>
          </p:cNvSpPr>
          <p:nvPr/>
        </p:nvSpPr>
        <p:spPr>
          <a:xfrm xmlns:a="http://schemas.openxmlformats.org/drawingml/2006/main">
            <a:off x="609600" y="53149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2FD6D3"/>
                </a:solidFill>
                <a:latin typeface="Ubuntu Sans"/>
                <a:ea typeface="Ubuntu Sans"/>
                <a:cs typeface="Ubuntu Sans"/>
              </a:defRPr>
            </a:defPPr>
            <a:lvl1pPr algn="l">
              <a:defRPr sz="1425" b="1">
                <a:solidFill>
                  <a:srgbClr val="2FD6D3"/>
                </a:solidFill>
                <a:latin typeface="Ubuntu Sans"/>
                <a:ea typeface="Ubuntu Sans"/>
                <a:cs typeface="Ubuntu Sans"/>
              </a:defRPr>
            </a:lvl1pPr>
            <a:lvl2pPr algn="l">
              <a:defRPr sz="1425" b="1">
                <a:solidFill>
                  <a:srgbClr val="2FD6D3"/>
                </a:solidFill>
                <a:latin typeface="Ubuntu Sans"/>
                <a:ea typeface="Ubuntu Sans"/>
                <a:cs typeface="Ubuntu Sans"/>
              </a:defRPr>
            </a:lvl2pPr>
            <a:lvl3pPr algn="l">
              <a:defRPr sz="1425" b="1">
                <a:solidFill>
                  <a:srgbClr val="2FD6D3"/>
                </a:solidFill>
                <a:latin typeface="Ubuntu Sans"/>
                <a:ea typeface="Ubuntu Sans"/>
                <a:cs typeface="Ubuntu Sans"/>
              </a:defRPr>
            </a:lvl3pPr>
            <a:lvl4pPr algn="l">
              <a:defRPr sz="1425" b="1">
                <a:solidFill>
                  <a:srgbClr val="2FD6D3"/>
                </a:solidFill>
                <a:latin typeface="Ubuntu Sans"/>
                <a:ea typeface="Ubuntu Sans"/>
                <a:cs typeface="Ubuntu Sans"/>
              </a:defRPr>
            </a:lvl4pPr>
            <a:lvl5pPr algn="l">
              <a:defRPr sz="1425" b="1">
                <a:solidFill>
                  <a:srgbClr val="2FD6D3"/>
                </a:solidFill>
                <a:latin typeface="Ubuntu Sans"/>
                <a:ea typeface="Ubuntu Sans"/>
                <a:cs typeface="Ubuntu Sans"/>
              </a:defRPr>
            </a:lvl5pPr>
            <a:lvl6pPr algn="l">
              <a:defRPr sz="1425" b="1">
                <a:solidFill>
                  <a:srgbClr val="2FD6D3"/>
                </a:solidFill>
                <a:latin typeface="Ubuntu Sans"/>
                <a:ea typeface="Ubuntu Sans"/>
                <a:cs typeface="Ubuntu Sans"/>
              </a:defRPr>
            </a:lvl6pPr>
            <a:lvl7pPr algn="l">
              <a:defRPr sz="1425" b="1">
                <a:solidFill>
                  <a:srgbClr val="2FD6D3"/>
                </a:solidFill>
                <a:latin typeface="Ubuntu Sans"/>
                <a:ea typeface="Ubuntu Sans"/>
                <a:cs typeface="Ubuntu Sans"/>
              </a:defRPr>
            </a:lvl7pPr>
            <a:lvl8pPr algn="l">
              <a:defRPr sz="1425" b="1">
                <a:solidFill>
                  <a:srgbClr val="2FD6D3"/>
                </a:solidFill>
                <a:latin typeface="Ubuntu Sans"/>
                <a:ea typeface="Ubuntu Sans"/>
                <a:cs typeface="Ubuntu Sans"/>
              </a:defRPr>
            </a:lvl8pPr>
            <a:lvl9pPr algn="l">
              <a:defRPr sz="1425" b="1">
                <a:solidFill>
                  <a:srgbClr val="2FD6D3"/>
                </a:solidFill>
                <a:latin typeface="Ubuntu Sans"/>
                <a:ea typeface="Ubuntu Sans"/>
                <a:cs typeface="Ubuntu Sans"/>
              </a:defRPr>
            </a:lvl9pPr>
          </a:lstStyle>
          <a:p xmlns:a="http://schemas.openxmlformats.org/drawingml/2006/main">
            <a:pPr algn="l">
              <a:defRPr sz="1425" b="1">
                <a:solidFill>
                  <a:srgbClr val="2FD6D3"/>
                </a:solidFill>
                <a:latin typeface="Ubuntu Sans"/>
                <a:ea typeface="Ubuntu Sans"/>
                <a:cs typeface="Ubuntu Sans"/>
              </a:defRPr>
            </a:pPr>
            <a:r>
              <a:rPr sz="1425" b="1">
                <a:solidFill>
                  <a:srgbClr val="2FD6D3"/>
                </a:solidFill>
                <a:latin typeface="Ubuntu Sans"/>
                <a:ea typeface="Ubuntu Sans"/>
                <a:cs typeface="Ubuntu Sans"/>
              </a:rPr>
              <a:t>Additional controls</a:t>
            </a:r>
          </a:p>
        </p:txBody>
      </p:sp>
      <p:sp>
        <p:nvSpPr>
          <p:cNvPr id="37" name="">
            <a:extLst xmlns:a="http://schemas.openxmlformats.org/drawingml/2006/main">
              <a:ext uri="{FF2B5EF4-FFF2-40B4-BE49-F238E27FC236}">
                <a16:creationId xmlns:a16="http://schemas.microsoft.com/office/drawing/2014/main" id="{996F688A-5C05-4CD2-A4EC-F20E4F13C9BE}"/>
              </a:ext>
            </a:extLst>
          </p:cNvPr>
          <p:cNvSpPr>
            <a:spLocks xmlns:a="http://schemas.openxmlformats.org/drawingml/2006/main" noGrp="1"/>
          </p:cNvSpPr>
          <p:nvPr/>
        </p:nvSpPr>
        <p:spPr>
          <a:xfrm xmlns:a="http://schemas.openxmlformats.org/drawingml/2006/main">
            <a:off x="2514600" y="52197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Two-factor authentication, OAuth support, rate limits, account recovery, email verification, and short-lived WebSocket tickets.</a:t>
            </a:r>
          </a:p>
        </p:txBody>
      </p:sp>
      <p:sp>
        <p:nvSpPr>
          <p:cNvPr id="38" name="">
            <a:extLst xmlns:a="http://schemas.openxmlformats.org/drawingml/2006/main">
              <a:ext uri="{FF2B5EF4-FFF2-40B4-BE49-F238E27FC236}">
                <a16:creationId xmlns:a16="http://schemas.microsoft.com/office/drawing/2014/main" id="{C650A803-6D75-4A23-AC4A-512F42317436}"/>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112534178"/>
      </p:ext>
    </p:extLst>
  </p:cSld>
</p:sld>
</file>

<file path=ppt/slides/slide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BE6FA48-AD47-4159-8815-C90E61D1CE5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ACCESS CONTROL</a:t>
            </a:r>
          </a:p>
        </p:txBody>
      </p:sp>
      <p:sp>
        <p:nvSpPr>
          <p:cNvPr id="2" name="">
            <a:extLst xmlns:a="http://schemas.openxmlformats.org/drawingml/2006/main">
              <a:ext uri="{FF2B5EF4-FFF2-40B4-BE49-F238E27FC236}">
                <a16:creationId xmlns:a16="http://schemas.microsoft.com/office/drawing/2014/main" id="{2ADBCA1D-0435-425B-9094-B05C72FB65ED}"/>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Role and tenant authorization</a:t>
            </a:r>
          </a:p>
        </p:txBody>
      </p:sp>
      <p:sp>
        <p:nvSpPr>
          <p:cNvPr id="3" name="">
            <a:extLst xmlns:a="http://schemas.openxmlformats.org/drawingml/2006/main">
              <a:ext uri="{FF2B5EF4-FFF2-40B4-BE49-F238E27FC236}">
                <a16:creationId xmlns:a16="http://schemas.microsoft.com/office/drawing/2014/main" id="{1345B335-E5CB-4C50-9A2C-4B722D262984}"/>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08</a:t>
            </a:r>
          </a:p>
        </p:txBody>
      </p:sp>
      <p:sp>
        <p:nvSpPr>
          <p:cNvPr id="4" name="">
            <a:extLst xmlns:a="http://schemas.openxmlformats.org/drawingml/2006/main">
              <a:ext uri="{FF2B5EF4-FFF2-40B4-BE49-F238E27FC236}">
                <a16:creationId xmlns:a16="http://schemas.microsoft.com/office/drawing/2014/main" id="{553460EC-99BF-40A0-BB57-1550191EA112}"/>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10F1F987-8490-4DFB-9E80-19D38F4823B0}"/>
              </a:ext>
            </a:extLst>
          </p:cNvPr>
          <p:cNvSpPr>
            <a:spLocks xmlns:a="http://schemas.openxmlformats.org/drawingml/2006/main" noGrp="1"/>
          </p:cNvSpPr>
          <p:nvPr/>
        </p:nvSpPr>
        <p:spPr>
          <a:xfrm xmlns:a="http://schemas.openxmlformats.org/drawingml/2006/main">
            <a:off x="609600" y="13716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A9BCD0"/>
                </a:solidFill>
                <a:latin typeface="Ubuntu Sans"/>
                <a:ea typeface="Ubuntu Sans"/>
                <a:cs typeface="Ubuntu Sans"/>
              </a:defRPr>
            </a:defPPr>
            <a:lvl1pPr algn="l">
              <a:defRPr sz="1575" b="0">
                <a:solidFill>
                  <a:srgbClr val="A9BCD0"/>
                </a:solidFill>
                <a:latin typeface="Ubuntu Sans"/>
                <a:ea typeface="Ubuntu Sans"/>
                <a:cs typeface="Ubuntu Sans"/>
              </a:defRPr>
            </a:lvl1pPr>
            <a:lvl2pPr algn="l">
              <a:defRPr sz="1575" b="0">
                <a:solidFill>
                  <a:srgbClr val="A9BCD0"/>
                </a:solidFill>
                <a:latin typeface="Ubuntu Sans"/>
                <a:ea typeface="Ubuntu Sans"/>
                <a:cs typeface="Ubuntu Sans"/>
              </a:defRPr>
            </a:lvl2pPr>
            <a:lvl3pPr algn="l">
              <a:defRPr sz="1575" b="0">
                <a:solidFill>
                  <a:srgbClr val="A9BCD0"/>
                </a:solidFill>
                <a:latin typeface="Ubuntu Sans"/>
                <a:ea typeface="Ubuntu Sans"/>
                <a:cs typeface="Ubuntu Sans"/>
              </a:defRPr>
            </a:lvl3pPr>
            <a:lvl4pPr algn="l">
              <a:defRPr sz="1575" b="0">
                <a:solidFill>
                  <a:srgbClr val="A9BCD0"/>
                </a:solidFill>
                <a:latin typeface="Ubuntu Sans"/>
                <a:ea typeface="Ubuntu Sans"/>
                <a:cs typeface="Ubuntu Sans"/>
              </a:defRPr>
            </a:lvl4pPr>
            <a:lvl5pPr algn="l">
              <a:defRPr sz="1575" b="0">
                <a:solidFill>
                  <a:srgbClr val="A9BCD0"/>
                </a:solidFill>
                <a:latin typeface="Ubuntu Sans"/>
                <a:ea typeface="Ubuntu Sans"/>
                <a:cs typeface="Ubuntu Sans"/>
              </a:defRPr>
            </a:lvl5pPr>
            <a:lvl6pPr algn="l">
              <a:defRPr sz="1575" b="0">
                <a:solidFill>
                  <a:srgbClr val="A9BCD0"/>
                </a:solidFill>
                <a:latin typeface="Ubuntu Sans"/>
                <a:ea typeface="Ubuntu Sans"/>
                <a:cs typeface="Ubuntu Sans"/>
              </a:defRPr>
            </a:lvl6pPr>
            <a:lvl7pPr algn="l">
              <a:defRPr sz="1575" b="0">
                <a:solidFill>
                  <a:srgbClr val="A9BCD0"/>
                </a:solidFill>
                <a:latin typeface="Ubuntu Sans"/>
                <a:ea typeface="Ubuntu Sans"/>
                <a:cs typeface="Ubuntu Sans"/>
              </a:defRPr>
            </a:lvl7pPr>
            <a:lvl8pPr algn="l">
              <a:defRPr sz="1575" b="0">
                <a:solidFill>
                  <a:srgbClr val="A9BCD0"/>
                </a:solidFill>
                <a:latin typeface="Ubuntu Sans"/>
                <a:ea typeface="Ubuntu Sans"/>
                <a:cs typeface="Ubuntu Sans"/>
              </a:defRPr>
            </a:lvl8pPr>
            <a:lvl9pPr algn="l">
              <a:defRPr sz="1575" b="0">
                <a:solidFill>
                  <a:srgbClr val="A9BCD0"/>
                </a:solidFill>
                <a:latin typeface="Ubuntu Sans"/>
                <a:ea typeface="Ubuntu Sans"/>
                <a:cs typeface="Ubuntu Sans"/>
              </a:defRPr>
            </a:lvl9pPr>
          </a:lstStyle>
          <a:p xmlns:a="http://schemas.openxmlformats.org/drawingml/2006/main">
            <a:pPr algn="l">
              <a:defRPr sz="1575" b="0">
                <a:solidFill>
                  <a:srgbClr val="A9BCD0"/>
                </a:solidFill>
                <a:latin typeface="Ubuntu Sans"/>
                <a:ea typeface="Ubuntu Sans"/>
                <a:cs typeface="Ubuntu Sans"/>
              </a:defRPr>
            </a:pPr>
            <a:r>
              <a:rPr sz="1575" b="0">
                <a:solidFill>
                  <a:srgbClr val="A9BCD0"/>
                </a:solidFill>
                <a:latin typeface="Ubuntu Sans"/>
                <a:ea typeface="Ubuntu Sans"/>
                <a:cs typeface="Ubuntu Sans"/>
              </a:rPr>
              <a:t>Each protected action combines a permission check with resource scope.</a:t>
            </a:r>
          </a:p>
        </p:txBody>
      </p:sp>
      <p:sp>
        <p:nvSpPr>
          <p:cNvPr id="6" name="">
            <a:extLst xmlns:a="http://schemas.openxmlformats.org/drawingml/2006/main">
              <a:ext uri="{FF2B5EF4-FFF2-40B4-BE49-F238E27FC236}">
                <a16:creationId xmlns:a16="http://schemas.microsoft.com/office/drawing/2014/main" id="{39DFCB8B-76AE-4CB1-A02F-6838578C78F0}"/>
              </a:ext>
            </a:extLst>
          </p:cNvPr>
          <p:cNvSpPr>
            <a:spLocks xmlns:a="http://schemas.openxmlformats.org/drawingml/2006/main" noGrp="1"/>
          </p:cNvSpPr>
          <p:nvPr/>
        </p:nvSpPr>
        <p:spPr>
          <a:xfrm xmlns:a="http://schemas.openxmlformats.org/drawingml/2006/main">
            <a:off x="609600" y="1885950"/>
            <a:ext cx="5143500" cy="3848100"/>
          </a:xfrm>
          <a:prstGeom xmlns:a="http://schemas.openxmlformats.org/drawingml/2006/main" prst="roundRect">
            <a:avLst>
              <a:gd name="adj" fmla="val 2970"/>
            </a:avLst>
          </a:prstGeom>
          <a:solidFill xmlns:a="http://schemas.openxmlformats.org/drawingml/2006/main">
            <a:srgbClr val="0B182B"/>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03953CFF-FC3C-4BDA-9395-EE0DFB31CD3A}"/>
              </a:ext>
            </a:extLst>
          </p:cNvPr>
          <p:cNvSpPr>
            <a:spLocks xmlns:a="http://schemas.openxmlformats.org/drawingml/2006/main" noGrp="1"/>
          </p:cNvSpPr>
          <p:nvPr/>
        </p:nvSpPr>
        <p:spPr>
          <a:xfrm xmlns:a="http://schemas.openxmlformats.org/drawingml/2006/main">
            <a:off x="876300" y="20955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F4F8FF"/>
                </a:solidFill>
                <a:latin typeface="Ubuntu Sans"/>
                <a:ea typeface="Ubuntu Sans"/>
                <a:cs typeface="Ubuntu Sans"/>
              </a:defRPr>
            </a:defPPr>
            <a:lvl1pPr algn="l">
              <a:defRPr sz="1875" b="1">
                <a:solidFill>
                  <a:srgbClr val="F4F8FF"/>
                </a:solidFill>
                <a:latin typeface="Ubuntu Sans"/>
                <a:ea typeface="Ubuntu Sans"/>
                <a:cs typeface="Ubuntu Sans"/>
              </a:defRPr>
            </a:lvl1pPr>
            <a:lvl2pPr algn="l">
              <a:defRPr sz="1875" b="1">
                <a:solidFill>
                  <a:srgbClr val="F4F8FF"/>
                </a:solidFill>
                <a:latin typeface="Ubuntu Sans"/>
                <a:ea typeface="Ubuntu Sans"/>
                <a:cs typeface="Ubuntu Sans"/>
              </a:defRPr>
            </a:lvl2pPr>
            <a:lvl3pPr algn="l">
              <a:defRPr sz="1875" b="1">
                <a:solidFill>
                  <a:srgbClr val="F4F8FF"/>
                </a:solidFill>
                <a:latin typeface="Ubuntu Sans"/>
                <a:ea typeface="Ubuntu Sans"/>
                <a:cs typeface="Ubuntu Sans"/>
              </a:defRPr>
            </a:lvl3pPr>
            <a:lvl4pPr algn="l">
              <a:defRPr sz="1875" b="1">
                <a:solidFill>
                  <a:srgbClr val="F4F8FF"/>
                </a:solidFill>
                <a:latin typeface="Ubuntu Sans"/>
                <a:ea typeface="Ubuntu Sans"/>
                <a:cs typeface="Ubuntu Sans"/>
              </a:defRPr>
            </a:lvl4pPr>
            <a:lvl5pPr algn="l">
              <a:defRPr sz="1875" b="1">
                <a:solidFill>
                  <a:srgbClr val="F4F8FF"/>
                </a:solidFill>
                <a:latin typeface="Ubuntu Sans"/>
                <a:ea typeface="Ubuntu Sans"/>
                <a:cs typeface="Ubuntu Sans"/>
              </a:defRPr>
            </a:lvl5pPr>
            <a:lvl6pPr algn="l">
              <a:defRPr sz="1875" b="1">
                <a:solidFill>
                  <a:srgbClr val="F4F8FF"/>
                </a:solidFill>
                <a:latin typeface="Ubuntu Sans"/>
                <a:ea typeface="Ubuntu Sans"/>
                <a:cs typeface="Ubuntu Sans"/>
              </a:defRPr>
            </a:lvl6pPr>
            <a:lvl7pPr algn="l">
              <a:defRPr sz="1875" b="1">
                <a:solidFill>
                  <a:srgbClr val="F4F8FF"/>
                </a:solidFill>
                <a:latin typeface="Ubuntu Sans"/>
                <a:ea typeface="Ubuntu Sans"/>
                <a:cs typeface="Ubuntu Sans"/>
              </a:defRPr>
            </a:lvl7pPr>
            <a:lvl8pPr algn="l">
              <a:defRPr sz="1875" b="1">
                <a:solidFill>
                  <a:srgbClr val="F4F8FF"/>
                </a:solidFill>
                <a:latin typeface="Ubuntu Sans"/>
                <a:ea typeface="Ubuntu Sans"/>
                <a:cs typeface="Ubuntu Sans"/>
              </a:defRPr>
            </a:lvl8pPr>
            <a:lvl9pPr algn="l">
              <a:defRPr sz="1875" b="1">
                <a:solidFill>
                  <a:srgbClr val="F4F8FF"/>
                </a:solidFill>
                <a:latin typeface="Ubuntu Sans"/>
                <a:ea typeface="Ubuntu Sans"/>
                <a:cs typeface="Ubuntu Sans"/>
              </a:defRPr>
            </a:lvl9pPr>
          </a:lstStyle>
          <a:p xmlns:a="http://schemas.openxmlformats.org/drawingml/2006/main">
            <a:pPr algn="l">
              <a:defRPr sz="1875" b="1">
                <a:solidFill>
                  <a:srgbClr val="F4F8FF"/>
                </a:solidFill>
                <a:latin typeface="Ubuntu Sans"/>
                <a:ea typeface="Ubuntu Sans"/>
                <a:cs typeface="Ubuntu Sans"/>
              </a:defRPr>
            </a:pPr>
            <a:r>
              <a:rPr sz="1875" b="1">
                <a:solidFill>
                  <a:srgbClr val="F4F8FF"/>
                </a:solidFill>
                <a:latin typeface="Ubuntu Sans"/>
                <a:ea typeface="Ubuntu Sans"/>
                <a:cs typeface="Ubuntu Sans"/>
              </a:rPr>
              <a:t>Company permission model</a:t>
            </a:r>
          </a:p>
        </p:txBody>
      </p:sp>
      <p:sp>
        <p:nvSpPr>
          <p:cNvPr id="8" name="">
            <a:extLst xmlns:a="http://schemas.openxmlformats.org/drawingml/2006/main">
              <a:ext uri="{FF2B5EF4-FFF2-40B4-BE49-F238E27FC236}">
                <a16:creationId xmlns:a16="http://schemas.microsoft.com/office/drawing/2014/main" id="{C3311BE5-CB10-4830-8F27-055FF74B3D2C}"/>
              </a:ext>
            </a:extLst>
          </p:cNvPr>
          <p:cNvSpPr>
            <a:spLocks xmlns:a="http://schemas.openxmlformats.org/drawingml/2006/main" noGrp="1"/>
          </p:cNvSpPr>
          <p:nvPr/>
        </p:nvSpPr>
        <p:spPr>
          <a:xfrm xmlns:a="http://schemas.openxmlformats.org/drawingml/2006/main">
            <a:off x="876300" y="26289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8A7CFF"/>
                </a:solidFill>
                <a:latin typeface="Ubuntu Sans"/>
                <a:ea typeface="Ubuntu Sans"/>
                <a:cs typeface="Ubuntu Sans"/>
              </a:defRPr>
            </a:defPPr>
            <a:lvl1pPr algn="l">
              <a:defRPr sz="1200" b="1">
                <a:solidFill>
                  <a:srgbClr val="8A7CFF"/>
                </a:solidFill>
                <a:latin typeface="Ubuntu Sans"/>
                <a:ea typeface="Ubuntu Sans"/>
                <a:cs typeface="Ubuntu Sans"/>
              </a:defRPr>
            </a:lvl1pPr>
            <a:lvl2pPr algn="l">
              <a:defRPr sz="1200" b="1">
                <a:solidFill>
                  <a:srgbClr val="8A7CFF"/>
                </a:solidFill>
                <a:latin typeface="Ubuntu Sans"/>
                <a:ea typeface="Ubuntu Sans"/>
                <a:cs typeface="Ubuntu Sans"/>
              </a:defRPr>
            </a:lvl2pPr>
            <a:lvl3pPr algn="l">
              <a:defRPr sz="1200" b="1">
                <a:solidFill>
                  <a:srgbClr val="8A7CFF"/>
                </a:solidFill>
                <a:latin typeface="Ubuntu Sans"/>
                <a:ea typeface="Ubuntu Sans"/>
                <a:cs typeface="Ubuntu Sans"/>
              </a:defRPr>
            </a:lvl3pPr>
            <a:lvl4pPr algn="l">
              <a:defRPr sz="1200" b="1">
                <a:solidFill>
                  <a:srgbClr val="8A7CFF"/>
                </a:solidFill>
                <a:latin typeface="Ubuntu Sans"/>
                <a:ea typeface="Ubuntu Sans"/>
                <a:cs typeface="Ubuntu Sans"/>
              </a:defRPr>
            </a:lvl4pPr>
            <a:lvl5pPr algn="l">
              <a:defRPr sz="1200" b="1">
                <a:solidFill>
                  <a:srgbClr val="8A7CFF"/>
                </a:solidFill>
                <a:latin typeface="Ubuntu Sans"/>
                <a:ea typeface="Ubuntu Sans"/>
                <a:cs typeface="Ubuntu Sans"/>
              </a:defRPr>
            </a:lvl5pPr>
            <a:lvl6pPr algn="l">
              <a:defRPr sz="1200" b="1">
                <a:solidFill>
                  <a:srgbClr val="8A7CFF"/>
                </a:solidFill>
                <a:latin typeface="Ubuntu Sans"/>
                <a:ea typeface="Ubuntu Sans"/>
                <a:cs typeface="Ubuntu Sans"/>
              </a:defRPr>
            </a:lvl6pPr>
            <a:lvl7pPr algn="l">
              <a:defRPr sz="1200" b="1">
                <a:solidFill>
                  <a:srgbClr val="8A7CFF"/>
                </a:solidFill>
                <a:latin typeface="Ubuntu Sans"/>
                <a:ea typeface="Ubuntu Sans"/>
                <a:cs typeface="Ubuntu Sans"/>
              </a:defRPr>
            </a:lvl7pPr>
            <a:lvl8pPr algn="l">
              <a:defRPr sz="1200" b="1">
                <a:solidFill>
                  <a:srgbClr val="8A7CFF"/>
                </a:solidFill>
                <a:latin typeface="Ubuntu Sans"/>
                <a:ea typeface="Ubuntu Sans"/>
                <a:cs typeface="Ubuntu Sans"/>
              </a:defRPr>
            </a:lvl8pPr>
            <a:lvl9pPr algn="l">
              <a:defRPr sz="1200" b="1">
                <a:solidFill>
                  <a:srgbClr val="8A7CFF"/>
                </a:solidFill>
                <a:latin typeface="Ubuntu Sans"/>
                <a:ea typeface="Ubuntu Sans"/>
                <a:cs typeface="Ubuntu Sans"/>
              </a:defRPr>
            </a:lvl9pPr>
          </a:lstStyle>
          <a:p xmlns:a="http://schemas.openxmlformats.org/drawingml/2006/main">
            <a:pPr algn="l">
              <a:defRPr sz="1200" b="1">
                <a:solidFill>
                  <a:srgbClr val="8A7CFF"/>
                </a:solidFill>
                <a:latin typeface="Ubuntu Sans"/>
                <a:ea typeface="Ubuntu Sans"/>
                <a:cs typeface="Ubuntu Sans"/>
              </a:defRPr>
            </a:pPr>
            <a:r>
              <a:rPr sz="1200" b="1">
                <a:solidFill>
                  <a:srgbClr val="8A7CFF"/>
                </a:solidFill>
                <a:latin typeface="Ubuntu Sans"/>
                <a:ea typeface="Ubuntu Sans"/>
                <a:cs typeface="Ubuntu Sans"/>
              </a:rPr>
              <a:t>OWNER</a:t>
            </a:r>
          </a:p>
        </p:txBody>
      </p:sp>
      <p:sp>
        <p:nvSpPr>
          <p:cNvPr id="9" name="">
            <a:extLst xmlns:a="http://schemas.openxmlformats.org/drawingml/2006/main">
              <a:ext uri="{FF2B5EF4-FFF2-40B4-BE49-F238E27FC236}">
                <a16:creationId xmlns:a16="http://schemas.microsoft.com/office/drawing/2014/main" id="{8F6DAB57-D317-429C-9A1D-3F7A430F4488}"/>
              </a:ext>
            </a:extLst>
          </p:cNvPr>
          <p:cNvSpPr>
            <a:spLocks xmlns:a="http://schemas.openxmlformats.org/drawingml/2006/main" noGrp="1"/>
          </p:cNvSpPr>
          <p:nvPr/>
        </p:nvSpPr>
        <p:spPr>
          <a:xfrm xmlns:a="http://schemas.openxmlformats.org/drawingml/2006/main">
            <a:off x="2667000" y="2590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23"/>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Organization, membership, subscription and hiring</a:t>
            </a:r>
          </a:p>
        </p:txBody>
      </p:sp>
      <p:sp>
        <p:nvSpPr>
          <p:cNvPr id="10" name="">
            <a:extLst xmlns:a="http://schemas.openxmlformats.org/drawingml/2006/main">
              <a:ext uri="{FF2B5EF4-FFF2-40B4-BE49-F238E27FC236}">
                <a16:creationId xmlns:a16="http://schemas.microsoft.com/office/drawing/2014/main" id="{C26DDD43-503B-4E46-8E70-FE40A1166389}"/>
              </a:ext>
            </a:extLst>
          </p:cNvPr>
          <p:cNvSpPr>
            <a:spLocks xmlns:a="http://schemas.openxmlformats.org/drawingml/2006/main" noGrp="1"/>
          </p:cNvSpPr>
          <p:nvPr/>
        </p:nvSpPr>
        <p:spPr>
          <a:xfrm xmlns:a="http://schemas.openxmlformats.org/drawingml/2006/main">
            <a:off x="876300" y="3067050"/>
            <a:ext cx="45720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11" name="">
            <a:extLst xmlns:a="http://schemas.openxmlformats.org/drawingml/2006/main">
              <a:ext uri="{FF2B5EF4-FFF2-40B4-BE49-F238E27FC236}">
                <a16:creationId xmlns:a16="http://schemas.microsoft.com/office/drawing/2014/main" id="{105A75DA-A649-45C5-BD6E-D1B929C73043}"/>
              </a:ext>
            </a:extLst>
          </p:cNvPr>
          <p:cNvSpPr>
            <a:spLocks xmlns:a="http://schemas.openxmlformats.org/drawingml/2006/main" noGrp="1"/>
          </p:cNvSpPr>
          <p:nvPr/>
        </p:nvSpPr>
        <p:spPr>
          <a:xfrm xmlns:a="http://schemas.openxmlformats.org/drawingml/2006/main">
            <a:off x="876300" y="31813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8A7CFF"/>
                </a:solidFill>
                <a:latin typeface="Ubuntu Sans"/>
                <a:ea typeface="Ubuntu Sans"/>
                <a:cs typeface="Ubuntu Sans"/>
              </a:defRPr>
            </a:defPPr>
            <a:lvl1pPr algn="l">
              <a:defRPr sz="1200" b="1">
                <a:solidFill>
                  <a:srgbClr val="8A7CFF"/>
                </a:solidFill>
                <a:latin typeface="Ubuntu Sans"/>
                <a:ea typeface="Ubuntu Sans"/>
                <a:cs typeface="Ubuntu Sans"/>
              </a:defRPr>
            </a:lvl1pPr>
            <a:lvl2pPr algn="l">
              <a:defRPr sz="1200" b="1">
                <a:solidFill>
                  <a:srgbClr val="8A7CFF"/>
                </a:solidFill>
                <a:latin typeface="Ubuntu Sans"/>
                <a:ea typeface="Ubuntu Sans"/>
                <a:cs typeface="Ubuntu Sans"/>
              </a:defRPr>
            </a:lvl2pPr>
            <a:lvl3pPr algn="l">
              <a:defRPr sz="1200" b="1">
                <a:solidFill>
                  <a:srgbClr val="8A7CFF"/>
                </a:solidFill>
                <a:latin typeface="Ubuntu Sans"/>
                <a:ea typeface="Ubuntu Sans"/>
                <a:cs typeface="Ubuntu Sans"/>
              </a:defRPr>
            </a:lvl3pPr>
            <a:lvl4pPr algn="l">
              <a:defRPr sz="1200" b="1">
                <a:solidFill>
                  <a:srgbClr val="8A7CFF"/>
                </a:solidFill>
                <a:latin typeface="Ubuntu Sans"/>
                <a:ea typeface="Ubuntu Sans"/>
                <a:cs typeface="Ubuntu Sans"/>
              </a:defRPr>
            </a:lvl4pPr>
            <a:lvl5pPr algn="l">
              <a:defRPr sz="1200" b="1">
                <a:solidFill>
                  <a:srgbClr val="8A7CFF"/>
                </a:solidFill>
                <a:latin typeface="Ubuntu Sans"/>
                <a:ea typeface="Ubuntu Sans"/>
                <a:cs typeface="Ubuntu Sans"/>
              </a:defRPr>
            </a:lvl5pPr>
            <a:lvl6pPr algn="l">
              <a:defRPr sz="1200" b="1">
                <a:solidFill>
                  <a:srgbClr val="8A7CFF"/>
                </a:solidFill>
                <a:latin typeface="Ubuntu Sans"/>
                <a:ea typeface="Ubuntu Sans"/>
                <a:cs typeface="Ubuntu Sans"/>
              </a:defRPr>
            </a:lvl6pPr>
            <a:lvl7pPr algn="l">
              <a:defRPr sz="1200" b="1">
                <a:solidFill>
                  <a:srgbClr val="8A7CFF"/>
                </a:solidFill>
                <a:latin typeface="Ubuntu Sans"/>
                <a:ea typeface="Ubuntu Sans"/>
                <a:cs typeface="Ubuntu Sans"/>
              </a:defRPr>
            </a:lvl7pPr>
            <a:lvl8pPr algn="l">
              <a:defRPr sz="1200" b="1">
                <a:solidFill>
                  <a:srgbClr val="8A7CFF"/>
                </a:solidFill>
                <a:latin typeface="Ubuntu Sans"/>
                <a:ea typeface="Ubuntu Sans"/>
                <a:cs typeface="Ubuntu Sans"/>
              </a:defRPr>
            </a:lvl8pPr>
            <a:lvl9pPr algn="l">
              <a:defRPr sz="1200" b="1">
                <a:solidFill>
                  <a:srgbClr val="8A7CFF"/>
                </a:solidFill>
                <a:latin typeface="Ubuntu Sans"/>
                <a:ea typeface="Ubuntu Sans"/>
                <a:cs typeface="Ubuntu Sans"/>
              </a:defRPr>
            </a:lvl9pPr>
          </a:lstStyle>
          <a:p xmlns:a="http://schemas.openxmlformats.org/drawingml/2006/main">
            <a:pPr algn="l">
              <a:defRPr sz="1200" b="1">
                <a:solidFill>
                  <a:srgbClr val="8A7CFF"/>
                </a:solidFill>
                <a:latin typeface="Ubuntu Sans"/>
                <a:ea typeface="Ubuntu Sans"/>
                <a:cs typeface="Ubuntu Sans"/>
              </a:defRPr>
            </a:pPr>
            <a:r>
              <a:rPr sz="1200" b="1">
                <a:solidFill>
                  <a:srgbClr val="8A7CFF"/>
                </a:solidFill>
                <a:latin typeface="Ubuntu Sans"/>
                <a:ea typeface="Ubuntu Sans"/>
                <a:cs typeface="Ubuntu Sans"/>
              </a:rPr>
              <a:t>ADMIN</a:t>
            </a:r>
          </a:p>
        </p:txBody>
      </p:sp>
      <p:sp>
        <p:nvSpPr>
          <p:cNvPr id="12" name="">
            <a:extLst xmlns:a="http://schemas.openxmlformats.org/drawingml/2006/main">
              <a:ext uri="{FF2B5EF4-FFF2-40B4-BE49-F238E27FC236}">
                <a16:creationId xmlns:a16="http://schemas.microsoft.com/office/drawing/2014/main" id="{ABAEEDAA-F8A3-449C-ACD2-A65073505994}"/>
              </a:ext>
            </a:extLst>
          </p:cNvPr>
          <p:cNvSpPr>
            <a:spLocks xmlns:a="http://schemas.openxmlformats.org/drawingml/2006/main" noGrp="1"/>
          </p:cNvSpPr>
          <p:nvPr/>
        </p:nvSpPr>
        <p:spPr>
          <a:xfrm xmlns:a="http://schemas.openxmlformats.org/drawingml/2006/main">
            <a:off x="2667000" y="3143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797"/>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Team, offers and recruitment operations</a:t>
            </a:r>
          </a:p>
        </p:txBody>
      </p:sp>
      <p:sp>
        <p:nvSpPr>
          <p:cNvPr id="13" name="">
            <a:extLst xmlns:a="http://schemas.openxmlformats.org/drawingml/2006/main">
              <a:ext uri="{FF2B5EF4-FFF2-40B4-BE49-F238E27FC236}">
                <a16:creationId xmlns:a16="http://schemas.microsoft.com/office/drawing/2014/main" id="{8DE0604F-B3B8-427E-BBE3-4FFFC91D6EE3}"/>
              </a:ext>
            </a:extLst>
          </p:cNvPr>
          <p:cNvSpPr>
            <a:spLocks xmlns:a="http://schemas.openxmlformats.org/drawingml/2006/main" noGrp="1"/>
          </p:cNvSpPr>
          <p:nvPr/>
        </p:nvSpPr>
        <p:spPr>
          <a:xfrm xmlns:a="http://schemas.openxmlformats.org/drawingml/2006/main">
            <a:off x="876300" y="3619500"/>
            <a:ext cx="45720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14" name="">
            <a:extLst xmlns:a="http://schemas.openxmlformats.org/drawingml/2006/main">
              <a:ext uri="{FF2B5EF4-FFF2-40B4-BE49-F238E27FC236}">
                <a16:creationId xmlns:a16="http://schemas.microsoft.com/office/drawing/2014/main" id="{E62B757B-918B-4FA5-9A1A-A815C4D95AC2}"/>
              </a:ext>
            </a:extLst>
          </p:cNvPr>
          <p:cNvSpPr>
            <a:spLocks xmlns:a="http://schemas.openxmlformats.org/drawingml/2006/main" noGrp="1"/>
          </p:cNvSpPr>
          <p:nvPr/>
        </p:nvSpPr>
        <p:spPr>
          <a:xfrm xmlns:a="http://schemas.openxmlformats.org/drawingml/2006/main">
            <a:off x="876300" y="37338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HR</a:t>
            </a:r>
          </a:p>
        </p:txBody>
      </p:sp>
      <p:sp>
        <p:nvSpPr>
          <p:cNvPr id="15" name="">
            <a:extLst xmlns:a="http://schemas.openxmlformats.org/drawingml/2006/main">
              <a:ext uri="{FF2B5EF4-FFF2-40B4-BE49-F238E27FC236}">
                <a16:creationId xmlns:a16="http://schemas.microsoft.com/office/drawing/2014/main" id="{690D2369-F623-43F3-BB0C-634424221A7F}"/>
              </a:ext>
            </a:extLst>
          </p:cNvPr>
          <p:cNvSpPr>
            <a:spLocks xmlns:a="http://schemas.openxmlformats.org/drawingml/2006/main" noGrp="1"/>
          </p:cNvSpPr>
          <p:nvPr/>
        </p:nvSpPr>
        <p:spPr>
          <a:xfrm xmlns:a="http://schemas.openxmlformats.org/drawingml/2006/main">
            <a:off x="2667000" y="36957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Offers, interviews, stages and chat</a:t>
            </a:r>
          </a:p>
        </p:txBody>
      </p:sp>
      <p:sp>
        <p:nvSpPr>
          <p:cNvPr id="16" name="">
            <a:extLst xmlns:a="http://schemas.openxmlformats.org/drawingml/2006/main">
              <a:ext uri="{FF2B5EF4-FFF2-40B4-BE49-F238E27FC236}">
                <a16:creationId xmlns:a16="http://schemas.microsoft.com/office/drawing/2014/main" id="{D6B77F22-21C4-4122-BBFA-A7FCB425987E}"/>
              </a:ext>
            </a:extLst>
          </p:cNvPr>
          <p:cNvSpPr>
            <a:spLocks xmlns:a="http://schemas.openxmlformats.org/drawingml/2006/main" noGrp="1"/>
          </p:cNvSpPr>
          <p:nvPr/>
        </p:nvSpPr>
        <p:spPr>
          <a:xfrm xmlns:a="http://schemas.openxmlformats.org/drawingml/2006/main">
            <a:off x="876300" y="4171950"/>
            <a:ext cx="45720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17" name="">
            <a:extLst xmlns:a="http://schemas.openxmlformats.org/drawingml/2006/main">
              <a:ext uri="{FF2B5EF4-FFF2-40B4-BE49-F238E27FC236}">
                <a16:creationId xmlns:a16="http://schemas.microsoft.com/office/drawing/2014/main" id="{0524FEC2-3B6B-4074-B587-3574733F1E8C}"/>
              </a:ext>
            </a:extLst>
          </p:cNvPr>
          <p:cNvSpPr>
            <a:spLocks xmlns:a="http://schemas.openxmlformats.org/drawingml/2006/main" noGrp="1"/>
          </p:cNvSpPr>
          <p:nvPr/>
        </p:nvSpPr>
        <p:spPr>
          <a:xfrm xmlns:a="http://schemas.openxmlformats.org/drawingml/2006/main">
            <a:off x="876300" y="42862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RECRUITER</a:t>
            </a:r>
          </a:p>
        </p:txBody>
      </p:sp>
      <p:sp>
        <p:nvSpPr>
          <p:cNvPr id="18" name="">
            <a:extLst xmlns:a="http://schemas.openxmlformats.org/drawingml/2006/main">
              <a:ext uri="{FF2B5EF4-FFF2-40B4-BE49-F238E27FC236}">
                <a16:creationId xmlns:a16="http://schemas.microsoft.com/office/drawing/2014/main" id="{E627BC2F-C3E9-4A4F-9CED-B9148D7C3062}"/>
              </a:ext>
            </a:extLst>
          </p:cNvPr>
          <p:cNvSpPr>
            <a:spLocks xmlns:a="http://schemas.openxmlformats.org/drawingml/2006/main" noGrp="1"/>
          </p:cNvSpPr>
          <p:nvPr/>
        </p:nvSpPr>
        <p:spPr>
          <a:xfrm xmlns:a="http://schemas.openxmlformats.org/drawingml/2006/main">
            <a:off x="2667000" y="42481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Applications, evaluation and chat</a:t>
            </a:r>
          </a:p>
        </p:txBody>
      </p:sp>
      <p:sp>
        <p:nvSpPr>
          <p:cNvPr id="19" name="">
            <a:extLst xmlns:a="http://schemas.openxmlformats.org/drawingml/2006/main">
              <a:ext uri="{FF2B5EF4-FFF2-40B4-BE49-F238E27FC236}">
                <a16:creationId xmlns:a16="http://schemas.microsoft.com/office/drawing/2014/main" id="{63FF9D03-E8A7-4496-9C81-49706D51DD00}"/>
              </a:ext>
            </a:extLst>
          </p:cNvPr>
          <p:cNvSpPr>
            <a:spLocks xmlns:a="http://schemas.openxmlformats.org/drawingml/2006/main" noGrp="1"/>
          </p:cNvSpPr>
          <p:nvPr/>
        </p:nvSpPr>
        <p:spPr>
          <a:xfrm xmlns:a="http://schemas.openxmlformats.org/drawingml/2006/main">
            <a:off x="876300" y="4724400"/>
            <a:ext cx="45720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20" name="">
            <a:extLst xmlns:a="http://schemas.openxmlformats.org/drawingml/2006/main">
              <a:ext uri="{FF2B5EF4-FFF2-40B4-BE49-F238E27FC236}">
                <a16:creationId xmlns:a16="http://schemas.microsoft.com/office/drawing/2014/main" id="{E68EF804-8701-4580-A5A6-59690C734320}"/>
              </a:ext>
            </a:extLst>
          </p:cNvPr>
          <p:cNvSpPr>
            <a:spLocks xmlns:a="http://schemas.openxmlformats.org/drawingml/2006/main" noGrp="1"/>
          </p:cNvSpPr>
          <p:nvPr/>
        </p:nvSpPr>
        <p:spPr>
          <a:xfrm xmlns:a="http://schemas.openxmlformats.org/drawingml/2006/main">
            <a:off x="876300" y="48387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HIRING MANAGER</a:t>
            </a:r>
          </a:p>
        </p:txBody>
      </p:sp>
      <p:sp>
        <p:nvSpPr>
          <p:cNvPr id="21" name="">
            <a:extLst xmlns:a="http://schemas.openxmlformats.org/drawingml/2006/main">
              <a:ext uri="{FF2B5EF4-FFF2-40B4-BE49-F238E27FC236}">
                <a16:creationId xmlns:a16="http://schemas.microsoft.com/office/drawing/2014/main" id="{1B250ADE-3F1C-4B87-A89E-9BAD9436E695}"/>
              </a:ext>
            </a:extLst>
          </p:cNvPr>
          <p:cNvSpPr>
            <a:spLocks xmlns:a="http://schemas.openxmlformats.org/drawingml/2006/main" noGrp="1"/>
          </p:cNvSpPr>
          <p:nvPr/>
        </p:nvSpPr>
        <p:spPr>
          <a:xfrm xmlns:a="http://schemas.openxmlformats.org/drawingml/2006/main">
            <a:off x="2667000" y="48006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023"/>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Review, feedback, analytics and stage changes</a:t>
            </a:r>
          </a:p>
        </p:txBody>
      </p:sp>
      <p:sp>
        <p:nvSpPr>
          <p:cNvPr id="22" name="">
            <a:extLst xmlns:a="http://schemas.openxmlformats.org/drawingml/2006/main">
              <a:ext uri="{FF2B5EF4-FFF2-40B4-BE49-F238E27FC236}">
                <a16:creationId xmlns:a16="http://schemas.microsoft.com/office/drawing/2014/main" id="{463BD312-3937-4495-A49C-23E8A7E4F841}"/>
              </a:ext>
            </a:extLst>
          </p:cNvPr>
          <p:cNvSpPr>
            <a:spLocks xmlns:a="http://schemas.openxmlformats.org/drawingml/2006/main" noGrp="1"/>
          </p:cNvSpPr>
          <p:nvPr/>
        </p:nvSpPr>
        <p:spPr>
          <a:xfrm xmlns:a="http://schemas.openxmlformats.org/drawingml/2006/main">
            <a:off x="5981700" y="325755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500"/>
          </a:bodyPr>
          <a:lstStyle xmlns:a="http://schemas.openxmlformats.org/drawingml/2006/main">
            <a:defPPr algn="ctr">
              <a:defRPr sz="3600" b="1">
                <a:solidFill>
                  <a:srgbClr val="FFCA6A"/>
                </a:solidFill>
                <a:latin typeface="Ubuntu Sans"/>
                <a:ea typeface="Ubuntu Sans"/>
                <a:cs typeface="Ubuntu Sans"/>
              </a:defRPr>
            </a:defPPr>
            <a:lvl1pPr algn="ctr">
              <a:defRPr sz="3600" b="1">
                <a:solidFill>
                  <a:srgbClr val="FFCA6A"/>
                </a:solidFill>
                <a:latin typeface="Ubuntu Sans"/>
                <a:ea typeface="Ubuntu Sans"/>
                <a:cs typeface="Ubuntu Sans"/>
              </a:defRPr>
            </a:lvl1pPr>
            <a:lvl2pPr algn="ctr">
              <a:defRPr sz="3600" b="1">
                <a:solidFill>
                  <a:srgbClr val="FFCA6A"/>
                </a:solidFill>
                <a:latin typeface="Ubuntu Sans"/>
                <a:ea typeface="Ubuntu Sans"/>
                <a:cs typeface="Ubuntu Sans"/>
              </a:defRPr>
            </a:lvl2pPr>
            <a:lvl3pPr algn="ctr">
              <a:defRPr sz="3600" b="1">
                <a:solidFill>
                  <a:srgbClr val="FFCA6A"/>
                </a:solidFill>
                <a:latin typeface="Ubuntu Sans"/>
                <a:ea typeface="Ubuntu Sans"/>
                <a:cs typeface="Ubuntu Sans"/>
              </a:defRPr>
            </a:lvl3pPr>
            <a:lvl4pPr algn="ctr">
              <a:defRPr sz="3600" b="1">
                <a:solidFill>
                  <a:srgbClr val="FFCA6A"/>
                </a:solidFill>
                <a:latin typeface="Ubuntu Sans"/>
                <a:ea typeface="Ubuntu Sans"/>
                <a:cs typeface="Ubuntu Sans"/>
              </a:defRPr>
            </a:lvl4pPr>
            <a:lvl5pPr algn="ctr">
              <a:defRPr sz="3600" b="1">
                <a:solidFill>
                  <a:srgbClr val="FFCA6A"/>
                </a:solidFill>
                <a:latin typeface="Ubuntu Sans"/>
                <a:ea typeface="Ubuntu Sans"/>
                <a:cs typeface="Ubuntu Sans"/>
              </a:defRPr>
            </a:lvl5pPr>
            <a:lvl6pPr algn="ctr">
              <a:defRPr sz="3600" b="1">
                <a:solidFill>
                  <a:srgbClr val="FFCA6A"/>
                </a:solidFill>
                <a:latin typeface="Ubuntu Sans"/>
                <a:ea typeface="Ubuntu Sans"/>
                <a:cs typeface="Ubuntu Sans"/>
              </a:defRPr>
            </a:lvl6pPr>
            <a:lvl7pPr algn="ctr">
              <a:defRPr sz="3600" b="1">
                <a:solidFill>
                  <a:srgbClr val="FFCA6A"/>
                </a:solidFill>
                <a:latin typeface="Ubuntu Sans"/>
                <a:ea typeface="Ubuntu Sans"/>
                <a:cs typeface="Ubuntu Sans"/>
              </a:defRPr>
            </a:lvl7pPr>
            <a:lvl8pPr algn="ctr">
              <a:defRPr sz="3600" b="1">
                <a:solidFill>
                  <a:srgbClr val="FFCA6A"/>
                </a:solidFill>
                <a:latin typeface="Ubuntu Sans"/>
                <a:ea typeface="Ubuntu Sans"/>
                <a:cs typeface="Ubuntu Sans"/>
              </a:defRPr>
            </a:lvl8pPr>
            <a:lvl9pPr algn="ctr">
              <a:defRPr sz="3600" b="1">
                <a:solidFill>
                  <a:srgbClr val="FFCA6A"/>
                </a:solidFill>
                <a:latin typeface="Ubuntu Sans"/>
                <a:ea typeface="Ubuntu Sans"/>
                <a:cs typeface="Ubuntu Sans"/>
              </a:defRPr>
            </a:lvl9pPr>
          </a:lstStyle>
          <a:p xmlns:a="http://schemas.openxmlformats.org/drawingml/2006/main">
            <a:pPr algn="ctr">
              <a:defRPr sz="3600" b="1">
                <a:solidFill>
                  <a:srgbClr val="FFCA6A"/>
                </a:solidFill>
                <a:latin typeface="Ubuntu Sans"/>
                <a:ea typeface="Ubuntu Sans"/>
                <a:cs typeface="Ubuntu Sans"/>
              </a:defRPr>
            </a:pPr>
            <a:r>
              <a:rPr sz="3600" b="1">
                <a:solidFill>
                  <a:srgbClr val="FFCA6A"/>
                </a:solidFill>
                <a:latin typeface="Ubuntu Sans"/>
                <a:ea typeface="Ubuntu Sans"/>
                <a:cs typeface="Ubuntu Sans"/>
              </a:rPr>
              <a:t>+</a:t>
            </a:r>
          </a:p>
        </p:txBody>
      </p:sp>
      <p:sp>
        <p:nvSpPr>
          <p:cNvPr id="23" name="">
            <a:extLst xmlns:a="http://schemas.openxmlformats.org/drawingml/2006/main">
              <a:ext uri="{FF2B5EF4-FFF2-40B4-BE49-F238E27FC236}">
                <a16:creationId xmlns:a16="http://schemas.microsoft.com/office/drawing/2014/main" id="{D6BDEB7F-C694-4589-A925-218BF5ED25C8}"/>
              </a:ext>
            </a:extLst>
          </p:cNvPr>
          <p:cNvSpPr>
            <a:spLocks xmlns:a="http://schemas.openxmlformats.org/drawingml/2006/main" noGrp="1"/>
          </p:cNvSpPr>
          <p:nvPr/>
        </p:nvSpPr>
        <p:spPr>
          <a:xfrm xmlns:a="http://schemas.openxmlformats.org/drawingml/2006/main">
            <a:off x="6705600" y="1885950"/>
            <a:ext cx="4876800" cy="3848100"/>
          </a:xfrm>
          <a:prstGeom xmlns:a="http://schemas.openxmlformats.org/drawingml/2006/main" prst="roundRect">
            <a:avLst>
              <a:gd name="adj" fmla="val 2970"/>
            </a:avLst>
          </a:prstGeom>
          <a:solidFill xmlns:a="http://schemas.openxmlformats.org/drawingml/2006/main">
            <a:srgbClr val="0B182B"/>
          </a:solidFill>
          <a:ln xmlns:a="http://schemas.openxmlformats.org/drawingml/2006/main" w="11430">
            <a:solidFill>
              <a:srgbClr val="2B4563"/>
            </a:solidFill>
            <a:prstDash val="solid"/>
          </a:ln>
        </p:spPr>
      </p:sp>
      <p:sp>
        <p:nvSpPr>
          <p:cNvPr id="24" name="">
            <a:extLst xmlns:a="http://schemas.openxmlformats.org/drawingml/2006/main">
              <a:ext uri="{FF2B5EF4-FFF2-40B4-BE49-F238E27FC236}">
                <a16:creationId xmlns:a16="http://schemas.microsoft.com/office/drawing/2014/main" id="{C8548BA3-2194-40A4-949D-65B814BF1246}"/>
              </a:ext>
            </a:extLst>
          </p:cNvPr>
          <p:cNvSpPr>
            <a:spLocks xmlns:a="http://schemas.openxmlformats.org/drawingml/2006/main" noGrp="1"/>
          </p:cNvSpPr>
          <p:nvPr/>
        </p:nvSpPr>
        <p:spPr>
          <a:xfrm xmlns:a="http://schemas.openxmlformats.org/drawingml/2006/main">
            <a:off x="69913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F4F8FF"/>
                </a:solidFill>
                <a:latin typeface="Ubuntu Sans"/>
                <a:ea typeface="Ubuntu Sans"/>
                <a:cs typeface="Ubuntu Sans"/>
              </a:defRPr>
            </a:defPPr>
            <a:lvl1pPr algn="l">
              <a:defRPr sz="1875" b="1">
                <a:solidFill>
                  <a:srgbClr val="F4F8FF"/>
                </a:solidFill>
                <a:latin typeface="Ubuntu Sans"/>
                <a:ea typeface="Ubuntu Sans"/>
                <a:cs typeface="Ubuntu Sans"/>
              </a:defRPr>
            </a:lvl1pPr>
            <a:lvl2pPr algn="l">
              <a:defRPr sz="1875" b="1">
                <a:solidFill>
                  <a:srgbClr val="F4F8FF"/>
                </a:solidFill>
                <a:latin typeface="Ubuntu Sans"/>
                <a:ea typeface="Ubuntu Sans"/>
                <a:cs typeface="Ubuntu Sans"/>
              </a:defRPr>
            </a:lvl2pPr>
            <a:lvl3pPr algn="l">
              <a:defRPr sz="1875" b="1">
                <a:solidFill>
                  <a:srgbClr val="F4F8FF"/>
                </a:solidFill>
                <a:latin typeface="Ubuntu Sans"/>
                <a:ea typeface="Ubuntu Sans"/>
                <a:cs typeface="Ubuntu Sans"/>
              </a:defRPr>
            </a:lvl3pPr>
            <a:lvl4pPr algn="l">
              <a:defRPr sz="1875" b="1">
                <a:solidFill>
                  <a:srgbClr val="F4F8FF"/>
                </a:solidFill>
                <a:latin typeface="Ubuntu Sans"/>
                <a:ea typeface="Ubuntu Sans"/>
                <a:cs typeface="Ubuntu Sans"/>
              </a:defRPr>
            </a:lvl4pPr>
            <a:lvl5pPr algn="l">
              <a:defRPr sz="1875" b="1">
                <a:solidFill>
                  <a:srgbClr val="F4F8FF"/>
                </a:solidFill>
                <a:latin typeface="Ubuntu Sans"/>
                <a:ea typeface="Ubuntu Sans"/>
                <a:cs typeface="Ubuntu Sans"/>
              </a:defRPr>
            </a:lvl5pPr>
            <a:lvl6pPr algn="l">
              <a:defRPr sz="1875" b="1">
                <a:solidFill>
                  <a:srgbClr val="F4F8FF"/>
                </a:solidFill>
                <a:latin typeface="Ubuntu Sans"/>
                <a:ea typeface="Ubuntu Sans"/>
                <a:cs typeface="Ubuntu Sans"/>
              </a:defRPr>
            </a:lvl6pPr>
            <a:lvl7pPr algn="l">
              <a:defRPr sz="1875" b="1">
                <a:solidFill>
                  <a:srgbClr val="F4F8FF"/>
                </a:solidFill>
                <a:latin typeface="Ubuntu Sans"/>
                <a:ea typeface="Ubuntu Sans"/>
                <a:cs typeface="Ubuntu Sans"/>
              </a:defRPr>
            </a:lvl7pPr>
            <a:lvl8pPr algn="l">
              <a:defRPr sz="1875" b="1">
                <a:solidFill>
                  <a:srgbClr val="F4F8FF"/>
                </a:solidFill>
                <a:latin typeface="Ubuntu Sans"/>
                <a:ea typeface="Ubuntu Sans"/>
                <a:cs typeface="Ubuntu Sans"/>
              </a:defRPr>
            </a:lvl8pPr>
            <a:lvl9pPr algn="l">
              <a:defRPr sz="1875" b="1">
                <a:solidFill>
                  <a:srgbClr val="F4F8FF"/>
                </a:solidFill>
                <a:latin typeface="Ubuntu Sans"/>
                <a:ea typeface="Ubuntu Sans"/>
                <a:cs typeface="Ubuntu Sans"/>
              </a:defRPr>
            </a:lvl9pPr>
          </a:lstStyle>
          <a:p xmlns:a="http://schemas.openxmlformats.org/drawingml/2006/main">
            <a:pPr algn="l">
              <a:defRPr sz="1875" b="1">
                <a:solidFill>
                  <a:srgbClr val="F4F8FF"/>
                </a:solidFill>
                <a:latin typeface="Ubuntu Sans"/>
                <a:ea typeface="Ubuntu Sans"/>
                <a:cs typeface="Ubuntu Sans"/>
              </a:defRPr>
            </a:pPr>
            <a:r>
              <a:rPr sz="1875" b="1">
                <a:solidFill>
                  <a:srgbClr val="F4F8FF"/>
                </a:solidFill>
                <a:latin typeface="Ubuntu Sans"/>
                <a:ea typeface="Ubuntu Sans"/>
                <a:cs typeface="Ubuntu Sans"/>
              </a:rPr>
              <a:t>Resource scope</a:t>
            </a:r>
          </a:p>
        </p:txBody>
      </p:sp>
      <p:sp>
        <p:nvSpPr>
          <p:cNvPr id="25" name="">
            <a:extLst xmlns:a="http://schemas.openxmlformats.org/drawingml/2006/main">
              <a:ext uri="{FF2B5EF4-FFF2-40B4-BE49-F238E27FC236}">
                <a16:creationId xmlns:a16="http://schemas.microsoft.com/office/drawing/2014/main" id="{AFB12E12-74A7-408D-8EC4-58FAD4700895}"/>
              </a:ext>
            </a:extLst>
          </p:cNvPr>
          <p:cNvSpPr>
            <a:spLocks xmlns:a="http://schemas.openxmlformats.org/drawingml/2006/main" noGrp="1"/>
          </p:cNvSpPr>
          <p:nvPr/>
        </p:nvSpPr>
        <p:spPr>
          <a:xfrm xmlns:a="http://schemas.openxmlformats.org/drawingml/2006/main">
            <a:off x="6991350" y="2647950"/>
            <a:ext cx="4305300" cy="1066800"/>
          </a:xfrm>
          <a:prstGeom xmlns:a="http://schemas.openxmlformats.org/drawingml/2006/main" prst="roundRect">
            <a:avLst>
              <a:gd name="adj" fmla="val 10714"/>
            </a:avLst>
          </a:prstGeom>
          <a:solidFill xmlns:a="http://schemas.openxmlformats.org/drawingml/2006/main">
            <a:srgbClr val="10223A"/>
          </a:solidFill>
          <a:ln xmlns:a="http://schemas.openxmlformats.org/drawingml/2006/main" w="11430">
            <a:solidFill>
              <a:srgbClr val="2B4563"/>
            </a:solidFill>
            <a:prstDash val="solid"/>
          </a:ln>
        </p:spPr>
      </p:sp>
      <p:sp>
        <p:nvSpPr>
          <p:cNvPr id="26" name="">
            <a:extLst xmlns:a="http://schemas.openxmlformats.org/drawingml/2006/main">
              <a:ext uri="{FF2B5EF4-FFF2-40B4-BE49-F238E27FC236}">
                <a16:creationId xmlns:a16="http://schemas.microsoft.com/office/drawing/2014/main" id="{5F1D3FC7-0927-4D98-8722-F261AFF4C20D}"/>
              </a:ext>
            </a:extLst>
          </p:cNvPr>
          <p:cNvSpPr>
            <a:spLocks xmlns:a="http://schemas.openxmlformats.org/drawingml/2006/main" noGrp="1"/>
          </p:cNvSpPr>
          <p:nvPr/>
        </p:nvSpPr>
        <p:spPr>
          <a:xfrm xmlns:a="http://schemas.openxmlformats.org/drawingml/2006/main">
            <a:off x="6991350" y="2647950"/>
            <a:ext cx="66675" cy="106680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27" name="">
            <a:extLst xmlns:a="http://schemas.openxmlformats.org/drawingml/2006/main">
              <a:ext uri="{FF2B5EF4-FFF2-40B4-BE49-F238E27FC236}">
                <a16:creationId xmlns:a16="http://schemas.microsoft.com/office/drawing/2014/main" id="{D6397FFE-135E-4653-91A5-D16F1884F9C8}"/>
              </a:ext>
            </a:extLst>
          </p:cNvPr>
          <p:cNvSpPr>
            <a:spLocks xmlns:a="http://schemas.openxmlformats.org/drawingml/2006/main" noGrp="1"/>
          </p:cNvSpPr>
          <p:nvPr/>
        </p:nvSpPr>
        <p:spPr>
          <a:xfrm xmlns:a="http://schemas.openxmlformats.org/drawingml/2006/main">
            <a:off x="7200900" y="27622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Same company</a:t>
            </a:r>
          </a:p>
        </p:txBody>
      </p:sp>
      <p:sp>
        <p:nvSpPr>
          <p:cNvPr id="28" name="">
            <a:extLst xmlns:a="http://schemas.openxmlformats.org/drawingml/2006/main">
              <a:ext uri="{FF2B5EF4-FFF2-40B4-BE49-F238E27FC236}">
                <a16:creationId xmlns:a16="http://schemas.microsoft.com/office/drawing/2014/main" id="{9DDD7DC4-29F0-419B-AD31-D7447FE90C4A}"/>
              </a:ext>
            </a:extLst>
          </p:cNvPr>
          <p:cNvSpPr>
            <a:spLocks xmlns:a="http://schemas.openxmlformats.org/drawingml/2006/main" noGrp="1"/>
          </p:cNvSpPr>
          <p:nvPr/>
        </p:nvSpPr>
        <p:spPr>
          <a:xfrm xmlns:a="http://schemas.openxmlformats.org/drawingml/2006/main">
            <a:off x="7200900" y="30575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 member cannot access another organization's candidates or offers</a:t>
            </a:r>
          </a:p>
        </p:txBody>
      </p:sp>
      <p:sp>
        <p:nvSpPr>
          <p:cNvPr id="29" name="">
            <a:extLst xmlns:a="http://schemas.openxmlformats.org/drawingml/2006/main">
              <a:ext uri="{FF2B5EF4-FFF2-40B4-BE49-F238E27FC236}">
                <a16:creationId xmlns:a16="http://schemas.microsoft.com/office/drawing/2014/main" id="{8D231517-4F34-44D3-83B6-92519115546B}"/>
              </a:ext>
            </a:extLst>
          </p:cNvPr>
          <p:cNvSpPr>
            <a:spLocks xmlns:a="http://schemas.openxmlformats.org/drawingml/2006/main" noGrp="1"/>
          </p:cNvSpPr>
          <p:nvPr/>
        </p:nvSpPr>
        <p:spPr>
          <a:xfrm xmlns:a="http://schemas.openxmlformats.org/drawingml/2006/main">
            <a:off x="6991350" y="3905250"/>
            <a:ext cx="4305300" cy="1066800"/>
          </a:xfrm>
          <a:prstGeom xmlns:a="http://schemas.openxmlformats.org/drawingml/2006/main" prst="roundRect">
            <a:avLst>
              <a:gd name="adj" fmla="val 10714"/>
            </a:avLst>
          </a:prstGeom>
          <a:solidFill xmlns:a="http://schemas.openxmlformats.org/drawingml/2006/main">
            <a:srgbClr val="10223A"/>
          </a:solidFill>
          <a:ln xmlns:a="http://schemas.openxmlformats.org/drawingml/2006/main" w="11430">
            <a:solidFill>
              <a:srgbClr val="2B4563"/>
            </a:solidFill>
            <a:prstDash val="solid"/>
          </a:ln>
        </p:spPr>
      </p:sp>
      <p:sp>
        <p:nvSpPr>
          <p:cNvPr id="30" name="">
            <a:extLst xmlns:a="http://schemas.openxmlformats.org/drawingml/2006/main">
              <a:ext uri="{FF2B5EF4-FFF2-40B4-BE49-F238E27FC236}">
                <a16:creationId xmlns:a16="http://schemas.microsoft.com/office/drawing/2014/main" id="{5B0A64FF-C660-4606-80F0-E2F29A202892}"/>
              </a:ext>
            </a:extLst>
          </p:cNvPr>
          <p:cNvSpPr>
            <a:spLocks xmlns:a="http://schemas.openxmlformats.org/drawingml/2006/main" noGrp="1"/>
          </p:cNvSpPr>
          <p:nvPr/>
        </p:nvSpPr>
        <p:spPr>
          <a:xfrm xmlns:a="http://schemas.openxmlformats.org/drawingml/2006/main">
            <a:off x="6991350" y="3905250"/>
            <a:ext cx="66675" cy="10668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31" name="">
            <a:extLst xmlns:a="http://schemas.openxmlformats.org/drawingml/2006/main">
              <a:ext uri="{FF2B5EF4-FFF2-40B4-BE49-F238E27FC236}">
                <a16:creationId xmlns:a16="http://schemas.microsoft.com/office/drawing/2014/main" id="{B8F6F974-4AA0-4884-9E52-E2B2B55670F7}"/>
              </a:ext>
            </a:extLst>
          </p:cNvPr>
          <p:cNvSpPr>
            <a:spLocks xmlns:a="http://schemas.openxmlformats.org/drawingml/2006/main" noGrp="1"/>
          </p:cNvSpPr>
          <p:nvPr/>
        </p:nvSpPr>
        <p:spPr>
          <a:xfrm xmlns:a="http://schemas.openxmlformats.org/drawingml/2006/main">
            <a:off x="7200900" y="40195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Same candidate</a:t>
            </a:r>
          </a:p>
        </p:txBody>
      </p:sp>
      <p:sp>
        <p:nvSpPr>
          <p:cNvPr id="32" name="">
            <a:extLst xmlns:a="http://schemas.openxmlformats.org/drawingml/2006/main">
              <a:ext uri="{FF2B5EF4-FFF2-40B4-BE49-F238E27FC236}">
                <a16:creationId xmlns:a16="http://schemas.microsoft.com/office/drawing/2014/main" id="{ACCC4492-AB5A-4232-B96F-E74AB0F1C351}"/>
              </a:ext>
            </a:extLst>
          </p:cNvPr>
          <p:cNvSpPr>
            <a:spLocks xmlns:a="http://schemas.openxmlformats.org/drawingml/2006/main" noGrp="1"/>
          </p:cNvSpPr>
          <p:nvPr/>
        </p:nvSpPr>
        <p:spPr>
          <a:xfrm xmlns:a="http://schemas.openxmlformats.org/drawingml/2006/main">
            <a:off x="7200900" y="43148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 candidate can access only their own profile, files and applications</a:t>
            </a:r>
          </a:p>
        </p:txBody>
      </p:sp>
      <p:sp>
        <p:nvSpPr>
          <p:cNvPr id="33" name="">
            <a:extLst xmlns:a="http://schemas.openxmlformats.org/drawingml/2006/main">
              <a:ext uri="{FF2B5EF4-FFF2-40B4-BE49-F238E27FC236}">
                <a16:creationId xmlns:a16="http://schemas.microsoft.com/office/drawing/2014/main" id="{828EBB29-8110-4FF8-8B90-39BEEE03A514}"/>
              </a:ext>
            </a:extLst>
          </p:cNvPr>
          <p:cNvSpPr>
            <a:spLocks xmlns:a="http://schemas.openxmlformats.org/drawingml/2006/main" noGrp="1"/>
          </p:cNvSpPr>
          <p:nvPr/>
        </p:nvSpPr>
        <p:spPr>
          <a:xfrm xmlns:a="http://schemas.openxmlformats.org/drawingml/2006/main">
            <a:off x="6991350" y="5162550"/>
            <a:ext cx="430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583"/>
          </a:bodyPr>
          <a:lstStyle xmlns:a="http://schemas.openxmlformats.org/drawingml/2006/main">
            <a:defPPr algn="l">
              <a:defRPr sz="1200" b="0">
                <a:solidFill>
                  <a:srgbClr val="FFCA6A"/>
                </a:solidFill>
                <a:latin typeface="Ubuntu Sans"/>
                <a:ea typeface="Ubuntu Sans"/>
                <a:cs typeface="Ubuntu Sans"/>
              </a:defRPr>
            </a:defPPr>
            <a:lvl1pPr algn="l">
              <a:defRPr sz="1200" b="0">
                <a:solidFill>
                  <a:srgbClr val="FFCA6A"/>
                </a:solidFill>
                <a:latin typeface="Ubuntu Sans"/>
                <a:ea typeface="Ubuntu Sans"/>
                <a:cs typeface="Ubuntu Sans"/>
              </a:defRPr>
            </a:lvl1pPr>
            <a:lvl2pPr algn="l">
              <a:defRPr sz="1200" b="0">
                <a:solidFill>
                  <a:srgbClr val="FFCA6A"/>
                </a:solidFill>
                <a:latin typeface="Ubuntu Sans"/>
                <a:ea typeface="Ubuntu Sans"/>
                <a:cs typeface="Ubuntu Sans"/>
              </a:defRPr>
            </a:lvl2pPr>
            <a:lvl3pPr algn="l">
              <a:defRPr sz="1200" b="0">
                <a:solidFill>
                  <a:srgbClr val="FFCA6A"/>
                </a:solidFill>
                <a:latin typeface="Ubuntu Sans"/>
                <a:ea typeface="Ubuntu Sans"/>
                <a:cs typeface="Ubuntu Sans"/>
              </a:defRPr>
            </a:lvl3pPr>
            <a:lvl4pPr algn="l">
              <a:defRPr sz="1200" b="0">
                <a:solidFill>
                  <a:srgbClr val="FFCA6A"/>
                </a:solidFill>
                <a:latin typeface="Ubuntu Sans"/>
                <a:ea typeface="Ubuntu Sans"/>
                <a:cs typeface="Ubuntu Sans"/>
              </a:defRPr>
            </a:lvl4pPr>
            <a:lvl5pPr algn="l">
              <a:defRPr sz="1200" b="0">
                <a:solidFill>
                  <a:srgbClr val="FFCA6A"/>
                </a:solidFill>
                <a:latin typeface="Ubuntu Sans"/>
                <a:ea typeface="Ubuntu Sans"/>
                <a:cs typeface="Ubuntu Sans"/>
              </a:defRPr>
            </a:lvl5pPr>
            <a:lvl6pPr algn="l">
              <a:defRPr sz="1200" b="0">
                <a:solidFill>
                  <a:srgbClr val="FFCA6A"/>
                </a:solidFill>
                <a:latin typeface="Ubuntu Sans"/>
                <a:ea typeface="Ubuntu Sans"/>
                <a:cs typeface="Ubuntu Sans"/>
              </a:defRPr>
            </a:lvl6pPr>
            <a:lvl7pPr algn="l">
              <a:defRPr sz="1200" b="0">
                <a:solidFill>
                  <a:srgbClr val="FFCA6A"/>
                </a:solidFill>
                <a:latin typeface="Ubuntu Sans"/>
                <a:ea typeface="Ubuntu Sans"/>
                <a:cs typeface="Ubuntu Sans"/>
              </a:defRPr>
            </a:lvl7pPr>
            <a:lvl8pPr algn="l">
              <a:defRPr sz="1200" b="0">
                <a:solidFill>
                  <a:srgbClr val="FFCA6A"/>
                </a:solidFill>
                <a:latin typeface="Ubuntu Sans"/>
                <a:ea typeface="Ubuntu Sans"/>
                <a:cs typeface="Ubuntu Sans"/>
              </a:defRPr>
            </a:lvl8pPr>
            <a:lvl9pPr algn="l">
              <a:defRPr sz="1200" b="0">
                <a:solidFill>
                  <a:srgbClr val="FFCA6A"/>
                </a:solidFill>
                <a:latin typeface="Ubuntu Sans"/>
                <a:ea typeface="Ubuntu Sans"/>
                <a:cs typeface="Ubuntu Sans"/>
              </a:defRPr>
            </a:lvl9pPr>
          </a:lstStyle>
          <a:p xmlns:a="http://schemas.openxmlformats.org/drawingml/2006/main">
            <a:pPr algn="l">
              <a:defRPr sz="1200" b="0">
                <a:solidFill>
                  <a:srgbClr val="FFCA6A"/>
                </a:solidFill>
                <a:latin typeface="Ubuntu Sans"/>
                <a:ea typeface="Ubuntu Sans"/>
                <a:cs typeface="Ubuntu Sans"/>
              </a:defRPr>
            </a:pPr>
            <a:r>
              <a:rPr sz="1200" b="0">
                <a:solidFill>
                  <a:srgbClr val="FFCA6A"/>
                </a:solidFill>
                <a:latin typeface="Ubuntu Sans"/>
                <a:ea typeface="Ubuntu Sans"/>
                <a:cs typeface="Ubuntu Sans"/>
              </a:rPr>
              <a:t>Foreign or missing resources return a safe response that avoids leaking private existence.</a:t>
            </a:r>
          </a:p>
        </p:txBody>
      </p:sp>
      <p:sp>
        <p:nvSpPr>
          <p:cNvPr id="34" name="">
            <a:extLst xmlns:a="http://schemas.openxmlformats.org/drawingml/2006/main">
              <a:ext uri="{FF2B5EF4-FFF2-40B4-BE49-F238E27FC236}">
                <a16:creationId xmlns:a16="http://schemas.microsoft.com/office/drawing/2014/main" id="{F65CF520-FD3C-4039-90FF-F3D9881407E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462856625"/>
      </p:ext>
    </p:extLst>
  </p:cSld>
</p:sld>
</file>

<file path=ppt/slides/slide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933C699-8DDE-4A5B-AB1E-45E2097210DB}"/>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BUSINESS RULES</a:t>
            </a:r>
          </a:p>
        </p:txBody>
      </p:sp>
      <p:sp>
        <p:nvSpPr>
          <p:cNvPr id="2" name="">
            <a:extLst xmlns:a="http://schemas.openxmlformats.org/drawingml/2006/main">
              <a:ext uri="{FF2B5EF4-FFF2-40B4-BE49-F238E27FC236}">
                <a16:creationId xmlns:a16="http://schemas.microsoft.com/office/drawing/2014/main" id="{8E8B6702-6831-4254-BBD3-E34A8D5FFC94}"/>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Application workflow</a:t>
            </a:r>
          </a:p>
        </p:txBody>
      </p:sp>
      <p:sp>
        <p:nvSpPr>
          <p:cNvPr id="3" name="">
            <a:extLst xmlns:a="http://schemas.openxmlformats.org/drawingml/2006/main">
              <a:ext uri="{FF2B5EF4-FFF2-40B4-BE49-F238E27FC236}">
                <a16:creationId xmlns:a16="http://schemas.microsoft.com/office/drawing/2014/main" id="{5C1D2226-3853-49F3-8A83-2BDB603CF30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09</a:t>
            </a:r>
          </a:p>
        </p:txBody>
      </p:sp>
      <p:sp>
        <p:nvSpPr>
          <p:cNvPr id="4" name="">
            <a:extLst xmlns:a="http://schemas.openxmlformats.org/drawingml/2006/main">
              <a:ext uri="{FF2B5EF4-FFF2-40B4-BE49-F238E27FC236}">
                <a16:creationId xmlns:a16="http://schemas.microsoft.com/office/drawing/2014/main" id="{59B4238F-542D-4C15-93DD-1C75399DDCD6}"/>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58C28930-EEB1-4D98-9B65-5FC083AA9325}"/>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The backend controls every stage change and records the recruitment history.</a:t>
            </a:r>
          </a:p>
        </p:txBody>
      </p:sp>
      <p:sp>
        <p:nvSpPr>
          <p:cNvPr id="6" name="">
            <a:extLst xmlns:a="http://schemas.openxmlformats.org/drawingml/2006/main">
              <a:ext uri="{FF2B5EF4-FFF2-40B4-BE49-F238E27FC236}">
                <a16:creationId xmlns:a16="http://schemas.microsoft.com/office/drawing/2014/main" id="{6D0AF16F-9717-4B96-8EEE-BA379107B321}"/>
              </a:ext>
            </a:extLst>
          </p:cNvPr>
          <p:cNvSpPr>
            <a:spLocks xmlns:a="http://schemas.openxmlformats.org/drawingml/2006/main" noGrp="1"/>
          </p:cNvSpPr>
          <p:nvPr/>
        </p:nvSpPr>
        <p:spPr>
          <a:xfrm xmlns:a="http://schemas.openxmlformats.org/drawingml/2006/main">
            <a:off x="609600"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2FD6D3"/>
            </a:solidFill>
            <a:prstDash val="solid"/>
          </a:ln>
        </p:spPr>
      </p:sp>
      <p:sp>
        <p:nvSpPr>
          <p:cNvPr id="7" name="">
            <a:extLst xmlns:a="http://schemas.openxmlformats.org/drawingml/2006/main">
              <a:ext uri="{FF2B5EF4-FFF2-40B4-BE49-F238E27FC236}">
                <a16:creationId xmlns:a16="http://schemas.microsoft.com/office/drawing/2014/main" id="{300187A0-7B41-49DC-AC47-49D9A3F4B188}"/>
              </a:ext>
            </a:extLst>
          </p:cNvPr>
          <p:cNvSpPr>
            <a:spLocks xmlns:a="http://schemas.openxmlformats.org/drawingml/2006/main" noGrp="1"/>
          </p:cNvSpPr>
          <p:nvPr/>
        </p:nvSpPr>
        <p:spPr>
          <a:xfrm xmlns:a="http://schemas.openxmlformats.org/drawingml/2006/main">
            <a:off x="8001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2FD6D3"/>
                </a:solidFill>
                <a:latin typeface="Ubuntu Sans"/>
                <a:ea typeface="Ubuntu Sans"/>
                <a:cs typeface="Ubuntu Sans"/>
              </a:defRPr>
            </a:defPPr>
            <a:lvl1pPr algn="l">
              <a:defRPr sz="1275" b="1">
                <a:solidFill>
                  <a:srgbClr val="2FD6D3"/>
                </a:solidFill>
                <a:latin typeface="Ubuntu Sans"/>
                <a:ea typeface="Ubuntu Sans"/>
                <a:cs typeface="Ubuntu Sans"/>
              </a:defRPr>
            </a:lvl1pPr>
            <a:lvl2pPr algn="l">
              <a:defRPr sz="1275" b="1">
                <a:solidFill>
                  <a:srgbClr val="2FD6D3"/>
                </a:solidFill>
                <a:latin typeface="Ubuntu Sans"/>
                <a:ea typeface="Ubuntu Sans"/>
                <a:cs typeface="Ubuntu Sans"/>
              </a:defRPr>
            </a:lvl2pPr>
            <a:lvl3pPr algn="l">
              <a:defRPr sz="1275" b="1">
                <a:solidFill>
                  <a:srgbClr val="2FD6D3"/>
                </a:solidFill>
                <a:latin typeface="Ubuntu Sans"/>
                <a:ea typeface="Ubuntu Sans"/>
                <a:cs typeface="Ubuntu Sans"/>
              </a:defRPr>
            </a:lvl3pPr>
            <a:lvl4pPr algn="l">
              <a:defRPr sz="1275" b="1">
                <a:solidFill>
                  <a:srgbClr val="2FD6D3"/>
                </a:solidFill>
                <a:latin typeface="Ubuntu Sans"/>
                <a:ea typeface="Ubuntu Sans"/>
                <a:cs typeface="Ubuntu Sans"/>
              </a:defRPr>
            </a:lvl4pPr>
            <a:lvl5pPr algn="l">
              <a:defRPr sz="1275" b="1">
                <a:solidFill>
                  <a:srgbClr val="2FD6D3"/>
                </a:solidFill>
                <a:latin typeface="Ubuntu Sans"/>
                <a:ea typeface="Ubuntu Sans"/>
                <a:cs typeface="Ubuntu Sans"/>
              </a:defRPr>
            </a:lvl5pPr>
            <a:lvl6pPr algn="l">
              <a:defRPr sz="1275" b="1">
                <a:solidFill>
                  <a:srgbClr val="2FD6D3"/>
                </a:solidFill>
                <a:latin typeface="Ubuntu Sans"/>
                <a:ea typeface="Ubuntu Sans"/>
                <a:cs typeface="Ubuntu Sans"/>
              </a:defRPr>
            </a:lvl6pPr>
            <a:lvl7pPr algn="l">
              <a:defRPr sz="1275" b="1">
                <a:solidFill>
                  <a:srgbClr val="2FD6D3"/>
                </a:solidFill>
                <a:latin typeface="Ubuntu Sans"/>
                <a:ea typeface="Ubuntu Sans"/>
                <a:cs typeface="Ubuntu Sans"/>
              </a:defRPr>
            </a:lvl7pPr>
            <a:lvl8pPr algn="l">
              <a:defRPr sz="1275" b="1">
                <a:solidFill>
                  <a:srgbClr val="2FD6D3"/>
                </a:solidFill>
                <a:latin typeface="Ubuntu Sans"/>
                <a:ea typeface="Ubuntu Sans"/>
                <a:cs typeface="Ubuntu Sans"/>
              </a:defRPr>
            </a:lvl8pPr>
            <a:lvl9pPr algn="l">
              <a:defRPr sz="1275" b="1">
                <a:solidFill>
                  <a:srgbClr val="2FD6D3"/>
                </a:solidFill>
                <a:latin typeface="Ubuntu Sans"/>
                <a:ea typeface="Ubuntu Sans"/>
                <a:cs typeface="Ubuntu Sans"/>
              </a:defRPr>
            </a:lvl9pPr>
          </a:lstStyle>
          <a:p xmlns:a="http://schemas.openxmlformats.org/drawingml/2006/main">
            <a:pPr algn="l">
              <a:defRPr sz="1275" b="1">
                <a:solidFill>
                  <a:srgbClr val="2FD6D3"/>
                </a:solidFill>
                <a:latin typeface="Ubuntu Sans"/>
                <a:ea typeface="Ubuntu Sans"/>
                <a:cs typeface="Ubuntu Sans"/>
              </a:defRPr>
            </a:pPr>
            <a:r>
              <a:rPr sz="1275" b="1">
                <a:solidFill>
                  <a:srgbClr val="2FD6D3"/>
                </a:solidFill>
                <a:latin typeface="Ubuntu Sans"/>
                <a:ea typeface="Ubuntu Sans"/>
                <a:cs typeface="Ubuntu Sans"/>
              </a:rPr>
              <a:t>01</a:t>
            </a:r>
          </a:p>
        </p:txBody>
      </p:sp>
      <p:sp>
        <p:nvSpPr>
          <p:cNvPr id="8" name="">
            <a:extLst xmlns:a="http://schemas.openxmlformats.org/drawingml/2006/main">
              <a:ext uri="{FF2B5EF4-FFF2-40B4-BE49-F238E27FC236}">
                <a16:creationId xmlns:a16="http://schemas.microsoft.com/office/drawing/2014/main" id="{7B001F71-A213-45BB-89B9-DE6E41135494}"/>
              </a:ext>
            </a:extLst>
          </p:cNvPr>
          <p:cNvSpPr>
            <a:spLocks xmlns:a="http://schemas.openxmlformats.org/drawingml/2006/main" noGrp="1"/>
          </p:cNvSpPr>
          <p:nvPr/>
        </p:nvSpPr>
        <p:spPr>
          <a:xfrm xmlns:a="http://schemas.openxmlformats.org/drawingml/2006/main">
            <a:off x="8001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Discover</a:t>
            </a:r>
          </a:p>
        </p:txBody>
      </p:sp>
      <p:sp>
        <p:nvSpPr>
          <p:cNvPr id="9" name="">
            <a:extLst xmlns:a="http://schemas.openxmlformats.org/drawingml/2006/main">
              <a:ext uri="{FF2B5EF4-FFF2-40B4-BE49-F238E27FC236}">
                <a16:creationId xmlns:a16="http://schemas.microsoft.com/office/drawing/2014/main" id="{70B88EB3-AE90-466B-A077-B8C6AB848AD4}"/>
              </a:ext>
            </a:extLst>
          </p:cNvPr>
          <p:cNvSpPr>
            <a:spLocks xmlns:a="http://schemas.openxmlformats.org/drawingml/2006/main" noGrp="1"/>
          </p:cNvSpPr>
          <p:nvPr/>
        </p:nvSpPr>
        <p:spPr>
          <a:xfrm xmlns:a="http://schemas.openxmlformats.org/drawingml/2006/main">
            <a:off x="8001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957"/>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Public offers and recommendations</a:t>
            </a:r>
          </a:p>
        </p:txBody>
      </p:sp>
      <p:sp>
        <p:nvSpPr>
          <p:cNvPr id="10" name="">
            <a:extLst xmlns:a="http://schemas.openxmlformats.org/drawingml/2006/main">
              <a:ext uri="{FF2B5EF4-FFF2-40B4-BE49-F238E27FC236}">
                <a16:creationId xmlns:a16="http://schemas.microsoft.com/office/drawing/2014/main" id="{AC03B752-333B-43BE-BFDA-E1BBA9BAA532}"/>
              </a:ext>
            </a:extLst>
          </p:cNvPr>
          <p:cNvSpPr>
            <a:spLocks xmlns:a="http://schemas.openxmlformats.org/drawingml/2006/main" noGrp="1"/>
          </p:cNvSpPr>
          <p:nvPr/>
        </p:nvSpPr>
        <p:spPr>
          <a:xfrm xmlns:a="http://schemas.openxmlformats.org/drawingml/2006/main">
            <a:off x="2133600"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1" name="">
            <a:extLst xmlns:a="http://schemas.openxmlformats.org/drawingml/2006/main">
              <a:ext uri="{FF2B5EF4-FFF2-40B4-BE49-F238E27FC236}">
                <a16:creationId xmlns:a16="http://schemas.microsoft.com/office/drawing/2014/main" id="{2DD91984-A8D6-4688-989B-C140CEFFD5E2}"/>
              </a:ext>
            </a:extLst>
          </p:cNvPr>
          <p:cNvSpPr>
            <a:spLocks xmlns:a="http://schemas.openxmlformats.org/drawingml/2006/main" noGrp="1"/>
          </p:cNvSpPr>
          <p:nvPr/>
        </p:nvSpPr>
        <p:spPr>
          <a:xfrm xmlns:a="http://schemas.openxmlformats.org/drawingml/2006/main">
            <a:off x="2428875"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4FA7FF"/>
            </a:solidFill>
            <a:prstDash val="solid"/>
          </a:ln>
        </p:spPr>
      </p:sp>
      <p:sp>
        <p:nvSpPr>
          <p:cNvPr id="12" name="">
            <a:extLst xmlns:a="http://schemas.openxmlformats.org/drawingml/2006/main">
              <a:ext uri="{FF2B5EF4-FFF2-40B4-BE49-F238E27FC236}">
                <a16:creationId xmlns:a16="http://schemas.microsoft.com/office/drawing/2014/main" id="{4DFB9E73-F47F-4A52-8F04-070CD08C0140}"/>
              </a:ext>
            </a:extLst>
          </p:cNvPr>
          <p:cNvSpPr>
            <a:spLocks xmlns:a="http://schemas.openxmlformats.org/drawingml/2006/main" noGrp="1"/>
          </p:cNvSpPr>
          <p:nvPr/>
        </p:nvSpPr>
        <p:spPr>
          <a:xfrm xmlns:a="http://schemas.openxmlformats.org/drawingml/2006/main">
            <a:off x="26193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4FA7FF"/>
                </a:solidFill>
                <a:latin typeface="Ubuntu Sans"/>
                <a:ea typeface="Ubuntu Sans"/>
                <a:cs typeface="Ubuntu Sans"/>
              </a:defRPr>
            </a:defPPr>
            <a:lvl1pPr algn="l">
              <a:defRPr sz="1275" b="1">
                <a:solidFill>
                  <a:srgbClr val="4FA7FF"/>
                </a:solidFill>
                <a:latin typeface="Ubuntu Sans"/>
                <a:ea typeface="Ubuntu Sans"/>
                <a:cs typeface="Ubuntu Sans"/>
              </a:defRPr>
            </a:lvl1pPr>
            <a:lvl2pPr algn="l">
              <a:defRPr sz="1275" b="1">
                <a:solidFill>
                  <a:srgbClr val="4FA7FF"/>
                </a:solidFill>
                <a:latin typeface="Ubuntu Sans"/>
                <a:ea typeface="Ubuntu Sans"/>
                <a:cs typeface="Ubuntu Sans"/>
              </a:defRPr>
            </a:lvl2pPr>
            <a:lvl3pPr algn="l">
              <a:defRPr sz="1275" b="1">
                <a:solidFill>
                  <a:srgbClr val="4FA7FF"/>
                </a:solidFill>
                <a:latin typeface="Ubuntu Sans"/>
                <a:ea typeface="Ubuntu Sans"/>
                <a:cs typeface="Ubuntu Sans"/>
              </a:defRPr>
            </a:lvl3pPr>
            <a:lvl4pPr algn="l">
              <a:defRPr sz="1275" b="1">
                <a:solidFill>
                  <a:srgbClr val="4FA7FF"/>
                </a:solidFill>
                <a:latin typeface="Ubuntu Sans"/>
                <a:ea typeface="Ubuntu Sans"/>
                <a:cs typeface="Ubuntu Sans"/>
              </a:defRPr>
            </a:lvl4pPr>
            <a:lvl5pPr algn="l">
              <a:defRPr sz="1275" b="1">
                <a:solidFill>
                  <a:srgbClr val="4FA7FF"/>
                </a:solidFill>
                <a:latin typeface="Ubuntu Sans"/>
                <a:ea typeface="Ubuntu Sans"/>
                <a:cs typeface="Ubuntu Sans"/>
              </a:defRPr>
            </a:lvl5pPr>
            <a:lvl6pPr algn="l">
              <a:defRPr sz="1275" b="1">
                <a:solidFill>
                  <a:srgbClr val="4FA7FF"/>
                </a:solidFill>
                <a:latin typeface="Ubuntu Sans"/>
                <a:ea typeface="Ubuntu Sans"/>
                <a:cs typeface="Ubuntu Sans"/>
              </a:defRPr>
            </a:lvl6pPr>
            <a:lvl7pPr algn="l">
              <a:defRPr sz="1275" b="1">
                <a:solidFill>
                  <a:srgbClr val="4FA7FF"/>
                </a:solidFill>
                <a:latin typeface="Ubuntu Sans"/>
                <a:ea typeface="Ubuntu Sans"/>
                <a:cs typeface="Ubuntu Sans"/>
              </a:defRPr>
            </a:lvl7pPr>
            <a:lvl8pPr algn="l">
              <a:defRPr sz="1275" b="1">
                <a:solidFill>
                  <a:srgbClr val="4FA7FF"/>
                </a:solidFill>
                <a:latin typeface="Ubuntu Sans"/>
                <a:ea typeface="Ubuntu Sans"/>
                <a:cs typeface="Ubuntu Sans"/>
              </a:defRPr>
            </a:lvl8pPr>
            <a:lvl9pPr algn="l">
              <a:defRPr sz="1275" b="1">
                <a:solidFill>
                  <a:srgbClr val="4FA7FF"/>
                </a:solidFill>
                <a:latin typeface="Ubuntu Sans"/>
                <a:ea typeface="Ubuntu Sans"/>
                <a:cs typeface="Ubuntu Sans"/>
              </a:defRPr>
            </a:lvl9pPr>
          </a:lstStyle>
          <a:p xmlns:a="http://schemas.openxmlformats.org/drawingml/2006/main">
            <a:pPr algn="l">
              <a:defRPr sz="1275" b="1">
                <a:solidFill>
                  <a:srgbClr val="4FA7FF"/>
                </a:solidFill>
                <a:latin typeface="Ubuntu Sans"/>
                <a:ea typeface="Ubuntu Sans"/>
                <a:cs typeface="Ubuntu Sans"/>
              </a:defRPr>
            </a:pPr>
            <a:r>
              <a:rPr sz="1275" b="1">
                <a:solidFill>
                  <a:srgbClr val="4FA7FF"/>
                </a:solidFill>
                <a:latin typeface="Ubuntu Sans"/>
                <a:ea typeface="Ubuntu Sans"/>
                <a:cs typeface="Ubuntu Sans"/>
              </a:rPr>
              <a:t>02</a:t>
            </a:r>
          </a:p>
        </p:txBody>
      </p:sp>
      <p:sp>
        <p:nvSpPr>
          <p:cNvPr id="13" name="">
            <a:extLst xmlns:a="http://schemas.openxmlformats.org/drawingml/2006/main">
              <a:ext uri="{FF2B5EF4-FFF2-40B4-BE49-F238E27FC236}">
                <a16:creationId xmlns:a16="http://schemas.microsoft.com/office/drawing/2014/main" id="{8D562FD3-6C22-4ECA-8818-2E969EBBFD82}"/>
              </a:ext>
            </a:extLst>
          </p:cNvPr>
          <p:cNvSpPr>
            <a:spLocks xmlns:a="http://schemas.openxmlformats.org/drawingml/2006/main" noGrp="1"/>
          </p:cNvSpPr>
          <p:nvPr/>
        </p:nvSpPr>
        <p:spPr>
          <a:xfrm xmlns:a="http://schemas.openxmlformats.org/drawingml/2006/main">
            <a:off x="26193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Apply</a:t>
            </a:r>
          </a:p>
        </p:txBody>
      </p:sp>
      <p:sp>
        <p:nvSpPr>
          <p:cNvPr id="14" name="">
            <a:extLst xmlns:a="http://schemas.openxmlformats.org/drawingml/2006/main">
              <a:ext uri="{FF2B5EF4-FFF2-40B4-BE49-F238E27FC236}">
                <a16:creationId xmlns:a16="http://schemas.microsoft.com/office/drawing/2014/main" id="{50BB2AE2-7B6C-4F9C-9B77-012FFD3293AF}"/>
              </a:ext>
            </a:extLst>
          </p:cNvPr>
          <p:cNvSpPr>
            <a:spLocks xmlns:a="http://schemas.openxmlformats.org/drawingml/2006/main" noGrp="1"/>
          </p:cNvSpPr>
          <p:nvPr/>
        </p:nvSpPr>
        <p:spPr>
          <a:xfrm xmlns:a="http://schemas.openxmlformats.org/drawingml/2006/main">
            <a:off x="26193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Validated profile and CV snapshot</a:t>
            </a:r>
          </a:p>
        </p:txBody>
      </p:sp>
      <p:sp>
        <p:nvSpPr>
          <p:cNvPr id="15" name="">
            <a:extLst xmlns:a="http://schemas.openxmlformats.org/drawingml/2006/main">
              <a:ext uri="{FF2B5EF4-FFF2-40B4-BE49-F238E27FC236}">
                <a16:creationId xmlns:a16="http://schemas.microsoft.com/office/drawing/2014/main" id="{CCE89FC1-386E-4705-BE50-F9C0DE0EB048}"/>
              </a:ext>
            </a:extLst>
          </p:cNvPr>
          <p:cNvSpPr>
            <a:spLocks xmlns:a="http://schemas.openxmlformats.org/drawingml/2006/main" noGrp="1"/>
          </p:cNvSpPr>
          <p:nvPr/>
        </p:nvSpPr>
        <p:spPr>
          <a:xfrm xmlns:a="http://schemas.openxmlformats.org/drawingml/2006/main">
            <a:off x="3952875"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6" name="">
            <a:extLst xmlns:a="http://schemas.openxmlformats.org/drawingml/2006/main">
              <a:ext uri="{FF2B5EF4-FFF2-40B4-BE49-F238E27FC236}">
                <a16:creationId xmlns:a16="http://schemas.microsoft.com/office/drawing/2014/main" id="{DD149C49-1C77-4330-8255-B7176E0F5FDF}"/>
              </a:ext>
            </a:extLst>
          </p:cNvPr>
          <p:cNvSpPr>
            <a:spLocks xmlns:a="http://schemas.openxmlformats.org/drawingml/2006/main" noGrp="1"/>
          </p:cNvSpPr>
          <p:nvPr/>
        </p:nvSpPr>
        <p:spPr>
          <a:xfrm xmlns:a="http://schemas.openxmlformats.org/drawingml/2006/main">
            <a:off x="4248150"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8A7CFF"/>
            </a:solidFill>
            <a:prstDash val="solid"/>
          </a:ln>
        </p:spPr>
      </p:sp>
      <p:sp>
        <p:nvSpPr>
          <p:cNvPr id="17" name="">
            <a:extLst xmlns:a="http://schemas.openxmlformats.org/drawingml/2006/main">
              <a:ext uri="{FF2B5EF4-FFF2-40B4-BE49-F238E27FC236}">
                <a16:creationId xmlns:a16="http://schemas.microsoft.com/office/drawing/2014/main" id="{DAD26F06-A90E-4561-BEE8-3A9263183933}"/>
              </a:ext>
            </a:extLst>
          </p:cNvPr>
          <p:cNvSpPr>
            <a:spLocks xmlns:a="http://schemas.openxmlformats.org/drawingml/2006/main" noGrp="1"/>
          </p:cNvSpPr>
          <p:nvPr/>
        </p:nvSpPr>
        <p:spPr>
          <a:xfrm xmlns:a="http://schemas.openxmlformats.org/drawingml/2006/main">
            <a:off x="443865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8A7CFF"/>
                </a:solidFill>
                <a:latin typeface="Ubuntu Sans"/>
                <a:ea typeface="Ubuntu Sans"/>
                <a:cs typeface="Ubuntu Sans"/>
              </a:defRPr>
            </a:defPPr>
            <a:lvl1pPr algn="l">
              <a:defRPr sz="1275" b="1">
                <a:solidFill>
                  <a:srgbClr val="8A7CFF"/>
                </a:solidFill>
                <a:latin typeface="Ubuntu Sans"/>
                <a:ea typeface="Ubuntu Sans"/>
                <a:cs typeface="Ubuntu Sans"/>
              </a:defRPr>
            </a:lvl1pPr>
            <a:lvl2pPr algn="l">
              <a:defRPr sz="1275" b="1">
                <a:solidFill>
                  <a:srgbClr val="8A7CFF"/>
                </a:solidFill>
                <a:latin typeface="Ubuntu Sans"/>
                <a:ea typeface="Ubuntu Sans"/>
                <a:cs typeface="Ubuntu Sans"/>
              </a:defRPr>
            </a:lvl2pPr>
            <a:lvl3pPr algn="l">
              <a:defRPr sz="1275" b="1">
                <a:solidFill>
                  <a:srgbClr val="8A7CFF"/>
                </a:solidFill>
                <a:latin typeface="Ubuntu Sans"/>
                <a:ea typeface="Ubuntu Sans"/>
                <a:cs typeface="Ubuntu Sans"/>
              </a:defRPr>
            </a:lvl3pPr>
            <a:lvl4pPr algn="l">
              <a:defRPr sz="1275" b="1">
                <a:solidFill>
                  <a:srgbClr val="8A7CFF"/>
                </a:solidFill>
                <a:latin typeface="Ubuntu Sans"/>
                <a:ea typeface="Ubuntu Sans"/>
                <a:cs typeface="Ubuntu Sans"/>
              </a:defRPr>
            </a:lvl4pPr>
            <a:lvl5pPr algn="l">
              <a:defRPr sz="1275" b="1">
                <a:solidFill>
                  <a:srgbClr val="8A7CFF"/>
                </a:solidFill>
                <a:latin typeface="Ubuntu Sans"/>
                <a:ea typeface="Ubuntu Sans"/>
                <a:cs typeface="Ubuntu Sans"/>
              </a:defRPr>
            </a:lvl5pPr>
            <a:lvl6pPr algn="l">
              <a:defRPr sz="1275" b="1">
                <a:solidFill>
                  <a:srgbClr val="8A7CFF"/>
                </a:solidFill>
                <a:latin typeface="Ubuntu Sans"/>
                <a:ea typeface="Ubuntu Sans"/>
                <a:cs typeface="Ubuntu Sans"/>
              </a:defRPr>
            </a:lvl6pPr>
            <a:lvl7pPr algn="l">
              <a:defRPr sz="1275" b="1">
                <a:solidFill>
                  <a:srgbClr val="8A7CFF"/>
                </a:solidFill>
                <a:latin typeface="Ubuntu Sans"/>
                <a:ea typeface="Ubuntu Sans"/>
                <a:cs typeface="Ubuntu Sans"/>
              </a:defRPr>
            </a:lvl7pPr>
            <a:lvl8pPr algn="l">
              <a:defRPr sz="1275" b="1">
                <a:solidFill>
                  <a:srgbClr val="8A7CFF"/>
                </a:solidFill>
                <a:latin typeface="Ubuntu Sans"/>
                <a:ea typeface="Ubuntu Sans"/>
                <a:cs typeface="Ubuntu Sans"/>
              </a:defRPr>
            </a:lvl8pPr>
            <a:lvl9pPr algn="l">
              <a:defRPr sz="1275" b="1">
                <a:solidFill>
                  <a:srgbClr val="8A7CFF"/>
                </a:solidFill>
                <a:latin typeface="Ubuntu Sans"/>
                <a:ea typeface="Ubuntu Sans"/>
                <a:cs typeface="Ubuntu Sans"/>
              </a:defRPr>
            </a:lvl9pPr>
          </a:lstStyle>
          <a:p xmlns:a="http://schemas.openxmlformats.org/drawingml/2006/main">
            <a:pPr algn="l">
              <a:defRPr sz="1275" b="1">
                <a:solidFill>
                  <a:srgbClr val="8A7CFF"/>
                </a:solidFill>
                <a:latin typeface="Ubuntu Sans"/>
                <a:ea typeface="Ubuntu Sans"/>
                <a:cs typeface="Ubuntu Sans"/>
              </a:defRPr>
            </a:pPr>
            <a:r>
              <a:rPr sz="1275" b="1">
                <a:solidFill>
                  <a:srgbClr val="8A7CFF"/>
                </a:solidFill>
                <a:latin typeface="Ubuntu Sans"/>
                <a:ea typeface="Ubuntu Sans"/>
                <a:cs typeface="Ubuntu Sans"/>
              </a:rPr>
              <a:t>03</a:t>
            </a:r>
          </a:p>
        </p:txBody>
      </p:sp>
      <p:sp>
        <p:nvSpPr>
          <p:cNvPr id="18" name="">
            <a:extLst xmlns:a="http://schemas.openxmlformats.org/drawingml/2006/main">
              <a:ext uri="{FF2B5EF4-FFF2-40B4-BE49-F238E27FC236}">
                <a16:creationId xmlns:a16="http://schemas.microsoft.com/office/drawing/2014/main" id="{51701707-EA3A-40D6-9443-7AC2B524351A}"/>
              </a:ext>
            </a:extLst>
          </p:cNvPr>
          <p:cNvSpPr>
            <a:spLocks xmlns:a="http://schemas.openxmlformats.org/drawingml/2006/main" noGrp="1"/>
          </p:cNvSpPr>
          <p:nvPr/>
        </p:nvSpPr>
        <p:spPr>
          <a:xfrm xmlns:a="http://schemas.openxmlformats.org/drawingml/2006/main">
            <a:off x="443865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Screen</a:t>
            </a:r>
          </a:p>
        </p:txBody>
      </p:sp>
      <p:sp>
        <p:nvSpPr>
          <p:cNvPr id="19" name="">
            <a:extLst xmlns:a="http://schemas.openxmlformats.org/drawingml/2006/main">
              <a:ext uri="{FF2B5EF4-FFF2-40B4-BE49-F238E27FC236}">
                <a16:creationId xmlns:a16="http://schemas.microsoft.com/office/drawing/2014/main" id="{A335AA83-DF62-44EB-8FC3-59EEFBD762E7}"/>
              </a:ext>
            </a:extLst>
          </p:cNvPr>
          <p:cNvSpPr>
            <a:spLocks xmlns:a="http://schemas.openxmlformats.org/drawingml/2006/main" noGrp="1"/>
          </p:cNvSpPr>
          <p:nvPr/>
        </p:nvSpPr>
        <p:spPr>
          <a:xfrm xmlns:a="http://schemas.openxmlformats.org/drawingml/2006/main">
            <a:off x="443865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Durable AI job adds context</a:t>
            </a:r>
          </a:p>
        </p:txBody>
      </p:sp>
      <p:sp>
        <p:nvSpPr>
          <p:cNvPr id="20" name="">
            <a:extLst xmlns:a="http://schemas.openxmlformats.org/drawingml/2006/main">
              <a:ext uri="{FF2B5EF4-FFF2-40B4-BE49-F238E27FC236}">
                <a16:creationId xmlns:a16="http://schemas.microsoft.com/office/drawing/2014/main" id="{28358626-E1C1-4CF4-93DA-6F81612C6199}"/>
              </a:ext>
            </a:extLst>
          </p:cNvPr>
          <p:cNvSpPr>
            <a:spLocks xmlns:a="http://schemas.openxmlformats.org/drawingml/2006/main" noGrp="1"/>
          </p:cNvSpPr>
          <p:nvPr/>
        </p:nvSpPr>
        <p:spPr>
          <a:xfrm xmlns:a="http://schemas.openxmlformats.org/drawingml/2006/main">
            <a:off x="5772150"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1" name="">
            <a:extLst xmlns:a="http://schemas.openxmlformats.org/drawingml/2006/main">
              <a:ext uri="{FF2B5EF4-FFF2-40B4-BE49-F238E27FC236}">
                <a16:creationId xmlns:a16="http://schemas.microsoft.com/office/drawing/2014/main" id="{BA105906-1FE4-48E0-BD17-06A3164B76D3}"/>
              </a:ext>
            </a:extLst>
          </p:cNvPr>
          <p:cNvSpPr>
            <a:spLocks xmlns:a="http://schemas.openxmlformats.org/drawingml/2006/main" noGrp="1"/>
          </p:cNvSpPr>
          <p:nvPr/>
        </p:nvSpPr>
        <p:spPr>
          <a:xfrm xmlns:a="http://schemas.openxmlformats.org/drawingml/2006/main">
            <a:off x="6067425"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FFCA6A"/>
            </a:solidFill>
            <a:prstDash val="solid"/>
          </a:ln>
        </p:spPr>
      </p:sp>
      <p:sp>
        <p:nvSpPr>
          <p:cNvPr id="22" name="">
            <a:extLst xmlns:a="http://schemas.openxmlformats.org/drawingml/2006/main">
              <a:ext uri="{FF2B5EF4-FFF2-40B4-BE49-F238E27FC236}">
                <a16:creationId xmlns:a16="http://schemas.microsoft.com/office/drawing/2014/main" id="{89168F55-8A2F-4206-839A-266561BA4C44}"/>
              </a:ext>
            </a:extLst>
          </p:cNvPr>
          <p:cNvSpPr>
            <a:spLocks xmlns:a="http://schemas.openxmlformats.org/drawingml/2006/main" noGrp="1"/>
          </p:cNvSpPr>
          <p:nvPr/>
        </p:nvSpPr>
        <p:spPr>
          <a:xfrm xmlns:a="http://schemas.openxmlformats.org/drawingml/2006/main">
            <a:off x="625792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FFCA6A"/>
                </a:solidFill>
                <a:latin typeface="Ubuntu Sans"/>
                <a:ea typeface="Ubuntu Sans"/>
                <a:cs typeface="Ubuntu Sans"/>
              </a:defRPr>
            </a:defPPr>
            <a:lvl1pPr algn="l">
              <a:defRPr sz="1275" b="1">
                <a:solidFill>
                  <a:srgbClr val="FFCA6A"/>
                </a:solidFill>
                <a:latin typeface="Ubuntu Sans"/>
                <a:ea typeface="Ubuntu Sans"/>
                <a:cs typeface="Ubuntu Sans"/>
              </a:defRPr>
            </a:lvl1pPr>
            <a:lvl2pPr algn="l">
              <a:defRPr sz="1275" b="1">
                <a:solidFill>
                  <a:srgbClr val="FFCA6A"/>
                </a:solidFill>
                <a:latin typeface="Ubuntu Sans"/>
                <a:ea typeface="Ubuntu Sans"/>
                <a:cs typeface="Ubuntu Sans"/>
              </a:defRPr>
            </a:lvl2pPr>
            <a:lvl3pPr algn="l">
              <a:defRPr sz="1275" b="1">
                <a:solidFill>
                  <a:srgbClr val="FFCA6A"/>
                </a:solidFill>
                <a:latin typeface="Ubuntu Sans"/>
                <a:ea typeface="Ubuntu Sans"/>
                <a:cs typeface="Ubuntu Sans"/>
              </a:defRPr>
            </a:lvl3pPr>
            <a:lvl4pPr algn="l">
              <a:defRPr sz="1275" b="1">
                <a:solidFill>
                  <a:srgbClr val="FFCA6A"/>
                </a:solidFill>
                <a:latin typeface="Ubuntu Sans"/>
                <a:ea typeface="Ubuntu Sans"/>
                <a:cs typeface="Ubuntu Sans"/>
              </a:defRPr>
            </a:lvl4pPr>
            <a:lvl5pPr algn="l">
              <a:defRPr sz="1275" b="1">
                <a:solidFill>
                  <a:srgbClr val="FFCA6A"/>
                </a:solidFill>
                <a:latin typeface="Ubuntu Sans"/>
                <a:ea typeface="Ubuntu Sans"/>
                <a:cs typeface="Ubuntu Sans"/>
              </a:defRPr>
            </a:lvl5pPr>
            <a:lvl6pPr algn="l">
              <a:defRPr sz="1275" b="1">
                <a:solidFill>
                  <a:srgbClr val="FFCA6A"/>
                </a:solidFill>
                <a:latin typeface="Ubuntu Sans"/>
                <a:ea typeface="Ubuntu Sans"/>
                <a:cs typeface="Ubuntu Sans"/>
              </a:defRPr>
            </a:lvl6pPr>
            <a:lvl7pPr algn="l">
              <a:defRPr sz="1275" b="1">
                <a:solidFill>
                  <a:srgbClr val="FFCA6A"/>
                </a:solidFill>
                <a:latin typeface="Ubuntu Sans"/>
                <a:ea typeface="Ubuntu Sans"/>
                <a:cs typeface="Ubuntu Sans"/>
              </a:defRPr>
            </a:lvl7pPr>
            <a:lvl8pPr algn="l">
              <a:defRPr sz="1275" b="1">
                <a:solidFill>
                  <a:srgbClr val="FFCA6A"/>
                </a:solidFill>
                <a:latin typeface="Ubuntu Sans"/>
                <a:ea typeface="Ubuntu Sans"/>
                <a:cs typeface="Ubuntu Sans"/>
              </a:defRPr>
            </a:lvl8pPr>
            <a:lvl9pPr algn="l">
              <a:defRPr sz="1275" b="1">
                <a:solidFill>
                  <a:srgbClr val="FFCA6A"/>
                </a:solidFill>
                <a:latin typeface="Ubuntu Sans"/>
                <a:ea typeface="Ubuntu Sans"/>
                <a:cs typeface="Ubuntu Sans"/>
              </a:defRPr>
            </a:lvl9pPr>
          </a:lstStyle>
          <a:p xmlns:a="http://schemas.openxmlformats.org/drawingml/2006/main">
            <a:pPr algn="l">
              <a:defRPr sz="1275" b="1">
                <a:solidFill>
                  <a:srgbClr val="FFCA6A"/>
                </a:solidFill>
                <a:latin typeface="Ubuntu Sans"/>
                <a:ea typeface="Ubuntu Sans"/>
                <a:cs typeface="Ubuntu Sans"/>
              </a:defRPr>
            </a:pPr>
            <a:r>
              <a:rPr sz="1275" b="1">
                <a:solidFill>
                  <a:srgbClr val="FFCA6A"/>
                </a:solidFill>
                <a:latin typeface="Ubuntu Sans"/>
                <a:ea typeface="Ubuntu Sans"/>
                <a:cs typeface="Ubuntu Sans"/>
              </a:rPr>
              <a:t>04</a:t>
            </a:r>
          </a:p>
        </p:txBody>
      </p:sp>
      <p:sp>
        <p:nvSpPr>
          <p:cNvPr id="23" name="">
            <a:extLst xmlns:a="http://schemas.openxmlformats.org/drawingml/2006/main">
              <a:ext uri="{FF2B5EF4-FFF2-40B4-BE49-F238E27FC236}">
                <a16:creationId xmlns:a16="http://schemas.microsoft.com/office/drawing/2014/main" id="{988326F7-C416-44B2-96FB-29C0E1151FC7}"/>
              </a:ext>
            </a:extLst>
          </p:cNvPr>
          <p:cNvSpPr>
            <a:spLocks xmlns:a="http://schemas.openxmlformats.org/drawingml/2006/main" noGrp="1"/>
          </p:cNvSpPr>
          <p:nvPr/>
        </p:nvSpPr>
        <p:spPr>
          <a:xfrm xmlns:a="http://schemas.openxmlformats.org/drawingml/2006/main">
            <a:off x="625792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Review</a:t>
            </a:r>
          </a:p>
        </p:txBody>
      </p:sp>
      <p:sp>
        <p:nvSpPr>
          <p:cNvPr id="24" name="">
            <a:extLst xmlns:a="http://schemas.openxmlformats.org/drawingml/2006/main">
              <a:ext uri="{FF2B5EF4-FFF2-40B4-BE49-F238E27FC236}">
                <a16:creationId xmlns:a16="http://schemas.microsoft.com/office/drawing/2014/main" id="{D38B1225-5909-40F7-88D8-C8433A6A73A3}"/>
              </a:ext>
            </a:extLst>
          </p:cNvPr>
          <p:cNvSpPr>
            <a:spLocks xmlns:a="http://schemas.openxmlformats.org/drawingml/2006/main" noGrp="1"/>
          </p:cNvSpPr>
          <p:nvPr/>
        </p:nvSpPr>
        <p:spPr>
          <a:xfrm xmlns:a="http://schemas.openxmlformats.org/drawingml/2006/main">
            <a:off x="625792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Authorized company member</a:t>
            </a:r>
          </a:p>
        </p:txBody>
      </p:sp>
      <p:sp>
        <p:nvSpPr>
          <p:cNvPr id="25" name="">
            <a:extLst xmlns:a="http://schemas.openxmlformats.org/drawingml/2006/main">
              <a:ext uri="{FF2B5EF4-FFF2-40B4-BE49-F238E27FC236}">
                <a16:creationId xmlns:a16="http://schemas.microsoft.com/office/drawing/2014/main" id="{35DB020E-1696-43AF-AB23-1481208B66CE}"/>
              </a:ext>
            </a:extLst>
          </p:cNvPr>
          <p:cNvSpPr>
            <a:spLocks xmlns:a="http://schemas.openxmlformats.org/drawingml/2006/main" noGrp="1"/>
          </p:cNvSpPr>
          <p:nvPr/>
        </p:nvSpPr>
        <p:spPr>
          <a:xfrm xmlns:a="http://schemas.openxmlformats.org/drawingml/2006/main">
            <a:off x="7591425"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6" name="">
            <a:extLst xmlns:a="http://schemas.openxmlformats.org/drawingml/2006/main">
              <a:ext uri="{FF2B5EF4-FFF2-40B4-BE49-F238E27FC236}">
                <a16:creationId xmlns:a16="http://schemas.microsoft.com/office/drawing/2014/main" id="{77D83BA3-C561-4768-AC34-5A559D7C6604}"/>
              </a:ext>
            </a:extLst>
          </p:cNvPr>
          <p:cNvSpPr>
            <a:spLocks xmlns:a="http://schemas.openxmlformats.org/drawingml/2006/main" noGrp="1"/>
          </p:cNvSpPr>
          <p:nvPr/>
        </p:nvSpPr>
        <p:spPr>
          <a:xfrm xmlns:a="http://schemas.openxmlformats.org/drawingml/2006/main">
            <a:off x="7886700"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55D6A5"/>
            </a:solidFill>
            <a:prstDash val="solid"/>
          </a:ln>
        </p:spPr>
      </p:sp>
      <p:sp>
        <p:nvSpPr>
          <p:cNvPr id="27" name="">
            <a:extLst xmlns:a="http://schemas.openxmlformats.org/drawingml/2006/main">
              <a:ext uri="{FF2B5EF4-FFF2-40B4-BE49-F238E27FC236}">
                <a16:creationId xmlns:a16="http://schemas.microsoft.com/office/drawing/2014/main" id="{DC06D413-4AC2-46D1-9B11-D3EE511A3970}"/>
              </a:ext>
            </a:extLst>
          </p:cNvPr>
          <p:cNvSpPr>
            <a:spLocks xmlns:a="http://schemas.openxmlformats.org/drawingml/2006/main" noGrp="1"/>
          </p:cNvSpPr>
          <p:nvPr/>
        </p:nvSpPr>
        <p:spPr>
          <a:xfrm xmlns:a="http://schemas.openxmlformats.org/drawingml/2006/main">
            <a:off x="80772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55D6A5"/>
                </a:solidFill>
                <a:latin typeface="Ubuntu Sans"/>
                <a:ea typeface="Ubuntu Sans"/>
                <a:cs typeface="Ubuntu Sans"/>
              </a:defRPr>
            </a:defPPr>
            <a:lvl1pPr algn="l">
              <a:defRPr sz="1275" b="1">
                <a:solidFill>
                  <a:srgbClr val="55D6A5"/>
                </a:solidFill>
                <a:latin typeface="Ubuntu Sans"/>
                <a:ea typeface="Ubuntu Sans"/>
                <a:cs typeface="Ubuntu Sans"/>
              </a:defRPr>
            </a:lvl1pPr>
            <a:lvl2pPr algn="l">
              <a:defRPr sz="1275" b="1">
                <a:solidFill>
                  <a:srgbClr val="55D6A5"/>
                </a:solidFill>
                <a:latin typeface="Ubuntu Sans"/>
                <a:ea typeface="Ubuntu Sans"/>
                <a:cs typeface="Ubuntu Sans"/>
              </a:defRPr>
            </a:lvl2pPr>
            <a:lvl3pPr algn="l">
              <a:defRPr sz="1275" b="1">
                <a:solidFill>
                  <a:srgbClr val="55D6A5"/>
                </a:solidFill>
                <a:latin typeface="Ubuntu Sans"/>
                <a:ea typeface="Ubuntu Sans"/>
                <a:cs typeface="Ubuntu Sans"/>
              </a:defRPr>
            </a:lvl3pPr>
            <a:lvl4pPr algn="l">
              <a:defRPr sz="1275" b="1">
                <a:solidFill>
                  <a:srgbClr val="55D6A5"/>
                </a:solidFill>
                <a:latin typeface="Ubuntu Sans"/>
                <a:ea typeface="Ubuntu Sans"/>
                <a:cs typeface="Ubuntu Sans"/>
              </a:defRPr>
            </a:lvl4pPr>
            <a:lvl5pPr algn="l">
              <a:defRPr sz="1275" b="1">
                <a:solidFill>
                  <a:srgbClr val="55D6A5"/>
                </a:solidFill>
                <a:latin typeface="Ubuntu Sans"/>
                <a:ea typeface="Ubuntu Sans"/>
                <a:cs typeface="Ubuntu Sans"/>
              </a:defRPr>
            </a:lvl5pPr>
            <a:lvl6pPr algn="l">
              <a:defRPr sz="1275" b="1">
                <a:solidFill>
                  <a:srgbClr val="55D6A5"/>
                </a:solidFill>
                <a:latin typeface="Ubuntu Sans"/>
                <a:ea typeface="Ubuntu Sans"/>
                <a:cs typeface="Ubuntu Sans"/>
              </a:defRPr>
            </a:lvl6pPr>
            <a:lvl7pPr algn="l">
              <a:defRPr sz="1275" b="1">
                <a:solidFill>
                  <a:srgbClr val="55D6A5"/>
                </a:solidFill>
                <a:latin typeface="Ubuntu Sans"/>
                <a:ea typeface="Ubuntu Sans"/>
                <a:cs typeface="Ubuntu Sans"/>
              </a:defRPr>
            </a:lvl7pPr>
            <a:lvl8pPr algn="l">
              <a:defRPr sz="1275" b="1">
                <a:solidFill>
                  <a:srgbClr val="55D6A5"/>
                </a:solidFill>
                <a:latin typeface="Ubuntu Sans"/>
                <a:ea typeface="Ubuntu Sans"/>
                <a:cs typeface="Ubuntu Sans"/>
              </a:defRPr>
            </a:lvl8pPr>
            <a:lvl9pPr algn="l">
              <a:defRPr sz="1275" b="1">
                <a:solidFill>
                  <a:srgbClr val="55D6A5"/>
                </a:solidFill>
                <a:latin typeface="Ubuntu Sans"/>
                <a:ea typeface="Ubuntu Sans"/>
                <a:cs typeface="Ubuntu Sans"/>
              </a:defRPr>
            </a:lvl9pPr>
          </a:lstStyle>
          <a:p xmlns:a="http://schemas.openxmlformats.org/drawingml/2006/main">
            <a:pPr algn="l">
              <a:defRPr sz="1275" b="1">
                <a:solidFill>
                  <a:srgbClr val="55D6A5"/>
                </a:solidFill>
                <a:latin typeface="Ubuntu Sans"/>
                <a:ea typeface="Ubuntu Sans"/>
                <a:cs typeface="Ubuntu Sans"/>
              </a:defRPr>
            </a:pPr>
            <a:r>
              <a:rPr sz="1275" b="1">
                <a:solidFill>
                  <a:srgbClr val="55D6A5"/>
                </a:solidFill>
                <a:latin typeface="Ubuntu Sans"/>
                <a:ea typeface="Ubuntu Sans"/>
                <a:cs typeface="Ubuntu Sans"/>
              </a:rPr>
              <a:t>05</a:t>
            </a:r>
          </a:p>
        </p:txBody>
      </p:sp>
      <p:sp>
        <p:nvSpPr>
          <p:cNvPr id="28" name="">
            <a:extLst xmlns:a="http://schemas.openxmlformats.org/drawingml/2006/main">
              <a:ext uri="{FF2B5EF4-FFF2-40B4-BE49-F238E27FC236}">
                <a16:creationId xmlns:a16="http://schemas.microsoft.com/office/drawing/2014/main" id="{F2F20F3E-43E0-47D2-BBBE-869044C92CE0}"/>
              </a:ext>
            </a:extLst>
          </p:cNvPr>
          <p:cNvSpPr>
            <a:spLocks xmlns:a="http://schemas.openxmlformats.org/drawingml/2006/main" noGrp="1"/>
          </p:cNvSpPr>
          <p:nvPr/>
        </p:nvSpPr>
        <p:spPr>
          <a:xfrm xmlns:a="http://schemas.openxmlformats.org/drawingml/2006/main">
            <a:off x="80772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Interview</a:t>
            </a:r>
          </a:p>
        </p:txBody>
      </p:sp>
      <p:sp>
        <p:nvSpPr>
          <p:cNvPr id="29" name="">
            <a:extLst xmlns:a="http://schemas.openxmlformats.org/drawingml/2006/main">
              <a:ext uri="{FF2B5EF4-FFF2-40B4-BE49-F238E27FC236}">
                <a16:creationId xmlns:a16="http://schemas.microsoft.com/office/drawing/2014/main" id="{90C1D69F-102A-4672-8784-A51EEAE47F12}"/>
              </a:ext>
            </a:extLst>
          </p:cNvPr>
          <p:cNvSpPr>
            <a:spLocks xmlns:a="http://schemas.openxmlformats.org/drawingml/2006/main" noGrp="1"/>
          </p:cNvSpPr>
          <p:nvPr/>
        </p:nvSpPr>
        <p:spPr>
          <a:xfrm xmlns:a="http://schemas.openxmlformats.org/drawingml/2006/main">
            <a:off x="80772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Scheduling and feedback</a:t>
            </a:r>
          </a:p>
        </p:txBody>
      </p:sp>
      <p:sp>
        <p:nvSpPr>
          <p:cNvPr id="30" name="">
            <a:extLst xmlns:a="http://schemas.openxmlformats.org/drawingml/2006/main">
              <a:ext uri="{FF2B5EF4-FFF2-40B4-BE49-F238E27FC236}">
                <a16:creationId xmlns:a16="http://schemas.microsoft.com/office/drawing/2014/main" id="{25C54FCF-6462-4530-B6C0-C56DF52E71D4}"/>
              </a:ext>
            </a:extLst>
          </p:cNvPr>
          <p:cNvSpPr>
            <a:spLocks xmlns:a="http://schemas.openxmlformats.org/drawingml/2006/main" noGrp="1"/>
          </p:cNvSpPr>
          <p:nvPr/>
        </p:nvSpPr>
        <p:spPr>
          <a:xfrm xmlns:a="http://schemas.openxmlformats.org/drawingml/2006/main">
            <a:off x="9410700"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1" name="">
            <a:extLst xmlns:a="http://schemas.openxmlformats.org/drawingml/2006/main">
              <a:ext uri="{FF2B5EF4-FFF2-40B4-BE49-F238E27FC236}">
                <a16:creationId xmlns:a16="http://schemas.microsoft.com/office/drawing/2014/main" id="{D04C3273-C45A-468B-AC6B-A16649E39664}"/>
              </a:ext>
            </a:extLst>
          </p:cNvPr>
          <p:cNvSpPr>
            <a:spLocks xmlns:a="http://schemas.openxmlformats.org/drawingml/2006/main" noGrp="1"/>
          </p:cNvSpPr>
          <p:nvPr/>
        </p:nvSpPr>
        <p:spPr>
          <a:xfrm xmlns:a="http://schemas.openxmlformats.org/drawingml/2006/main">
            <a:off x="9705975"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FF7B8A"/>
            </a:solidFill>
            <a:prstDash val="solid"/>
          </a:ln>
        </p:spPr>
      </p:sp>
      <p:sp>
        <p:nvSpPr>
          <p:cNvPr id="32" name="">
            <a:extLst xmlns:a="http://schemas.openxmlformats.org/drawingml/2006/main">
              <a:ext uri="{FF2B5EF4-FFF2-40B4-BE49-F238E27FC236}">
                <a16:creationId xmlns:a16="http://schemas.microsoft.com/office/drawing/2014/main" id="{CACC14FB-00A5-485E-AECA-252F3C76C1FA}"/>
              </a:ext>
            </a:extLst>
          </p:cNvPr>
          <p:cNvSpPr>
            <a:spLocks xmlns:a="http://schemas.openxmlformats.org/drawingml/2006/main" noGrp="1"/>
          </p:cNvSpPr>
          <p:nvPr/>
        </p:nvSpPr>
        <p:spPr>
          <a:xfrm xmlns:a="http://schemas.openxmlformats.org/drawingml/2006/main">
            <a:off x="98964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FF7B8A"/>
                </a:solidFill>
                <a:latin typeface="Ubuntu Sans"/>
                <a:ea typeface="Ubuntu Sans"/>
                <a:cs typeface="Ubuntu Sans"/>
              </a:defRPr>
            </a:defPPr>
            <a:lvl1pPr algn="l">
              <a:defRPr sz="1275" b="1">
                <a:solidFill>
                  <a:srgbClr val="FF7B8A"/>
                </a:solidFill>
                <a:latin typeface="Ubuntu Sans"/>
                <a:ea typeface="Ubuntu Sans"/>
                <a:cs typeface="Ubuntu Sans"/>
              </a:defRPr>
            </a:lvl1pPr>
            <a:lvl2pPr algn="l">
              <a:defRPr sz="1275" b="1">
                <a:solidFill>
                  <a:srgbClr val="FF7B8A"/>
                </a:solidFill>
                <a:latin typeface="Ubuntu Sans"/>
                <a:ea typeface="Ubuntu Sans"/>
                <a:cs typeface="Ubuntu Sans"/>
              </a:defRPr>
            </a:lvl2pPr>
            <a:lvl3pPr algn="l">
              <a:defRPr sz="1275" b="1">
                <a:solidFill>
                  <a:srgbClr val="FF7B8A"/>
                </a:solidFill>
                <a:latin typeface="Ubuntu Sans"/>
                <a:ea typeface="Ubuntu Sans"/>
                <a:cs typeface="Ubuntu Sans"/>
              </a:defRPr>
            </a:lvl3pPr>
            <a:lvl4pPr algn="l">
              <a:defRPr sz="1275" b="1">
                <a:solidFill>
                  <a:srgbClr val="FF7B8A"/>
                </a:solidFill>
                <a:latin typeface="Ubuntu Sans"/>
                <a:ea typeface="Ubuntu Sans"/>
                <a:cs typeface="Ubuntu Sans"/>
              </a:defRPr>
            </a:lvl4pPr>
            <a:lvl5pPr algn="l">
              <a:defRPr sz="1275" b="1">
                <a:solidFill>
                  <a:srgbClr val="FF7B8A"/>
                </a:solidFill>
                <a:latin typeface="Ubuntu Sans"/>
                <a:ea typeface="Ubuntu Sans"/>
                <a:cs typeface="Ubuntu Sans"/>
              </a:defRPr>
            </a:lvl5pPr>
            <a:lvl6pPr algn="l">
              <a:defRPr sz="1275" b="1">
                <a:solidFill>
                  <a:srgbClr val="FF7B8A"/>
                </a:solidFill>
                <a:latin typeface="Ubuntu Sans"/>
                <a:ea typeface="Ubuntu Sans"/>
                <a:cs typeface="Ubuntu Sans"/>
              </a:defRPr>
            </a:lvl6pPr>
            <a:lvl7pPr algn="l">
              <a:defRPr sz="1275" b="1">
                <a:solidFill>
                  <a:srgbClr val="FF7B8A"/>
                </a:solidFill>
                <a:latin typeface="Ubuntu Sans"/>
                <a:ea typeface="Ubuntu Sans"/>
                <a:cs typeface="Ubuntu Sans"/>
              </a:defRPr>
            </a:lvl7pPr>
            <a:lvl8pPr algn="l">
              <a:defRPr sz="1275" b="1">
                <a:solidFill>
                  <a:srgbClr val="FF7B8A"/>
                </a:solidFill>
                <a:latin typeface="Ubuntu Sans"/>
                <a:ea typeface="Ubuntu Sans"/>
                <a:cs typeface="Ubuntu Sans"/>
              </a:defRPr>
            </a:lvl8pPr>
            <a:lvl9pPr algn="l">
              <a:defRPr sz="1275" b="1">
                <a:solidFill>
                  <a:srgbClr val="FF7B8A"/>
                </a:solidFill>
                <a:latin typeface="Ubuntu Sans"/>
                <a:ea typeface="Ubuntu Sans"/>
                <a:cs typeface="Ubuntu Sans"/>
              </a:defRPr>
            </a:lvl9pPr>
          </a:lstStyle>
          <a:p xmlns:a="http://schemas.openxmlformats.org/drawingml/2006/main">
            <a:pPr algn="l">
              <a:defRPr sz="1275" b="1">
                <a:solidFill>
                  <a:srgbClr val="FF7B8A"/>
                </a:solidFill>
                <a:latin typeface="Ubuntu Sans"/>
                <a:ea typeface="Ubuntu Sans"/>
                <a:cs typeface="Ubuntu Sans"/>
              </a:defRPr>
            </a:pPr>
            <a:r>
              <a:rPr sz="1275" b="1">
                <a:solidFill>
                  <a:srgbClr val="FF7B8A"/>
                </a:solidFill>
                <a:latin typeface="Ubuntu Sans"/>
                <a:ea typeface="Ubuntu Sans"/>
                <a:cs typeface="Ubuntu Sans"/>
              </a:rPr>
              <a:t>06</a:t>
            </a:r>
          </a:p>
        </p:txBody>
      </p:sp>
      <p:sp>
        <p:nvSpPr>
          <p:cNvPr id="33" name="">
            <a:extLst xmlns:a="http://schemas.openxmlformats.org/drawingml/2006/main">
              <a:ext uri="{FF2B5EF4-FFF2-40B4-BE49-F238E27FC236}">
                <a16:creationId xmlns:a16="http://schemas.microsoft.com/office/drawing/2014/main" id="{4AB83533-B3C9-41A5-AC1B-EDD413210745}"/>
              </a:ext>
            </a:extLst>
          </p:cNvPr>
          <p:cNvSpPr>
            <a:spLocks xmlns:a="http://schemas.openxmlformats.org/drawingml/2006/main" noGrp="1"/>
          </p:cNvSpPr>
          <p:nvPr/>
        </p:nvSpPr>
        <p:spPr>
          <a:xfrm xmlns:a="http://schemas.openxmlformats.org/drawingml/2006/main">
            <a:off x="98964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Decision</a:t>
            </a:r>
          </a:p>
        </p:txBody>
      </p:sp>
      <p:sp>
        <p:nvSpPr>
          <p:cNvPr id="34" name="">
            <a:extLst xmlns:a="http://schemas.openxmlformats.org/drawingml/2006/main">
              <a:ext uri="{FF2B5EF4-FFF2-40B4-BE49-F238E27FC236}">
                <a16:creationId xmlns:a16="http://schemas.microsoft.com/office/drawing/2014/main" id="{B9CC813F-28F8-406D-ADB9-E4523343F1AD}"/>
              </a:ext>
            </a:extLst>
          </p:cNvPr>
          <p:cNvSpPr>
            <a:spLocks xmlns:a="http://schemas.openxmlformats.org/drawingml/2006/main" noGrp="1"/>
          </p:cNvSpPr>
          <p:nvPr/>
        </p:nvSpPr>
        <p:spPr>
          <a:xfrm xmlns:a="http://schemas.openxmlformats.org/drawingml/2006/main">
            <a:off x="98964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Final guarded transition</a:t>
            </a:r>
          </a:p>
        </p:txBody>
      </p:sp>
      <p:sp>
        <p:nvSpPr>
          <p:cNvPr id="35" name="">
            <a:extLst xmlns:a="http://schemas.openxmlformats.org/drawingml/2006/main">
              <a:ext uri="{FF2B5EF4-FFF2-40B4-BE49-F238E27FC236}">
                <a16:creationId xmlns:a16="http://schemas.microsoft.com/office/drawing/2014/main" id="{C9095AB7-12DD-461E-8D1B-F91BC42EF6F8}"/>
              </a:ext>
            </a:extLst>
          </p:cNvPr>
          <p:cNvSpPr>
            <a:spLocks xmlns:a="http://schemas.openxmlformats.org/drawingml/2006/main" noGrp="1"/>
          </p:cNvSpPr>
          <p:nvPr/>
        </p:nvSpPr>
        <p:spPr>
          <a:xfrm xmlns:a="http://schemas.openxmlformats.org/drawingml/2006/main">
            <a:off x="609600" y="4686300"/>
            <a:ext cx="10620375" cy="1028700"/>
          </a:xfrm>
          <a:prstGeom xmlns:a="http://schemas.openxmlformats.org/drawingml/2006/main" prst="roundRect">
            <a:avLst>
              <a:gd name="adj" fmla="val 11111"/>
            </a:avLst>
          </a:prstGeom>
          <a:solidFill xmlns:a="http://schemas.openxmlformats.org/drawingml/2006/main">
            <a:srgbClr val="0B182B"/>
          </a:solidFill>
          <a:ln xmlns:a="http://schemas.openxmlformats.org/drawingml/2006/main" w="11430">
            <a:solidFill>
              <a:srgbClr val="2B4563"/>
            </a:solidFill>
            <a:prstDash val="solid"/>
          </a:ln>
        </p:spPr>
      </p:sp>
      <p:sp>
        <p:nvSpPr>
          <p:cNvPr id="36" name="">
            <a:extLst xmlns:a="http://schemas.openxmlformats.org/drawingml/2006/main">
              <a:ext uri="{FF2B5EF4-FFF2-40B4-BE49-F238E27FC236}">
                <a16:creationId xmlns:a16="http://schemas.microsoft.com/office/drawing/2014/main" id="{6FD82EEE-8970-451C-851C-11D643A7FB4E}"/>
              </a:ext>
            </a:extLst>
          </p:cNvPr>
          <p:cNvSpPr>
            <a:spLocks xmlns:a="http://schemas.openxmlformats.org/drawingml/2006/main" noGrp="1"/>
          </p:cNvSpPr>
          <p:nvPr/>
        </p:nvSpPr>
        <p:spPr>
          <a:xfrm xmlns:a="http://schemas.openxmlformats.org/drawingml/2006/main">
            <a:off x="819150" y="4857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FFCA6A"/>
                </a:solidFill>
                <a:latin typeface="Ubuntu Sans"/>
                <a:ea typeface="Ubuntu Sans"/>
                <a:cs typeface="Ubuntu Sans"/>
              </a:defRPr>
            </a:defPPr>
            <a:lvl1pPr algn="l">
              <a:defRPr sz="1575" b="1">
                <a:solidFill>
                  <a:srgbClr val="FFCA6A"/>
                </a:solidFill>
                <a:latin typeface="Ubuntu Sans"/>
                <a:ea typeface="Ubuntu Sans"/>
                <a:cs typeface="Ubuntu Sans"/>
              </a:defRPr>
            </a:lvl1pPr>
            <a:lvl2pPr algn="l">
              <a:defRPr sz="1575" b="1">
                <a:solidFill>
                  <a:srgbClr val="FFCA6A"/>
                </a:solidFill>
                <a:latin typeface="Ubuntu Sans"/>
                <a:ea typeface="Ubuntu Sans"/>
                <a:cs typeface="Ubuntu Sans"/>
              </a:defRPr>
            </a:lvl2pPr>
            <a:lvl3pPr algn="l">
              <a:defRPr sz="1575" b="1">
                <a:solidFill>
                  <a:srgbClr val="FFCA6A"/>
                </a:solidFill>
                <a:latin typeface="Ubuntu Sans"/>
                <a:ea typeface="Ubuntu Sans"/>
                <a:cs typeface="Ubuntu Sans"/>
              </a:defRPr>
            </a:lvl3pPr>
            <a:lvl4pPr algn="l">
              <a:defRPr sz="1575" b="1">
                <a:solidFill>
                  <a:srgbClr val="FFCA6A"/>
                </a:solidFill>
                <a:latin typeface="Ubuntu Sans"/>
                <a:ea typeface="Ubuntu Sans"/>
                <a:cs typeface="Ubuntu Sans"/>
              </a:defRPr>
            </a:lvl4pPr>
            <a:lvl5pPr algn="l">
              <a:defRPr sz="1575" b="1">
                <a:solidFill>
                  <a:srgbClr val="FFCA6A"/>
                </a:solidFill>
                <a:latin typeface="Ubuntu Sans"/>
                <a:ea typeface="Ubuntu Sans"/>
                <a:cs typeface="Ubuntu Sans"/>
              </a:defRPr>
            </a:lvl5pPr>
            <a:lvl6pPr algn="l">
              <a:defRPr sz="1575" b="1">
                <a:solidFill>
                  <a:srgbClr val="FFCA6A"/>
                </a:solidFill>
                <a:latin typeface="Ubuntu Sans"/>
                <a:ea typeface="Ubuntu Sans"/>
                <a:cs typeface="Ubuntu Sans"/>
              </a:defRPr>
            </a:lvl6pPr>
            <a:lvl7pPr algn="l">
              <a:defRPr sz="1575" b="1">
                <a:solidFill>
                  <a:srgbClr val="FFCA6A"/>
                </a:solidFill>
                <a:latin typeface="Ubuntu Sans"/>
                <a:ea typeface="Ubuntu Sans"/>
                <a:cs typeface="Ubuntu Sans"/>
              </a:defRPr>
            </a:lvl7pPr>
            <a:lvl8pPr algn="l">
              <a:defRPr sz="1575" b="1">
                <a:solidFill>
                  <a:srgbClr val="FFCA6A"/>
                </a:solidFill>
                <a:latin typeface="Ubuntu Sans"/>
                <a:ea typeface="Ubuntu Sans"/>
                <a:cs typeface="Ubuntu Sans"/>
              </a:defRPr>
            </a:lvl8pPr>
            <a:lvl9pPr algn="l">
              <a:defRPr sz="1575" b="1">
                <a:solidFill>
                  <a:srgbClr val="FFCA6A"/>
                </a:solidFill>
                <a:latin typeface="Ubuntu Sans"/>
                <a:ea typeface="Ubuntu Sans"/>
                <a:cs typeface="Ubuntu Sans"/>
              </a:defRPr>
            </a:lvl9pPr>
          </a:lstStyle>
          <a:p xmlns:a="http://schemas.openxmlformats.org/drawingml/2006/main">
            <a:pPr algn="l">
              <a:defRPr sz="1575" b="1">
                <a:solidFill>
                  <a:srgbClr val="FFCA6A"/>
                </a:solidFill>
                <a:latin typeface="Ubuntu Sans"/>
                <a:ea typeface="Ubuntu Sans"/>
                <a:cs typeface="Ubuntu Sans"/>
              </a:defRPr>
            </a:pPr>
            <a:r>
              <a:rPr sz="1575" b="1">
                <a:solidFill>
                  <a:srgbClr val="FFCA6A"/>
                </a:solidFill>
                <a:latin typeface="Ubuntu Sans"/>
                <a:ea typeface="Ubuntu Sans"/>
                <a:cs typeface="Ubuntu Sans"/>
              </a:rPr>
              <a:t>Guarded transitions</a:t>
            </a:r>
          </a:p>
        </p:txBody>
      </p:sp>
      <p:sp>
        <p:nvSpPr>
          <p:cNvPr id="37" name="">
            <a:extLst xmlns:a="http://schemas.openxmlformats.org/drawingml/2006/main">
              <a:ext uri="{FF2B5EF4-FFF2-40B4-BE49-F238E27FC236}">
                <a16:creationId xmlns:a16="http://schemas.microsoft.com/office/drawing/2014/main" id="{B6EAFF9D-E4DF-4C98-90E7-7525F8068E25}"/>
              </a:ext>
            </a:extLst>
          </p:cNvPr>
          <p:cNvSpPr>
            <a:spLocks xmlns:a="http://schemas.openxmlformats.org/drawingml/2006/main" noGrp="1"/>
          </p:cNvSpPr>
          <p:nvPr/>
        </p:nvSpPr>
        <p:spPr>
          <a:xfrm xmlns:a="http://schemas.openxmlformats.org/drawingml/2006/main">
            <a:off x="2971800" y="4781550"/>
            <a:ext cx="802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A9BCD0"/>
                </a:solidFill>
                <a:latin typeface="Ubuntu Sans"/>
                <a:ea typeface="Ubuntu Sans"/>
                <a:cs typeface="Ubuntu Sans"/>
              </a:defRPr>
            </a:defPPr>
            <a:lvl1pPr algn="l">
              <a:defRPr sz="1500" b="0">
                <a:solidFill>
                  <a:srgbClr val="A9BCD0"/>
                </a:solidFill>
                <a:latin typeface="Ubuntu Sans"/>
                <a:ea typeface="Ubuntu Sans"/>
                <a:cs typeface="Ubuntu Sans"/>
              </a:defRPr>
            </a:lvl1pPr>
            <a:lvl2pPr algn="l">
              <a:defRPr sz="1500" b="0">
                <a:solidFill>
                  <a:srgbClr val="A9BCD0"/>
                </a:solidFill>
                <a:latin typeface="Ubuntu Sans"/>
                <a:ea typeface="Ubuntu Sans"/>
                <a:cs typeface="Ubuntu Sans"/>
              </a:defRPr>
            </a:lvl2pPr>
            <a:lvl3pPr algn="l">
              <a:defRPr sz="1500" b="0">
                <a:solidFill>
                  <a:srgbClr val="A9BCD0"/>
                </a:solidFill>
                <a:latin typeface="Ubuntu Sans"/>
                <a:ea typeface="Ubuntu Sans"/>
                <a:cs typeface="Ubuntu Sans"/>
              </a:defRPr>
            </a:lvl3pPr>
            <a:lvl4pPr algn="l">
              <a:defRPr sz="1500" b="0">
                <a:solidFill>
                  <a:srgbClr val="A9BCD0"/>
                </a:solidFill>
                <a:latin typeface="Ubuntu Sans"/>
                <a:ea typeface="Ubuntu Sans"/>
                <a:cs typeface="Ubuntu Sans"/>
              </a:defRPr>
            </a:lvl4pPr>
            <a:lvl5pPr algn="l">
              <a:defRPr sz="1500" b="0">
                <a:solidFill>
                  <a:srgbClr val="A9BCD0"/>
                </a:solidFill>
                <a:latin typeface="Ubuntu Sans"/>
                <a:ea typeface="Ubuntu Sans"/>
                <a:cs typeface="Ubuntu Sans"/>
              </a:defRPr>
            </a:lvl5pPr>
            <a:lvl6pPr algn="l">
              <a:defRPr sz="1500" b="0">
                <a:solidFill>
                  <a:srgbClr val="A9BCD0"/>
                </a:solidFill>
                <a:latin typeface="Ubuntu Sans"/>
                <a:ea typeface="Ubuntu Sans"/>
                <a:cs typeface="Ubuntu Sans"/>
              </a:defRPr>
            </a:lvl6pPr>
            <a:lvl7pPr algn="l">
              <a:defRPr sz="1500" b="0">
                <a:solidFill>
                  <a:srgbClr val="A9BCD0"/>
                </a:solidFill>
                <a:latin typeface="Ubuntu Sans"/>
                <a:ea typeface="Ubuntu Sans"/>
                <a:cs typeface="Ubuntu Sans"/>
              </a:defRPr>
            </a:lvl7pPr>
            <a:lvl8pPr algn="l">
              <a:defRPr sz="1500" b="0">
                <a:solidFill>
                  <a:srgbClr val="A9BCD0"/>
                </a:solidFill>
                <a:latin typeface="Ubuntu Sans"/>
                <a:ea typeface="Ubuntu Sans"/>
                <a:cs typeface="Ubuntu Sans"/>
              </a:defRPr>
            </a:lvl8pPr>
            <a:lvl9pPr algn="l">
              <a:defRPr sz="1500" b="0">
                <a:solidFill>
                  <a:srgbClr val="A9BCD0"/>
                </a:solidFill>
                <a:latin typeface="Ubuntu Sans"/>
                <a:ea typeface="Ubuntu Sans"/>
                <a:cs typeface="Ubuntu Sans"/>
              </a:defRPr>
            </a:lvl9pPr>
          </a:lstStyle>
          <a:p xmlns:a="http://schemas.openxmlformats.org/drawingml/2006/main">
            <a:pPr algn="l">
              <a:defRPr sz="1500" b="0">
                <a:solidFill>
                  <a:srgbClr val="A9BCD0"/>
                </a:solidFill>
                <a:latin typeface="Ubuntu Sans"/>
                <a:ea typeface="Ubuntu Sans"/>
                <a:cs typeface="Ubuntu Sans"/>
              </a:defRPr>
            </a:pPr>
            <a:r>
              <a:rPr sz="1500" b="0">
                <a:solidFill>
                  <a:srgbClr val="A9BCD0"/>
                </a:solidFill>
                <a:latin typeface="Ubuntu Sans"/>
                <a:ea typeface="Ubuntu Sans"/>
                <a:cs typeface="Ubuntu Sans"/>
              </a:rPr>
              <a:t>The service checks the current stage, the requested next stage, the caller's permission, and the application scope before committing the change.</a:t>
            </a:r>
          </a:p>
        </p:txBody>
      </p:sp>
      <p:sp>
        <p:nvSpPr>
          <p:cNvPr id="38" name="">
            <a:extLst xmlns:a="http://schemas.openxmlformats.org/drawingml/2006/main">
              <a:ext uri="{FF2B5EF4-FFF2-40B4-BE49-F238E27FC236}">
                <a16:creationId xmlns:a16="http://schemas.microsoft.com/office/drawing/2014/main" id="{3DBB0536-7CAF-4BB4-9CF4-8834AEE4640D}"/>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135964212"/>
      </p:ext>
    </p:extLst>
  </p:cSld>
</p:sld>
</file>

<file path=ppt/slides/slide10.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7083661A-6644-4639-AAED-2ED615C9149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BACKGROUND JOBS</a:t>
            </a:r>
          </a:p>
        </p:txBody>
      </p:sp>
      <p:sp>
        <p:nvSpPr>
          <p:cNvPr id="2" name="">
            <a:extLst xmlns:a="http://schemas.openxmlformats.org/drawingml/2006/main">
              <a:ext uri="{FF2B5EF4-FFF2-40B4-BE49-F238E27FC236}">
                <a16:creationId xmlns:a16="http://schemas.microsoft.com/office/drawing/2014/main" id="{62B96397-A683-42B6-9CB3-20142942522D}"/>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Durable AI processing</a:t>
            </a:r>
          </a:p>
        </p:txBody>
      </p:sp>
      <p:sp>
        <p:nvSpPr>
          <p:cNvPr id="3" name="">
            <a:extLst xmlns:a="http://schemas.openxmlformats.org/drawingml/2006/main">
              <a:ext uri="{FF2B5EF4-FFF2-40B4-BE49-F238E27FC236}">
                <a16:creationId xmlns:a16="http://schemas.microsoft.com/office/drawing/2014/main" id="{48939ED0-D3C0-40A6-9FD6-40B6D742C6B2}"/>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10</a:t>
            </a:r>
          </a:p>
        </p:txBody>
      </p:sp>
      <p:sp>
        <p:nvSpPr>
          <p:cNvPr id="4" name="">
            <a:extLst xmlns:a="http://schemas.openxmlformats.org/drawingml/2006/main">
              <a:ext uri="{FF2B5EF4-FFF2-40B4-BE49-F238E27FC236}">
                <a16:creationId xmlns:a16="http://schemas.microsoft.com/office/drawing/2014/main" id="{089947A9-F6DC-443F-BC91-69AAFE0491FA}"/>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351BC2F0-C137-4ABC-ADB4-4D797D6B8722}"/>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AI calls can take seconds or fail. The backend keeps them outside the user request.</a:t>
            </a:r>
          </a:p>
        </p:txBody>
      </p:sp>
      <p:sp>
        <p:nvSpPr>
          <p:cNvPr id="6" name="">
            <a:extLst xmlns:a="http://schemas.openxmlformats.org/drawingml/2006/main">
              <a:ext uri="{FF2B5EF4-FFF2-40B4-BE49-F238E27FC236}">
                <a16:creationId xmlns:a16="http://schemas.microsoft.com/office/drawing/2014/main" id="{AFE671C1-11BD-4A57-B0BD-26207A378F40}"/>
              </a:ext>
            </a:extLst>
          </p:cNvPr>
          <p:cNvSpPr>
            <a:spLocks xmlns:a="http://schemas.openxmlformats.org/drawingml/2006/main" noGrp="1"/>
          </p:cNvSpPr>
          <p:nvPr/>
        </p:nvSpPr>
        <p:spPr>
          <a:xfrm xmlns:a="http://schemas.openxmlformats.org/drawingml/2006/main">
            <a:off x="6096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8A7CFF"/>
            </a:solidFill>
            <a:prstDash val="solid"/>
          </a:ln>
        </p:spPr>
      </p:sp>
      <p:sp>
        <p:nvSpPr>
          <p:cNvPr id="7" name="">
            <a:extLst xmlns:a="http://schemas.openxmlformats.org/drawingml/2006/main">
              <a:ext uri="{FF2B5EF4-FFF2-40B4-BE49-F238E27FC236}">
                <a16:creationId xmlns:a16="http://schemas.microsoft.com/office/drawing/2014/main" id="{9EC68A88-CD3D-4184-BBFC-62C9FD274C72}"/>
              </a:ext>
            </a:extLst>
          </p:cNvPr>
          <p:cNvSpPr>
            <a:spLocks xmlns:a="http://schemas.openxmlformats.org/drawingml/2006/main" noGrp="1"/>
          </p:cNvSpPr>
          <p:nvPr/>
        </p:nvSpPr>
        <p:spPr>
          <a:xfrm xmlns:a="http://schemas.openxmlformats.org/drawingml/2006/main">
            <a:off x="7810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1</a:t>
            </a:r>
          </a:p>
        </p:txBody>
      </p:sp>
      <p:sp>
        <p:nvSpPr>
          <p:cNvPr id="8" name="">
            <a:extLst xmlns:a="http://schemas.openxmlformats.org/drawingml/2006/main">
              <a:ext uri="{FF2B5EF4-FFF2-40B4-BE49-F238E27FC236}">
                <a16:creationId xmlns:a16="http://schemas.microsoft.com/office/drawing/2014/main" id="{803B230E-7C85-43D2-A5BF-4003C7B475A6}"/>
              </a:ext>
            </a:extLst>
          </p:cNvPr>
          <p:cNvSpPr>
            <a:spLocks xmlns:a="http://schemas.openxmlformats.org/drawingml/2006/main" noGrp="1"/>
          </p:cNvSpPr>
          <p:nvPr/>
        </p:nvSpPr>
        <p:spPr>
          <a:xfrm xmlns:a="http://schemas.openxmlformats.org/drawingml/2006/main">
            <a:off x="7810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API</a:t>
            </a:r>
          </a:p>
        </p:txBody>
      </p:sp>
      <p:sp>
        <p:nvSpPr>
          <p:cNvPr id="9" name="">
            <a:extLst xmlns:a="http://schemas.openxmlformats.org/drawingml/2006/main">
              <a:ext uri="{FF2B5EF4-FFF2-40B4-BE49-F238E27FC236}">
                <a16:creationId xmlns:a16="http://schemas.microsoft.com/office/drawing/2014/main" id="{0E293E2A-3230-4965-91C4-23482631F735}"/>
              </a:ext>
            </a:extLst>
          </p:cNvPr>
          <p:cNvSpPr>
            <a:spLocks xmlns:a="http://schemas.openxmlformats.org/drawingml/2006/main" noGrp="1"/>
          </p:cNvSpPr>
          <p:nvPr/>
        </p:nvSpPr>
        <p:spPr>
          <a:xfrm xmlns:a="http://schemas.openxmlformats.org/drawingml/2006/main">
            <a:off x="7810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Create job</a:t>
            </a:r>
          </a:p>
        </p:txBody>
      </p:sp>
      <p:sp>
        <p:nvSpPr>
          <p:cNvPr id="10" name="">
            <a:extLst xmlns:a="http://schemas.openxmlformats.org/drawingml/2006/main">
              <a:ext uri="{FF2B5EF4-FFF2-40B4-BE49-F238E27FC236}">
                <a16:creationId xmlns:a16="http://schemas.microsoft.com/office/drawing/2014/main" id="{E6BE5744-9DF9-42E1-B7A0-CAE5871127D8}"/>
              </a:ext>
            </a:extLst>
          </p:cNvPr>
          <p:cNvSpPr>
            <a:spLocks xmlns:a="http://schemas.openxmlformats.org/drawingml/2006/main" noGrp="1"/>
          </p:cNvSpPr>
          <p:nvPr/>
        </p:nvSpPr>
        <p:spPr>
          <a:xfrm xmlns:a="http://schemas.openxmlformats.org/drawingml/2006/main">
            <a:off x="20764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1" name="">
            <a:extLst xmlns:a="http://schemas.openxmlformats.org/drawingml/2006/main">
              <a:ext uri="{FF2B5EF4-FFF2-40B4-BE49-F238E27FC236}">
                <a16:creationId xmlns:a16="http://schemas.microsoft.com/office/drawing/2014/main" id="{F25898F2-BD07-4CC2-8AEB-085B0E6DD808}"/>
              </a:ext>
            </a:extLst>
          </p:cNvPr>
          <p:cNvSpPr>
            <a:spLocks xmlns:a="http://schemas.openxmlformats.org/drawingml/2006/main" noGrp="1"/>
          </p:cNvSpPr>
          <p:nvPr/>
        </p:nvSpPr>
        <p:spPr>
          <a:xfrm xmlns:a="http://schemas.openxmlformats.org/drawingml/2006/main">
            <a:off x="24765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8A7CFF"/>
            </a:solidFill>
            <a:prstDash val="solid"/>
          </a:ln>
        </p:spPr>
      </p:sp>
      <p:sp>
        <p:nvSpPr>
          <p:cNvPr id="12" name="">
            <a:extLst xmlns:a="http://schemas.openxmlformats.org/drawingml/2006/main">
              <a:ext uri="{FF2B5EF4-FFF2-40B4-BE49-F238E27FC236}">
                <a16:creationId xmlns:a16="http://schemas.microsoft.com/office/drawing/2014/main" id="{5A995637-C14D-479C-A78A-FC51591C67A2}"/>
              </a:ext>
            </a:extLst>
          </p:cNvPr>
          <p:cNvSpPr>
            <a:spLocks xmlns:a="http://schemas.openxmlformats.org/drawingml/2006/main" noGrp="1"/>
          </p:cNvSpPr>
          <p:nvPr/>
        </p:nvSpPr>
        <p:spPr>
          <a:xfrm xmlns:a="http://schemas.openxmlformats.org/drawingml/2006/main">
            <a:off x="26479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2</a:t>
            </a:r>
          </a:p>
        </p:txBody>
      </p:sp>
      <p:sp>
        <p:nvSpPr>
          <p:cNvPr id="13" name="">
            <a:extLst xmlns:a="http://schemas.openxmlformats.org/drawingml/2006/main">
              <a:ext uri="{FF2B5EF4-FFF2-40B4-BE49-F238E27FC236}">
                <a16:creationId xmlns:a16="http://schemas.microsoft.com/office/drawing/2014/main" id="{126E120C-16B7-4B38-9BFC-A2FD5DDBF011}"/>
              </a:ext>
            </a:extLst>
          </p:cNvPr>
          <p:cNvSpPr>
            <a:spLocks xmlns:a="http://schemas.openxmlformats.org/drawingml/2006/main" noGrp="1"/>
          </p:cNvSpPr>
          <p:nvPr/>
        </p:nvSpPr>
        <p:spPr>
          <a:xfrm xmlns:a="http://schemas.openxmlformats.org/drawingml/2006/main">
            <a:off x="26479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PostgreSQL</a:t>
            </a:r>
          </a:p>
        </p:txBody>
      </p:sp>
      <p:sp>
        <p:nvSpPr>
          <p:cNvPr id="14" name="">
            <a:extLst xmlns:a="http://schemas.openxmlformats.org/drawingml/2006/main">
              <a:ext uri="{FF2B5EF4-FFF2-40B4-BE49-F238E27FC236}">
                <a16:creationId xmlns:a16="http://schemas.microsoft.com/office/drawing/2014/main" id="{1CCEFC23-2580-42CB-8630-F66494BD349F}"/>
              </a:ext>
            </a:extLst>
          </p:cNvPr>
          <p:cNvSpPr>
            <a:spLocks xmlns:a="http://schemas.openxmlformats.org/drawingml/2006/main" noGrp="1"/>
          </p:cNvSpPr>
          <p:nvPr/>
        </p:nvSpPr>
        <p:spPr>
          <a:xfrm xmlns:a="http://schemas.openxmlformats.org/drawingml/2006/main">
            <a:off x="26479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Persist outbox</a:t>
            </a:r>
          </a:p>
        </p:txBody>
      </p:sp>
      <p:sp>
        <p:nvSpPr>
          <p:cNvPr id="15" name="">
            <a:extLst xmlns:a="http://schemas.openxmlformats.org/drawingml/2006/main">
              <a:ext uri="{FF2B5EF4-FFF2-40B4-BE49-F238E27FC236}">
                <a16:creationId xmlns:a16="http://schemas.microsoft.com/office/drawing/2014/main" id="{2EF5712E-E45F-486A-8D5C-713179636B7D}"/>
              </a:ext>
            </a:extLst>
          </p:cNvPr>
          <p:cNvSpPr>
            <a:spLocks xmlns:a="http://schemas.openxmlformats.org/drawingml/2006/main" noGrp="1"/>
          </p:cNvSpPr>
          <p:nvPr/>
        </p:nvSpPr>
        <p:spPr>
          <a:xfrm xmlns:a="http://schemas.openxmlformats.org/drawingml/2006/main">
            <a:off x="39433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6" name="">
            <a:extLst xmlns:a="http://schemas.openxmlformats.org/drawingml/2006/main">
              <a:ext uri="{FF2B5EF4-FFF2-40B4-BE49-F238E27FC236}">
                <a16:creationId xmlns:a16="http://schemas.microsoft.com/office/drawing/2014/main" id="{62E78133-B21C-4F8C-831D-F605913F2381}"/>
              </a:ext>
            </a:extLst>
          </p:cNvPr>
          <p:cNvSpPr>
            <a:spLocks xmlns:a="http://schemas.openxmlformats.org/drawingml/2006/main" noGrp="1"/>
          </p:cNvSpPr>
          <p:nvPr/>
        </p:nvSpPr>
        <p:spPr>
          <a:xfrm xmlns:a="http://schemas.openxmlformats.org/drawingml/2006/main">
            <a:off x="43434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8A7CFF"/>
            </a:solidFill>
            <a:prstDash val="solid"/>
          </a:ln>
        </p:spPr>
      </p:sp>
      <p:sp>
        <p:nvSpPr>
          <p:cNvPr id="17" name="">
            <a:extLst xmlns:a="http://schemas.openxmlformats.org/drawingml/2006/main">
              <a:ext uri="{FF2B5EF4-FFF2-40B4-BE49-F238E27FC236}">
                <a16:creationId xmlns:a16="http://schemas.microsoft.com/office/drawing/2014/main" id="{0D2C8595-7D8E-4AD7-8183-143DA34FBCB3}"/>
              </a:ext>
            </a:extLst>
          </p:cNvPr>
          <p:cNvSpPr>
            <a:spLocks xmlns:a="http://schemas.openxmlformats.org/drawingml/2006/main" noGrp="1"/>
          </p:cNvSpPr>
          <p:nvPr/>
        </p:nvSpPr>
        <p:spPr>
          <a:xfrm xmlns:a="http://schemas.openxmlformats.org/drawingml/2006/main">
            <a:off x="45148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3</a:t>
            </a:r>
          </a:p>
        </p:txBody>
      </p:sp>
      <p:sp>
        <p:nvSpPr>
          <p:cNvPr id="18" name="">
            <a:extLst xmlns:a="http://schemas.openxmlformats.org/drawingml/2006/main">
              <a:ext uri="{FF2B5EF4-FFF2-40B4-BE49-F238E27FC236}">
                <a16:creationId xmlns:a16="http://schemas.microsoft.com/office/drawing/2014/main" id="{6A71A070-763C-4213-A73C-0310B680A458}"/>
              </a:ext>
            </a:extLst>
          </p:cNvPr>
          <p:cNvSpPr>
            <a:spLocks xmlns:a="http://schemas.openxmlformats.org/drawingml/2006/main" noGrp="1"/>
          </p:cNvSpPr>
          <p:nvPr/>
        </p:nvSpPr>
        <p:spPr>
          <a:xfrm xmlns:a="http://schemas.openxmlformats.org/drawingml/2006/main">
            <a:off x="45148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Dispatcher</a:t>
            </a:r>
          </a:p>
        </p:txBody>
      </p:sp>
      <p:sp>
        <p:nvSpPr>
          <p:cNvPr id="19" name="">
            <a:extLst xmlns:a="http://schemas.openxmlformats.org/drawingml/2006/main">
              <a:ext uri="{FF2B5EF4-FFF2-40B4-BE49-F238E27FC236}">
                <a16:creationId xmlns:a16="http://schemas.microsoft.com/office/drawing/2014/main" id="{36F7EC57-E16E-4B22-BBCB-0D4EBEFD9E34}"/>
              </a:ext>
            </a:extLst>
          </p:cNvPr>
          <p:cNvSpPr>
            <a:spLocks xmlns:a="http://schemas.openxmlformats.org/drawingml/2006/main" noGrp="1"/>
          </p:cNvSpPr>
          <p:nvPr/>
        </p:nvSpPr>
        <p:spPr>
          <a:xfrm xmlns:a="http://schemas.openxmlformats.org/drawingml/2006/main">
            <a:off x="45148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Claim work</a:t>
            </a:r>
          </a:p>
        </p:txBody>
      </p:sp>
      <p:sp>
        <p:nvSpPr>
          <p:cNvPr id="20" name="">
            <a:extLst xmlns:a="http://schemas.openxmlformats.org/drawingml/2006/main">
              <a:ext uri="{FF2B5EF4-FFF2-40B4-BE49-F238E27FC236}">
                <a16:creationId xmlns:a16="http://schemas.microsoft.com/office/drawing/2014/main" id="{8E405C81-135A-4B93-B162-96C1A217DD92}"/>
              </a:ext>
            </a:extLst>
          </p:cNvPr>
          <p:cNvSpPr>
            <a:spLocks xmlns:a="http://schemas.openxmlformats.org/drawingml/2006/main" noGrp="1"/>
          </p:cNvSpPr>
          <p:nvPr/>
        </p:nvSpPr>
        <p:spPr>
          <a:xfrm xmlns:a="http://schemas.openxmlformats.org/drawingml/2006/main">
            <a:off x="58102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1" name="">
            <a:extLst xmlns:a="http://schemas.openxmlformats.org/drawingml/2006/main">
              <a:ext uri="{FF2B5EF4-FFF2-40B4-BE49-F238E27FC236}">
                <a16:creationId xmlns:a16="http://schemas.microsoft.com/office/drawing/2014/main" id="{CAE19D18-BE19-4004-9D92-AA2E945694A7}"/>
              </a:ext>
            </a:extLst>
          </p:cNvPr>
          <p:cNvSpPr>
            <a:spLocks xmlns:a="http://schemas.openxmlformats.org/drawingml/2006/main" noGrp="1"/>
          </p:cNvSpPr>
          <p:nvPr/>
        </p:nvSpPr>
        <p:spPr>
          <a:xfrm xmlns:a="http://schemas.openxmlformats.org/drawingml/2006/main">
            <a:off x="62103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2FD6D3"/>
            </a:solidFill>
            <a:prstDash val="solid"/>
          </a:ln>
        </p:spPr>
      </p:sp>
      <p:sp>
        <p:nvSpPr>
          <p:cNvPr id="22" name="">
            <a:extLst xmlns:a="http://schemas.openxmlformats.org/drawingml/2006/main">
              <a:ext uri="{FF2B5EF4-FFF2-40B4-BE49-F238E27FC236}">
                <a16:creationId xmlns:a16="http://schemas.microsoft.com/office/drawing/2014/main" id="{B2EEA397-40C3-4062-AF7A-6D7EA33358D7}"/>
              </a:ext>
            </a:extLst>
          </p:cNvPr>
          <p:cNvSpPr>
            <a:spLocks xmlns:a="http://schemas.openxmlformats.org/drawingml/2006/main" noGrp="1"/>
          </p:cNvSpPr>
          <p:nvPr/>
        </p:nvSpPr>
        <p:spPr>
          <a:xfrm xmlns:a="http://schemas.openxmlformats.org/drawingml/2006/main">
            <a:off x="63817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4</a:t>
            </a:r>
          </a:p>
        </p:txBody>
      </p:sp>
      <p:sp>
        <p:nvSpPr>
          <p:cNvPr id="23" name="">
            <a:extLst xmlns:a="http://schemas.openxmlformats.org/drawingml/2006/main">
              <a:ext uri="{FF2B5EF4-FFF2-40B4-BE49-F238E27FC236}">
                <a16:creationId xmlns:a16="http://schemas.microsoft.com/office/drawing/2014/main" id="{037D240A-3CB8-40FC-8FF4-572738AF7AC1}"/>
              </a:ext>
            </a:extLst>
          </p:cNvPr>
          <p:cNvSpPr>
            <a:spLocks xmlns:a="http://schemas.openxmlformats.org/drawingml/2006/main" noGrp="1"/>
          </p:cNvSpPr>
          <p:nvPr/>
        </p:nvSpPr>
        <p:spPr>
          <a:xfrm xmlns:a="http://schemas.openxmlformats.org/drawingml/2006/main">
            <a:off x="63817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Redis</a:t>
            </a:r>
          </a:p>
        </p:txBody>
      </p:sp>
      <p:sp>
        <p:nvSpPr>
          <p:cNvPr id="24" name="">
            <a:extLst xmlns:a="http://schemas.openxmlformats.org/drawingml/2006/main">
              <a:ext uri="{FF2B5EF4-FFF2-40B4-BE49-F238E27FC236}">
                <a16:creationId xmlns:a16="http://schemas.microsoft.com/office/drawing/2014/main" id="{3883F55A-C39C-4879-9482-773EDD6A257D}"/>
              </a:ext>
            </a:extLst>
          </p:cNvPr>
          <p:cNvSpPr>
            <a:spLocks xmlns:a="http://schemas.openxmlformats.org/drawingml/2006/main" noGrp="1"/>
          </p:cNvSpPr>
          <p:nvPr/>
        </p:nvSpPr>
        <p:spPr>
          <a:xfrm xmlns:a="http://schemas.openxmlformats.org/drawingml/2006/main">
            <a:off x="63817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Queue task</a:t>
            </a:r>
          </a:p>
        </p:txBody>
      </p:sp>
      <p:sp>
        <p:nvSpPr>
          <p:cNvPr id="25" name="">
            <a:extLst xmlns:a="http://schemas.openxmlformats.org/drawingml/2006/main">
              <a:ext uri="{FF2B5EF4-FFF2-40B4-BE49-F238E27FC236}">
                <a16:creationId xmlns:a16="http://schemas.microsoft.com/office/drawing/2014/main" id="{4595B655-7C24-4D0C-9E3C-A0DB93662A0F}"/>
              </a:ext>
            </a:extLst>
          </p:cNvPr>
          <p:cNvSpPr>
            <a:spLocks xmlns:a="http://schemas.openxmlformats.org/drawingml/2006/main" noGrp="1"/>
          </p:cNvSpPr>
          <p:nvPr/>
        </p:nvSpPr>
        <p:spPr>
          <a:xfrm xmlns:a="http://schemas.openxmlformats.org/drawingml/2006/main">
            <a:off x="76771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6" name="">
            <a:extLst xmlns:a="http://schemas.openxmlformats.org/drawingml/2006/main">
              <a:ext uri="{FF2B5EF4-FFF2-40B4-BE49-F238E27FC236}">
                <a16:creationId xmlns:a16="http://schemas.microsoft.com/office/drawing/2014/main" id="{80898A8E-8D7E-48D8-809F-CAEE03D309D5}"/>
              </a:ext>
            </a:extLst>
          </p:cNvPr>
          <p:cNvSpPr>
            <a:spLocks xmlns:a="http://schemas.openxmlformats.org/drawingml/2006/main" noGrp="1"/>
          </p:cNvSpPr>
          <p:nvPr/>
        </p:nvSpPr>
        <p:spPr>
          <a:xfrm xmlns:a="http://schemas.openxmlformats.org/drawingml/2006/main">
            <a:off x="80772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2FD6D3"/>
            </a:solidFill>
            <a:prstDash val="solid"/>
          </a:ln>
        </p:spPr>
      </p:sp>
      <p:sp>
        <p:nvSpPr>
          <p:cNvPr id="27" name="">
            <a:extLst xmlns:a="http://schemas.openxmlformats.org/drawingml/2006/main">
              <a:ext uri="{FF2B5EF4-FFF2-40B4-BE49-F238E27FC236}">
                <a16:creationId xmlns:a16="http://schemas.microsoft.com/office/drawing/2014/main" id="{D25D0F70-BBC6-40C1-8DF4-2EBFABEE4288}"/>
              </a:ext>
            </a:extLst>
          </p:cNvPr>
          <p:cNvSpPr>
            <a:spLocks xmlns:a="http://schemas.openxmlformats.org/drawingml/2006/main" noGrp="1"/>
          </p:cNvSpPr>
          <p:nvPr/>
        </p:nvSpPr>
        <p:spPr>
          <a:xfrm xmlns:a="http://schemas.openxmlformats.org/drawingml/2006/main">
            <a:off x="82486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5</a:t>
            </a:r>
          </a:p>
        </p:txBody>
      </p:sp>
      <p:sp>
        <p:nvSpPr>
          <p:cNvPr id="28" name="">
            <a:extLst xmlns:a="http://schemas.openxmlformats.org/drawingml/2006/main">
              <a:ext uri="{FF2B5EF4-FFF2-40B4-BE49-F238E27FC236}">
                <a16:creationId xmlns:a16="http://schemas.microsoft.com/office/drawing/2014/main" id="{6FECAD66-5F54-4B9A-AB29-2F8D7F50ED7A}"/>
              </a:ext>
            </a:extLst>
          </p:cNvPr>
          <p:cNvSpPr>
            <a:spLocks xmlns:a="http://schemas.openxmlformats.org/drawingml/2006/main" noGrp="1"/>
          </p:cNvSpPr>
          <p:nvPr/>
        </p:nvSpPr>
        <p:spPr>
          <a:xfrm xmlns:a="http://schemas.openxmlformats.org/drawingml/2006/main">
            <a:off x="82486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Celery</a:t>
            </a:r>
          </a:p>
        </p:txBody>
      </p:sp>
      <p:sp>
        <p:nvSpPr>
          <p:cNvPr id="29" name="">
            <a:extLst xmlns:a="http://schemas.openxmlformats.org/drawingml/2006/main">
              <a:ext uri="{FF2B5EF4-FFF2-40B4-BE49-F238E27FC236}">
                <a16:creationId xmlns:a16="http://schemas.microsoft.com/office/drawing/2014/main" id="{0D3B6564-AF57-4F1C-910B-BC79194B87DC}"/>
              </a:ext>
            </a:extLst>
          </p:cNvPr>
          <p:cNvSpPr>
            <a:spLocks xmlns:a="http://schemas.openxmlformats.org/drawingml/2006/main" noGrp="1"/>
          </p:cNvSpPr>
          <p:nvPr/>
        </p:nvSpPr>
        <p:spPr>
          <a:xfrm xmlns:a="http://schemas.openxmlformats.org/drawingml/2006/main">
            <a:off x="82486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Call Gemini</a:t>
            </a:r>
          </a:p>
        </p:txBody>
      </p:sp>
      <p:sp>
        <p:nvSpPr>
          <p:cNvPr id="30" name="">
            <a:extLst xmlns:a="http://schemas.openxmlformats.org/drawingml/2006/main">
              <a:ext uri="{FF2B5EF4-FFF2-40B4-BE49-F238E27FC236}">
                <a16:creationId xmlns:a16="http://schemas.microsoft.com/office/drawing/2014/main" id="{B0B8CD5F-8C80-4713-819D-15C09939130A}"/>
              </a:ext>
            </a:extLst>
          </p:cNvPr>
          <p:cNvSpPr>
            <a:spLocks xmlns:a="http://schemas.openxmlformats.org/drawingml/2006/main" noGrp="1"/>
          </p:cNvSpPr>
          <p:nvPr/>
        </p:nvSpPr>
        <p:spPr>
          <a:xfrm xmlns:a="http://schemas.openxmlformats.org/drawingml/2006/main">
            <a:off x="95440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1" name="">
            <a:extLst xmlns:a="http://schemas.openxmlformats.org/drawingml/2006/main">
              <a:ext uri="{FF2B5EF4-FFF2-40B4-BE49-F238E27FC236}">
                <a16:creationId xmlns:a16="http://schemas.microsoft.com/office/drawing/2014/main" id="{DA2EC23E-9283-4A42-B7DD-FE2BEBB21F4C}"/>
              </a:ext>
            </a:extLst>
          </p:cNvPr>
          <p:cNvSpPr>
            <a:spLocks xmlns:a="http://schemas.openxmlformats.org/drawingml/2006/main" noGrp="1"/>
          </p:cNvSpPr>
          <p:nvPr/>
        </p:nvSpPr>
        <p:spPr>
          <a:xfrm xmlns:a="http://schemas.openxmlformats.org/drawingml/2006/main">
            <a:off x="99441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2FD6D3"/>
            </a:solidFill>
            <a:prstDash val="solid"/>
          </a:ln>
        </p:spPr>
      </p:sp>
      <p:sp>
        <p:nvSpPr>
          <p:cNvPr id="32" name="">
            <a:extLst xmlns:a="http://schemas.openxmlformats.org/drawingml/2006/main">
              <a:ext uri="{FF2B5EF4-FFF2-40B4-BE49-F238E27FC236}">
                <a16:creationId xmlns:a16="http://schemas.microsoft.com/office/drawing/2014/main" id="{10D71433-154F-4DDD-8A26-0529A0CA2F52}"/>
              </a:ext>
            </a:extLst>
          </p:cNvPr>
          <p:cNvSpPr>
            <a:spLocks xmlns:a="http://schemas.openxmlformats.org/drawingml/2006/main" noGrp="1"/>
          </p:cNvSpPr>
          <p:nvPr/>
        </p:nvSpPr>
        <p:spPr>
          <a:xfrm xmlns:a="http://schemas.openxmlformats.org/drawingml/2006/main">
            <a:off x="101155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6</a:t>
            </a:r>
          </a:p>
        </p:txBody>
      </p:sp>
      <p:sp>
        <p:nvSpPr>
          <p:cNvPr id="33" name="">
            <a:extLst xmlns:a="http://schemas.openxmlformats.org/drawingml/2006/main">
              <a:ext uri="{FF2B5EF4-FFF2-40B4-BE49-F238E27FC236}">
                <a16:creationId xmlns:a16="http://schemas.microsoft.com/office/drawing/2014/main" id="{9B143FD2-BE46-4A8A-8F06-ACEC2B2FEEF6}"/>
              </a:ext>
            </a:extLst>
          </p:cNvPr>
          <p:cNvSpPr>
            <a:spLocks xmlns:a="http://schemas.openxmlformats.org/drawingml/2006/main" noGrp="1"/>
          </p:cNvSpPr>
          <p:nvPr/>
        </p:nvSpPr>
        <p:spPr>
          <a:xfrm xmlns:a="http://schemas.openxmlformats.org/drawingml/2006/main">
            <a:off x="101155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Database</a:t>
            </a:r>
          </a:p>
        </p:txBody>
      </p:sp>
      <p:sp>
        <p:nvSpPr>
          <p:cNvPr id="34" name="">
            <a:extLst xmlns:a="http://schemas.openxmlformats.org/drawingml/2006/main">
              <a:ext uri="{FF2B5EF4-FFF2-40B4-BE49-F238E27FC236}">
                <a16:creationId xmlns:a16="http://schemas.microsoft.com/office/drawing/2014/main" id="{8D3973A8-5813-4909-A1EF-8F6A7452332B}"/>
              </a:ext>
            </a:extLst>
          </p:cNvPr>
          <p:cNvSpPr>
            <a:spLocks xmlns:a="http://schemas.openxmlformats.org/drawingml/2006/main" noGrp="1"/>
          </p:cNvSpPr>
          <p:nvPr/>
        </p:nvSpPr>
        <p:spPr>
          <a:xfrm xmlns:a="http://schemas.openxmlformats.org/drawingml/2006/main">
            <a:off x="101155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Store result</a:t>
            </a:r>
          </a:p>
        </p:txBody>
      </p:sp>
      <p:sp>
        <p:nvSpPr>
          <p:cNvPr id="35" name="">
            <a:extLst xmlns:a="http://schemas.openxmlformats.org/drawingml/2006/main">
              <a:ext uri="{FF2B5EF4-FFF2-40B4-BE49-F238E27FC236}">
                <a16:creationId xmlns:a16="http://schemas.microsoft.com/office/drawing/2014/main" id="{4FD4AE94-51D5-4064-BF59-62134C121E8C}"/>
              </a:ext>
            </a:extLst>
          </p:cNvPr>
          <p:cNvSpPr>
            <a:spLocks xmlns:a="http://schemas.openxmlformats.org/drawingml/2006/main" noGrp="1"/>
          </p:cNvSpPr>
          <p:nvPr/>
        </p:nvSpPr>
        <p:spPr>
          <a:xfrm xmlns:a="http://schemas.openxmlformats.org/drawingml/2006/main">
            <a:off x="609600"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8A7CFF"/>
                </a:solidFill>
                <a:latin typeface="Ubuntu Sans"/>
                <a:ea typeface="Ubuntu Sans"/>
                <a:cs typeface="Ubuntu Sans"/>
              </a:defRPr>
            </a:defPPr>
            <a:lvl1pPr algn="l">
              <a:defRPr sz="1875" b="1">
                <a:solidFill>
                  <a:srgbClr val="8A7CFF"/>
                </a:solidFill>
                <a:latin typeface="Ubuntu Sans"/>
                <a:ea typeface="Ubuntu Sans"/>
                <a:cs typeface="Ubuntu Sans"/>
              </a:defRPr>
            </a:lvl1pPr>
            <a:lvl2pPr algn="l">
              <a:defRPr sz="1875" b="1">
                <a:solidFill>
                  <a:srgbClr val="8A7CFF"/>
                </a:solidFill>
                <a:latin typeface="Ubuntu Sans"/>
                <a:ea typeface="Ubuntu Sans"/>
                <a:cs typeface="Ubuntu Sans"/>
              </a:defRPr>
            </a:lvl2pPr>
            <a:lvl3pPr algn="l">
              <a:defRPr sz="1875" b="1">
                <a:solidFill>
                  <a:srgbClr val="8A7CFF"/>
                </a:solidFill>
                <a:latin typeface="Ubuntu Sans"/>
                <a:ea typeface="Ubuntu Sans"/>
                <a:cs typeface="Ubuntu Sans"/>
              </a:defRPr>
            </a:lvl3pPr>
            <a:lvl4pPr algn="l">
              <a:defRPr sz="1875" b="1">
                <a:solidFill>
                  <a:srgbClr val="8A7CFF"/>
                </a:solidFill>
                <a:latin typeface="Ubuntu Sans"/>
                <a:ea typeface="Ubuntu Sans"/>
                <a:cs typeface="Ubuntu Sans"/>
              </a:defRPr>
            </a:lvl4pPr>
            <a:lvl5pPr algn="l">
              <a:defRPr sz="1875" b="1">
                <a:solidFill>
                  <a:srgbClr val="8A7CFF"/>
                </a:solidFill>
                <a:latin typeface="Ubuntu Sans"/>
                <a:ea typeface="Ubuntu Sans"/>
                <a:cs typeface="Ubuntu Sans"/>
              </a:defRPr>
            </a:lvl5pPr>
            <a:lvl6pPr algn="l">
              <a:defRPr sz="1875" b="1">
                <a:solidFill>
                  <a:srgbClr val="8A7CFF"/>
                </a:solidFill>
                <a:latin typeface="Ubuntu Sans"/>
                <a:ea typeface="Ubuntu Sans"/>
                <a:cs typeface="Ubuntu Sans"/>
              </a:defRPr>
            </a:lvl6pPr>
            <a:lvl7pPr algn="l">
              <a:defRPr sz="1875" b="1">
                <a:solidFill>
                  <a:srgbClr val="8A7CFF"/>
                </a:solidFill>
                <a:latin typeface="Ubuntu Sans"/>
                <a:ea typeface="Ubuntu Sans"/>
                <a:cs typeface="Ubuntu Sans"/>
              </a:defRPr>
            </a:lvl7pPr>
            <a:lvl8pPr algn="l">
              <a:defRPr sz="1875" b="1">
                <a:solidFill>
                  <a:srgbClr val="8A7CFF"/>
                </a:solidFill>
                <a:latin typeface="Ubuntu Sans"/>
                <a:ea typeface="Ubuntu Sans"/>
                <a:cs typeface="Ubuntu Sans"/>
              </a:defRPr>
            </a:lvl8pPr>
            <a:lvl9pPr algn="l">
              <a:defRPr sz="1875" b="1">
                <a:solidFill>
                  <a:srgbClr val="8A7CFF"/>
                </a:solidFill>
                <a:latin typeface="Ubuntu Sans"/>
                <a:ea typeface="Ubuntu Sans"/>
                <a:cs typeface="Ubuntu Sans"/>
              </a:defRPr>
            </a:lvl9pPr>
          </a:lstStyle>
          <a:p xmlns:a="http://schemas.openxmlformats.org/drawingml/2006/main">
            <a:pPr algn="l">
              <a:defRPr sz="1875" b="1">
                <a:solidFill>
                  <a:srgbClr val="8A7CFF"/>
                </a:solidFill>
                <a:latin typeface="Ubuntu Sans"/>
                <a:ea typeface="Ubuntu Sans"/>
                <a:cs typeface="Ubuntu Sans"/>
              </a:defRPr>
            </a:pPr>
            <a:r>
              <a:rPr sz="1875" b="1">
                <a:solidFill>
                  <a:srgbClr val="8A7CFF"/>
                </a:solidFill>
                <a:latin typeface="Ubuntu Sans"/>
                <a:ea typeface="Ubuntu Sans"/>
                <a:cs typeface="Ubuntu Sans"/>
              </a:rPr>
              <a:t>Why the outbox matters</a:t>
            </a:r>
          </a:p>
        </p:txBody>
      </p:sp>
      <p:sp>
        <p:nvSpPr>
          <p:cNvPr id="36" name="">
            <a:extLst xmlns:a="http://schemas.openxmlformats.org/drawingml/2006/main">
              <a:ext uri="{FF2B5EF4-FFF2-40B4-BE49-F238E27FC236}">
                <a16:creationId xmlns:a16="http://schemas.microsoft.com/office/drawing/2014/main" id="{EEA5BED4-E495-4333-98D1-F5BD095A91B7}"/>
              </a:ext>
            </a:extLst>
          </p:cNvPr>
          <p:cNvSpPr>
            <a:spLocks xmlns:a="http://schemas.openxmlformats.org/drawingml/2006/main" noGrp="1"/>
          </p:cNvSpPr>
          <p:nvPr/>
        </p:nvSpPr>
        <p:spPr>
          <a:xfrm xmlns:a="http://schemas.openxmlformats.org/drawingml/2006/main">
            <a:off x="609600" y="4857750"/>
            <a:ext cx="3333750" cy="952500"/>
          </a:xfrm>
          <a:prstGeom xmlns:a="http://schemas.openxmlformats.org/drawingml/2006/main" prst="roundRect">
            <a:avLst>
              <a:gd name="adj" fmla="val 12000"/>
            </a:avLst>
          </a:prstGeom>
          <a:solidFill xmlns:a="http://schemas.openxmlformats.org/drawingml/2006/main">
            <a:srgbClr val="10223A"/>
          </a:solidFill>
          <a:ln xmlns:a="http://schemas.openxmlformats.org/drawingml/2006/main" w="11430">
            <a:solidFill>
              <a:srgbClr val="2B4563"/>
            </a:solidFill>
            <a:prstDash val="solid"/>
          </a:ln>
        </p:spPr>
      </p:sp>
      <p:sp>
        <p:nvSpPr>
          <p:cNvPr id="37" name="">
            <a:extLst xmlns:a="http://schemas.openxmlformats.org/drawingml/2006/main">
              <a:ext uri="{FF2B5EF4-FFF2-40B4-BE49-F238E27FC236}">
                <a16:creationId xmlns:a16="http://schemas.microsoft.com/office/drawing/2014/main" id="{B8090F68-8260-4E32-B231-3629AEC229BC}"/>
              </a:ext>
            </a:extLst>
          </p:cNvPr>
          <p:cNvSpPr>
            <a:spLocks xmlns:a="http://schemas.openxmlformats.org/drawingml/2006/main" noGrp="1"/>
          </p:cNvSpPr>
          <p:nvPr/>
        </p:nvSpPr>
        <p:spPr>
          <a:xfrm xmlns:a="http://schemas.openxmlformats.org/drawingml/2006/main">
            <a:off x="609600" y="4857750"/>
            <a:ext cx="66675" cy="9525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38" name="">
            <a:extLst xmlns:a="http://schemas.openxmlformats.org/drawingml/2006/main">
              <a:ext uri="{FF2B5EF4-FFF2-40B4-BE49-F238E27FC236}">
                <a16:creationId xmlns:a16="http://schemas.microsoft.com/office/drawing/2014/main" id="{317BB3D5-D731-4B1E-A611-16C381D283E4}"/>
              </a:ext>
            </a:extLst>
          </p:cNvPr>
          <p:cNvSpPr>
            <a:spLocks xmlns:a="http://schemas.openxmlformats.org/drawingml/2006/main" noGrp="1"/>
          </p:cNvSpPr>
          <p:nvPr/>
        </p:nvSpPr>
        <p:spPr>
          <a:xfrm xmlns:a="http://schemas.openxmlformats.org/drawingml/2006/main">
            <a:off x="81915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Survives restarts</a:t>
            </a:r>
          </a:p>
        </p:txBody>
      </p:sp>
      <p:sp>
        <p:nvSpPr>
          <p:cNvPr id="39" name="">
            <a:extLst xmlns:a="http://schemas.openxmlformats.org/drawingml/2006/main">
              <a:ext uri="{FF2B5EF4-FFF2-40B4-BE49-F238E27FC236}">
                <a16:creationId xmlns:a16="http://schemas.microsoft.com/office/drawing/2014/main" id="{6C32AFAF-4448-4266-8CAF-6C6C4A8709B4}"/>
              </a:ext>
            </a:extLst>
          </p:cNvPr>
          <p:cNvSpPr>
            <a:spLocks xmlns:a="http://schemas.openxmlformats.org/drawingml/2006/main" noGrp="1"/>
          </p:cNvSpPr>
          <p:nvPr/>
        </p:nvSpPr>
        <p:spPr>
          <a:xfrm xmlns:a="http://schemas.openxmlformats.org/drawingml/2006/main">
            <a:off x="81915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The database retains pending work</a:t>
            </a:r>
          </a:p>
        </p:txBody>
      </p:sp>
      <p:sp>
        <p:nvSpPr>
          <p:cNvPr id="40" name="">
            <a:extLst xmlns:a="http://schemas.openxmlformats.org/drawingml/2006/main">
              <a:ext uri="{FF2B5EF4-FFF2-40B4-BE49-F238E27FC236}">
                <a16:creationId xmlns:a16="http://schemas.microsoft.com/office/drawing/2014/main" id="{ECACCEDD-1101-4B07-B4F7-C81665749FBE}"/>
              </a:ext>
            </a:extLst>
          </p:cNvPr>
          <p:cNvSpPr>
            <a:spLocks xmlns:a="http://schemas.openxmlformats.org/drawingml/2006/main" noGrp="1"/>
          </p:cNvSpPr>
          <p:nvPr/>
        </p:nvSpPr>
        <p:spPr>
          <a:xfrm xmlns:a="http://schemas.openxmlformats.org/drawingml/2006/main">
            <a:off x="4429125" y="4857750"/>
            <a:ext cx="3333750" cy="952500"/>
          </a:xfrm>
          <a:prstGeom xmlns:a="http://schemas.openxmlformats.org/drawingml/2006/main" prst="roundRect">
            <a:avLst>
              <a:gd name="adj" fmla="val 12000"/>
            </a:avLst>
          </a:prstGeom>
          <a:solidFill xmlns:a="http://schemas.openxmlformats.org/drawingml/2006/main">
            <a:srgbClr val="10223A"/>
          </a:solidFill>
          <a:ln xmlns:a="http://schemas.openxmlformats.org/drawingml/2006/main" w="11430">
            <a:solidFill>
              <a:srgbClr val="2B4563"/>
            </a:solidFill>
            <a:prstDash val="solid"/>
          </a:ln>
        </p:spPr>
      </p:sp>
      <p:sp>
        <p:nvSpPr>
          <p:cNvPr id="41" name="">
            <a:extLst xmlns:a="http://schemas.openxmlformats.org/drawingml/2006/main">
              <a:ext uri="{FF2B5EF4-FFF2-40B4-BE49-F238E27FC236}">
                <a16:creationId xmlns:a16="http://schemas.microsoft.com/office/drawing/2014/main" id="{E800F078-CE77-465B-9AB2-F8BEDC7AB1C1}"/>
              </a:ext>
            </a:extLst>
          </p:cNvPr>
          <p:cNvSpPr>
            <a:spLocks xmlns:a="http://schemas.openxmlformats.org/drawingml/2006/main" noGrp="1"/>
          </p:cNvSpPr>
          <p:nvPr/>
        </p:nvSpPr>
        <p:spPr>
          <a:xfrm xmlns:a="http://schemas.openxmlformats.org/drawingml/2006/main">
            <a:off x="4429125" y="4857750"/>
            <a:ext cx="66675" cy="95250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42" name="">
            <a:extLst xmlns:a="http://schemas.openxmlformats.org/drawingml/2006/main">
              <a:ext uri="{FF2B5EF4-FFF2-40B4-BE49-F238E27FC236}">
                <a16:creationId xmlns:a16="http://schemas.microsoft.com/office/drawing/2014/main" id="{D294D5A3-8934-4E96-BD67-411B96950546}"/>
              </a:ext>
            </a:extLst>
          </p:cNvPr>
          <p:cNvSpPr>
            <a:spLocks xmlns:a="http://schemas.openxmlformats.org/drawingml/2006/main" noGrp="1"/>
          </p:cNvSpPr>
          <p:nvPr/>
        </p:nvSpPr>
        <p:spPr>
          <a:xfrm xmlns:a="http://schemas.openxmlformats.org/drawingml/2006/main">
            <a:off x="4638675"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Supports retries</a:t>
            </a:r>
          </a:p>
        </p:txBody>
      </p:sp>
      <p:sp>
        <p:nvSpPr>
          <p:cNvPr id="43" name="">
            <a:extLst xmlns:a="http://schemas.openxmlformats.org/drawingml/2006/main">
              <a:ext uri="{FF2B5EF4-FFF2-40B4-BE49-F238E27FC236}">
                <a16:creationId xmlns:a16="http://schemas.microsoft.com/office/drawing/2014/main" id="{50980F62-30BF-4D7F-8402-E5B3E5331D19}"/>
              </a:ext>
            </a:extLst>
          </p:cNvPr>
          <p:cNvSpPr>
            <a:spLocks xmlns:a="http://schemas.openxmlformats.org/drawingml/2006/main" noGrp="1"/>
          </p:cNvSpPr>
          <p:nvPr/>
        </p:nvSpPr>
        <p:spPr>
          <a:xfrm xmlns:a="http://schemas.openxmlformats.org/drawingml/2006/main">
            <a:off x="4638675"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Transient provider failures do not lose the request</a:t>
            </a:r>
          </a:p>
        </p:txBody>
      </p:sp>
      <p:sp>
        <p:nvSpPr>
          <p:cNvPr id="44" name="">
            <a:extLst xmlns:a="http://schemas.openxmlformats.org/drawingml/2006/main">
              <a:ext uri="{FF2B5EF4-FFF2-40B4-BE49-F238E27FC236}">
                <a16:creationId xmlns:a16="http://schemas.microsoft.com/office/drawing/2014/main" id="{977604D7-A617-431C-BE5A-1FFC4565BE9C}"/>
              </a:ext>
            </a:extLst>
          </p:cNvPr>
          <p:cNvSpPr>
            <a:spLocks xmlns:a="http://schemas.openxmlformats.org/drawingml/2006/main" noGrp="1"/>
          </p:cNvSpPr>
          <p:nvPr/>
        </p:nvSpPr>
        <p:spPr>
          <a:xfrm xmlns:a="http://schemas.openxmlformats.org/drawingml/2006/main">
            <a:off x="8248650" y="4857750"/>
            <a:ext cx="3333750" cy="952500"/>
          </a:xfrm>
          <a:prstGeom xmlns:a="http://schemas.openxmlformats.org/drawingml/2006/main" prst="roundRect">
            <a:avLst>
              <a:gd name="adj" fmla="val 12000"/>
            </a:avLst>
          </a:prstGeom>
          <a:solidFill xmlns:a="http://schemas.openxmlformats.org/drawingml/2006/main">
            <a:srgbClr val="10223A"/>
          </a:solidFill>
          <a:ln xmlns:a="http://schemas.openxmlformats.org/drawingml/2006/main" w="11430">
            <a:solidFill>
              <a:srgbClr val="2B4563"/>
            </a:solidFill>
            <a:prstDash val="solid"/>
          </a:ln>
        </p:spPr>
      </p:sp>
      <p:sp>
        <p:nvSpPr>
          <p:cNvPr id="45" name="">
            <a:extLst xmlns:a="http://schemas.openxmlformats.org/drawingml/2006/main">
              <a:ext uri="{FF2B5EF4-FFF2-40B4-BE49-F238E27FC236}">
                <a16:creationId xmlns:a16="http://schemas.microsoft.com/office/drawing/2014/main" id="{7E81B5FD-21D0-4E81-8579-812D0A1AD5E9}"/>
              </a:ext>
            </a:extLst>
          </p:cNvPr>
          <p:cNvSpPr>
            <a:spLocks xmlns:a="http://schemas.openxmlformats.org/drawingml/2006/main" noGrp="1"/>
          </p:cNvSpPr>
          <p:nvPr/>
        </p:nvSpPr>
        <p:spPr>
          <a:xfrm xmlns:a="http://schemas.openxmlformats.org/drawingml/2006/main">
            <a:off x="8248650" y="4857750"/>
            <a:ext cx="66675" cy="95250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46" name="">
            <a:extLst xmlns:a="http://schemas.openxmlformats.org/drawingml/2006/main">
              <a:ext uri="{FF2B5EF4-FFF2-40B4-BE49-F238E27FC236}">
                <a16:creationId xmlns:a16="http://schemas.microsoft.com/office/drawing/2014/main" id="{4265DA88-F81B-4032-9E76-0E27B4DE5B26}"/>
              </a:ext>
            </a:extLst>
          </p:cNvPr>
          <p:cNvSpPr>
            <a:spLocks xmlns:a="http://schemas.openxmlformats.org/drawingml/2006/main" noGrp="1"/>
          </p:cNvSpPr>
          <p:nvPr/>
        </p:nvSpPr>
        <p:spPr>
          <a:xfrm xmlns:a="http://schemas.openxmlformats.org/drawingml/2006/main">
            <a:off x="845820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Prevents duplicates</a:t>
            </a:r>
          </a:p>
        </p:txBody>
      </p:sp>
      <p:sp>
        <p:nvSpPr>
          <p:cNvPr id="47" name="">
            <a:extLst xmlns:a="http://schemas.openxmlformats.org/drawingml/2006/main">
              <a:ext uri="{FF2B5EF4-FFF2-40B4-BE49-F238E27FC236}">
                <a16:creationId xmlns:a16="http://schemas.microsoft.com/office/drawing/2014/main" id="{0AB440B8-DCE2-441D-968B-D22832995A54}"/>
              </a:ext>
            </a:extLst>
          </p:cNvPr>
          <p:cNvSpPr>
            <a:spLocks xmlns:a="http://schemas.openxmlformats.org/drawingml/2006/main" noGrp="1"/>
          </p:cNvSpPr>
          <p:nvPr/>
        </p:nvSpPr>
        <p:spPr>
          <a:xfrm xmlns:a="http://schemas.openxmlformats.org/drawingml/2006/main">
            <a:off x="845820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Claiming and idempotency protect processing</a:t>
            </a:r>
          </a:p>
        </p:txBody>
      </p:sp>
      <p:sp>
        <p:nvSpPr>
          <p:cNvPr id="48" name="">
            <a:extLst xmlns:a="http://schemas.openxmlformats.org/drawingml/2006/main">
              <a:ext uri="{FF2B5EF4-FFF2-40B4-BE49-F238E27FC236}">
                <a16:creationId xmlns:a16="http://schemas.microsoft.com/office/drawing/2014/main" id="{84A81140-3AF1-4D9B-8642-7B8312BF70F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449830021"/>
      </p:ext>
    </p:extLst>
  </p:cSld>
</p:sld>
</file>

<file path=ppt/slides/slide1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733FA38-960A-4CCA-8AD3-0355033CE05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COMMUNICATION</a:t>
            </a:r>
          </a:p>
        </p:txBody>
      </p:sp>
      <p:sp>
        <p:nvSpPr>
          <p:cNvPr id="2" name="">
            <a:extLst xmlns:a="http://schemas.openxmlformats.org/drawingml/2006/main">
              <a:ext uri="{FF2B5EF4-FFF2-40B4-BE49-F238E27FC236}">
                <a16:creationId xmlns:a16="http://schemas.microsoft.com/office/drawing/2014/main" id="{71712E93-CA1E-4C44-A05E-833EA43ED01F}"/>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Real-time chat and notifications</a:t>
            </a:r>
          </a:p>
        </p:txBody>
      </p:sp>
      <p:sp>
        <p:nvSpPr>
          <p:cNvPr id="3" name="">
            <a:extLst xmlns:a="http://schemas.openxmlformats.org/drawingml/2006/main">
              <a:ext uri="{FF2B5EF4-FFF2-40B4-BE49-F238E27FC236}">
                <a16:creationId xmlns:a16="http://schemas.microsoft.com/office/drawing/2014/main" id="{ACD05289-BB41-43C4-9639-7A7395A29FD1}"/>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11</a:t>
            </a:r>
          </a:p>
        </p:txBody>
      </p:sp>
      <p:sp>
        <p:nvSpPr>
          <p:cNvPr id="4" name="">
            <a:extLst xmlns:a="http://schemas.openxmlformats.org/drawingml/2006/main">
              <a:ext uri="{FF2B5EF4-FFF2-40B4-BE49-F238E27FC236}">
                <a16:creationId xmlns:a16="http://schemas.microsoft.com/office/drawing/2014/main" id="{B6963D4E-D32D-45D6-84A8-476B530A752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2C581CB0-ADD5-4F4E-BBF4-2E8E6B75A91D}"/>
              </a:ext>
            </a:extLst>
          </p:cNvPr>
          <p:cNvSpPr>
            <a:spLocks xmlns:a="http://schemas.openxmlformats.org/drawingml/2006/main" noGrp="1"/>
          </p:cNvSpPr>
          <p:nvPr/>
        </p:nvSpPr>
        <p:spPr>
          <a:xfrm xmlns:a="http://schemas.openxmlformats.org/drawingml/2006/main">
            <a:off x="609600" y="13716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Real-time delivery stays connected to durable history and recruitment permissions.</a:t>
            </a:r>
          </a:p>
        </p:txBody>
      </p:sp>
      <p:sp>
        <p:nvSpPr>
          <p:cNvPr id="6" name="">
            <a:extLst xmlns:a="http://schemas.openxmlformats.org/drawingml/2006/main">
              <a:ext uri="{FF2B5EF4-FFF2-40B4-BE49-F238E27FC236}">
                <a16:creationId xmlns:a16="http://schemas.microsoft.com/office/drawing/2014/main" id="{B9F511B3-8CF6-4C22-B97C-ADA7B5D33FDB}"/>
              </a:ext>
            </a:extLst>
          </p:cNvPr>
          <p:cNvSpPr>
            <a:spLocks xmlns:a="http://schemas.openxmlformats.org/drawingml/2006/main" noGrp="1"/>
          </p:cNvSpPr>
          <p:nvPr/>
        </p:nvSpPr>
        <p:spPr>
          <a:xfrm xmlns:a="http://schemas.openxmlformats.org/drawingml/2006/main">
            <a:off x="609600" y="2495550"/>
            <a:ext cx="209550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E62F6D37-CD8C-45A9-879A-B2A839E97CCE}"/>
              </a:ext>
            </a:extLst>
          </p:cNvPr>
          <p:cNvSpPr>
            <a:spLocks xmlns:a="http://schemas.openxmlformats.org/drawingml/2006/main" noGrp="1"/>
          </p:cNvSpPr>
          <p:nvPr/>
        </p:nvSpPr>
        <p:spPr>
          <a:xfrm xmlns:a="http://schemas.openxmlformats.org/drawingml/2006/main">
            <a:off x="609600" y="2495550"/>
            <a:ext cx="66675" cy="12001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2106549E-B136-40C2-8DF7-737F5DA26002}"/>
              </a:ext>
            </a:extLst>
          </p:cNvPr>
          <p:cNvSpPr>
            <a:spLocks xmlns:a="http://schemas.openxmlformats.org/drawingml/2006/main" noGrp="1"/>
          </p:cNvSpPr>
          <p:nvPr/>
        </p:nvSpPr>
        <p:spPr>
          <a:xfrm xmlns:a="http://schemas.openxmlformats.org/drawingml/2006/main">
            <a:off x="81915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Candidate</a:t>
            </a:r>
          </a:p>
        </p:txBody>
      </p:sp>
      <p:sp>
        <p:nvSpPr>
          <p:cNvPr id="9" name="">
            <a:extLst xmlns:a="http://schemas.openxmlformats.org/drawingml/2006/main">
              <a:ext uri="{FF2B5EF4-FFF2-40B4-BE49-F238E27FC236}">
                <a16:creationId xmlns:a16="http://schemas.microsoft.com/office/drawing/2014/main" id="{6A42048C-6783-44F7-AC7F-74973303A666}"/>
              </a:ext>
            </a:extLst>
          </p:cNvPr>
          <p:cNvSpPr>
            <a:spLocks xmlns:a="http://schemas.openxmlformats.org/drawingml/2006/main" noGrp="1"/>
          </p:cNvSpPr>
          <p:nvPr/>
        </p:nvSpPr>
        <p:spPr>
          <a:xfrm xmlns:a="http://schemas.openxmlformats.org/drawingml/2006/main">
            <a:off x="81915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Opens a protected conversation</a:t>
            </a:r>
          </a:p>
        </p:txBody>
      </p:sp>
      <p:sp>
        <p:nvSpPr>
          <p:cNvPr id="10" name="">
            <a:extLst xmlns:a="http://schemas.openxmlformats.org/drawingml/2006/main">
              <a:ext uri="{FF2B5EF4-FFF2-40B4-BE49-F238E27FC236}">
                <a16:creationId xmlns:a16="http://schemas.microsoft.com/office/drawing/2014/main" id="{E0D6F10E-CB3B-4F54-85F9-12D449D3FBE5}"/>
              </a:ext>
            </a:extLst>
          </p:cNvPr>
          <p:cNvSpPr>
            <a:spLocks xmlns:a="http://schemas.openxmlformats.org/drawingml/2006/main" noGrp="1"/>
          </p:cNvSpPr>
          <p:nvPr/>
        </p:nvSpPr>
        <p:spPr>
          <a:xfrm xmlns:a="http://schemas.openxmlformats.org/drawingml/2006/main">
            <a:off x="2705100" y="3095625"/>
            <a:ext cx="666750" cy="0"/>
          </a:xfrm>
          <a:prstGeom xmlns:a="http://schemas.openxmlformats.org/drawingml/2006/main" prst="line">
            <a:avLst/>
          </a:prstGeom>
          <a:noFill xmlns:a="http://schemas.openxmlformats.org/drawingml/2006/main"/>
          <a:ln xmlns:a="http://schemas.openxmlformats.org/drawingml/2006/main" w="28575">
            <a:solidFill>
              <a:srgbClr val="2FD6D3"/>
            </a:solidFill>
            <a:prstDash val="solid"/>
          </a:ln>
        </p:spPr>
      </p:sp>
      <p:sp>
        <p:nvSpPr>
          <p:cNvPr id="11" name="">
            <a:extLst xmlns:a="http://schemas.openxmlformats.org/drawingml/2006/main">
              <a:ext uri="{FF2B5EF4-FFF2-40B4-BE49-F238E27FC236}">
                <a16:creationId xmlns:a16="http://schemas.microsoft.com/office/drawing/2014/main" id="{D7AD21E6-B27D-4553-A61A-552DE4C20640}"/>
              </a:ext>
            </a:extLst>
          </p:cNvPr>
          <p:cNvSpPr>
            <a:spLocks xmlns:a="http://schemas.openxmlformats.org/drawingml/2006/main" noGrp="1"/>
          </p:cNvSpPr>
          <p:nvPr/>
        </p:nvSpPr>
        <p:spPr>
          <a:xfrm xmlns:a="http://schemas.openxmlformats.org/drawingml/2006/main">
            <a:off x="3371850" y="2495550"/>
            <a:ext cx="209550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12" name="">
            <a:extLst xmlns:a="http://schemas.openxmlformats.org/drawingml/2006/main">
              <a:ext uri="{FF2B5EF4-FFF2-40B4-BE49-F238E27FC236}">
                <a16:creationId xmlns:a16="http://schemas.microsoft.com/office/drawing/2014/main" id="{4E93B00A-DFE3-41C6-9272-CCCAF924990A}"/>
              </a:ext>
            </a:extLst>
          </p:cNvPr>
          <p:cNvSpPr>
            <a:spLocks xmlns:a="http://schemas.openxmlformats.org/drawingml/2006/main" noGrp="1"/>
          </p:cNvSpPr>
          <p:nvPr/>
        </p:nvSpPr>
        <p:spPr>
          <a:xfrm xmlns:a="http://schemas.openxmlformats.org/drawingml/2006/main">
            <a:off x="3371850" y="2495550"/>
            <a:ext cx="66675" cy="120015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3" name="">
            <a:extLst xmlns:a="http://schemas.openxmlformats.org/drawingml/2006/main">
              <a:ext uri="{FF2B5EF4-FFF2-40B4-BE49-F238E27FC236}">
                <a16:creationId xmlns:a16="http://schemas.microsoft.com/office/drawing/2014/main" id="{86FC9F3C-181E-4F10-839D-4FDCADB700B0}"/>
              </a:ext>
            </a:extLst>
          </p:cNvPr>
          <p:cNvSpPr>
            <a:spLocks xmlns:a="http://schemas.openxmlformats.org/drawingml/2006/main" noGrp="1"/>
          </p:cNvSpPr>
          <p:nvPr/>
        </p:nvSpPr>
        <p:spPr>
          <a:xfrm xmlns:a="http://schemas.openxmlformats.org/drawingml/2006/main">
            <a:off x="358140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Socket ticket</a:t>
            </a:r>
          </a:p>
        </p:txBody>
      </p:sp>
      <p:sp>
        <p:nvSpPr>
          <p:cNvPr id="14" name="">
            <a:extLst xmlns:a="http://schemas.openxmlformats.org/drawingml/2006/main">
              <a:ext uri="{FF2B5EF4-FFF2-40B4-BE49-F238E27FC236}">
                <a16:creationId xmlns:a16="http://schemas.microsoft.com/office/drawing/2014/main" id="{1A42AB38-8A91-455D-BDC5-65F246968C96}"/>
              </a:ext>
            </a:extLst>
          </p:cNvPr>
          <p:cNvSpPr>
            <a:spLocks xmlns:a="http://schemas.openxmlformats.org/drawingml/2006/main" noGrp="1"/>
          </p:cNvSpPr>
          <p:nvPr/>
        </p:nvSpPr>
        <p:spPr>
          <a:xfrm xmlns:a="http://schemas.openxmlformats.org/drawingml/2006/main">
            <a:off x="358140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Short-lived WebSocket credential</a:t>
            </a:r>
          </a:p>
        </p:txBody>
      </p:sp>
      <p:sp>
        <p:nvSpPr>
          <p:cNvPr id="15" name="">
            <a:extLst xmlns:a="http://schemas.openxmlformats.org/drawingml/2006/main">
              <a:ext uri="{FF2B5EF4-FFF2-40B4-BE49-F238E27FC236}">
                <a16:creationId xmlns:a16="http://schemas.microsoft.com/office/drawing/2014/main" id="{BF78713C-D23C-4752-A880-791E177E2CE5}"/>
              </a:ext>
            </a:extLst>
          </p:cNvPr>
          <p:cNvSpPr>
            <a:spLocks xmlns:a="http://schemas.openxmlformats.org/drawingml/2006/main" noGrp="1"/>
          </p:cNvSpPr>
          <p:nvPr/>
        </p:nvSpPr>
        <p:spPr>
          <a:xfrm xmlns:a="http://schemas.openxmlformats.org/drawingml/2006/main">
            <a:off x="5467350" y="3095625"/>
            <a:ext cx="666750" cy="0"/>
          </a:xfrm>
          <a:prstGeom xmlns:a="http://schemas.openxmlformats.org/drawingml/2006/main" prst="line">
            <a:avLst/>
          </a:prstGeom>
          <a:noFill xmlns:a="http://schemas.openxmlformats.org/drawingml/2006/main"/>
          <a:ln xmlns:a="http://schemas.openxmlformats.org/drawingml/2006/main" w="28575">
            <a:solidFill>
              <a:srgbClr val="4FA7FF"/>
            </a:solidFill>
            <a:prstDash val="solid"/>
          </a:ln>
        </p:spPr>
      </p:sp>
      <p:sp>
        <p:nvSpPr>
          <p:cNvPr id="16" name="">
            <a:extLst xmlns:a="http://schemas.openxmlformats.org/drawingml/2006/main">
              <a:ext uri="{FF2B5EF4-FFF2-40B4-BE49-F238E27FC236}">
                <a16:creationId xmlns:a16="http://schemas.microsoft.com/office/drawing/2014/main" id="{CD6E5CCC-6A8A-4A47-975F-40DD45CE9AD2}"/>
              </a:ext>
            </a:extLst>
          </p:cNvPr>
          <p:cNvSpPr>
            <a:spLocks xmlns:a="http://schemas.openxmlformats.org/drawingml/2006/main" noGrp="1"/>
          </p:cNvSpPr>
          <p:nvPr/>
        </p:nvSpPr>
        <p:spPr>
          <a:xfrm xmlns:a="http://schemas.openxmlformats.org/drawingml/2006/main">
            <a:off x="6134100" y="2266950"/>
            <a:ext cx="2476500" cy="1657350"/>
          </a:xfrm>
          <a:prstGeom xmlns:a="http://schemas.openxmlformats.org/drawingml/2006/main" prst="roundRect">
            <a:avLst>
              <a:gd name="adj" fmla="val 6897"/>
            </a:avLst>
          </a:prstGeom>
          <a:solidFill xmlns:a="http://schemas.openxmlformats.org/drawingml/2006/main">
            <a:srgbClr val="10223A"/>
          </a:solidFill>
          <a:ln xmlns:a="http://schemas.openxmlformats.org/drawingml/2006/main" w="11430">
            <a:solidFill>
              <a:srgbClr val="2B4563"/>
            </a:solidFill>
            <a:prstDash val="solid"/>
          </a:ln>
        </p:spPr>
      </p:sp>
      <p:sp>
        <p:nvSpPr>
          <p:cNvPr id="17" name="">
            <a:extLst xmlns:a="http://schemas.openxmlformats.org/drawingml/2006/main">
              <a:ext uri="{FF2B5EF4-FFF2-40B4-BE49-F238E27FC236}">
                <a16:creationId xmlns:a16="http://schemas.microsoft.com/office/drawing/2014/main" id="{9F7A9A86-6406-4EAD-97FF-3B7AB301F55B}"/>
              </a:ext>
            </a:extLst>
          </p:cNvPr>
          <p:cNvSpPr>
            <a:spLocks xmlns:a="http://schemas.openxmlformats.org/drawingml/2006/main" noGrp="1"/>
          </p:cNvSpPr>
          <p:nvPr/>
        </p:nvSpPr>
        <p:spPr>
          <a:xfrm xmlns:a="http://schemas.openxmlformats.org/drawingml/2006/main">
            <a:off x="6134100" y="2266950"/>
            <a:ext cx="66675" cy="16573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8" name="">
            <a:extLst xmlns:a="http://schemas.openxmlformats.org/drawingml/2006/main">
              <a:ext uri="{FF2B5EF4-FFF2-40B4-BE49-F238E27FC236}">
                <a16:creationId xmlns:a16="http://schemas.microsoft.com/office/drawing/2014/main" id="{1D0A09BA-E493-43CF-98E7-91D52A9A69F7}"/>
              </a:ext>
            </a:extLst>
          </p:cNvPr>
          <p:cNvSpPr>
            <a:spLocks xmlns:a="http://schemas.openxmlformats.org/drawingml/2006/main" noGrp="1"/>
          </p:cNvSpPr>
          <p:nvPr/>
        </p:nvSpPr>
        <p:spPr>
          <a:xfrm xmlns:a="http://schemas.openxmlformats.org/drawingml/2006/main">
            <a:off x="6343650" y="23812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FastAPI WebSocket</a:t>
            </a:r>
          </a:p>
        </p:txBody>
      </p:sp>
      <p:sp>
        <p:nvSpPr>
          <p:cNvPr id="19" name="">
            <a:extLst xmlns:a="http://schemas.openxmlformats.org/drawingml/2006/main">
              <a:ext uri="{FF2B5EF4-FFF2-40B4-BE49-F238E27FC236}">
                <a16:creationId xmlns:a16="http://schemas.microsoft.com/office/drawing/2014/main" id="{C86E1F2D-D18F-4226-BA74-8FF3BD59A8F3}"/>
              </a:ext>
            </a:extLst>
          </p:cNvPr>
          <p:cNvSpPr>
            <a:spLocks xmlns:a="http://schemas.openxmlformats.org/drawingml/2006/main" noGrp="1"/>
          </p:cNvSpPr>
          <p:nvPr/>
        </p:nvSpPr>
        <p:spPr>
          <a:xfrm xmlns:a="http://schemas.openxmlformats.org/drawingml/2006/main">
            <a:off x="6343650" y="2676525"/>
            <a:ext cx="2152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Checks application access and stage</a:t>
            </a:r>
          </a:p>
        </p:txBody>
      </p:sp>
      <p:sp>
        <p:nvSpPr>
          <p:cNvPr id="20" name="">
            <a:extLst xmlns:a="http://schemas.openxmlformats.org/drawingml/2006/main">
              <a:ext uri="{FF2B5EF4-FFF2-40B4-BE49-F238E27FC236}">
                <a16:creationId xmlns:a16="http://schemas.microsoft.com/office/drawing/2014/main" id="{5CB9DDEF-8C4D-45D5-98D1-40E963CD75AD}"/>
              </a:ext>
            </a:extLst>
          </p:cNvPr>
          <p:cNvSpPr>
            <a:spLocks xmlns:a="http://schemas.openxmlformats.org/drawingml/2006/main" noGrp="1"/>
          </p:cNvSpPr>
          <p:nvPr/>
        </p:nvSpPr>
        <p:spPr>
          <a:xfrm xmlns:a="http://schemas.openxmlformats.org/drawingml/2006/main">
            <a:off x="8610600" y="2705100"/>
            <a:ext cx="666750" cy="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21" name="">
            <a:extLst xmlns:a="http://schemas.openxmlformats.org/drawingml/2006/main">
              <a:ext uri="{FF2B5EF4-FFF2-40B4-BE49-F238E27FC236}">
                <a16:creationId xmlns:a16="http://schemas.microsoft.com/office/drawing/2014/main" id="{5848390C-AE0C-400E-A3B2-6B5C9F06C482}"/>
              </a:ext>
            </a:extLst>
          </p:cNvPr>
          <p:cNvSpPr>
            <a:spLocks xmlns:a="http://schemas.openxmlformats.org/drawingml/2006/main" noGrp="1"/>
          </p:cNvSpPr>
          <p:nvPr/>
        </p:nvSpPr>
        <p:spPr>
          <a:xfrm xmlns:a="http://schemas.openxmlformats.org/drawingml/2006/main">
            <a:off x="8610600" y="3505200"/>
            <a:ext cx="666750" cy="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22" name="">
            <a:extLst xmlns:a="http://schemas.openxmlformats.org/drawingml/2006/main">
              <a:ext uri="{FF2B5EF4-FFF2-40B4-BE49-F238E27FC236}">
                <a16:creationId xmlns:a16="http://schemas.microsoft.com/office/drawing/2014/main" id="{CF82BA88-FEA9-4033-9F97-EE0910E60C2F}"/>
              </a:ext>
            </a:extLst>
          </p:cNvPr>
          <p:cNvSpPr>
            <a:spLocks xmlns:a="http://schemas.openxmlformats.org/drawingml/2006/main" noGrp="1"/>
          </p:cNvSpPr>
          <p:nvPr/>
        </p:nvSpPr>
        <p:spPr>
          <a:xfrm xmlns:a="http://schemas.openxmlformats.org/drawingml/2006/main">
            <a:off x="9277350" y="2076450"/>
            <a:ext cx="23050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23" name="">
            <a:extLst xmlns:a="http://schemas.openxmlformats.org/drawingml/2006/main">
              <a:ext uri="{FF2B5EF4-FFF2-40B4-BE49-F238E27FC236}">
                <a16:creationId xmlns:a16="http://schemas.microsoft.com/office/drawing/2014/main" id="{9D4736AF-636E-4C75-B439-DF8CAA2986AF}"/>
              </a:ext>
            </a:extLst>
          </p:cNvPr>
          <p:cNvSpPr>
            <a:spLocks xmlns:a="http://schemas.openxmlformats.org/drawingml/2006/main" noGrp="1"/>
          </p:cNvSpPr>
          <p:nvPr/>
        </p:nvSpPr>
        <p:spPr>
          <a:xfrm xmlns:a="http://schemas.openxmlformats.org/drawingml/2006/main">
            <a:off x="9277350" y="2076450"/>
            <a:ext cx="66675" cy="12001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24" name="">
            <a:extLst xmlns:a="http://schemas.openxmlformats.org/drawingml/2006/main">
              <a:ext uri="{FF2B5EF4-FFF2-40B4-BE49-F238E27FC236}">
                <a16:creationId xmlns:a16="http://schemas.microsoft.com/office/drawing/2014/main" id="{D2ECF807-2C06-4DA1-9490-016F63C5E283}"/>
              </a:ext>
            </a:extLst>
          </p:cNvPr>
          <p:cNvSpPr>
            <a:spLocks xmlns:a="http://schemas.openxmlformats.org/drawingml/2006/main" noGrp="1"/>
          </p:cNvSpPr>
          <p:nvPr/>
        </p:nvSpPr>
        <p:spPr>
          <a:xfrm xmlns:a="http://schemas.openxmlformats.org/drawingml/2006/main">
            <a:off x="9486900" y="21907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PostgreSQL</a:t>
            </a:r>
          </a:p>
        </p:txBody>
      </p:sp>
      <p:sp>
        <p:nvSpPr>
          <p:cNvPr id="25" name="">
            <a:extLst xmlns:a="http://schemas.openxmlformats.org/drawingml/2006/main">
              <a:ext uri="{FF2B5EF4-FFF2-40B4-BE49-F238E27FC236}">
                <a16:creationId xmlns:a16="http://schemas.microsoft.com/office/drawing/2014/main" id="{608A7F70-73FD-412C-8980-9FF3B094F29D}"/>
              </a:ext>
            </a:extLst>
          </p:cNvPr>
          <p:cNvSpPr>
            <a:spLocks xmlns:a="http://schemas.openxmlformats.org/drawingml/2006/main" noGrp="1"/>
          </p:cNvSpPr>
          <p:nvPr/>
        </p:nvSpPr>
        <p:spPr>
          <a:xfrm xmlns:a="http://schemas.openxmlformats.org/drawingml/2006/main">
            <a:off x="9486900" y="248602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Ordered message history</a:t>
            </a:r>
          </a:p>
        </p:txBody>
      </p:sp>
      <p:sp>
        <p:nvSpPr>
          <p:cNvPr id="26" name="">
            <a:extLst xmlns:a="http://schemas.openxmlformats.org/drawingml/2006/main">
              <a:ext uri="{FF2B5EF4-FFF2-40B4-BE49-F238E27FC236}">
                <a16:creationId xmlns:a16="http://schemas.microsoft.com/office/drawing/2014/main" id="{AB4647D1-B12F-4032-8E42-EDBD9397A1E7}"/>
              </a:ext>
            </a:extLst>
          </p:cNvPr>
          <p:cNvSpPr>
            <a:spLocks xmlns:a="http://schemas.openxmlformats.org/drawingml/2006/main" noGrp="1"/>
          </p:cNvSpPr>
          <p:nvPr/>
        </p:nvSpPr>
        <p:spPr>
          <a:xfrm xmlns:a="http://schemas.openxmlformats.org/drawingml/2006/main">
            <a:off x="9277350" y="3505200"/>
            <a:ext cx="23050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7325DC69-75C4-419D-9B9A-59C09D7B4025}"/>
              </a:ext>
            </a:extLst>
          </p:cNvPr>
          <p:cNvSpPr>
            <a:spLocks xmlns:a="http://schemas.openxmlformats.org/drawingml/2006/main" noGrp="1"/>
          </p:cNvSpPr>
          <p:nvPr/>
        </p:nvSpPr>
        <p:spPr>
          <a:xfrm xmlns:a="http://schemas.openxmlformats.org/drawingml/2006/main">
            <a:off x="9277350" y="3505200"/>
            <a:ext cx="66675" cy="1200150"/>
          </a:xfrm>
          <a:prstGeom xmlns:a="http://schemas.openxmlformats.org/drawingml/2006/main" prst="roundRect">
            <a:avLst>
              <a:gd name="adj" fmla="val 50000"/>
            </a:avLst>
          </a:prstGeom>
          <a:solidFill xmlns:a="http://schemas.openxmlformats.org/drawingml/2006/main">
            <a:srgbClr val="FF7B8A"/>
          </a:solidFill>
          <a:ln xmlns:a="http://schemas.openxmlformats.org/drawingml/2006/main" w="0">
            <a:solidFill>
              <a:srgbClr val="FF7B8A"/>
            </a:solidFill>
            <a:prstDash val="solid"/>
          </a:ln>
        </p:spPr>
      </p:sp>
      <p:sp>
        <p:nvSpPr>
          <p:cNvPr id="28" name="">
            <a:extLst xmlns:a="http://schemas.openxmlformats.org/drawingml/2006/main">
              <a:ext uri="{FF2B5EF4-FFF2-40B4-BE49-F238E27FC236}">
                <a16:creationId xmlns:a16="http://schemas.microsoft.com/office/drawing/2014/main" id="{082B2844-1921-4520-94A0-3728C221802E}"/>
              </a:ext>
            </a:extLst>
          </p:cNvPr>
          <p:cNvSpPr>
            <a:spLocks xmlns:a="http://schemas.openxmlformats.org/drawingml/2006/main" noGrp="1"/>
          </p:cNvSpPr>
          <p:nvPr/>
        </p:nvSpPr>
        <p:spPr>
          <a:xfrm xmlns:a="http://schemas.openxmlformats.org/drawingml/2006/main">
            <a:off x="9486900" y="36195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Redis</a:t>
            </a:r>
          </a:p>
        </p:txBody>
      </p:sp>
      <p:sp>
        <p:nvSpPr>
          <p:cNvPr id="29" name="">
            <a:extLst xmlns:a="http://schemas.openxmlformats.org/drawingml/2006/main">
              <a:ext uri="{FF2B5EF4-FFF2-40B4-BE49-F238E27FC236}">
                <a16:creationId xmlns:a16="http://schemas.microsoft.com/office/drawing/2014/main" id="{D4D48C38-5070-482C-9B77-B62E91C61ADC}"/>
              </a:ext>
            </a:extLst>
          </p:cNvPr>
          <p:cNvSpPr>
            <a:spLocks xmlns:a="http://schemas.openxmlformats.org/drawingml/2006/main" noGrp="1"/>
          </p:cNvSpPr>
          <p:nvPr/>
        </p:nvSpPr>
        <p:spPr>
          <a:xfrm xmlns:a="http://schemas.openxmlformats.org/drawingml/2006/main">
            <a:off x="9486900" y="391477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Presence and cross-process fan-out</a:t>
            </a:r>
          </a:p>
        </p:txBody>
      </p:sp>
      <p:sp>
        <p:nvSpPr>
          <p:cNvPr id="30" name="">
            <a:extLst xmlns:a="http://schemas.openxmlformats.org/drawingml/2006/main">
              <a:ext uri="{FF2B5EF4-FFF2-40B4-BE49-F238E27FC236}">
                <a16:creationId xmlns:a16="http://schemas.microsoft.com/office/drawing/2014/main" id="{331C134A-3554-4DB1-BB03-AA0B5A61EA6E}"/>
              </a:ext>
            </a:extLst>
          </p:cNvPr>
          <p:cNvSpPr>
            <a:spLocks xmlns:a="http://schemas.openxmlformats.org/drawingml/2006/main" noGrp="1"/>
          </p:cNvSpPr>
          <p:nvPr/>
        </p:nvSpPr>
        <p:spPr>
          <a:xfrm xmlns:a="http://schemas.openxmlformats.org/drawingml/2006/main">
            <a:off x="609600" y="4895850"/>
            <a:ext cx="8001000" cy="895350"/>
          </a:xfrm>
          <a:prstGeom xmlns:a="http://schemas.openxmlformats.org/drawingml/2006/main" prst="roundRect">
            <a:avLst>
              <a:gd name="adj" fmla="val 12766"/>
            </a:avLst>
          </a:prstGeom>
          <a:solidFill xmlns:a="http://schemas.openxmlformats.org/drawingml/2006/main">
            <a:srgbClr val="0B182B"/>
          </a:solidFill>
          <a:ln xmlns:a="http://schemas.openxmlformats.org/drawingml/2006/main" w="11430">
            <a:solidFill>
              <a:srgbClr val="2B4563"/>
            </a:solidFill>
            <a:prstDash val="solid"/>
          </a:ln>
        </p:spPr>
      </p:sp>
      <p:sp>
        <p:nvSpPr>
          <p:cNvPr id="31" name="">
            <a:extLst xmlns:a="http://schemas.openxmlformats.org/drawingml/2006/main">
              <a:ext uri="{FF2B5EF4-FFF2-40B4-BE49-F238E27FC236}">
                <a16:creationId xmlns:a16="http://schemas.microsoft.com/office/drawing/2014/main" id="{BDC63C17-DDC3-4E47-93F5-977CC48E073E}"/>
              </a:ext>
            </a:extLst>
          </p:cNvPr>
          <p:cNvSpPr>
            <a:spLocks xmlns:a="http://schemas.openxmlformats.org/drawingml/2006/main" noGrp="1"/>
          </p:cNvSpPr>
          <p:nvPr/>
        </p:nvSpPr>
        <p:spPr>
          <a:xfrm xmlns:a="http://schemas.openxmlformats.org/drawingml/2006/main">
            <a:off x="819150" y="51054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FFCA6A"/>
                </a:solidFill>
                <a:latin typeface="Ubuntu Sans"/>
                <a:ea typeface="Ubuntu Sans"/>
                <a:cs typeface="Ubuntu Sans"/>
              </a:defRPr>
            </a:defPPr>
            <a:lvl1pPr algn="l">
              <a:defRPr sz="1500" b="1">
                <a:solidFill>
                  <a:srgbClr val="FFCA6A"/>
                </a:solidFill>
                <a:latin typeface="Ubuntu Sans"/>
                <a:ea typeface="Ubuntu Sans"/>
                <a:cs typeface="Ubuntu Sans"/>
              </a:defRPr>
            </a:lvl1pPr>
            <a:lvl2pPr algn="l">
              <a:defRPr sz="1500" b="1">
                <a:solidFill>
                  <a:srgbClr val="FFCA6A"/>
                </a:solidFill>
                <a:latin typeface="Ubuntu Sans"/>
                <a:ea typeface="Ubuntu Sans"/>
                <a:cs typeface="Ubuntu Sans"/>
              </a:defRPr>
            </a:lvl2pPr>
            <a:lvl3pPr algn="l">
              <a:defRPr sz="1500" b="1">
                <a:solidFill>
                  <a:srgbClr val="FFCA6A"/>
                </a:solidFill>
                <a:latin typeface="Ubuntu Sans"/>
                <a:ea typeface="Ubuntu Sans"/>
                <a:cs typeface="Ubuntu Sans"/>
              </a:defRPr>
            </a:lvl3pPr>
            <a:lvl4pPr algn="l">
              <a:defRPr sz="1500" b="1">
                <a:solidFill>
                  <a:srgbClr val="FFCA6A"/>
                </a:solidFill>
                <a:latin typeface="Ubuntu Sans"/>
                <a:ea typeface="Ubuntu Sans"/>
                <a:cs typeface="Ubuntu Sans"/>
              </a:defRPr>
            </a:lvl4pPr>
            <a:lvl5pPr algn="l">
              <a:defRPr sz="1500" b="1">
                <a:solidFill>
                  <a:srgbClr val="FFCA6A"/>
                </a:solidFill>
                <a:latin typeface="Ubuntu Sans"/>
                <a:ea typeface="Ubuntu Sans"/>
                <a:cs typeface="Ubuntu Sans"/>
              </a:defRPr>
            </a:lvl5pPr>
            <a:lvl6pPr algn="l">
              <a:defRPr sz="1500" b="1">
                <a:solidFill>
                  <a:srgbClr val="FFCA6A"/>
                </a:solidFill>
                <a:latin typeface="Ubuntu Sans"/>
                <a:ea typeface="Ubuntu Sans"/>
                <a:cs typeface="Ubuntu Sans"/>
              </a:defRPr>
            </a:lvl6pPr>
            <a:lvl7pPr algn="l">
              <a:defRPr sz="1500" b="1">
                <a:solidFill>
                  <a:srgbClr val="FFCA6A"/>
                </a:solidFill>
                <a:latin typeface="Ubuntu Sans"/>
                <a:ea typeface="Ubuntu Sans"/>
                <a:cs typeface="Ubuntu Sans"/>
              </a:defRPr>
            </a:lvl7pPr>
            <a:lvl8pPr algn="l">
              <a:defRPr sz="1500" b="1">
                <a:solidFill>
                  <a:srgbClr val="FFCA6A"/>
                </a:solidFill>
                <a:latin typeface="Ubuntu Sans"/>
                <a:ea typeface="Ubuntu Sans"/>
                <a:cs typeface="Ubuntu Sans"/>
              </a:defRPr>
            </a:lvl8pPr>
            <a:lvl9pPr algn="l">
              <a:defRPr sz="1500" b="1">
                <a:solidFill>
                  <a:srgbClr val="FFCA6A"/>
                </a:solidFill>
                <a:latin typeface="Ubuntu Sans"/>
                <a:ea typeface="Ubuntu Sans"/>
                <a:cs typeface="Ubuntu Sans"/>
              </a:defRPr>
            </a:lvl9pPr>
          </a:lstStyle>
          <a:p xmlns:a="http://schemas.openxmlformats.org/drawingml/2006/main">
            <a:pPr algn="l">
              <a:defRPr sz="1500" b="1">
                <a:solidFill>
                  <a:srgbClr val="FFCA6A"/>
                </a:solidFill>
                <a:latin typeface="Ubuntu Sans"/>
                <a:ea typeface="Ubuntu Sans"/>
                <a:cs typeface="Ubuntu Sans"/>
              </a:defRPr>
            </a:pPr>
            <a:r>
              <a:rPr sz="1500" b="1">
                <a:solidFill>
                  <a:srgbClr val="FFCA6A"/>
                </a:solidFill>
                <a:latin typeface="Ubuntu Sans"/>
                <a:ea typeface="Ubuntu Sans"/>
                <a:cs typeface="Ubuntu Sans"/>
              </a:rPr>
              <a:t>Access rule</a:t>
            </a:r>
          </a:p>
        </p:txBody>
      </p:sp>
      <p:sp>
        <p:nvSpPr>
          <p:cNvPr id="32" name="">
            <a:extLst xmlns:a="http://schemas.openxmlformats.org/drawingml/2006/main">
              <a:ext uri="{FF2B5EF4-FFF2-40B4-BE49-F238E27FC236}">
                <a16:creationId xmlns:a16="http://schemas.microsoft.com/office/drawing/2014/main" id="{891AE8AB-88CA-4A41-936E-1E739487FEDD}"/>
              </a:ext>
            </a:extLst>
          </p:cNvPr>
          <p:cNvSpPr>
            <a:spLocks xmlns:a="http://schemas.openxmlformats.org/drawingml/2006/main" noGrp="1"/>
          </p:cNvSpPr>
          <p:nvPr/>
        </p:nvSpPr>
        <p:spPr>
          <a:xfrm xmlns:a="http://schemas.openxmlformats.org/drawingml/2006/main">
            <a:off x="2247900" y="5010150"/>
            <a:ext cx="613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A9BCD0"/>
                </a:solidFill>
                <a:latin typeface="Ubuntu Sans"/>
                <a:ea typeface="Ubuntu Sans"/>
                <a:cs typeface="Ubuntu Sans"/>
              </a:defRPr>
            </a:defPPr>
            <a:lvl1pPr algn="l">
              <a:defRPr sz="1350" b="0">
                <a:solidFill>
                  <a:srgbClr val="A9BCD0"/>
                </a:solidFill>
                <a:latin typeface="Ubuntu Sans"/>
                <a:ea typeface="Ubuntu Sans"/>
                <a:cs typeface="Ubuntu Sans"/>
              </a:defRPr>
            </a:lvl1pPr>
            <a:lvl2pPr algn="l">
              <a:defRPr sz="1350" b="0">
                <a:solidFill>
                  <a:srgbClr val="A9BCD0"/>
                </a:solidFill>
                <a:latin typeface="Ubuntu Sans"/>
                <a:ea typeface="Ubuntu Sans"/>
                <a:cs typeface="Ubuntu Sans"/>
              </a:defRPr>
            </a:lvl2pPr>
            <a:lvl3pPr algn="l">
              <a:defRPr sz="1350" b="0">
                <a:solidFill>
                  <a:srgbClr val="A9BCD0"/>
                </a:solidFill>
                <a:latin typeface="Ubuntu Sans"/>
                <a:ea typeface="Ubuntu Sans"/>
                <a:cs typeface="Ubuntu Sans"/>
              </a:defRPr>
            </a:lvl3pPr>
            <a:lvl4pPr algn="l">
              <a:defRPr sz="1350" b="0">
                <a:solidFill>
                  <a:srgbClr val="A9BCD0"/>
                </a:solidFill>
                <a:latin typeface="Ubuntu Sans"/>
                <a:ea typeface="Ubuntu Sans"/>
                <a:cs typeface="Ubuntu Sans"/>
              </a:defRPr>
            </a:lvl4pPr>
            <a:lvl5pPr algn="l">
              <a:defRPr sz="1350" b="0">
                <a:solidFill>
                  <a:srgbClr val="A9BCD0"/>
                </a:solidFill>
                <a:latin typeface="Ubuntu Sans"/>
                <a:ea typeface="Ubuntu Sans"/>
                <a:cs typeface="Ubuntu Sans"/>
              </a:defRPr>
            </a:lvl5pPr>
            <a:lvl6pPr algn="l">
              <a:defRPr sz="1350" b="0">
                <a:solidFill>
                  <a:srgbClr val="A9BCD0"/>
                </a:solidFill>
                <a:latin typeface="Ubuntu Sans"/>
                <a:ea typeface="Ubuntu Sans"/>
                <a:cs typeface="Ubuntu Sans"/>
              </a:defRPr>
            </a:lvl6pPr>
            <a:lvl7pPr algn="l">
              <a:defRPr sz="1350" b="0">
                <a:solidFill>
                  <a:srgbClr val="A9BCD0"/>
                </a:solidFill>
                <a:latin typeface="Ubuntu Sans"/>
                <a:ea typeface="Ubuntu Sans"/>
                <a:cs typeface="Ubuntu Sans"/>
              </a:defRPr>
            </a:lvl7pPr>
            <a:lvl8pPr algn="l">
              <a:defRPr sz="1350" b="0">
                <a:solidFill>
                  <a:srgbClr val="A9BCD0"/>
                </a:solidFill>
                <a:latin typeface="Ubuntu Sans"/>
                <a:ea typeface="Ubuntu Sans"/>
                <a:cs typeface="Ubuntu Sans"/>
              </a:defRPr>
            </a:lvl8pPr>
            <a:lvl9pPr algn="l">
              <a:defRPr sz="1350" b="0">
                <a:solidFill>
                  <a:srgbClr val="A9BCD0"/>
                </a:solidFill>
                <a:latin typeface="Ubuntu Sans"/>
                <a:ea typeface="Ubuntu Sans"/>
                <a:cs typeface="Ubuntu Sans"/>
              </a:defRPr>
            </a:lvl9pPr>
          </a:lstStyle>
          <a:p xmlns:a="http://schemas.openxmlformats.org/drawingml/2006/main">
            <a:pPr algn="l">
              <a:defRPr sz="1350" b="0">
                <a:solidFill>
                  <a:srgbClr val="A9BCD0"/>
                </a:solidFill>
                <a:latin typeface="Ubuntu Sans"/>
                <a:ea typeface="Ubuntu Sans"/>
                <a:cs typeface="Ubuntu Sans"/>
              </a:defRPr>
            </a:pPr>
            <a:r>
              <a:rPr sz="1350" b="0">
                <a:solidFill>
                  <a:srgbClr val="A9BCD0"/>
                </a:solidFill>
                <a:latin typeface="Ubuntu Sans"/>
                <a:ea typeface="Ubuntu Sans"/>
                <a:cs typeface="Ubuntu Sans"/>
              </a:rPr>
              <a:t>A valid login alone is insufficient. The user must belong to the application conversation and the current stage must allow chat.</a:t>
            </a:r>
          </a:p>
        </p:txBody>
      </p:sp>
      <p:sp>
        <p:nvSpPr>
          <p:cNvPr id="33" name="">
            <a:extLst xmlns:a="http://schemas.openxmlformats.org/drawingml/2006/main">
              <a:ext uri="{FF2B5EF4-FFF2-40B4-BE49-F238E27FC236}">
                <a16:creationId xmlns:a16="http://schemas.microsoft.com/office/drawing/2014/main" id="{B44E5BF1-5CE3-4F24-A849-0C8F58C29A3C}"/>
              </a:ext>
            </a:extLst>
          </p:cNvPr>
          <p:cNvSpPr>
            <a:spLocks xmlns:a="http://schemas.openxmlformats.org/drawingml/2006/main" noGrp="1"/>
          </p:cNvSpPr>
          <p:nvPr/>
        </p:nvSpPr>
        <p:spPr>
          <a:xfrm xmlns:a="http://schemas.openxmlformats.org/drawingml/2006/main">
            <a:off x="9277350" y="5105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a:solidFill>
                  <a:srgbClr val="2FD6D3"/>
                </a:solidFill>
                <a:latin typeface="Ubuntu Sans"/>
                <a:ea typeface="Ubuntu Sans"/>
                <a:cs typeface="Ubuntu Sans"/>
              </a:defRPr>
            </a:defPPr>
            <a:lvl1pPr algn="ctr">
              <a:defRPr sz="1500" b="1">
                <a:solidFill>
                  <a:srgbClr val="2FD6D3"/>
                </a:solidFill>
                <a:latin typeface="Ubuntu Sans"/>
                <a:ea typeface="Ubuntu Sans"/>
                <a:cs typeface="Ubuntu Sans"/>
              </a:defRPr>
            </a:lvl1pPr>
            <a:lvl2pPr algn="ctr">
              <a:defRPr sz="1500" b="1">
                <a:solidFill>
                  <a:srgbClr val="2FD6D3"/>
                </a:solidFill>
                <a:latin typeface="Ubuntu Sans"/>
                <a:ea typeface="Ubuntu Sans"/>
                <a:cs typeface="Ubuntu Sans"/>
              </a:defRPr>
            </a:lvl2pPr>
            <a:lvl3pPr algn="ctr">
              <a:defRPr sz="1500" b="1">
                <a:solidFill>
                  <a:srgbClr val="2FD6D3"/>
                </a:solidFill>
                <a:latin typeface="Ubuntu Sans"/>
                <a:ea typeface="Ubuntu Sans"/>
                <a:cs typeface="Ubuntu Sans"/>
              </a:defRPr>
            </a:lvl3pPr>
            <a:lvl4pPr algn="ctr">
              <a:defRPr sz="1500" b="1">
                <a:solidFill>
                  <a:srgbClr val="2FD6D3"/>
                </a:solidFill>
                <a:latin typeface="Ubuntu Sans"/>
                <a:ea typeface="Ubuntu Sans"/>
                <a:cs typeface="Ubuntu Sans"/>
              </a:defRPr>
            </a:lvl4pPr>
            <a:lvl5pPr algn="ctr">
              <a:defRPr sz="1500" b="1">
                <a:solidFill>
                  <a:srgbClr val="2FD6D3"/>
                </a:solidFill>
                <a:latin typeface="Ubuntu Sans"/>
                <a:ea typeface="Ubuntu Sans"/>
                <a:cs typeface="Ubuntu Sans"/>
              </a:defRPr>
            </a:lvl5pPr>
            <a:lvl6pPr algn="ctr">
              <a:defRPr sz="1500" b="1">
                <a:solidFill>
                  <a:srgbClr val="2FD6D3"/>
                </a:solidFill>
                <a:latin typeface="Ubuntu Sans"/>
                <a:ea typeface="Ubuntu Sans"/>
                <a:cs typeface="Ubuntu Sans"/>
              </a:defRPr>
            </a:lvl6pPr>
            <a:lvl7pPr algn="ctr">
              <a:defRPr sz="1500" b="1">
                <a:solidFill>
                  <a:srgbClr val="2FD6D3"/>
                </a:solidFill>
                <a:latin typeface="Ubuntu Sans"/>
                <a:ea typeface="Ubuntu Sans"/>
                <a:cs typeface="Ubuntu Sans"/>
              </a:defRPr>
            </a:lvl7pPr>
            <a:lvl8pPr algn="ctr">
              <a:defRPr sz="1500" b="1">
                <a:solidFill>
                  <a:srgbClr val="2FD6D3"/>
                </a:solidFill>
                <a:latin typeface="Ubuntu Sans"/>
                <a:ea typeface="Ubuntu Sans"/>
                <a:cs typeface="Ubuntu Sans"/>
              </a:defRPr>
            </a:lvl8pPr>
            <a:lvl9pPr algn="ctr">
              <a:defRPr sz="1500" b="1">
                <a:solidFill>
                  <a:srgbClr val="2FD6D3"/>
                </a:solidFill>
                <a:latin typeface="Ubuntu Sans"/>
                <a:ea typeface="Ubuntu Sans"/>
                <a:cs typeface="Ubuntu Sans"/>
              </a:defRPr>
            </a:lvl9pPr>
          </a:lstStyle>
          <a:p xmlns:a="http://schemas.openxmlformats.org/drawingml/2006/main">
            <a:pPr algn="ctr">
              <a:defRPr sz="1500" b="1">
                <a:solidFill>
                  <a:srgbClr val="2FD6D3"/>
                </a:solidFill>
                <a:latin typeface="Ubuntu Sans"/>
                <a:ea typeface="Ubuntu Sans"/>
                <a:cs typeface="Ubuntu Sans"/>
              </a:defRPr>
            </a:pPr>
            <a:r>
              <a:rPr sz="1500" b="1">
                <a:solidFill>
                  <a:srgbClr val="2FD6D3"/>
                </a:solidFill>
                <a:latin typeface="Ubuntu Sans"/>
                <a:ea typeface="Ubuntu Sans"/>
                <a:cs typeface="Ubuntu Sans"/>
              </a:rPr>
              <a:t>Notifications</a:t>
            </a:r>
          </a:p>
        </p:txBody>
      </p:sp>
      <p:sp>
        <p:nvSpPr>
          <p:cNvPr id="34" name="">
            <a:extLst xmlns:a="http://schemas.openxmlformats.org/drawingml/2006/main">
              <a:ext uri="{FF2B5EF4-FFF2-40B4-BE49-F238E27FC236}">
                <a16:creationId xmlns:a16="http://schemas.microsoft.com/office/drawing/2014/main" id="{2574E093-E10F-47DF-8CD6-566A6630348B}"/>
              </a:ext>
            </a:extLst>
          </p:cNvPr>
          <p:cNvSpPr>
            <a:spLocks xmlns:a="http://schemas.openxmlformats.org/drawingml/2006/main" noGrp="1"/>
          </p:cNvSpPr>
          <p:nvPr/>
        </p:nvSpPr>
        <p:spPr>
          <a:xfrm xmlns:a="http://schemas.openxmlformats.org/drawingml/2006/main">
            <a:off x="9277350" y="53911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603"/>
          </a:bodyPr>
          <a:lstStyle xmlns:a="http://schemas.openxmlformats.org/drawingml/2006/main">
            <a:defPPr algn="ctr">
              <a:defRPr sz="1125" b="0">
                <a:solidFill>
                  <a:srgbClr val="A9BCD0"/>
                </a:solidFill>
                <a:latin typeface="Ubuntu Sans"/>
                <a:ea typeface="Ubuntu Sans"/>
                <a:cs typeface="Ubuntu Sans"/>
              </a:defRPr>
            </a:defPPr>
            <a:lvl1pPr algn="ctr">
              <a:defRPr sz="1125" b="0">
                <a:solidFill>
                  <a:srgbClr val="A9BCD0"/>
                </a:solidFill>
                <a:latin typeface="Ubuntu Sans"/>
                <a:ea typeface="Ubuntu Sans"/>
                <a:cs typeface="Ubuntu Sans"/>
              </a:defRPr>
            </a:lvl1pPr>
            <a:lvl2pPr algn="ctr">
              <a:defRPr sz="1125" b="0">
                <a:solidFill>
                  <a:srgbClr val="A9BCD0"/>
                </a:solidFill>
                <a:latin typeface="Ubuntu Sans"/>
                <a:ea typeface="Ubuntu Sans"/>
                <a:cs typeface="Ubuntu Sans"/>
              </a:defRPr>
            </a:lvl2pPr>
            <a:lvl3pPr algn="ctr">
              <a:defRPr sz="1125" b="0">
                <a:solidFill>
                  <a:srgbClr val="A9BCD0"/>
                </a:solidFill>
                <a:latin typeface="Ubuntu Sans"/>
                <a:ea typeface="Ubuntu Sans"/>
                <a:cs typeface="Ubuntu Sans"/>
              </a:defRPr>
            </a:lvl3pPr>
            <a:lvl4pPr algn="ctr">
              <a:defRPr sz="1125" b="0">
                <a:solidFill>
                  <a:srgbClr val="A9BCD0"/>
                </a:solidFill>
                <a:latin typeface="Ubuntu Sans"/>
                <a:ea typeface="Ubuntu Sans"/>
                <a:cs typeface="Ubuntu Sans"/>
              </a:defRPr>
            </a:lvl4pPr>
            <a:lvl5pPr algn="ctr">
              <a:defRPr sz="1125" b="0">
                <a:solidFill>
                  <a:srgbClr val="A9BCD0"/>
                </a:solidFill>
                <a:latin typeface="Ubuntu Sans"/>
                <a:ea typeface="Ubuntu Sans"/>
                <a:cs typeface="Ubuntu Sans"/>
              </a:defRPr>
            </a:lvl5pPr>
            <a:lvl6pPr algn="ctr">
              <a:defRPr sz="1125" b="0">
                <a:solidFill>
                  <a:srgbClr val="A9BCD0"/>
                </a:solidFill>
                <a:latin typeface="Ubuntu Sans"/>
                <a:ea typeface="Ubuntu Sans"/>
                <a:cs typeface="Ubuntu Sans"/>
              </a:defRPr>
            </a:lvl6pPr>
            <a:lvl7pPr algn="ctr">
              <a:defRPr sz="1125" b="0">
                <a:solidFill>
                  <a:srgbClr val="A9BCD0"/>
                </a:solidFill>
                <a:latin typeface="Ubuntu Sans"/>
                <a:ea typeface="Ubuntu Sans"/>
                <a:cs typeface="Ubuntu Sans"/>
              </a:defRPr>
            </a:lvl7pPr>
            <a:lvl8pPr algn="ctr">
              <a:defRPr sz="1125" b="0">
                <a:solidFill>
                  <a:srgbClr val="A9BCD0"/>
                </a:solidFill>
                <a:latin typeface="Ubuntu Sans"/>
                <a:ea typeface="Ubuntu Sans"/>
                <a:cs typeface="Ubuntu Sans"/>
              </a:defRPr>
            </a:lvl8pPr>
            <a:lvl9pPr algn="ctr">
              <a:defRPr sz="1125" b="0">
                <a:solidFill>
                  <a:srgbClr val="A9BCD0"/>
                </a:solidFill>
                <a:latin typeface="Ubuntu Sans"/>
                <a:ea typeface="Ubuntu Sans"/>
                <a:cs typeface="Ubuntu Sans"/>
              </a:defRPr>
            </a:lvl9pPr>
          </a:lstStyle>
          <a:p xmlns:a="http://schemas.openxmlformats.org/drawingml/2006/main">
            <a:pPr algn="ctr">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Workflow events create in-app alerts and durable email work.</a:t>
            </a:r>
          </a:p>
        </p:txBody>
      </p:sp>
      <p:sp>
        <p:nvSpPr>
          <p:cNvPr id="35" name="">
            <a:extLst xmlns:a="http://schemas.openxmlformats.org/drawingml/2006/main">
              <a:ext uri="{FF2B5EF4-FFF2-40B4-BE49-F238E27FC236}">
                <a16:creationId xmlns:a16="http://schemas.microsoft.com/office/drawing/2014/main" id="{8191A110-036D-4E56-A8F7-0760F2901472}"/>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738765290"/>
      </p:ext>
    </p:extLst>
  </p:cSld>
</p:sld>
</file>

<file path=ppt/slides/slide1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07C15CC-1422-450C-A53A-7120C1974FD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PRIVACY</a:t>
            </a:r>
          </a:p>
        </p:txBody>
      </p:sp>
      <p:sp>
        <p:nvSpPr>
          <p:cNvPr id="2" name="">
            <a:extLst xmlns:a="http://schemas.openxmlformats.org/drawingml/2006/main">
              <a:ext uri="{FF2B5EF4-FFF2-40B4-BE49-F238E27FC236}">
                <a16:creationId xmlns:a16="http://schemas.microsoft.com/office/drawing/2014/main" id="{76C47EAD-8707-4762-AACC-D232A339C6B7}"/>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Private files and account data</a:t>
            </a:r>
          </a:p>
        </p:txBody>
      </p:sp>
      <p:sp>
        <p:nvSpPr>
          <p:cNvPr id="3" name="">
            <a:extLst xmlns:a="http://schemas.openxmlformats.org/drawingml/2006/main">
              <a:ext uri="{FF2B5EF4-FFF2-40B4-BE49-F238E27FC236}">
                <a16:creationId xmlns:a16="http://schemas.microsoft.com/office/drawing/2014/main" id="{75228339-22E5-4F41-BB47-222EDCDD4404}"/>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12</a:t>
            </a:r>
          </a:p>
        </p:txBody>
      </p:sp>
      <p:sp>
        <p:nvSpPr>
          <p:cNvPr id="4" name="">
            <a:extLst xmlns:a="http://schemas.openxmlformats.org/drawingml/2006/main">
              <a:ext uri="{FF2B5EF4-FFF2-40B4-BE49-F238E27FC236}">
                <a16:creationId xmlns:a16="http://schemas.microsoft.com/office/drawing/2014/main" id="{7C2DA935-A801-40A3-B42D-E6467783678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563D92E3-8A34-4A45-B643-134160C6F3A7}"/>
              </a:ext>
            </a:extLst>
          </p:cNvPr>
          <p:cNvSpPr>
            <a:spLocks xmlns:a="http://schemas.openxmlformats.org/drawingml/2006/main" noGrp="1"/>
          </p:cNvSpPr>
          <p:nvPr/>
        </p:nvSpPr>
        <p:spPr>
          <a:xfrm xmlns:a="http://schemas.openxmlformats.org/drawingml/2006/main">
            <a:off x="609600" y="1371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CVs and identity data require stricter controls than public offer content.</a:t>
            </a:r>
          </a:p>
        </p:txBody>
      </p:sp>
      <p:sp>
        <p:nvSpPr>
          <p:cNvPr id="6" name="">
            <a:extLst xmlns:a="http://schemas.openxmlformats.org/drawingml/2006/main">
              <a:ext uri="{FF2B5EF4-FFF2-40B4-BE49-F238E27FC236}">
                <a16:creationId xmlns:a16="http://schemas.microsoft.com/office/drawing/2014/main" id="{8C15C255-B4AC-4D93-A242-1FDAD782B437}"/>
              </a:ext>
            </a:extLst>
          </p:cNvPr>
          <p:cNvSpPr>
            <a:spLocks xmlns:a="http://schemas.openxmlformats.org/drawingml/2006/main" noGrp="1"/>
          </p:cNvSpPr>
          <p:nvPr/>
        </p:nvSpPr>
        <p:spPr>
          <a:xfrm xmlns:a="http://schemas.openxmlformats.org/drawingml/2006/main">
            <a:off x="609600" y="2000250"/>
            <a:ext cx="33337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0714ABF9-AA83-4FE7-85D5-ACB8E8822EF1}"/>
              </a:ext>
            </a:extLst>
          </p:cNvPr>
          <p:cNvSpPr>
            <a:spLocks xmlns:a="http://schemas.openxmlformats.org/drawingml/2006/main" noGrp="1"/>
          </p:cNvSpPr>
          <p:nvPr/>
        </p:nvSpPr>
        <p:spPr>
          <a:xfrm xmlns:a="http://schemas.openxmlformats.org/drawingml/2006/main">
            <a:off x="609600" y="2000250"/>
            <a:ext cx="66675" cy="12001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3700ACC9-879B-45F1-A685-CAFECAB39E0D}"/>
              </a:ext>
            </a:extLst>
          </p:cNvPr>
          <p:cNvSpPr>
            <a:spLocks xmlns:a="http://schemas.openxmlformats.org/drawingml/2006/main" noGrp="1"/>
          </p:cNvSpPr>
          <p:nvPr/>
        </p:nvSpPr>
        <p:spPr>
          <a:xfrm xmlns:a="http://schemas.openxmlformats.org/drawingml/2006/main">
            <a:off x="81915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Upload validation</a:t>
            </a:r>
          </a:p>
        </p:txBody>
      </p:sp>
      <p:sp>
        <p:nvSpPr>
          <p:cNvPr id="9" name="">
            <a:extLst xmlns:a="http://schemas.openxmlformats.org/drawingml/2006/main">
              <a:ext uri="{FF2B5EF4-FFF2-40B4-BE49-F238E27FC236}">
                <a16:creationId xmlns:a16="http://schemas.microsoft.com/office/drawing/2014/main" id="{98AEF3E3-A8FA-4184-A111-F8B96D1BFD86}"/>
              </a:ext>
            </a:extLst>
          </p:cNvPr>
          <p:cNvSpPr>
            <a:spLocks xmlns:a="http://schemas.openxmlformats.org/drawingml/2006/main" noGrp="1"/>
          </p:cNvSpPr>
          <p:nvPr/>
        </p:nvSpPr>
        <p:spPr>
          <a:xfrm xmlns:a="http://schemas.openxmlformats.org/drawingml/2006/main">
            <a:off x="81915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File type, size, authentication and ownership checks</a:t>
            </a:r>
          </a:p>
        </p:txBody>
      </p:sp>
      <p:sp>
        <p:nvSpPr>
          <p:cNvPr id="10" name="">
            <a:extLst xmlns:a="http://schemas.openxmlformats.org/drawingml/2006/main">
              <a:ext uri="{FF2B5EF4-FFF2-40B4-BE49-F238E27FC236}">
                <a16:creationId xmlns:a16="http://schemas.microsoft.com/office/drawing/2014/main" id="{DAA43DAD-82E1-4510-A008-D9B6549FC541}"/>
              </a:ext>
            </a:extLst>
          </p:cNvPr>
          <p:cNvSpPr>
            <a:spLocks xmlns:a="http://schemas.openxmlformats.org/drawingml/2006/main" noGrp="1"/>
          </p:cNvSpPr>
          <p:nvPr/>
        </p:nvSpPr>
        <p:spPr>
          <a:xfrm xmlns:a="http://schemas.openxmlformats.org/drawingml/2006/main">
            <a:off x="4429125" y="2000250"/>
            <a:ext cx="33337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7BFC77DF-D95E-43DC-9206-FB315E33C598}"/>
              </a:ext>
            </a:extLst>
          </p:cNvPr>
          <p:cNvSpPr>
            <a:spLocks xmlns:a="http://schemas.openxmlformats.org/drawingml/2006/main" noGrp="1"/>
          </p:cNvSpPr>
          <p:nvPr/>
        </p:nvSpPr>
        <p:spPr>
          <a:xfrm xmlns:a="http://schemas.openxmlformats.org/drawingml/2006/main">
            <a:off x="4429125" y="2000250"/>
            <a:ext cx="66675" cy="12001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2" name="">
            <a:extLst xmlns:a="http://schemas.openxmlformats.org/drawingml/2006/main">
              <a:ext uri="{FF2B5EF4-FFF2-40B4-BE49-F238E27FC236}">
                <a16:creationId xmlns:a16="http://schemas.microsoft.com/office/drawing/2014/main" id="{A1F738D5-D6A0-4DB9-9CBF-F7385803A3A3}"/>
              </a:ext>
            </a:extLst>
          </p:cNvPr>
          <p:cNvSpPr>
            <a:spLocks xmlns:a="http://schemas.openxmlformats.org/drawingml/2006/main" noGrp="1"/>
          </p:cNvSpPr>
          <p:nvPr/>
        </p:nvSpPr>
        <p:spPr>
          <a:xfrm xmlns:a="http://schemas.openxmlformats.org/drawingml/2006/main">
            <a:off x="4638675"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Private storage</a:t>
            </a:r>
          </a:p>
        </p:txBody>
      </p:sp>
      <p:sp>
        <p:nvSpPr>
          <p:cNvPr id="13" name="">
            <a:extLst xmlns:a="http://schemas.openxmlformats.org/drawingml/2006/main">
              <a:ext uri="{FF2B5EF4-FFF2-40B4-BE49-F238E27FC236}">
                <a16:creationId xmlns:a16="http://schemas.microsoft.com/office/drawing/2014/main" id="{8B3464E6-FF6A-4B51-8747-B97B433C67D0}"/>
              </a:ext>
            </a:extLst>
          </p:cNvPr>
          <p:cNvSpPr>
            <a:spLocks xmlns:a="http://schemas.openxmlformats.org/drawingml/2006/main" noGrp="1"/>
          </p:cNvSpPr>
          <p:nvPr/>
        </p:nvSpPr>
        <p:spPr>
          <a:xfrm xmlns:a="http://schemas.openxmlformats.org/drawingml/2006/main">
            <a:off x="4638675"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Backend service credentials access Supabase buckets</a:t>
            </a:r>
          </a:p>
        </p:txBody>
      </p:sp>
      <p:sp>
        <p:nvSpPr>
          <p:cNvPr id="14" name="">
            <a:extLst xmlns:a="http://schemas.openxmlformats.org/drawingml/2006/main">
              <a:ext uri="{FF2B5EF4-FFF2-40B4-BE49-F238E27FC236}">
                <a16:creationId xmlns:a16="http://schemas.microsoft.com/office/drawing/2014/main" id="{47D96C1B-8977-4867-9DEB-631EFEA06EF3}"/>
              </a:ext>
            </a:extLst>
          </p:cNvPr>
          <p:cNvSpPr>
            <a:spLocks xmlns:a="http://schemas.openxmlformats.org/drawingml/2006/main" noGrp="1"/>
          </p:cNvSpPr>
          <p:nvPr/>
        </p:nvSpPr>
        <p:spPr>
          <a:xfrm xmlns:a="http://schemas.openxmlformats.org/drawingml/2006/main">
            <a:off x="8248650" y="2000250"/>
            <a:ext cx="33337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C3409FE8-C18C-4008-88BC-15866ADAFC2D}"/>
              </a:ext>
            </a:extLst>
          </p:cNvPr>
          <p:cNvSpPr>
            <a:spLocks xmlns:a="http://schemas.openxmlformats.org/drawingml/2006/main" noGrp="1"/>
          </p:cNvSpPr>
          <p:nvPr/>
        </p:nvSpPr>
        <p:spPr>
          <a:xfrm xmlns:a="http://schemas.openxmlformats.org/drawingml/2006/main">
            <a:off x="8248650" y="2000250"/>
            <a:ext cx="66675" cy="12001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16" name="">
            <a:extLst xmlns:a="http://schemas.openxmlformats.org/drawingml/2006/main">
              <a:ext uri="{FF2B5EF4-FFF2-40B4-BE49-F238E27FC236}">
                <a16:creationId xmlns:a16="http://schemas.microsoft.com/office/drawing/2014/main" id="{67E6A394-2144-4EEA-99E7-34F15F07FF57}"/>
              </a:ext>
            </a:extLst>
          </p:cNvPr>
          <p:cNvSpPr>
            <a:spLocks xmlns:a="http://schemas.openxmlformats.org/drawingml/2006/main" noGrp="1"/>
          </p:cNvSpPr>
          <p:nvPr/>
        </p:nvSpPr>
        <p:spPr>
          <a:xfrm xmlns:a="http://schemas.openxmlformats.org/drawingml/2006/main">
            <a:off x="845820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Controlled download</a:t>
            </a:r>
          </a:p>
        </p:txBody>
      </p:sp>
      <p:sp>
        <p:nvSpPr>
          <p:cNvPr id="17" name="">
            <a:extLst xmlns:a="http://schemas.openxmlformats.org/drawingml/2006/main">
              <a:ext uri="{FF2B5EF4-FFF2-40B4-BE49-F238E27FC236}">
                <a16:creationId xmlns:a16="http://schemas.microsoft.com/office/drawing/2014/main" id="{6D6CA62F-3185-4C47-A05A-A4A9AC56FB50}"/>
              </a:ext>
            </a:extLst>
          </p:cNvPr>
          <p:cNvSpPr>
            <a:spLocks xmlns:a="http://schemas.openxmlformats.org/drawingml/2006/main" noGrp="1"/>
          </p:cNvSpPr>
          <p:nvPr/>
        </p:nvSpPr>
        <p:spPr>
          <a:xfrm xmlns:a="http://schemas.openxmlformats.org/drawingml/2006/main">
            <a:off x="845820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The API authorizes access before returning an asset</a:t>
            </a:r>
          </a:p>
        </p:txBody>
      </p:sp>
      <p:sp>
        <p:nvSpPr>
          <p:cNvPr id="18" name="">
            <a:extLst xmlns:a="http://schemas.openxmlformats.org/drawingml/2006/main">
              <a:ext uri="{FF2B5EF4-FFF2-40B4-BE49-F238E27FC236}">
                <a16:creationId xmlns:a16="http://schemas.microsoft.com/office/drawing/2014/main" id="{D33D176D-9CD2-4A97-9135-FEEF6B885BD8}"/>
              </a:ext>
            </a:extLst>
          </p:cNvPr>
          <p:cNvSpPr>
            <a:spLocks xmlns:a="http://schemas.openxmlformats.org/drawingml/2006/main" noGrp="1"/>
          </p:cNvSpPr>
          <p:nvPr/>
        </p:nvSpPr>
        <p:spPr>
          <a:xfrm xmlns:a="http://schemas.openxmlformats.org/drawingml/2006/main">
            <a:off x="609600" y="3752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FFCA6A"/>
                </a:solidFill>
                <a:latin typeface="Ubuntu Sans"/>
                <a:ea typeface="Ubuntu Sans"/>
                <a:cs typeface="Ubuntu Sans"/>
              </a:defRPr>
            </a:defPPr>
            <a:lvl1pPr algn="l">
              <a:defRPr sz="1875" b="1">
                <a:solidFill>
                  <a:srgbClr val="FFCA6A"/>
                </a:solidFill>
                <a:latin typeface="Ubuntu Sans"/>
                <a:ea typeface="Ubuntu Sans"/>
                <a:cs typeface="Ubuntu Sans"/>
              </a:defRPr>
            </a:lvl1pPr>
            <a:lvl2pPr algn="l">
              <a:defRPr sz="1875" b="1">
                <a:solidFill>
                  <a:srgbClr val="FFCA6A"/>
                </a:solidFill>
                <a:latin typeface="Ubuntu Sans"/>
                <a:ea typeface="Ubuntu Sans"/>
                <a:cs typeface="Ubuntu Sans"/>
              </a:defRPr>
            </a:lvl2pPr>
            <a:lvl3pPr algn="l">
              <a:defRPr sz="1875" b="1">
                <a:solidFill>
                  <a:srgbClr val="FFCA6A"/>
                </a:solidFill>
                <a:latin typeface="Ubuntu Sans"/>
                <a:ea typeface="Ubuntu Sans"/>
                <a:cs typeface="Ubuntu Sans"/>
              </a:defRPr>
            </a:lvl3pPr>
            <a:lvl4pPr algn="l">
              <a:defRPr sz="1875" b="1">
                <a:solidFill>
                  <a:srgbClr val="FFCA6A"/>
                </a:solidFill>
                <a:latin typeface="Ubuntu Sans"/>
                <a:ea typeface="Ubuntu Sans"/>
                <a:cs typeface="Ubuntu Sans"/>
              </a:defRPr>
            </a:lvl4pPr>
            <a:lvl5pPr algn="l">
              <a:defRPr sz="1875" b="1">
                <a:solidFill>
                  <a:srgbClr val="FFCA6A"/>
                </a:solidFill>
                <a:latin typeface="Ubuntu Sans"/>
                <a:ea typeface="Ubuntu Sans"/>
                <a:cs typeface="Ubuntu Sans"/>
              </a:defRPr>
            </a:lvl5pPr>
            <a:lvl6pPr algn="l">
              <a:defRPr sz="1875" b="1">
                <a:solidFill>
                  <a:srgbClr val="FFCA6A"/>
                </a:solidFill>
                <a:latin typeface="Ubuntu Sans"/>
                <a:ea typeface="Ubuntu Sans"/>
                <a:cs typeface="Ubuntu Sans"/>
              </a:defRPr>
            </a:lvl6pPr>
            <a:lvl7pPr algn="l">
              <a:defRPr sz="1875" b="1">
                <a:solidFill>
                  <a:srgbClr val="FFCA6A"/>
                </a:solidFill>
                <a:latin typeface="Ubuntu Sans"/>
                <a:ea typeface="Ubuntu Sans"/>
                <a:cs typeface="Ubuntu Sans"/>
              </a:defRPr>
            </a:lvl7pPr>
            <a:lvl8pPr algn="l">
              <a:defRPr sz="1875" b="1">
                <a:solidFill>
                  <a:srgbClr val="FFCA6A"/>
                </a:solidFill>
                <a:latin typeface="Ubuntu Sans"/>
                <a:ea typeface="Ubuntu Sans"/>
                <a:cs typeface="Ubuntu Sans"/>
              </a:defRPr>
            </a:lvl8pPr>
            <a:lvl9pPr algn="l">
              <a:defRPr sz="1875" b="1">
                <a:solidFill>
                  <a:srgbClr val="FFCA6A"/>
                </a:solidFill>
                <a:latin typeface="Ubuntu Sans"/>
                <a:ea typeface="Ubuntu Sans"/>
                <a:cs typeface="Ubuntu Sans"/>
              </a:defRPr>
            </a:lvl9pPr>
          </a:lstStyle>
          <a:p xmlns:a="http://schemas.openxmlformats.org/drawingml/2006/main">
            <a:pPr algn="l">
              <a:defRPr sz="1875" b="1">
                <a:solidFill>
                  <a:srgbClr val="FFCA6A"/>
                </a:solidFill>
                <a:latin typeface="Ubuntu Sans"/>
                <a:ea typeface="Ubuntu Sans"/>
                <a:cs typeface="Ubuntu Sans"/>
              </a:defRPr>
            </a:pPr>
            <a:r>
              <a:rPr sz="1875" b="1">
                <a:solidFill>
                  <a:srgbClr val="FFCA6A"/>
                </a:solidFill>
                <a:latin typeface="Ubuntu Sans"/>
                <a:ea typeface="Ubuntu Sans"/>
                <a:cs typeface="Ubuntu Sans"/>
              </a:rPr>
              <a:t>Account lifecycle</a:t>
            </a:r>
          </a:p>
        </p:txBody>
      </p:sp>
      <p:sp>
        <p:nvSpPr>
          <p:cNvPr id="19" name="">
            <a:extLst xmlns:a="http://schemas.openxmlformats.org/drawingml/2006/main">
              <a:ext uri="{FF2B5EF4-FFF2-40B4-BE49-F238E27FC236}">
                <a16:creationId xmlns:a16="http://schemas.microsoft.com/office/drawing/2014/main" id="{78883551-0278-4175-8716-27E9CAB79A4C}"/>
              </a:ext>
            </a:extLst>
          </p:cNvPr>
          <p:cNvSpPr>
            <a:spLocks xmlns:a="http://schemas.openxmlformats.org/drawingml/2006/main" noGrp="1"/>
          </p:cNvSpPr>
          <p:nvPr/>
        </p:nvSpPr>
        <p:spPr>
          <a:xfrm xmlns:a="http://schemas.openxmlformats.org/drawingml/2006/main">
            <a:off x="609600" y="42862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0" name="">
            <a:extLst xmlns:a="http://schemas.openxmlformats.org/drawingml/2006/main">
              <a:ext uri="{FF2B5EF4-FFF2-40B4-BE49-F238E27FC236}">
                <a16:creationId xmlns:a16="http://schemas.microsoft.com/office/drawing/2014/main" id="{1D372273-4167-4AC1-9E0B-8D8F3E171AEE}"/>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ellipse">
            <a:avLst/>
          </a:prstGeom>
          <a:solidFill xmlns:a="http://schemas.openxmlformats.org/drawingml/2006/main">
            <a:srgbClr val="4FA7FF"/>
          </a:solidFill>
          <a:ln xmlns:a="http://schemas.openxmlformats.org/drawingml/2006/main" w="11430">
            <a:solidFill>
              <a:srgbClr val="4FA7FF"/>
            </a:solidFill>
            <a:prstDash val="solid"/>
          </a:ln>
        </p:spPr>
      </p:sp>
      <p:sp>
        <p:nvSpPr>
          <p:cNvPr id="21" name="">
            <a:extLst xmlns:a="http://schemas.openxmlformats.org/drawingml/2006/main">
              <a:ext uri="{FF2B5EF4-FFF2-40B4-BE49-F238E27FC236}">
                <a16:creationId xmlns:a16="http://schemas.microsoft.com/office/drawing/2014/main" id="{6C4A3B8D-3818-49EB-A42F-E7CB78A2050E}"/>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1</a:t>
            </a:r>
          </a:p>
        </p:txBody>
      </p:sp>
      <p:sp>
        <p:nvSpPr>
          <p:cNvPr id="22" name="">
            <a:extLst xmlns:a="http://schemas.openxmlformats.org/drawingml/2006/main">
              <a:ext uri="{FF2B5EF4-FFF2-40B4-BE49-F238E27FC236}">
                <a16:creationId xmlns:a16="http://schemas.microsoft.com/office/drawing/2014/main" id="{D3303189-3B81-4D90-A516-465E2127780D}"/>
              </a:ext>
            </a:extLst>
          </p:cNvPr>
          <p:cNvSpPr>
            <a:spLocks xmlns:a="http://schemas.openxmlformats.org/drawingml/2006/main" noGrp="1"/>
          </p:cNvSpPr>
          <p:nvPr/>
        </p:nvSpPr>
        <p:spPr>
          <a:xfrm xmlns:a="http://schemas.openxmlformats.org/drawingml/2006/main">
            <a:off x="13335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Export</a:t>
            </a:r>
          </a:p>
        </p:txBody>
      </p:sp>
      <p:sp>
        <p:nvSpPr>
          <p:cNvPr id="23" name="">
            <a:extLst xmlns:a="http://schemas.openxmlformats.org/drawingml/2006/main">
              <a:ext uri="{FF2B5EF4-FFF2-40B4-BE49-F238E27FC236}">
                <a16:creationId xmlns:a16="http://schemas.microsoft.com/office/drawing/2014/main" id="{E4948E5B-2109-4699-A560-E3C48DEB91A6}"/>
              </a:ext>
            </a:extLst>
          </p:cNvPr>
          <p:cNvSpPr>
            <a:spLocks xmlns:a="http://schemas.openxmlformats.org/drawingml/2006/main" noGrp="1"/>
          </p:cNvSpPr>
          <p:nvPr/>
        </p:nvSpPr>
        <p:spPr>
          <a:xfrm xmlns:a="http://schemas.openxmlformats.org/drawingml/2006/main">
            <a:off x="13335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JSON, CSV, and XML account data</a:t>
            </a:r>
          </a:p>
        </p:txBody>
      </p:sp>
      <p:sp>
        <p:nvSpPr>
          <p:cNvPr id="24" name="">
            <a:extLst xmlns:a="http://schemas.openxmlformats.org/drawingml/2006/main">
              <a:ext uri="{FF2B5EF4-FFF2-40B4-BE49-F238E27FC236}">
                <a16:creationId xmlns:a16="http://schemas.microsoft.com/office/drawing/2014/main" id="{E12337DB-A94B-4481-924E-8E06E9D2FACD}"/>
              </a:ext>
            </a:extLst>
          </p:cNvPr>
          <p:cNvSpPr>
            <a:spLocks xmlns:a="http://schemas.openxmlformats.org/drawingml/2006/main" noGrp="1"/>
          </p:cNvSpPr>
          <p:nvPr/>
        </p:nvSpPr>
        <p:spPr>
          <a:xfrm xmlns:a="http://schemas.openxmlformats.org/drawingml/2006/main">
            <a:off x="4438650" y="42862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5" name="">
            <a:extLst xmlns:a="http://schemas.openxmlformats.org/drawingml/2006/main">
              <a:ext uri="{FF2B5EF4-FFF2-40B4-BE49-F238E27FC236}">
                <a16:creationId xmlns:a16="http://schemas.microsoft.com/office/drawing/2014/main" id="{BE4FAB70-83C7-4160-8B39-2D3655794A0C}"/>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ellipse">
            <a:avLst/>
          </a:prstGeom>
          <a:solidFill xmlns:a="http://schemas.openxmlformats.org/drawingml/2006/main">
            <a:srgbClr val="FF7B8A"/>
          </a:solidFill>
          <a:ln xmlns:a="http://schemas.openxmlformats.org/drawingml/2006/main" w="11430">
            <a:solidFill>
              <a:srgbClr val="FF7B8A"/>
            </a:solidFill>
            <a:prstDash val="solid"/>
          </a:ln>
        </p:spPr>
      </p:sp>
      <p:sp>
        <p:nvSpPr>
          <p:cNvPr id="26" name="">
            <a:extLst xmlns:a="http://schemas.openxmlformats.org/drawingml/2006/main">
              <a:ext uri="{FF2B5EF4-FFF2-40B4-BE49-F238E27FC236}">
                <a16:creationId xmlns:a16="http://schemas.microsoft.com/office/drawing/2014/main" id="{5C02090F-325E-4ED9-9012-C07FC27E0DA1}"/>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2</a:t>
            </a:r>
          </a:p>
        </p:txBody>
      </p:sp>
      <p:sp>
        <p:nvSpPr>
          <p:cNvPr id="27" name="">
            <a:extLst xmlns:a="http://schemas.openxmlformats.org/drawingml/2006/main">
              <a:ext uri="{FF2B5EF4-FFF2-40B4-BE49-F238E27FC236}">
                <a16:creationId xmlns:a16="http://schemas.microsoft.com/office/drawing/2014/main" id="{7177C91E-532D-49B6-BEA6-B1D2DB82BA31}"/>
              </a:ext>
            </a:extLst>
          </p:cNvPr>
          <p:cNvSpPr>
            <a:spLocks xmlns:a="http://schemas.openxmlformats.org/drawingml/2006/main" noGrp="1"/>
          </p:cNvSpPr>
          <p:nvPr/>
        </p:nvSpPr>
        <p:spPr>
          <a:xfrm xmlns:a="http://schemas.openxmlformats.org/drawingml/2006/main">
            <a:off x="516255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Schedule deletion</a:t>
            </a:r>
          </a:p>
        </p:txBody>
      </p:sp>
      <p:sp>
        <p:nvSpPr>
          <p:cNvPr id="28" name="">
            <a:extLst xmlns:a="http://schemas.openxmlformats.org/drawingml/2006/main">
              <a:ext uri="{FF2B5EF4-FFF2-40B4-BE49-F238E27FC236}">
                <a16:creationId xmlns:a16="http://schemas.microsoft.com/office/drawing/2014/main" id="{A721AE72-1D9D-407A-9961-CFDCB07B7B3C}"/>
              </a:ext>
            </a:extLst>
          </p:cNvPr>
          <p:cNvSpPr>
            <a:spLocks xmlns:a="http://schemas.openxmlformats.org/drawingml/2006/main" noGrp="1"/>
          </p:cNvSpPr>
          <p:nvPr/>
        </p:nvSpPr>
        <p:spPr>
          <a:xfrm xmlns:a="http://schemas.openxmlformats.org/drawingml/2006/main">
            <a:off x="516255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Reauthentication and seven-day cancellation window</a:t>
            </a:r>
          </a:p>
        </p:txBody>
      </p:sp>
      <p:sp>
        <p:nvSpPr>
          <p:cNvPr id="29" name="">
            <a:extLst xmlns:a="http://schemas.openxmlformats.org/drawingml/2006/main">
              <a:ext uri="{FF2B5EF4-FFF2-40B4-BE49-F238E27FC236}">
                <a16:creationId xmlns:a16="http://schemas.microsoft.com/office/drawing/2014/main" id="{110411A4-7B21-424F-A8D6-0D57943D2636}"/>
              </a:ext>
            </a:extLst>
          </p:cNvPr>
          <p:cNvSpPr>
            <a:spLocks xmlns:a="http://schemas.openxmlformats.org/drawingml/2006/main" noGrp="1"/>
          </p:cNvSpPr>
          <p:nvPr/>
        </p:nvSpPr>
        <p:spPr>
          <a:xfrm xmlns:a="http://schemas.openxmlformats.org/drawingml/2006/main">
            <a:off x="8267700" y="42862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30" name="">
            <a:extLst xmlns:a="http://schemas.openxmlformats.org/drawingml/2006/main">
              <a:ext uri="{FF2B5EF4-FFF2-40B4-BE49-F238E27FC236}">
                <a16:creationId xmlns:a16="http://schemas.microsoft.com/office/drawing/2014/main" id="{A8FC4037-DB7C-464A-95F2-BAA5D0082697}"/>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ellipse">
            <a:avLst/>
          </a:prstGeom>
          <a:solidFill xmlns:a="http://schemas.openxmlformats.org/drawingml/2006/main">
            <a:srgbClr val="55D6A5"/>
          </a:solidFill>
          <a:ln xmlns:a="http://schemas.openxmlformats.org/drawingml/2006/main" w="11430">
            <a:solidFill>
              <a:srgbClr val="55D6A5"/>
            </a:solidFill>
            <a:prstDash val="solid"/>
          </a:ln>
        </p:spPr>
      </p:sp>
      <p:sp>
        <p:nvSpPr>
          <p:cNvPr id="31" name="">
            <a:extLst xmlns:a="http://schemas.openxmlformats.org/drawingml/2006/main">
              <a:ext uri="{FF2B5EF4-FFF2-40B4-BE49-F238E27FC236}">
                <a16:creationId xmlns:a16="http://schemas.microsoft.com/office/drawing/2014/main" id="{4AF47718-E93D-466F-A8BD-D63044A48006}"/>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3</a:t>
            </a:r>
          </a:p>
        </p:txBody>
      </p:sp>
      <p:sp>
        <p:nvSpPr>
          <p:cNvPr id="32" name="">
            <a:extLst xmlns:a="http://schemas.openxmlformats.org/drawingml/2006/main">
              <a:ext uri="{FF2B5EF4-FFF2-40B4-BE49-F238E27FC236}">
                <a16:creationId xmlns:a16="http://schemas.microsoft.com/office/drawing/2014/main" id="{EDB8D583-BCE8-4A85-86FA-A2D9851F1E01}"/>
              </a:ext>
            </a:extLst>
          </p:cNvPr>
          <p:cNvSpPr>
            <a:spLocks xmlns:a="http://schemas.openxmlformats.org/drawingml/2006/main" noGrp="1"/>
          </p:cNvSpPr>
          <p:nvPr/>
        </p:nvSpPr>
        <p:spPr>
          <a:xfrm xmlns:a="http://schemas.openxmlformats.org/drawingml/2006/main">
            <a:off x="89916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Remove and anonymize</a:t>
            </a:r>
          </a:p>
        </p:txBody>
      </p:sp>
      <p:sp>
        <p:nvSpPr>
          <p:cNvPr id="33" name="">
            <a:extLst xmlns:a="http://schemas.openxmlformats.org/drawingml/2006/main">
              <a:ext uri="{FF2B5EF4-FFF2-40B4-BE49-F238E27FC236}">
                <a16:creationId xmlns:a16="http://schemas.microsoft.com/office/drawing/2014/main" id="{979AC005-A3E4-4C3C-878C-D185D0DBA7AD}"/>
              </a:ext>
            </a:extLst>
          </p:cNvPr>
          <p:cNvSpPr>
            <a:spLocks xmlns:a="http://schemas.openxmlformats.org/drawingml/2006/main" noGrp="1"/>
          </p:cNvSpPr>
          <p:nvPr/>
        </p:nvSpPr>
        <p:spPr>
          <a:xfrm xmlns:a="http://schemas.openxmlformats.org/drawingml/2006/main">
            <a:off x="89916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Delete private files and protect workflow integrity</a:t>
            </a:r>
          </a:p>
        </p:txBody>
      </p:sp>
      <p:sp>
        <p:nvSpPr>
          <p:cNvPr id="34" name="">
            <a:extLst xmlns:a="http://schemas.openxmlformats.org/drawingml/2006/main">
              <a:ext uri="{FF2B5EF4-FFF2-40B4-BE49-F238E27FC236}">
                <a16:creationId xmlns:a16="http://schemas.microsoft.com/office/drawing/2014/main" id="{E83D5543-3FD0-4AD1-B12F-2E58F2308C27}"/>
              </a:ext>
            </a:extLst>
          </p:cNvPr>
          <p:cNvSpPr>
            <a:spLocks xmlns:a="http://schemas.openxmlformats.org/drawingml/2006/main" noGrp="1"/>
          </p:cNvSpPr>
          <p:nvPr/>
        </p:nvSpPr>
        <p:spPr>
          <a:xfrm xmlns:a="http://schemas.openxmlformats.org/drawingml/2006/main">
            <a:off x="609600" y="5715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2FD6D3"/>
                </a:solidFill>
                <a:latin typeface="Ubuntu Sans"/>
                <a:ea typeface="Ubuntu Sans"/>
                <a:cs typeface="Ubuntu Sans"/>
              </a:defRPr>
            </a:defPPr>
            <a:lvl1pPr algn="l">
              <a:defRPr sz="1350" b="1">
                <a:solidFill>
                  <a:srgbClr val="2FD6D3"/>
                </a:solidFill>
                <a:latin typeface="Ubuntu Sans"/>
                <a:ea typeface="Ubuntu Sans"/>
                <a:cs typeface="Ubuntu Sans"/>
              </a:defRPr>
            </a:lvl1pPr>
            <a:lvl2pPr algn="l">
              <a:defRPr sz="1350" b="1">
                <a:solidFill>
                  <a:srgbClr val="2FD6D3"/>
                </a:solidFill>
                <a:latin typeface="Ubuntu Sans"/>
                <a:ea typeface="Ubuntu Sans"/>
                <a:cs typeface="Ubuntu Sans"/>
              </a:defRPr>
            </a:lvl2pPr>
            <a:lvl3pPr algn="l">
              <a:defRPr sz="1350" b="1">
                <a:solidFill>
                  <a:srgbClr val="2FD6D3"/>
                </a:solidFill>
                <a:latin typeface="Ubuntu Sans"/>
                <a:ea typeface="Ubuntu Sans"/>
                <a:cs typeface="Ubuntu Sans"/>
              </a:defRPr>
            </a:lvl3pPr>
            <a:lvl4pPr algn="l">
              <a:defRPr sz="1350" b="1">
                <a:solidFill>
                  <a:srgbClr val="2FD6D3"/>
                </a:solidFill>
                <a:latin typeface="Ubuntu Sans"/>
                <a:ea typeface="Ubuntu Sans"/>
                <a:cs typeface="Ubuntu Sans"/>
              </a:defRPr>
            </a:lvl4pPr>
            <a:lvl5pPr algn="l">
              <a:defRPr sz="1350" b="1">
                <a:solidFill>
                  <a:srgbClr val="2FD6D3"/>
                </a:solidFill>
                <a:latin typeface="Ubuntu Sans"/>
                <a:ea typeface="Ubuntu Sans"/>
                <a:cs typeface="Ubuntu Sans"/>
              </a:defRPr>
            </a:lvl5pPr>
            <a:lvl6pPr algn="l">
              <a:defRPr sz="1350" b="1">
                <a:solidFill>
                  <a:srgbClr val="2FD6D3"/>
                </a:solidFill>
                <a:latin typeface="Ubuntu Sans"/>
                <a:ea typeface="Ubuntu Sans"/>
                <a:cs typeface="Ubuntu Sans"/>
              </a:defRPr>
            </a:lvl6pPr>
            <a:lvl7pPr algn="l">
              <a:defRPr sz="1350" b="1">
                <a:solidFill>
                  <a:srgbClr val="2FD6D3"/>
                </a:solidFill>
                <a:latin typeface="Ubuntu Sans"/>
                <a:ea typeface="Ubuntu Sans"/>
                <a:cs typeface="Ubuntu Sans"/>
              </a:defRPr>
            </a:lvl7pPr>
            <a:lvl8pPr algn="l">
              <a:defRPr sz="1350" b="1">
                <a:solidFill>
                  <a:srgbClr val="2FD6D3"/>
                </a:solidFill>
                <a:latin typeface="Ubuntu Sans"/>
                <a:ea typeface="Ubuntu Sans"/>
                <a:cs typeface="Ubuntu Sans"/>
              </a:defRPr>
            </a:lvl8pPr>
            <a:lvl9pPr algn="l">
              <a:defRPr sz="1350" b="1">
                <a:solidFill>
                  <a:srgbClr val="2FD6D3"/>
                </a:solidFill>
                <a:latin typeface="Ubuntu Sans"/>
                <a:ea typeface="Ubuntu Sans"/>
                <a:cs typeface="Ubuntu Sans"/>
              </a:defRPr>
            </a:lvl9pPr>
          </a:lstStyle>
          <a:p xmlns:a="http://schemas.openxmlformats.org/drawingml/2006/main">
            <a:pPr algn="l">
              <a:defRPr sz="1350" b="1">
                <a:solidFill>
                  <a:srgbClr val="2FD6D3"/>
                </a:solidFill>
                <a:latin typeface="Ubuntu Sans"/>
                <a:ea typeface="Ubuntu Sans"/>
                <a:cs typeface="Ubuntu Sans"/>
              </a:defRPr>
            </a:pPr>
            <a:r>
              <a:rPr sz="1350" b="1">
                <a:solidFill>
                  <a:srgbClr val="2FD6D3"/>
                </a:solidFill>
                <a:latin typeface="Ubuntu Sans"/>
                <a:ea typeface="Ubuntu Sans"/>
                <a:cs typeface="Ubuntu Sans"/>
              </a:rPr>
              <a:t>Privacy rule</a:t>
            </a:r>
          </a:p>
        </p:txBody>
      </p:sp>
      <p:sp>
        <p:nvSpPr>
          <p:cNvPr id="35" name="">
            <a:extLst xmlns:a="http://schemas.openxmlformats.org/drawingml/2006/main">
              <a:ext uri="{FF2B5EF4-FFF2-40B4-BE49-F238E27FC236}">
                <a16:creationId xmlns:a16="http://schemas.microsoft.com/office/drawing/2014/main" id="{D0712518-362F-4AEC-A079-0F72AFC8528B}"/>
              </a:ext>
            </a:extLst>
          </p:cNvPr>
          <p:cNvSpPr>
            <a:spLocks xmlns:a="http://schemas.openxmlformats.org/drawingml/2006/main" noGrp="1"/>
          </p:cNvSpPr>
          <p:nvPr/>
        </p:nvSpPr>
        <p:spPr>
          <a:xfrm xmlns:a="http://schemas.openxmlformats.org/drawingml/2006/main">
            <a:off x="2038350" y="56578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The backend exposes only the minimum data required for the current user and action.</a:t>
            </a:r>
          </a:p>
        </p:txBody>
      </p:sp>
      <p:sp>
        <p:nvSpPr>
          <p:cNvPr id="36" name="">
            <a:extLst xmlns:a="http://schemas.openxmlformats.org/drawingml/2006/main">
              <a:ext uri="{FF2B5EF4-FFF2-40B4-BE49-F238E27FC236}">
                <a16:creationId xmlns:a16="http://schemas.microsoft.com/office/drawing/2014/main" id="{DD5F628B-1D2D-469B-80CD-A342FC3B635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708891192"/>
      </p:ext>
    </p:extLst>
  </p:cSld>
</p:sld>
</file>

<file path=ppt/slides/slide1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7D43B23-59E6-41CA-A7A0-9934D021B6B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DEPLOYMENT</a:t>
            </a:r>
          </a:p>
        </p:txBody>
      </p:sp>
      <p:sp>
        <p:nvSpPr>
          <p:cNvPr id="2" name="">
            <a:extLst xmlns:a="http://schemas.openxmlformats.org/drawingml/2006/main">
              <a:ext uri="{FF2B5EF4-FFF2-40B4-BE49-F238E27FC236}">
                <a16:creationId xmlns:a16="http://schemas.microsoft.com/office/drawing/2014/main" id="{AAD54BFB-52C1-4D4D-9C59-F088267E9828}"/>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Reliability and production operations</a:t>
            </a:r>
          </a:p>
        </p:txBody>
      </p:sp>
      <p:sp>
        <p:nvSpPr>
          <p:cNvPr id="3" name="">
            <a:extLst xmlns:a="http://schemas.openxmlformats.org/drawingml/2006/main">
              <a:ext uri="{FF2B5EF4-FFF2-40B4-BE49-F238E27FC236}">
                <a16:creationId xmlns:a16="http://schemas.microsoft.com/office/drawing/2014/main" id="{90B94478-FC77-4CE8-8185-1D7521FCD9F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13</a:t>
            </a:r>
          </a:p>
        </p:txBody>
      </p:sp>
      <p:sp>
        <p:nvSpPr>
          <p:cNvPr id="4" name="">
            <a:extLst xmlns:a="http://schemas.openxmlformats.org/drawingml/2006/main">
              <a:ext uri="{FF2B5EF4-FFF2-40B4-BE49-F238E27FC236}">
                <a16:creationId xmlns:a16="http://schemas.microsoft.com/office/drawing/2014/main" id="{A1C91852-BBC8-486C-B63F-14D9269251F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14402555-AF87-4D90-A63B-AC908E95938B}"/>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The backend includes the controls needed to run and diagnose the system in production.</a:t>
            </a:r>
          </a:p>
        </p:txBody>
      </p:sp>
      <p:sp>
        <p:nvSpPr>
          <p:cNvPr id="6" name="">
            <a:extLst xmlns:a="http://schemas.openxmlformats.org/drawingml/2006/main">
              <a:ext uri="{FF2B5EF4-FFF2-40B4-BE49-F238E27FC236}">
                <a16:creationId xmlns:a16="http://schemas.microsoft.com/office/drawing/2014/main" id="{27289811-7925-482A-A0BA-6CDCAD9E44BA}"/>
              </a:ext>
            </a:extLst>
          </p:cNvPr>
          <p:cNvSpPr>
            <a:spLocks xmlns:a="http://schemas.openxmlformats.org/drawingml/2006/main" noGrp="1"/>
          </p:cNvSpPr>
          <p:nvPr/>
        </p:nvSpPr>
        <p:spPr>
          <a:xfrm xmlns:a="http://schemas.openxmlformats.org/drawingml/2006/main">
            <a:off x="609600" y="200025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AF9D6138-042B-4411-9907-FFA1EC258918}"/>
              </a:ext>
            </a:extLst>
          </p:cNvPr>
          <p:cNvSpPr>
            <a:spLocks xmlns:a="http://schemas.openxmlformats.org/drawingml/2006/main" noGrp="1"/>
          </p:cNvSpPr>
          <p:nvPr/>
        </p:nvSpPr>
        <p:spPr>
          <a:xfrm xmlns:a="http://schemas.openxmlformats.org/drawingml/2006/main">
            <a:off x="609600" y="2000250"/>
            <a:ext cx="66675" cy="12382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8" name="">
            <a:extLst xmlns:a="http://schemas.openxmlformats.org/drawingml/2006/main">
              <a:ext uri="{FF2B5EF4-FFF2-40B4-BE49-F238E27FC236}">
                <a16:creationId xmlns:a16="http://schemas.microsoft.com/office/drawing/2014/main" id="{2D592569-569F-4213-8002-675D035E503B}"/>
              </a:ext>
            </a:extLst>
          </p:cNvPr>
          <p:cNvSpPr>
            <a:spLocks xmlns:a="http://schemas.openxmlformats.org/drawingml/2006/main" noGrp="1"/>
          </p:cNvSpPr>
          <p:nvPr/>
        </p:nvSpPr>
        <p:spPr>
          <a:xfrm xmlns:a="http://schemas.openxmlformats.org/drawingml/2006/main">
            <a:off x="8191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Health</a:t>
            </a:r>
          </a:p>
        </p:txBody>
      </p:sp>
      <p:sp>
        <p:nvSpPr>
          <p:cNvPr id="9" name="">
            <a:extLst xmlns:a="http://schemas.openxmlformats.org/drawingml/2006/main">
              <a:ext uri="{FF2B5EF4-FFF2-40B4-BE49-F238E27FC236}">
                <a16:creationId xmlns:a16="http://schemas.microsoft.com/office/drawing/2014/main" id="{BC892721-4D0E-42D7-B142-751C3AED84D1}"/>
              </a:ext>
            </a:extLst>
          </p:cNvPr>
          <p:cNvSpPr>
            <a:spLocks xmlns:a="http://schemas.openxmlformats.org/drawingml/2006/main" noGrp="1"/>
          </p:cNvSpPr>
          <p:nvPr/>
        </p:nvSpPr>
        <p:spPr>
          <a:xfrm xmlns:a="http://schemas.openxmlformats.org/drawingml/2006/main">
            <a:off x="8191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Liveness and readiness checks cover required components</a:t>
            </a:r>
          </a:p>
        </p:txBody>
      </p:sp>
      <p:sp>
        <p:nvSpPr>
          <p:cNvPr id="10" name="">
            <a:extLst xmlns:a="http://schemas.openxmlformats.org/drawingml/2006/main">
              <a:ext uri="{FF2B5EF4-FFF2-40B4-BE49-F238E27FC236}">
                <a16:creationId xmlns:a16="http://schemas.microsoft.com/office/drawing/2014/main" id="{84792114-C0E9-4EED-8798-A18DEBAB563F}"/>
              </a:ext>
            </a:extLst>
          </p:cNvPr>
          <p:cNvSpPr>
            <a:spLocks xmlns:a="http://schemas.openxmlformats.org/drawingml/2006/main" noGrp="1"/>
          </p:cNvSpPr>
          <p:nvPr/>
        </p:nvSpPr>
        <p:spPr>
          <a:xfrm xmlns:a="http://schemas.openxmlformats.org/drawingml/2006/main">
            <a:off x="4286250" y="200025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502CB29E-854D-46A9-A092-A4A691138279}"/>
              </a:ext>
            </a:extLst>
          </p:cNvPr>
          <p:cNvSpPr>
            <a:spLocks xmlns:a="http://schemas.openxmlformats.org/drawingml/2006/main" noGrp="1"/>
          </p:cNvSpPr>
          <p:nvPr/>
        </p:nvSpPr>
        <p:spPr>
          <a:xfrm xmlns:a="http://schemas.openxmlformats.org/drawingml/2006/main">
            <a:off x="4286250" y="2000250"/>
            <a:ext cx="66675" cy="123825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2" name="">
            <a:extLst xmlns:a="http://schemas.openxmlformats.org/drawingml/2006/main">
              <a:ext uri="{FF2B5EF4-FFF2-40B4-BE49-F238E27FC236}">
                <a16:creationId xmlns:a16="http://schemas.microsoft.com/office/drawing/2014/main" id="{CDBBC6AF-F95D-46D6-A8DE-D6556F82F4CC}"/>
              </a:ext>
            </a:extLst>
          </p:cNvPr>
          <p:cNvSpPr>
            <a:spLocks xmlns:a="http://schemas.openxmlformats.org/drawingml/2006/main" noGrp="1"/>
          </p:cNvSpPr>
          <p:nvPr/>
        </p:nvSpPr>
        <p:spPr>
          <a:xfrm xmlns:a="http://schemas.openxmlformats.org/drawingml/2006/main">
            <a:off x="449580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Logging</a:t>
            </a:r>
          </a:p>
        </p:txBody>
      </p:sp>
      <p:sp>
        <p:nvSpPr>
          <p:cNvPr id="13" name="">
            <a:extLst xmlns:a="http://schemas.openxmlformats.org/drawingml/2006/main">
              <a:ext uri="{FF2B5EF4-FFF2-40B4-BE49-F238E27FC236}">
                <a16:creationId xmlns:a16="http://schemas.microsoft.com/office/drawing/2014/main" id="{65F5D627-D4BC-4DAF-B323-8F25CE8451DD}"/>
              </a:ext>
            </a:extLst>
          </p:cNvPr>
          <p:cNvSpPr>
            <a:spLocks xmlns:a="http://schemas.openxmlformats.org/drawingml/2006/main" noGrp="1"/>
          </p:cNvSpPr>
          <p:nvPr/>
        </p:nvSpPr>
        <p:spPr>
          <a:xfrm xmlns:a="http://schemas.openxmlformats.org/drawingml/2006/main">
            <a:off x="449580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Structured events include routes and traceable error IDs</a:t>
            </a:r>
          </a:p>
        </p:txBody>
      </p:sp>
      <p:sp>
        <p:nvSpPr>
          <p:cNvPr id="14" name="">
            <a:extLst xmlns:a="http://schemas.openxmlformats.org/drawingml/2006/main">
              <a:ext uri="{FF2B5EF4-FFF2-40B4-BE49-F238E27FC236}">
                <a16:creationId xmlns:a16="http://schemas.microsoft.com/office/drawing/2014/main" id="{EDCC82B9-FA8D-45A2-8B94-3C0E6E0B9BD1}"/>
              </a:ext>
            </a:extLst>
          </p:cNvPr>
          <p:cNvSpPr>
            <a:spLocks xmlns:a="http://schemas.openxmlformats.org/drawingml/2006/main" noGrp="1"/>
          </p:cNvSpPr>
          <p:nvPr/>
        </p:nvSpPr>
        <p:spPr>
          <a:xfrm xmlns:a="http://schemas.openxmlformats.org/drawingml/2006/main">
            <a:off x="7962900" y="200025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F20B9CC1-0B34-4614-9CBC-602626B523CD}"/>
              </a:ext>
            </a:extLst>
          </p:cNvPr>
          <p:cNvSpPr>
            <a:spLocks xmlns:a="http://schemas.openxmlformats.org/drawingml/2006/main" noGrp="1"/>
          </p:cNvSpPr>
          <p:nvPr/>
        </p:nvSpPr>
        <p:spPr>
          <a:xfrm xmlns:a="http://schemas.openxmlformats.org/drawingml/2006/main">
            <a:off x="7962900" y="2000250"/>
            <a:ext cx="66675" cy="12382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16" name="">
            <a:extLst xmlns:a="http://schemas.openxmlformats.org/drawingml/2006/main">
              <a:ext uri="{FF2B5EF4-FFF2-40B4-BE49-F238E27FC236}">
                <a16:creationId xmlns:a16="http://schemas.microsoft.com/office/drawing/2014/main" id="{D1064936-9058-48F7-916D-4B1065B19904}"/>
              </a:ext>
            </a:extLst>
          </p:cNvPr>
          <p:cNvSpPr>
            <a:spLocks xmlns:a="http://schemas.openxmlformats.org/drawingml/2006/main" noGrp="1"/>
          </p:cNvSpPr>
          <p:nvPr/>
        </p:nvSpPr>
        <p:spPr>
          <a:xfrm xmlns:a="http://schemas.openxmlformats.org/drawingml/2006/main">
            <a:off x="81724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Metrics</a:t>
            </a:r>
          </a:p>
        </p:txBody>
      </p:sp>
      <p:sp>
        <p:nvSpPr>
          <p:cNvPr id="17" name="">
            <a:extLst xmlns:a="http://schemas.openxmlformats.org/drawingml/2006/main">
              <a:ext uri="{FF2B5EF4-FFF2-40B4-BE49-F238E27FC236}">
                <a16:creationId xmlns:a16="http://schemas.microsoft.com/office/drawing/2014/main" id="{761AC94D-C7AD-44DF-B338-C93CC6658743}"/>
              </a:ext>
            </a:extLst>
          </p:cNvPr>
          <p:cNvSpPr>
            <a:spLocks xmlns:a="http://schemas.openxmlformats.org/drawingml/2006/main" noGrp="1"/>
          </p:cNvSpPr>
          <p:nvPr/>
        </p:nvSpPr>
        <p:spPr>
          <a:xfrm xmlns:a="http://schemas.openxmlformats.org/drawingml/2006/main">
            <a:off x="81724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Prometheus request and service measurements</a:t>
            </a:r>
          </a:p>
        </p:txBody>
      </p:sp>
      <p:sp>
        <p:nvSpPr>
          <p:cNvPr id="18" name="">
            <a:extLst xmlns:a="http://schemas.openxmlformats.org/drawingml/2006/main">
              <a:ext uri="{FF2B5EF4-FFF2-40B4-BE49-F238E27FC236}">
                <a16:creationId xmlns:a16="http://schemas.microsoft.com/office/drawing/2014/main" id="{44AB5501-C143-4580-9C42-B9886345931C}"/>
              </a:ext>
            </a:extLst>
          </p:cNvPr>
          <p:cNvSpPr>
            <a:spLocks xmlns:a="http://schemas.openxmlformats.org/drawingml/2006/main" noGrp="1"/>
          </p:cNvSpPr>
          <p:nvPr/>
        </p:nvSpPr>
        <p:spPr>
          <a:xfrm xmlns:a="http://schemas.openxmlformats.org/drawingml/2006/main">
            <a:off x="609600" y="365760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19" name="">
            <a:extLst xmlns:a="http://schemas.openxmlformats.org/drawingml/2006/main">
              <a:ext uri="{FF2B5EF4-FFF2-40B4-BE49-F238E27FC236}">
                <a16:creationId xmlns:a16="http://schemas.microsoft.com/office/drawing/2014/main" id="{1395153F-3D7A-4AAC-936B-1B293EE32D3D}"/>
              </a:ext>
            </a:extLst>
          </p:cNvPr>
          <p:cNvSpPr>
            <a:spLocks xmlns:a="http://schemas.openxmlformats.org/drawingml/2006/main" noGrp="1"/>
          </p:cNvSpPr>
          <p:nvPr/>
        </p:nvSpPr>
        <p:spPr>
          <a:xfrm xmlns:a="http://schemas.openxmlformats.org/drawingml/2006/main">
            <a:off x="609600" y="3657600"/>
            <a:ext cx="66675" cy="12382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20" name="">
            <a:extLst xmlns:a="http://schemas.openxmlformats.org/drawingml/2006/main">
              <a:ext uri="{FF2B5EF4-FFF2-40B4-BE49-F238E27FC236}">
                <a16:creationId xmlns:a16="http://schemas.microsoft.com/office/drawing/2014/main" id="{D2590B4A-AF26-4AE0-B235-F49AD643E993}"/>
              </a:ext>
            </a:extLst>
          </p:cNvPr>
          <p:cNvSpPr>
            <a:spLocks xmlns:a="http://schemas.openxmlformats.org/drawingml/2006/main" noGrp="1"/>
          </p:cNvSpPr>
          <p:nvPr/>
        </p:nvSpPr>
        <p:spPr>
          <a:xfrm xmlns:a="http://schemas.openxmlformats.org/drawingml/2006/main">
            <a:off x="8191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Secrets</a:t>
            </a:r>
          </a:p>
        </p:txBody>
      </p:sp>
      <p:sp>
        <p:nvSpPr>
          <p:cNvPr id="21" name="">
            <a:extLst xmlns:a="http://schemas.openxmlformats.org/drawingml/2006/main">
              <a:ext uri="{FF2B5EF4-FFF2-40B4-BE49-F238E27FC236}">
                <a16:creationId xmlns:a16="http://schemas.microsoft.com/office/drawing/2014/main" id="{0DB3BE09-ED2B-4E2E-BD6F-D88740060294}"/>
              </a:ext>
            </a:extLst>
          </p:cNvPr>
          <p:cNvSpPr>
            <a:spLocks xmlns:a="http://schemas.openxmlformats.org/drawingml/2006/main" noGrp="1"/>
          </p:cNvSpPr>
          <p:nvPr/>
        </p:nvSpPr>
        <p:spPr>
          <a:xfrm xmlns:a="http://schemas.openxmlformats.org/drawingml/2006/main">
            <a:off x="8191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Environment boundaries with Vault support and startup checks</a:t>
            </a:r>
          </a:p>
        </p:txBody>
      </p:sp>
      <p:sp>
        <p:nvSpPr>
          <p:cNvPr id="22" name="">
            <a:extLst xmlns:a="http://schemas.openxmlformats.org/drawingml/2006/main">
              <a:ext uri="{FF2B5EF4-FFF2-40B4-BE49-F238E27FC236}">
                <a16:creationId xmlns:a16="http://schemas.microsoft.com/office/drawing/2014/main" id="{3AC107F5-5DCD-4C16-871F-D9CDBCDC301C}"/>
              </a:ext>
            </a:extLst>
          </p:cNvPr>
          <p:cNvSpPr>
            <a:spLocks xmlns:a="http://schemas.openxmlformats.org/drawingml/2006/main" noGrp="1"/>
          </p:cNvSpPr>
          <p:nvPr/>
        </p:nvSpPr>
        <p:spPr>
          <a:xfrm xmlns:a="http://schemas.openxmlformats.org/drawingml/2006/main">
            <a:off x="4286250" y="365760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23" name="">
            <a:extLst xmlns:a="http://schemas.openxmlformats.org/drawingml/2006/main">
              <a:ext uri="{FF2B5EF4-FFF2-40B4-BE49-F238E27FC236}">
                <a16:creationId xmlns:a16="http://schemas.microsoft.com/office/drawing/2014/main" id="{20BE6113-7791-4D99-9D69-8C179D934131}"/>
              </a:ext>
            </a:extLst>
          </p:cNvPr>
          <p:cNvSpPr>
            <a:spLocks xmlns:a="http://schemas.openxmlformats.org/drawingml/2006/main" noGrp="1"/>
          </p:cNvSpPr>
          <p:nvPr/>
        </p:nvSpPr>
        <p:spPr>
          <a:xfrm xmlns:a="http://schemas.openxmlformats.org/drawingml/2006/main">
            <a:off x="4286250" y="3657600"/>
            <a:ext cx="66675" cy="1238250"/>
          </a:xfrm>
          <a:prstGeom xmlns:a="http://schemas.openxmlformats.org/drawingml/2006/main" prst="roundRect">
            <a:avLst>
              <a:gd name="adj" fmla="val 50000"/>
            </a:avLst>
          </a:prstGeom>
          <a:solidFill xmlns:a="http://schemas.openxmlformats.org/drawingml/2006/main">
            <a:srgbClr val="FF7B8A"/>
          </a:solidFill>
          <a:ln xmlns:a="http://schemas.openxmlformats.org/drawingml/2006/main" w="0">
            <a:solidFill>
              <a:srgbClr val="FF7B8A"/>
            </a:solidFill>
            <a:prstDash val="solid"/>
          </a:ln>
        </p:spPr>
      </p:sp>
      <p:sp>
        <p:nvSpPr>
          <p:cNvPr id="24" name="">
            <a:extLst xmlns:a="http://schemas.openxmlformats.org/drawingml/2006/main">
              <a:ext uri="{FF2B5EF4-FFF2-40B4-BE49-F238E27FC236}">
                <a16:creationId xmlns:a16="http://schemas.microsoft.com/office/drawing/2014/main" id="{55B54D6D-EF87-4BB7-8E7D-DBA165591682}"/>
              </a:ext>
            </a:extLst>
          </p:cNvPr>
          <p:cNvSpPr>
            <a:spLocks xmlns:a="http://schemas.openxmlformats.org/drawingml/2006/main" noGrp="1"/>
          </p:cNvSpPr>
          <p:nvPr/>
        </p:nvSpPr>
        <p:spPr>
          <a:xfrm xmlns:a="http://schemas.openxmlformats.org/drawingml/2006/main">
            <a:off x="449580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Ingress</a:t>
            </a:r>
          </a:p>
        </p:txBody>
      </p:sp>
      <p:sp>
        <p:nvSpPr>
          <p:cNvPr id="25" name="">
            <a:extLst xmlns:a="http://schemas.openxmlformats.org/drawingml/2006/main">
              <a:ext uri="{FF2B5EF4-FFF2-40B4-BE49-F238E27FC236}">
                <a16:creationId xmlns:a16="http://schemas.microsoft.com/office/drawing/2014/main" id="{9A972C66-749D-4899-8114-D8CB2FD08A91}"/>
              </a:ext>
            </a:extLst>
          </p:cNvPr>
          <p:cNvSpPr>
            <a:spLocks xmlns:a="http://schemas.openxmlformats.org/drawingml/2006/main" noGrp="1"/>
          </p:cNvSpPr>
          <p:nvPr/>
        </p:nvSpPr>
        <p:spPr>
          <a:xfrm xmlns:a="http://schemas.openxmlformats.org/drawingml/2006/main">
            <a:off x="449580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TLS, HSTS, same-origin routing and WAF rules</a:t>
            </a:r>
          </a:p>
        </p:txBody>
      </p:sp>
      <p:sp>
        <p:nvSpPr>
          <p:cNvPr id="26" name="">
            <a:extLst xmlns:a="http://schemas.openxmlformats.org/drawingml/2006/main">
              <a:ext uri="{FF2B5EF4-FFF2-40B4-BE49-F238E27FC236}">
                <a16:creationId xmlns:a16="http://schemas.microsoft.com/office/drawing/2014/main" id="{19172ECF-0073-4E0C-9B90-32FD4785B26C}"/>
              </a:ext>
            </a:extLst>
          </p:cNvPr>
          <p:cNvSpPr>
            <a:spLocks xmlns:a="http://schemas.openxmlformats.org/drawingml/2006/main" noGrp="1"/>
          </p:cNvSpPr>
          <p:nvPr/>
        </p:nvSpPr>
        <p:spPr>
          <a:xfrm xmlns:a="http://schemas.openxmlformats.org/drawingml/2006/main">
            <a:off x="7962900" y="365760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3A9A3347-DB0F-4962-8106-8730CF4C3F2C}"/>
              </a:ext>
            </a:extLst>
          </p:cNvPr>
          <p:cNvSpPr>
            <a:spLocks xmlns:a="http://schemas.openxmlformats.org/drawingml/2006/main" noGrp="1"/>
          </p:cNvSpPr>
          <p:nvPr/>
        </p:nvSpPr>
        <p:spPr>
          <a:xfrm xmlns:a="http://schemas.openxmlformats.org/drawingml/2006/main">
            <a:off x="7962900" y="3657600"/>
            <a:ext cx="66675" cy="123825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28" name="">
            <a:extLst xmlns:a="http://schemas.openxmlformats.org/drawingml/2006/main">
              <a:ext uri="{FF2B5EF4-FFF2-40B4-BE49-F238E27FC236}">
                <a16:creationId xmlns:a16="http://schemas.microsoft.com/office/drawing/2014/main" id="{0A14686E-29DE-4D93-A72D-D62EF0C4A5AD}"/>
              </a:ext>
            </a:extLst>
          </p:cNvPr>
          <p:cNvSpPr>
            <a:spLocks xmlns:a="http://schemas.openxmlformats.org/drawingml/2006/main" noGrp="1"/>
          </p:cNvSpPr>
          <p:nvPr/>
        </p:nvSpPr>
        <p:spPr>
          <a:xfrm xmlns:a="http://schemas.openxmlformats.org/drawingml/2006/main">
            <a:off x="81724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Deployment</a:t>
            </a:r>
          </a:p>
        </p:txBody>
      </p:sp>
      <p:sp>
        <p:nvSpPr>
          <p:cNvPr id="29" name="">
            <a:extLst xmlns:a="http://schemas.openxmlformats.org/drawingml/2006/main">
              <a:ext uri="{FF2B5EF4-FFF2-40B4-BE49-F238E27FC236}">
                <a16:creationId xmlns:a16="http://schemas.microsoft.com/office/drawing/2014/main" id="{0DBE4FD2-62C3-453B-BB39-05B46E6EE0E4}"/>
              </a:ext>
            </a:extLst>
          </p:cNvPr>
          <p:cNvSpPr>
            <a:spLocks xmlns:a="http://schemas.openxmlformats.org/drawingml/2006/main" noGrp="1"/>
          </p:cNvSpPr>
          <p:nvPr/>
        </p:nvSpPr>
        <p:spPr>
          <a:xfrm xmlns:a="http://schemas.openxmlformats.org/drawingml/2006/main">
            <a:off x="81724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Docker images, Compose services and Ansible automation</a:t>
            </a:r>
          </a:p>
        </p:txBody>
      </p:sp>
      <p:sp>
        <p:nvSpPr>
          <p:cNvPr id="30" name="">
            <a:extLst xmlns:a="http://schemas.openxmlformats.org/drawingml/2006/main">
              <a:ext uri="{FF2B5EF4-FFF2-40B4-BE49-F238E27FC236}">
                <a16:creationId xmlns:a16="http://schemas.microsoft.com/office/drawing/2014/main" id="{85B034B6-DAFC-47FA-9AD3-5950D08BA4A8}"/>
              </a:ext>
            </a:extLst>
          </p:cNvPr>
          <p:cNvSpPr>
            <a:spLocks xmlns:a="http://schemas.openxmlformats.org/drawingml/2006/main" noGrp="1"/>
          </p:cNvSpPr>
          <p:nvPr/>
        </p:nvSpPr>
        <p:spPr>
          <a:xfrm xmlns:a="http://schemas.openxmlformats.org/drawingml/2006/main">
            <a:off x="609600" y="5467350"/>
            <a:ext cx="10610850" cy="533400"/>
          </a:xfrm>
          <a:prstGeom xmlns:a="http://schemas.openxmlformats.org/drawingml/2006/main" prst="roundRect">
            <a:avLst>
              <a:gd name="adj" fmla="val 21429"/>
            </a:avLst>
          </a:prstGeom>
          <a:solidFill xmlns:a="http://schemas.openxmlformats.org/drawingml/2006/main">
            <a:srgbClr val="0B182B"/>
          </a:solidFill>
          <a:ln xmlns:a="http://schemas.openxmlformats.org/drawingml/2006/main" w="11430">
            <a:solidFill>
              <a:srgbClr val="2B4563"/>
            </a:solidFill>
            <a:prstDash val="solid"/>
          </a:ln>
        </p:spPr>
      </p:sp>
      <p:sp>
        <p:nvSpPr>
          <p:cNvPr id="31" name="">
            <a:extLst xmlns:a="http://schemas.openxmlformats.org/drawingml/2006/main">
              <a:ext uri="{FF2B5EF4-FFF2-40B4-BE49-F238E27FC236}">
                <a16:creationId xmlns:a16="http://schemas.microsoft.com/office/drawing/2014/main" id="{E0C42327-698A-4F1B-B0B1-99C6FC5B130F}"/>
              </a:ext>
            </a:extLst>
          </p:cNvPr>
          <p:cNvSpPr>
            <a:spLocks xmlns:a="http://schemas.openxmlformats.org/drawingml/2006/main" noGrp="1"/>
          </p:cNvSpPr>
          <p:nvPr/>
        </p:nvSpPr>
        <p:spPr>
          <a:xfrm xmlns:a="http://schemas.openxmlformats.org/drawingml/2006/main">
            <a:off x="800100" y="556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FFCA6A"/>
                </a:solidFill>
                <a:latin typeface="Ubuntu Sans"/>
                <a:ea typeface="Ubuntu Sans"/>
                <a:cs typeface="Ubuntu Sans"/>
              </a:defRPr>
            </a:defPPr>
            <a:lvl1pPr algn="l">
              <a:defRPr sz="1425" b="1">
                <a:solidFill>
                  <a:srgbClr val="FFCA6A"/>
                </a:solidFill>
                <a:latin typeface="Ubuntu Sans"/>
                <a:ea typeface="Ubuntu Sans"/>
                <a:cs typeface="Ubuntu Sans"/>
              </a:defRPr>
            </a:lvl1pPr>
            <a:lvl2pPr algn="l">
              <a:defRPr sz="1425" b="1">
                <a:solidFill>
                  <a:srgbClr val="FFCA6A"/>
                </a:solidFill>
                <a:latin typeface="Ubuntu Sans"/>
                <a:ea typeface="Ubuntu Sans"/>
                <a:cs typeface="Ubuntu Sans"/>
              </a:defRPr>
            </a:lvl2pPr>
            <a:lvl3pPr algn="l">
              <a:defRPr sz="1425" b="1">
                <a:solidFill>
                  <a:srgbClr val="FFCA6A"/>
                </a:solidFill>
                <a:latin typeface="Ubuntu Sans"/>
                <a:ea typeface="Ubuntu Sans"/>
                <a:cs typeface="Ubuntu Sans"/>
              </a:defRPr>
            </a:lvl3pPr>
            <a:lvl4pPr algn="l">
              <a:defRPr sz="1425" b="1">
                <a:solidFill>
                  <a:srgbClr val="FFCA6A"/>
                </a:solidFill>
                <a:latin typeface="Ubuntu Sans"/>
                <a:ea typeface="Ubuntu Sans"/>
                <a:cs typeface="Ubuntu Sans"/>
              </a:defRPr>
            </a:lvl4pPr>
            <a:lvl5pPr algn="l">
              <a:defRPr sz="1425" b="1">
                <a:solidFill>
                  <a:srgbClr val="FFCA6A"/>
                </a:solidFill>
                <a:latin typeface="Ubuntu Sans"/>
                <a:ea typeface="Ubuntu Sans"/>
                <a:cs typeface="Ubuntu Sans"/>
              </a:defRPr>
            </a:lvl5pPr>
            <a:lvl6pPr algn="l">
              <a:defRPr sz="1425" b="1">
                <a:solidFill>
                  <a:srgbClr val="FFCA6A"/>
                </a:solidFill>
                <a:latin typeface="Ubuntu Sans"/>
                <a:ea typeface="Ubuntu Sans"/>
                <a:cs typeface="Ubuntu Sans"/>
              </a:defRPr>
            </a:lvl6pPr>
            <a:lvl7pPr algn="l">
              <a:defRPr sz="1425" b="1">
                <a:solidFill>
                  <a:srgbClr val="FFCA6A"/>
                </a:solidFill>
                <a:latin typeface="Ubuntu Sans"/>
                <a:ea typeface="Ubuntu Sans"/>
                <a:cs typeface="Ubuntu Sans"/>
              </a:defRPr>
            </a:lvl7pPr>
            <a:lvl8pPr algn="l">
              <a:defRPr sz="1425" b="1">
                <a:solidFill>
                  <a:srgbClr val="FFCA6A"/>
                </a:solidFill>
                <a:latin typeface="Ubuntu Sans"/>
                <a:ea typeface="Ubuntu Sans"/>
                <a:cs typeface="Ubuntu Sans"/>
              </a:defRPr>
            </a:lvl8pPr>
            <a:lvl9pPr algn="l">
              <a:defRPr sz="1425" b="1">
                <a:solidFill>
                  <a:srgbClr val="FFCA6A"/>
                </a:solidFill>
                <a:latin typeface="Ubuntu Sans"/>
                <a:ea typeface="Ubuntu Sans"/>
                <a:cs typeface="Ubuntu Sans"/>
              </a:defRPr>
            </a:lvl9pPr>
          </a:lstStyle>
          <a:p xmlns:a="http://schemas.openxmlformats.org/drawingml/2006/main">
            <a:pPr algn="l">
              <a:defRPr sz="1425" b="1">
                <a:solidFill>
                  <a:srgbClr val="FFCA6A"/>
                </a:solidFill>
                <a:latin typeface="Ubuntu Sans"/>
                <a:ea typeface="Ubuntu Sans"/>
                <a:cs typeface="Ubuntu Sans"/>
              </a:defRPr>
            </a:pPr>
            <a:r>
              <a:rPr sz="1425" b="1">
                <a:solidFill>
                  <a:srgbClr val="FFCA6A"/>
                </a:solidFill>
                <a:latin typeface="Ubuntu Sans"/>
                <a:ea typeface="Ubuntu Sans"/>
                <a:cs typeface="Ubuntu Sans"/>
              </a:rPr>
              <a:t>Production boundary</a:t>
            </a:r>
          </a:p>
        </p:txBody>
      </p:sp>
      <p:sp>
        <p:nvSpPr>
          <p:cNvPr id="32" name="">
            <a:extLst xmlns:a="http://schemas.openxmlformats.org/drawingml/2006/main">
              <a:ext uri="{FF2B5EF4-FFF2-40B4-BE49-F238E27FC236}">
                <a16:creationId xmlns:a16="http://schemas.microsoft.com/office/drawing/2014/main" id="{A2D9B10E-5341-4275-B936-B2578BD43CAD}"/>
              </a:ext>
            </a:extLst>
          </p:cNvPr>
          <p:cNvSpPr>
            <a:spLocks xmlns:a="http://schemas.openxmlformats.org/drawingml/2006/main" noGrp="1"/>
          </p:cNvSpPr>
          <p:nvPr/>
        </p:nvSpPr>
        <p:spPr>
          <a:xfrm xmlns:a="http://schemas.openxmlformats.org/drawingml/2006/main">
            <a:off x="2800350" y="55245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A9BCD0"/>
                </a:solidFill>
                <a:latin typeface="Ubuntu Sans"/>
                <a:ea typeface="Ubuntu Sans"/>
                <a:cs typeface="Ubuntu Sans"/>
              </a:defRPr>
            </a:defPPr>
            <a:lvl1pPr algn="l">
              <a:defRPr sz="1350" b="0">
                <a:solidFill>
                  <a:srgbClr val="A9BCD0"/>
                </a:solidFill>
                <a:latin typeface="Ubuntu Sans"/>
                <a:ea typeface="Ubuntu Sans"/>
                <a:cs typeface="Ubuntu Sans"/>
              </a:defRPr>
            </a:lvl1pPr>
            <a:lvl2pPr algn="l">
              <a:defRPr sz="1350" b="0">
                <a:solidFill>
                  <a:srgbClr val="A9BCD0"/>
                </a:solidFill>
                <a:latin typeface="Ubuntu Sans"/>
                <a:ea typeface="Ubuntu Sans"/>
                <a:cs typeface="Ubuntu Sans"/>
              </a:defRPr>
            </a:lvl2pPr>
            <a:lvl3pPr algn="l">
              <a:defRPr sz="1350" b="0">
                <a:solidFill>
                  <a:srgbClr val="A9BCD0"/>
                </a:solidFill>
                <a:latin typeface="Ubuntu Sans"/>
                <a:ea typeface="Ubuntu Sans"/>
                <a:cs typeface="Ubuntu Sans"/>
              </a:defRPr>
            </a:lvl3pPr>
            <a:lvl4pPr algn="l">
              <a:defRPr sz="1350" b="0">
                <a:solidFill>
                  <a:srgbClr val="A9BCD0"/>
                </a:solidFill>
                <a:latin typeface="Ubuntu Sans"/>
                <a:ea typeface="Ubuntu Sans"/>
                <a:cs typeface="Ubuntu Sans"/>
              </a:defRPr>
            </a:lvl4pPr>
            <a:lvl5pPr algn="l">
              <a:defRPr sz="1350" b="0">
                <a:solidFill>
                  <a:srgbClr val="A9BCD0"/>
                </a:solidFill>
                <a:latin typeface="Ubuntu Sans"/>
                <a:ea typeface="Ubuntu Sans"/>
                <a:cs typeface="Ubuntu Sans"/>
              </a:defRPr>
            </a:lvl5pPr>
            <a:lvl6pPr algn="l">
              <a:defRPr sz="1350" b="0">
                <a:solidFill>
                  <a:srgbClr val="A9BCD0"/>
                </a:solidFill>
                <a:latin typeface="Ubuntu Sans"/>
                <a:ea typeface="Ubuntu Sans"/>
                <a:cs typeface="Ubuntu Sans"/>
              </a:defRPr>
            </a:lvl6pPr>
            <a:lvl7pPr algn="l">
              <a:defRPr sz="1350" b="0">
                <a:solidFill>
                  <a:srgbClr val="A9BCD0"/>
                </a:solidFill>
                <a:latin typeface="Ubuntu Sans"/>
                <a:ea typeface="Ubuntu Sans"/>
                <a:cs typeface="Ubuntu Sans"/>
              </a:defRPr>
            </a:lvl7pPr>
            <a:lvl8pPr algn="l">
              <a:defRPr sz="1350" b="0">
                <a:solidFill>
                  <a:srgbClr val="A9BCD0"/>
                </a:solidFill>
                <a:latin typeface="Ubuntu Sans"/>
                <a:ea typeface="Ubuntu Sans"/>
                <a:cs typeface="Ubuntu Sans"/>
              </a:defRPr>
            </a:lvl8pPr>
            <a:lvl9pPr algn="l">
              <a:defRPr sz="1350" b="0">
                <a:solidFill>
                  <a:srgbClr val="A9BCD0"/>
                </a:solidFill>
                <a:latin typeface="Ubuntu Sans"/>
                <a:ea typeface="Ubuntu Sans"/>
                <a:cs typeface="Ubuntu Sans"/>
              </a:defRPr>
            </a:lvl9pPr>
          </a:lstStyle>
          <a:p xmlns:a="http://schemas.openxmlformats.org/drawingml/2006/main">
            <a:pPr algn="l">
              <a:defRPr sz="1350" b="0">
                <a:solidFill>
                  <a:srgbClr val="A9BCD0"/>
                </a:solidFill>
                <a:latin typeface="Ubuntu Sans"/>
                <a:ea typeface="Ubuntu Sans"/>
                <a:cs typeface="Ubuntu Sans"/>
              </a:defRPr>
            </a:pPr>
            <a:r>
              <a:rPr sz="1350" b="0">
                <a:solidFill>
                  <a:srgbClr val="A9BCD0"/>
                </a:solidFill>
                <a:latin typeface="Ubuntu Sans"/>
                <a:ea typeface="Ubuntu Sans"/>
                <a:cs typeface="Ubuntu Sans"/>
              </a:rPr>
              <a:t>Public traffic reaches Nginx. Database, Redis, workers, and internal service ports remain private.</a:t>
            </a:r>
          </a:p>
        </p:txBody>
      </p:sp>
      <p:sp>
        <p:nvSpPr>
          <p:cNvPr id="33" name="">
            <a:extLst xmlns:a="http://schemas.openxmlformats.org/drawingml/2006/main">
              <a:ext uri="{FF2B5EF4-FFF2-40B4-BE49-F238E27FC236}">
                <a16:creationId xmlns:a16="http://schemas.microsoft.com/office/drawing/2014/main" id="{DB9E84AA-02DA-4955-9290-158B54EF3EC0}"/>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484427828"/>
      </p:ext>
    </p:extLst>
  </p:cSld>
</p:sld>
</file>

<file path=ppt/slides/slide1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BBFDC46-D111-43EB-9110-28FDC9CA004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EVIDENCE</a:t>
            </a:r>
          </a:p>
        </p:txBody>
      </p:sp>
      <p:sp>
        <p:nvSpPr>
          <p:cNvPr id="2" name="">
            <a:extLst xmlns:a="http://schemas.openxmlformats.org/drawingml/2006/main">
              <a:ext uri="{FF2B5EF4-FFF2-40B4-BE49-F238E27FC236}">
                <a16:creationId xmlns:a16="http://schemas.microsoft.com/office/drawing/2014/main" id="{CFAE6123-43CF-41AA-87EE-933E5F7A5F5E}"/>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Testing strategy and live demonstration</a:t>
            </a:r>
          </a:p>
        </p:txBody>
      </p:sp>
      <p:sp>
        <p:nvSpPr>
          <p:cNvPr id="3" name="">
            <a:extLst xmlns:a="http://schemas.openxmlformats.org/drawingml/2006/main">
              <a:ext uri="{FF2B5EF4-FFF2-40B4-BE49-F238E27FC236}">
                <a16:creationId xmlns:a16="http://schemas.microsoft.com/office/drawing/2014/main" id="{ED2E546C-1D5E-42BA-B50C-440355581B0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14</a:t>
            </a:r>
          </a:p>
        </p:txBody>
      </p:sp>
      <p:sp>
        <p:nvSpPr>
          <p:cNvPr id="4" name="">
            <a:extLst xmlns:a="http://schemas.openxmlformats.org/drawingml/2006/main">
              <a:ext uri="{FF2B5EF4-FFF2-40B4-BE49-F238E27FC236}">
                <a16:creationId xmlns:a16="http://schemas.microsoft.com/office/drawing/2014/main" id="{CE2A538E-70F0-4AF1-AF2E-A6EF90E44DE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B87E541B-DC0A-4831-8108-7021BB4C2887}"/>
              </a:ext>
            </a:extLst>
          </p:cNvPr>
          <p:cNvSpPr>
            <a:spLocks xmlns:a="http://schemas.openxmlformats.org/drawingml/2006/main" noGrp="1"/>
          </p:cNvSpPr>
          <p:nvPr/>
        </p:nvSpPr>
        <p:spPr>
          <a:xfrm xmlns:a="http://schemas.openxmlformats.org/drawingml/2006/main">
            <a:off x="609600" y="13716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The strongest proof combines automated tests with one complete user workflow.</a:t>
            </a:r>
          </a:p>
        </p:txBody>
      </p:sp>
      <p:sp>
        <p:nvSpPr>
          <p:cNvPr id="6" name="">
            <a:extLst xmlns:a="http://schemas.openxmlformats.org/drawingml/2006/main">
              <a:ext uri="{FF2B5EF4-FFF2-40B4-BE49-F238E27FC236}">
                <a16:creationId xmlns:a16="http://schemas.microsoft.com/office/drawing/2014/main" id="{94DABD02-FA8E-4E49-9725-69DEB99401AD}"/>
              </a:ext>
            </a:extLst>
          </p:cNvPr>
          <p:cNvSpPr>
            <a:spLocks xmlns:a="http://schemas.openxmlformats.org/drawingml/2006/main" noGrp="1"/>
          </p:cNvSpPr>
          <p:nvPr/>
        </p:nvSpPr>
        <p:spPr>
          <a:xfrm xmlns:a="http://schemas.openxmlformats.org/drawingml/2006/main">
            <a:off x="609600" y="1924050"/>
            <a:ext cx="5162550" cy="3905250"/>
          </a:xfrm>
          <a:prstGeom xmlns:a="http://schemas.openxmlformats.org/drawingml/2006/main" prst="roundRect">
            <a:avLst>
              <a:gd name="adj" fmla="val 2927"/>
            </a:avLst>
          </a:prstGeom>
          <a:solidFill xmlns:a="http://schemas.openxmlformats.org/drawingml/2006/main">
            <a:srgbClr val="0B182B"/>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BE4CC516-FF6B-4D71-924C-FD924FFFBD9E}"/>
              </a:ext>
            </a:extLst>
          </p:cNvPr>
          <p:cNvSpPr>
            <a:spLocks xmlns:a="http://schemas.openxmlformats.org/drawingml/2006/main" noGrp="1"/>
          </p:cNvSpPr>
          <p:nvPr/>
        </p:nvSpPr>
        <p:spPr>
          <a:xfrm xmlns:a="http://schemas.openxmlformats.org/drawingml/2006/main">
            <a:off x="876300" y="21336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2FD6D3"/>
                </a:solidFill>
                <a:latin typeface="Ubuntu Sans"/>
                <a:ea typeface="Ubuntu Sans"/>
                <a:cs typeface="Ubuntu Sans"/>
              </a:defRPr>
            </a:defPPr>
            <a:lvl1pPr algn="l">
              <a:defRPr sz="1875" b="1">
                <a:solidFill>
                  <a:srgbClr val="2FD6D3"/>
                </a:solidFill>
                <a:latin typeface="Ubuntu Sans"/>
                <a:ea typeface="Ubuntu Sans"/>
                <a:cs typeface="Ubuntu Sans"/>
              </a:defRPr>
            </a:lvl1pPr>
            <a:lvl2pPr algn="l">
              <a:defRPr sz="1875" b="1">
                <a:solidFill>
                  <a:srgbClr val="2FD6D3"/>
                </a:solidFill>
                <a:latin typeface="Ubuntu Sans"/>
                <a:ea typeface="Ubuntu Sans"/>
                <a:cs typeface="Ubuntu Sans"/>
              </a:defRPr>
            </a:lvl2pPr>
            <a:lvl3pPr algn="l">
              <a:defRPr sz="1875" b="1">
                <a:solidFill>
                  <a:srgbClr val="2FD6D3"/>
                </a:solidFill>
                <a:latin typeface="Ubuntu Sans"/>
                <a:ea typeface="Ubuntu Sans"/>
                <a:cs typeface="Ubuntu Sans"/>
              </a:defRPr>
            </a:lvl3pPr>
            <a:lvl4pPr algn="l">
              <a:defRPr sz="1875" b="1">
                <a:solidFill>
                  <a:srgbClr val="2FD6D3"/>
                </a:solidFill>
                <a:latin typeface="Ubuntu Sans"/>
                <a:ea typeface="Ubuntu Sans"/>
                <a:cs typeface="Ubuntu Sans"/>
              </a:defRPr>
            </a:lvl4pPr>
            <a:lvl5pPr algn="l">
              <a:defRPr sz="1875" b="1">
                <a:solidFill>
                  <a:srgbClr val="2FD6D3"/>
                </a:solidFill>
                <a:latin typeface="Ubuntu Sans"/>
                <a:ea typeface="Ubuntu Sans"/>
                <a:cs typeface="Ubuntu Sans"/>
              </a:defRPr>
            </a:lvl5pPr>
            <a:lvl6pPr algn="l">
              <a:defRPr sz="1875" b="1">
                <a:solidFill>
                  <a:srgbClr val="2FD6D3"/>
                </a:solidFill>
                <a:latin typeface="Ubuntu Sans"/>
                <a:ea typeface="Ubuntu Sans"/>
                <a:cs typeface="Ubuntu Sans"/>
              </a:defRPr>
            </a:lvl6pPr>
            <a:lvl7pPr algn="l">
              <a:defRPr sz="1875" b="1">
                <a:solidFill>
                  <a:srgbClr val="2FD6D3"/>
                </a:solidFill>
                <a:latin typeface="Ubuntu Sans"/>
                <a:ea typeface="Ubuntu Sans"/>
                <a:cs typeface="Ubuntu Sans"/>
              </a:defRPr>
            </a:lvl7pPr>
            <a:lvl8pPr algn="l">
              <a:defRPr sz="1875" b="1">
                <a:solidFill>
                  <a:srgbClr val="2FD6D3"/>
                </a:solidFill>
                <a:latin typeface="Ubuntu Sans"/>
                <a:ea typeface="Ubuntu Sans"/>
                <a:cs typeface="Ubuntu Sans"/>
              </a:defRPr>
            </a:lvl8pPr>
            <a:lvl9pPr algn="l">
              <a:defRPr sz="1875" b="1">
                <a:solidFill>
                  <a:srgbClr val="2FD6D3"/>
                </a:solidFill>
                <a:latin typeface="Ubuntu Sans"/>
                <a:ea typeface="Ubuntu Sans"/>
                <a:cs typeface="Ubuntu Sans"/>
              </a:defRPr>
            </a:lvl9pPr>
          </a:lstStyle>
          <a:p xmlns:a="http://schemas.openxmlformats.org/drawingml/2006/main">
            <a:pPr algn="l">
              <a:defRPr sz="1875" b="1">
                <a:solidFill>
                  <a:srgbClr val="2FD6D3"/>
                </a:solidFill>
                <a:latin typeface="Ubuntu Sans"/>
                <a:ea typeface="Ubuntu Sans"/>
                <a:cs typeface="Ubuntu Sans"/>
              </a:defRPr>
            </a:pPr>
            <a:r>
              <a:rPr sz="1875" b="1">
                <a:solidFill>
                  <a:srgbClr val="2FD6D3"/>
                </a:solidFill>
                <a:latin typeface="Ubuntu Sans"/>
                <a:ea typeface="Ubuntu Sans"/>
                <a:cs typeface="Ubuntu Sans"/>
              </a:rPr>
              <a:t>Automated coverage</a:t>
            </a:r>
          </a:p>
        </p:txBody>
      </p:sp>
      <p:sp>
        <p:nvSpPr>
          <p:cNvPr id="8" name="">
            <a:extLst xmlns:a="http://schemas.openxmlformats.org/drawingml/2006/main">
              <a:ext uri="{FF2B5EF4-FFF2-40B4-BE49-F238E27FC236}">
                <a16:creationId xmlns:a16="http://schemas.microsoft.com/office/drawing/2014/main" id="{AFFCDD73-6436-45E4-B4E0-016CD687D7D3}"/>
              </a:ext>
            </a:extLst>
          </p:cNvPr>
          <p:cNvSpPr>
            <a:spLocks xmlns:a="http://schemas.openxmlformats.org/drawingml/2006/main" noGrp="1"/>
          </p:cNvSpPr>
          <p:nvPr/>
        </p:nvSpPr>
        <p:spPr>
          <a:xfrm xmlns:a="http://schemas.openxmlformats.org/drawingml/2006/main">
            <a:off x="876300" y="2647950"/>
            <a:ext cx="133350" cy="133350"/>
          </a:xfrm>
          <a:prstGeom xmlns:a="http://schemas.openxmlformats.org/drawingml/2006/main" prst="ellipse">
            <a:avLst/>
          </a:prstGeom>
          <a:solidFill xmlns:a="http://schemas.openxmlformats.org/drawingml/2006/main">
            <a:srgbClr val="2FD6D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68B08D2-408B-4D02-92D0-26B95495AAB4}"/>
              </a:ext>
            </a:extLst>
          </p:cNvPr>
          <p:cNvSpPr>
            <a:spLocks xmlns:a="http://schemas.openxmlformats.org/drawingml/2006/main" noGrp="1"/>
          </p:cNvSpPr>
          <p:nvPr/>
        </p:nvSpPr>
        <p:spPr>
          <a:xfrm xmlns:a="http://schemas.openxmlformats.org/drawingml/2006/main">
            <a:off x="1162050" y="2552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Authentication, OTP, two-factor and revocation</a:t>
            </a:r>
          </a:p>
        </p:txBody>
      </p:sp>
      <p:sp>
        <p:nvSpPr>
          <p:cNvPr id="10" name="">
            <a:extLst xmlns:a="http://schemas.openxmlformats.org/drawingml/2006/main">
              <a:ext uri="{FF2B5EF4-FFF2-40B4-BE49-F238E27FC236}">
                <a16:creationId xmlns:a16="http://schemas.microsoft.com/office/drawing/2014/main" id="{BF49EF3A-D9F1-48DF-BD8E-9B7136A85797}"/>
              </a:ext>
            </a:extLst>
          </p:cNvPr>
          <p:cNvSpPr>
            <a:spLocks xmlns:a="http://schemas.openxmlformats.org/drawingml/2006/main" noGrp="1"/>
          </p:cNvSpPr>
          <p:nvPr/>
        </p:nvSpPr>
        <p:spPr>
          <a:xfrm xmlns:a="http://schemas.openxmlformats.org/drawingml/2006/main">
            <a:off x="876300" y="3114675"/>
            <a:ext cx="133350" cy="133350"/>
          </a:xfrm>
          <a:prstGeom xmlns:a="http://schemas.openxmlformats.org/drawingml/2006/main" prst="ellipse">
            <a:avLst/>
          </a:prstGeom>
          <a:solidFill xmlns:a="http://schemas.openxmlformats.org/drawingml/2006/main">
            <a:srgbClr val="8A7C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E094CB7-5E00-4761-A791-257363F3AA98}"/>
              </a:ext>
            </a:extLst>
          </p:cNvPr>
          <p:cNvSpPr>
            <a:spLocks xmlns:a="http://schemas.openxmlformats.org/drawingml/2006/main" noGrp="1"/>
          </p:cNvSpPr>
          <p:nvPr/>
        </p:nvSpPr>
        <p:spPr>
          <a:xfrm xmlns:a="http://schemas.openxmlformats.org/drawingml/2006/main">
            <a:off x="1162050" y="30194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Role permissions and cross-company isolation</a:t>
            </a:r>
          </a:p>
        </p:txBody>
      </p:sp>
      <p:sp>
        <p:nvSpPr>
          <p:cNvPr id="12" name="">
            <a:extLst xmlns:a="http://schemas.openxmlformats.org/drawingml/2006/main">
              <a:ext uri="{FF2B5EF4-FFF2-40B4-BE49-F238E27FC236}">
                <a16:creationId xmlns:a16="http://schemas.microsoft.com/office/drawing/2014/main" id="{490CE95A-974B-4EBA-A492-8820232B951B}"/>
              </a:ext>
            </a:extLst>
          </p:cNvPr>
          <p:cNvSpPr>
            <a:spLocks xmlns:a="http://schemas.openxmlformats.org/drawingml/2006/main" noGrp="1"/>
          </p:cNvSpPr>
          <p:nvPr/>
        </p:nvSpPr>
        <p:spPr>
          <a:xfrm xmlns:a="http://schemas.openxmlformats.org/drawingml/2006/main">
            <a:off x="876300" y="3581400"/>
            <a:ext cx="133350" cy="133350"/>
          </a:xfrm>
          <a:prstGeom xmlns:a="http://schemas.openxmlformats.org/drawingml/2006/main" prst="ellipse">
            <a:avLst/>
          </a:prstGeom>
          <a:solidFill xmlns:a="http://schemas.openxmlformats.org/drawingml/2006/main">
            <a:srgbClr val="2FD6D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EF9ACB6-026B-4EE6-921A-76648539353A}"/>
              </a:ext>
            </a:extLst>
          </p:cNvPr>
          <p:cNvSpPr>
            <a:spLocks xmlns:a="http://schemas.openxmlformats.org/drawingml/2006/main" noGrp="1"/>
          </p:cNvSpPr>
          <p:nvPr/>
        </p:nvSpPr>
        <p:spPr>
          <a:xfrm xmlns:a="http://schemas.openxmlformats.org/drawingml/2006/main">
            <a:off x="1162050" y="3486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Database integrity and concurrent users</a:t>
            </a:r>
          </a:p>
        </p:txBody>
      </p:sp>
      <p:sp>
        <p:nvSpPr>
          <p:cNvPr id="14" name="">
            <a:extLst xmlns:a="http://schemas.openxmlformats.org/drawingml/2006/main">
              <a:ext uri="{FF2B5EF4-FFF2-40B4-BE49-F238E27FC236}">
                <a16:creationId xmlns:a16="http://schemas.microsoft.com/office/drawing/2014/main" id="{FE282F99-ABDC-4F4E-B4A1-1FC8D1989056}"/>
              </a:ext>
            </a:extLst>
          </p:cNvPr>
          <p:cNvSpPr>
            <a:spLocks xmlns:a="http://schemas.openxmlformats.org/drawingml/2006/main" noGrp="1"/>
          </p:cNvSpPr>
          <p:nvPr/>
        </p:nvSpPr>
        <p:spPr>
          <a:xfrm xmlns:a="http://schemas.openxmlformats.org/drawingml/2006/main">
            <a:off x="876300" y="4048125"/>
            <a:ext cx="133350" cy="133350"/>
          </a:xfrm>
          <a:prstGeom xmlns:a="http://schemas.openxmlformats.org/drawingml/2006/main" prst="ellipse">
            <a:avLst/>
          </a:prstGeom>
          <a:solidFill xmlns:a="http://schemas.openxmlformats.org/drawingml/2006/main">
            <a:srgbClr val="8A7C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812BCBF-D037-4AA8-8393-650C8B1022B0}"/>
              </a:ext>
            </a:extLst>
          </p:cNvPr>
          <p:cNvSpPr>
            <a:spLocks xmlns:a="http://schemas.openxmlformats.org/drawingml/2006/main" noGrp="1"/>
          </p:cNvSpPr>
          <p:nvPr/>
        </p:nvSpPr>
        <p:spPr>
          <a:xfrm xmlns:a="http://schemas.openxmlformats.org/drawingml/2006/main">
            <a:off x="1162050" y="395287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Applications, invitations and account lifecycle</a:t>
            </a:r>
          </a:p>
        </p:txBody>
      </p:sp>
      <p:sp>
        <p:nvSpPr>
          <p:cNvPr id="16" name="">
            <a:extLst xmlns:a="http://schemas.openxmlformats.org/drawingml/2006/main">
              <a:ext uri="{FF2B5EF4-FFF2-40B4-BE49-F238E27FC236}">
                <a16:creationId xmlns:a16="http://schemas.microsoft.com/office/drawing/2014/main" id="{8FC20A88-25B6-4F15-87FD-58897AD7D91A}"/>
              </a:ext>
            </a:extLst>
          </p:cNvPr>
          <p:cNvSpPr>
            <a:spLocks xmlns:a="http://schemas.openxmlformats.org/drawingml/2006/main" noGrp="1"/>
          </p:cNvSpPr>
          <p:nvPr/>
        </p:nvSpPr>
        <p:spPr>
          <a:xfrm xmlns:a="http://schemas.openxmlformats.org/drawingml/2006/main">
            <a:off x="876300" y="4514850"/>
            <a:ext cx="133350" cy="133350"/>
          </a:xfrm>
          <a:prstGeom xmlns:a="http://schemas.openxmlformats.org/drawingml/2006/main" prst="ellipse">
            <a:avLst/>
          </a:prstGeom>
          <a:solidFill xmlns:a="http://schemas.openxmlformats.org/drawingml/2006/main">
            <a:srgbClr val="2FD6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5325268-0962-459E-A980-86942C2BF083}"/>
              </a:ext>
            </a:extLst>
          </p:cNvPr>
          <p:cNvSpPr>
            <a:spLocks xmlns:a="http://schemas.openxmlformats.org/drawingml/2006/main" noGrp="1"/>
          </p:cNvSpPr>
          <p:nvPr/>
        </p:nvSpPr>
        <p:spPr>
          <a:xfrm xmlns:a="http://schemas.openxmlformats.org/drawingml/2006/main">
            <a:off x="1162050" y="44196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WebSockets, chat history and read events</a:t>
            </a:r>
          </a:p>
        </p:txBody>
      </p:sp>
      <p:sp>
        <p:nvSpPr>
          <p:cNvPr id="18" name="">
            <a:extLst xmlns:a="http://schemas.openxmlformats.org/drawingml/2006/main">
              <a:ext uri="{FF2B5EF4-FFF2-40B4-BE49-F238E27FC236}">
                <a16:creationId xmlns:a16="http://schemas.microsoft.com/office/drawing/2014/main" id="{2CABD673-EECD-4093-9D3D-25AC08F03977}"/>
              </a:ext>
            </a:extLst>
          </p:cNvPr>
          <p:cNvSpPr>
            <a:spLocks xmlns:a="http://schemas.openxmlformats.org/drawingml/2006/main" noGrp="1"/>
          </p:cNvSpPr>
          <p:nvPr/>
        </p:nvSpPr>
        <p:spPr>
          <a:xfrm xmlns:a="http://schemas.openxmlformats.org/drawingml/2006/main">
            <a:off x="876300" y="4981575"/>
            <a:ext cx="133350" cy="133350"/>
          </a:xfrm>
          <a:prstGeom xmlns:a="http://schemas.openxmlformats.org/drawingml/2006/main" prst="ellipse">
            <a:avLst/>
          </a:prstGeom>
          <a:solidFill xmlns:a="http://schemas.openxmlformats.org/drawingml/2006/main">
            <a:srgbClr val="8A7C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431DF02-D046-4B04-9247-793489D923D4}"/>
              </a:ext>
            </a:extLst>
          </p:cNvPr>
          <p:cNvSpPr>
            <a:spLocks xmlns:a="http://schemas.openxmlformats.org/drawingml/2006/main" noGrp="1"/>
          </p:cNvSpPr>
          <p:nvPr/>
        </p:nvSpPr>
        <p:spPr>
          <a:xfrm xmlns:a="http://schemas.openxmlformats.org/drawingml/2006/main">
            <a:off x="1162050" y="48863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B3F5EA84-26E6-4505-BD4E-E49F92F4B027}"/>
              </a:ext>
            </a:extLst>
          </p:cNvPr>
          <p:cNvSpPr>
            <a:spLocks xmlns:a="http://schemas.openxmlformats.org/drawingml/2006/main" noGrp="1"/>
          </p:cNvSpPr>
          <p:nvPr/>
        </p:nvSpPr>
        <p:spPr>
          <a:xfrm xmlns:a="http://schemas.openxmlformats.org/drawingml/2006/main">
            <a:off x="6191250" y="1924050"/>
            <a:ext cx="5391150" cy="3905250"/>
          </a:xfrm>
          <a:prstGeom xmlns:a="http://schemas.openxmlformats.org/drawingml/2006/main" prst="roundRect">
            <a:avLst>
              <a:gd name="adj" fmla="val 2927"/>
            </a:avLst>
          </a:prstGeom>
          <a:solidFill xmlns:a="http://schemas.openxmlformats.org/drawingml/2006/main">
            <a:srgbClr val="0B182B"/>
          </a:solidFill>
          <a:ln xmlns:a="http://schemas.openxmlformats.org/drawingml/2006/main" w="11430">
            <a:solidFill>
              <a:srgbClr val="2B4563"/>
            </a:solidFill>
            <a:prstDash val="solid"/>
          </a:ln>
        </p:spPr>
      </p:sp>
      <p:sp>
        <p:nvSpPr>
          <p:cNvPr id="21" name="">
            <a:extLst xmlns:a="http://schemas.openxmlformats.org/drawingml/2006/main">
              <a:ext uri="{FF2B5EF4-FFF2-40B4-BE49-F238E27FC236}">
                <a16:creationId xmlns:a16="http://schemas.microsoft.com/office/drawing/2014/main" id="{CBA46C47-B6BD-4CF8-9547-74D5475838B3}"/>
              </a:ext>
            </a:extLst>
          </p:cNvPr>
          <p:cNvSpPr>
            <a:spLocks xmlns:a="http://schemas.openxmlformats.org/drawingml/2006/main" noGrp="1"/>
          </p:cNvSpPr>
          <p:nvPr/>
        </p:nvSpPr>
        <p:spPr>
          <a:xfrm xmlns:a="http://schemas.openxmlformats.org/drawingml/2006/main">
            <a:off x="6477000" y="2133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FFCA6A"/>
                </a:solidFill>
                <a:latin typeface="Ubuntu Sans"/>
                <a:ea typeface="Ubuntu Sans"/>
                <a:cs typeface="Ubuntu Sans"/>
              </a:defRPr>
            </a:defPPr>
            <a:lvl1pPr algn="l">
              <a:defRPr sz="1875" b="1">
                <a:solidFill>
                  <a:srgbClr val="FFCA6A"/>
                </a:solidFill>
                <a:latin typeface="Ubuntu Sans"/>
                <a:ea typeface="Ubuntu Sans"/>
                <a:cs typeface="Ubuntu Sans"/>
              </a:defRPr>
            </a:lvl1pPr>
            <a:lvl2pPr algn="l">
              <a:defRPr sz="1875" b="1">
                <a:solidFill>
                  <a:srgbClr val="FFCA6A"/>
                </a:solidFill>
                <a:latin typeface="Ubuntu Sans"/>
                <a:ea typeface="Ubuntu Sans"/>
                <a:cs typeface="Ubuntu Sans"/>
              </a:defRPr>
            </a:lvl2pPr>
            <a:lvl3pPr algn="l">
              <a:defRPr sz="1875" b="1">
                <a:solidFill>
                  <a:srgbClr val="FFCA6A"/>
                </a:solidFill>
                <a:latin typeface="Ubuntu Sans"/>
                <a:ea typeface="Ubuntu Sans"/>
                <a:cs typeface="Ubuntu Sans"/>
              </a:defRPr>
            </a:lvl3pPr>
            <a:lvl4pPr algn="l">
              <a:defRPr sz="1875" b="1">
                <a:solidFill>
                  <a:srgbClr val="FFCA6A"/>
                </a:solidFill>
                <a:latin typeface="Ubuntu Sans"/>
                <a:ea typeface="Ubuntu Sans"/>
                <a:cs typeface="Ubuntu Sans"/>
              </a:defRPr>
            </a:lvl4pPr>
            <a:lvl5pPr algn="l">
              <a:defRPr sz="1875" b="1">
                <a:solidFill>
                  <a:srgbClr val="FFCA6A"/>
                </a:solidFill>
                <a:latin typeface="Ubuntu Sans"/>
                <a:ea typeface="Ubuntu Sans"/>
                <a:cs typeface="Ubuntu Sans"/>
              </a:defRPr>
            </a:lvl5pPr>
            <a:lvl6pPr algn="l">
              <a:defRPr sz="1875" b="1">
                <a:solidFill>
                  <a:srgbClr val="FFCA6A"/>
                </a:solidFill>
                <a:latin typeface="Ubuntu Sans"/>
                <a:ea typeface="Ubuntu Sans"/>
                <a:cs typeface="Ubuntu Sans"/>
              </a:defRPr>
            </a:lvl6pPr>
            <a:lvl7pPr algn="l">
              <a:defRPr sz="1875" b="1">
                <a:solidFill>
                  <a:srgbClr val="FFCA6A"/>
                </a:solidFill>
                <a:latin typeface="Ubuntu Sans"/>
                <a:ea typeface="Ubuntu Sans"/>
                <a:cs typeface="Ubuntu Sans"/>
              </a:defRPr>
            </a:lvl7pPr>
            <a:lvl8pPr algn="l">
              <a:defRPr sz="1875" b="1">
                <a:solidFill>
                  <a:srgbClr val="FFCA6A"/>
                </a:solidFill>
                <a:latin typeface="Ubuntu Sans"/>
                <a:ea typeface="Ubuntu Sans"/>
                <a:cs typeface="Ubuntu Sans"/>
              </a:defRPr>
            </a:lvl8pPr>
            <a:lvl9pPr algn="l">
              <a:defRPr sz="1875" b="1">
                <a:solidFill>
                  <a:srgbClr val="FFCA6A"/>
                </a:solidFill>
                <a:latin typeface="Ubuntu Sans"/>
                <a:ea typeface="Ubuntu Sans"/>
                <a:cs typeface="Ubuntu Sans"/>
              </a:defRPr>
            </a:lvl9pPr>
          </a:lstStyle>
          <a:p xmlns:a="http://schemas.openxmlformats.org/drawingml/2006/main">
            <a:pPr algn="l">
              <a:defRPr sz="1875" b="1">
                <a:solidFill>
                  <a:srgbClr val="FFCA6A"/>
                </a:solidFill>
                <a:latin typeface="Ubuntu Sans"/>
                <a:ea typeface="Ubuntu Sans"/>
                <a:cs typeface="Ubuntu Sans"/>
              </a:defRPr>
            </a:pPr>
            <a:r>
              <a:rPr sz="1875" b="1">
                <a:solidFill>
                  <a:srgbClr val="FFCA6A"/>
                </a:solidFill>
                <a:latin typeface="Ubuntu Sans"/>
                <a:ea typeface="Ubuntu Sans"/>
                <a:cs typeface="Ubuntu Sans"/>
              </a:rPr>
              <a:t>Suggested live demo</a:t>
            </a:r>
          </a:p>
        </p:txBody>
      </p:sp>
      <p:sp>
        <p:nvSpPr>
          <p:cNvPr id="22" name="">
            <a:extLst xmlns:a="http://schemas.openxmlformats.org/drawingml/2006/main">
              <a:ext uri="{FF2B5EF4-FFF2-40B4-BE49-F238E27FC236}">
                <a16:creationId xmlns:a16="http://schemas.microsoft.com/office/drawing/2014/main" id="{BB6F4999-1FB5-4490-8152-089A7E5B32EC}"/>
              </a:ext>
            </a:extLst>
          </p:cNvPr>
          <p:cNvSpPr>
            <a:spLocks xmlns:a="http://schemas.openxmlformats.org/drawingml/2006/main" noGrp="1"/>
          </p:cNvSpPr>
          <p:nvPr/>
        </p:nvSpPr>
        <p:spPr>
          <a:xfrm xmlns:a="http://schemas.openxmlformats.org/drawingml/2006/main">
            <a:off x="6477000" y="26670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01</a:t>
            </a:r>
          </a:p>
        </p:txBody>
      </p:sp>
      <p:sp>
        <p:nvSpPr>
          <p:cNvPr id="23" name="">
            <a:extLst xmlns:a="http://schemas.openxmlformats.org/drawingml/2006/main">
              <a:ext uri="{FF2B5EF4-FFF2-40B4-BE49-F238E27FC236}">
                <a16:creationId xmlns:a16="http://schemas.microsoft.com/office/drawing/2014/main" id="{48814A1C-022B-4AA0-B0F8-8E70AA4B13CE}"/>
              </a:ext>
            </a:extLst>
          </p:cNvPr>
          <p:cNvSpPr>
            <a:spLocks xmlns:a="http://schemas.openxmlformats.org/drawingml/2006/main" noGrp="1"/>
          </p:cNvSpPr>
          <p:nvPr/>
        </p:nvSpPr>
        <p:spPr>
          <a:xfrm xmlns:a="http://schemas.openxmlformats.org/drawingml/2006/main">
            <a:off x="6953250" y="26289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Authenticate</a:t>
            </a:r>
          </a:p>
        </p:txBody>
      </p:sp>
      <p:sp>
        <p:nvSpPr>
          <p:cNvPr id="24" name="">
            <a:extLst xmlns:a="http://schemas.openxmlformats.org/drawingml/2006/main">
              <a:ext uri="{FF2B5EF4-FFF2-40B4-BE49-F238E27FC236}">
                <a16:creationId xmlns:a16="http://schemas.microsoft.com/office/drawing/2014/main" id="{69D563A6-EC65-4C80-AE1F-72F57CE18824}"/>
              </a:ext>
            </a:extLst>
          </p:cNvPr>
          <p:cNvSpPr>
            <a:spLocks xmlns:a="http://schemas.openxmlformats.org/drawingml/2006/main" noGrp="1"/>
          </p:cNvSpPr>
          <p:nvPr/>
        </p:nvSpPr>
        <p:spPr>
          <a:xfrm xmlns:a="http://schemas.openxmlformats.org/drawingml/2006/main">
            <a:off x="8591550" y="2590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Show login and protected API identity</a:t>
            </a:r>
          </a:p>
        </p:txBody>
      </p:sp>
      <p:sp>
        <p:nvSpPr>
          <p:cNvPr id="25" name="">
            <a:extLst xmlns:a="http://schemas.openxmlformats.org/drawingml/2006/main">
              <a:ext uri="{FF2B5EF4-FFF2-40B4-BE49-F238E27FC236}">
                <a16:creationId xmlns:a16="http://schemas.microsoft.com/office/drawing/2014/main" id="{A2CD149D-BD98-43A9-9B49-16168F72BDC7}"/>
              </a:ext>
            </a:extLst>
          </p:cNvPr>
          <p:cNvSpPr>
            <a:spLocks xmlns:a="http://schemas.openxmlformats.org/drawingml/2006/main" noGrp="1"/>
          </p:cNvSpPr>
          <p:nvPr/>
        </p:nvSpPr>
        <p:spPr>
          <a:xfrm xmlns:a="http://schemas.openxmlformats.org/drawingml/2006/main">
            <a:off x="6477000" y="32289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02</a:t>
            </a:r>
          </a:p>
        </p:txBody>
      </p:sp>
      <p:sp>
        <p:nvSpPr>
          <p:cNvPr id="26" name="">
            <a:extLst xmlns:a="http://schemas.openxmlformats.org/drawingml/2006/main">
              <a:ext uri="{FF2B5EF4-FFF2-40B4-BE49-F238E27FC236}">
                <a16:creationId xmlns:a16="http://schemas.microsoft.com/office/drawing/2014/main" id="{8C44A556-BBCD-4E00-BB7F-BD98E9D88DD5}"/>
              </a:ext>
            </a:extLst>
          </p:cNvPr>
          <p:cNvSpPr>
            <a:spLocks xmlns:a="http://schemas.openxmlformats.org/drawingml/2006/main" noGrp="1"/>
          </p:cNvSpPr>
          <p:nvPr/>
        </p:nvSpPr>
        <p:spPr>
          <a:xfrm xmlns:a="http://schemas.openxmlformats.org/drawingml/2006/main">
            <a:off x="6953250" y="31908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031"/>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Create or select offer</a:t>
            </a:r>
          </a:p>
        </p:txBody>
      </p:sp>
      <p:sp>
        <p:nvSpPr>
          <p:cNvPr id="27" name="">
            <a:extLst xmlns:a="http://schemas.openxmlformats.org/drawingml/2006/main">
              <a:ext uri="{FF2B5EF4-FFF2-40B4-BE49-F238E27FC236}">
                <a16:creationId xmlns:a16="http://schemas.microsoft.com/office/drawing/2014/main" id="{F5FEBCFB-518A-4AFB-9150-E38B4F3EAC6B}"/>
              </a:ext>
            </a:extLst>
          </p:cNvPr>
          <p:cNvSpPr>
            <a:spLocks xmlns:a="http://schemas.openxmlformats.org/drawingml/2006/main" noGrp="1"/>
          </p:cNvSpPr>
          <p:nvPr/>
        </p:nvSpPr>
        <p:spPr>
          <a:xfrm xmlns:a="http://schemas.openxmlformats.org/drawingml/2006/main">
            <a:off x="8591550" y="315277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89"/>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Explain validation and company permission</a:t>
            </a:r>
          </a:p>
        </p:txBody>
      </p:sp>
      <p:sp>
        <p:nvSpPr>
          <p:cNvPr id="28" name="">
            <a:extLst xmlns:a="http://schemas.openxmlformats.org/drawingml/2006/main">
              <a:ext uri="{FF2B5EF4-FFF2-40B4-BE49-F238E27FC236}">
                <a16:creationId xmlns:a16="http://schemas.microsoft.com/office/drawing/2014/main" id="{24639DAE-E75C-49CC-AA06-87AC3AA60035}"/>
              </a:ext>
            </a:extLst>
          </p:cNvPr>
          <p:cNvSpPr>
            <a:spLocks xmlns:a="http://schemas.openxmlformats.org/drawingml/2006/main" noGrp="1"/>
          </p:cNvSpPr>
          <p:nvPr/>
        </p:nvSpPr>
        <p:spPr>
          <a:xfrm xmlns:a="http://schemas.openxmlformats.org/drawingml/2006/main">
            <a:off x="6477000" y="37909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03</a:t>
            </a:r>
          </a:p>
        </p:txBody>
      </p:sp>
      <p:sp>
        <p:nvSpPr>
          <p:cNvPr id="29" name="">
            <a:extLst xmlns:a="http://schemas.openxmlformats.org/drawingml/2006/main">
              <a:ext uri="{FF2B5EF4-FFF2-40B4-BE49-F238E27FC236}">
                <a16:creationId xmlns:a16="http://schemas.microsoft.com/office/drawing/2014/main" id="{30515022-1BD5-4B28-B8E6-E2B4CBC3F110}"/>
              </a:ext>
            </a:extLst>
          </p:cNvPr>
          <p:cNvSpPr>
            <a:spLocks xmlns:a="http://schemas.openxmlformats.org/drawingml/2006/main" noGrp="1"/>
          </p:cNvSpPr>
          <p:nvPr/>
        </p:nvSpPr>
        <p:spPr>
          <a:xfrm xmlns:a="http://schemas.openxmlformats.org/drawingml/2006/main">
            <a:off x="6953250" y="37528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Submit application</a:t>
            </a:r>
          </a:p>
        </p:txBody>
      </p:sp>
      <p:sp>
        <p:nvSpPr>
          <p:cNvPr id="30" name="">
            <a:extLst xmlns:a="http://schemas.openxmlformats.org/drawingml/2006/main">
              <a:ext uri="{FF2B5EF4-FFF2-40B4-BE49-F238E27FC236}">
                <a16:creationId xmlns:a16="http://schemas.microsoft.com/office/drawing/2014/main" id="{9118BEFC-C104-4E5F-BB34-81F061E298D1}"/>
              </a:ext>
            </a:extLst>
          </p:cNvPr>
          <p:cNvSpPr>
            <a:spLocks xmlns:a="http://schemas.openxmlformats.org/drawingml/2006/main" noGrp="1"/>
          </p:cNvSpPr>
          <p:nvPr/>
        </p:nvSpPr>
        <p:spPr>
          <a:xfrm xmlns:a="http://schemas.openxmlformats.org/drawingml/2006/main">
            <a:off x="8591550" y="3714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546"/>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Show CV snapshot and database relation</a:t>
            </a:r>
          </a:p>
        </p:txBody>
      </p:sp>
      <p:sp>
        <p:nvSpPr>
          <p:cNvPr id="31" name="">
            <a:extLst xmlns:a="http://schemas.openxmlformats.org/drawingml/2006/main">
              <a:ext uri="{FF2B5EF4-FFF2-40B4-BE49-F238E27FC236}">
                <a16:creationId xmlns:a16="http://schemas.microsoft.com/office/drawing/2014/main" id="{676A53C9-BF0F-416D-86E4-9AEB8AC59359}"/>
              </a:ext>
            </a:extLst>
          </p:cNvPr>
          <p:cNvSpPr>
            <a:spLocks xmlns:a="http://schemas.openxmlformats.org/drawingml/2006/main" noGrp="1"/>
          </p:cNvSpPr>
          <p:nvPr/>
        </p:nvSpPr>
        <p:spPr>
          <a:xfrm xmlns:a="http://schemas.openxmlformats.org/drawingml/2006/main">
            <a:off x="6477000" y="43529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04</a:t>
            </a:r>
          </a:p>
        </p:txBody>
      </p:sp>
      <p:sp>
        <p:nvSpPr>
          <p:cNvPr id="32" name="">
            <a:extLst xmlns:a="http://schemas.openxmlformats.org/drawingml/2006/main">
              <a:ext uri="{FF2B5EF4-FFF2-40B4-BE49-F238E27FC236}">
                <a16:creationId xmlns:a16="http://schemas.microsoft.com/office/drawing/2014/main" id="{159F9098-70C3-4618-963C-F6EBFF13CABB}"/>
              </a:ext>
            </a:extLst>
          </p:cNvPr>
          <p:cNvSpPr>
            <a:spLocks xmlns:a="http://schemas.openxmlformats.org/drawingml/2006/main" noGrp="1"/>
          </p:cNvSpPr>
          <p:nvPr/>
        </p:nvSpPr>
        <p:spPr>
          <a:xfrm xmlns:a="http://schemas.openxmlformats.org/drawingml/2006/main">
            <a:off x="6953250" y="431482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Process AI job</a:t>
            </a:r>
          </a:p>
        </p:txBody>
      </p:sp>
      <p:sp>
        <p:nvSpPr>
          <p:cNvPr id="33" name="">
            <a:extLst xmlns:a="http://schemas.openxmlformats.org/drawingml/2006/main">
              <a:ext uri="{FF2B5EF4-FFF2-40B4-BE49-F238E27FC236}">
                <a16:creationId xmlns:a16="http://schemas.microsoft.com/office/drawing/2014/main" id="{79BC1D87-1A63-49B7-A0AE-504EA5D03758}"/>
              </a:ext>
            </a:extLst>
          </p:cNvPr>
          <p:cNvSpPr>
            <a:spLocks xmlns:a="http://schemas.openxmlformats.org/drawingml/2006/main" noGrp="1"/>
          </p:cNvSpPr>
          <p:nvPr/>
        </p:nvSpPr>
        <p:spPr>
          <a:xfrm xmlns:a="http://schemas.openxmlformats.org/drawingml/2006/main">
            <a:off x="8591550" y="42767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Follow outbox, worker and stored result</a:t>
            </a:r>
          </a:p>
        </p:txBody>
      </p:sp>
      <p:sp>
        <p:nvSpPr>
          <p:cNvPr id="34" name="">
            <a:extLst xmlns:a="http://schemas.openxmlformats.org/drawingml/2006/main">
              <a:ext uri="{FF2B5EF4-FFF2-40B4-BE49-F238E27FC236}">
                <a16:creationId xmlns:a16="http://schemas.microsoft.com/office/drawing/2014/main" id="{211F22C5-E8C9-49A2-A977-14813D0A6E97}"/>
              </a:ext>
            </a:extLst>
          </p:cNvPr>
          <p:cNvSpPr>
            <a:spLocks xmlns:a="http://schemas.openxmlformats.org/drawingml/2006/main" noGrp="1"/>
          </p:cNvSpPr>
          <p:nvPr/>
        </p:nvSpPr>
        <p:spPr>
          <a:xfrm xmlns:a="http://schemas.openxmlformats.org/drawingml/2006/main">
            <a:off x="6477000" y="49149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05</a:t>
            </a:r>
          </a:p>
        </p:txBody>
      </p:sp>
      <p:sp>
        <p:nvSpPr>
          <p:cNvPr id="35" name="">
            <a:extLst xmlns:a="http://schemas.openxmlformats.org/drawingml/2006/main">
              <a:ext uri="{FF2B5EF4-FFF2-40B4-BE49-F238E27FC236}">
                <a16:creationId xmlns:a16="http://schemas.microsoft.com/office/drawing/2014/main" id="{B024F314-D6F7-4CD7-AFD4-0008938637C8}"/>
              </a:ext>
            </a:extLst>
          </p:cNvPr>
          <p:cNvSpPr>
            <a:spLocks xmlns:a="http://schemas.openxmlformats.org/drawingml/2006/main" noGrp="1"/>
          </p:cNvSpPr>
          <p:nvPr/>
        </p:nvSpPr>
        <p:spPr>
          <a:xfrm xmlns:a="http://schemas.openxmlformats.org/drawingml/2006/main">
            <a:off x="6953250" y="48768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Open chat</a:t>
            </a:r>
          </a:p>
        </p:txBody>
      </p:sp>
      <p:sp>
        <p:nvSpPr>
          <p:cNvPr id="36" name="">
            <a:extLst xmlns:a="http://schemas.openxmlformats.org/drawingml/2006/main">
              <a:ext uri="{FF2B5EF4-FFF2-40B4-BE49-F238E27FC236}">
                <a16:creationId xmlns:a16="http://schemas.microsoft.com/office/drawing/2014/main" id="{C5EBB719-8D57-45B9-BD29-96258D52B43A}"/>
              </a:ext>
            </a:extLst>
          </p:cNvPr>
          <p:cNvSpPr>
            <a:spLocks xmlns:a="http://schemas.openxmlformats.org/drawingml/2006/main" noGrp="1"/>
          </p:cNvSpPr>
          <p:nvPr/>
        </p:nvSpPr>
        <p:spPr>
          <a:xfrm xmlns:a="http://schemas.openxmlformats.org/drawingml/2006/main">
            <a:off x="8591550" y="48387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Show ticket, WebSocket and persisted message</a:t>
            </a:r>
          </a:p>
        </p:txBody>
      </p:sp>
      <p:sp>
        <p:nvSpPr>
          <p:cNvPr id="37" name="">
            <a:extLst xmlns:a="http://schemas.openxmlformats.org/drawingml/2006/main">
              <a:ext uri="{FF2B5EF4-FFF2-40B4-BE49-F238E27FC236}">
                <a16:creationId xmlns:a16="http://schemas.microsoft.com/office/drawing/2014/main" id="{15E3DD70-C6A1-465D-80D4-F15A3130669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2115519888"/>
      </p:ext>
    </p:extLst>
  </p:cSld>
</p:sld>
</file>

<file path=ppt/slides/slide1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9DE865A-D475-49CA-A073-C1FAC8E2EE5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CONCLUSION</a:t>
            </a:r>
          </a:p>
        </p:txBody>
      </p:sp>
      <p:sp>
        <p:nvSpPr>
          <p:cNvPr id="2" name="">
            <a:extLst xmlns:a="http://schemas.openxmlformats.org/drawingml/2006/main">
              <a:ext uri="{FF2B5EF4-FFF2-40B4-BE49-F238E27FC236}">
                <a16:creationId xmlns:a16="http://schemas.microsoft.com/office/drawing/2014/main" id="{BD3E8597-A1AA-443E-B7A9-2443040BE172}"/>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Lessons and next improvements</a:t>
            </a:r>
          </a:p>
        </p:txBody>
      </p:sp>
      <p:sp>
        <p:nvSpPr>
          <p:cNvPr id="3" name="">
            <a:extLst xmlns:a="http://schemas.openxmlformats.org/drawingml/2006/main">
              <a:ext uri="{FF2B5EF4-FFF2-40B4-BE49-F238E27FC236}">
                <a16:creationId xmlns:a16="http://schemas.microsoft.com/office/drawing/2014/main" id="{93E47EE2-BF7C-4E58-A8CC-3A509F0FB345}"/>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15</a:t>
            </a:r>
          </a:p>
        </p:txBody>
      </p:sp>
      <p:sp>
        <p:nvSpPr>
          <p:cNvPr id="4" name="">
            <a:extLst xmlns:a="http://schemas.openxmlformats.org/drawingml/2006/main">
              <a:ext uri="{FF2B5EF4-FFF2-40B4-BE49-F238E27FC236}">
                <a16:creationId xmlns:a16="http://schemas.microsoft.com/office/drawing/2014/main" id="{A048726B-780B-4756-8B74-7EFBD62B29A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7499B22B-7879-4C65-A05C-B366B8B51386}"/>
              </a:ext>
            </a:extLst>
          </p:cNvPr>
          <p:cNvSpPr>
            <a:spLocks xmlns:a="http://schemas.openxmlformats.org/drawingml/2006/main" noGrp="1"/>
          </p:cNvSpPr>
          <p:nvPr/>
        </p:nvSpPr>
        <p:spPr>
          <a:xfrm xmlns:a="http://schemas.openxmlformats.org/drawingml/2006/main">
            <a:off x="609600" y="1409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What I learned while building the CODITENT backend</a:t>
            </a:r>
          </a:p>
        </p:txBody>
      </p:sp>
      <p:sp>
        <p:nvSpPr>
          <p:cNvPr id="6" name="">
            <a:extLst xmlns:a="http://schemas.openxmlformats.org/drawingml/2006/main">
              <a:ext uri="{FF2B5EF4-FFF2-40B4-BE49-F238E27FC236}">
                <a16:creationId xmlns:a16="http://schemas.microsoft.com/office/drawing/2014/main" id="{244FF0AE-2744-4B29-A0BF-19D025C3DC4D}"/>
              </a:ext>
            </a:extLst>
          </p:cNvPr>
          <p:cNvSpPr>
            <a:spLocks xmlns:a="http://schemas.openxmlformats.org/drawingml/2006/main" noGrp="1"/>
          </p:cNvSpPr>
          <p:nvPr/>
        </p:nvSpPr>
        <p:spPr>
          <a:xfrm xmlns:a="http://schemas.openxmlformats.org/drawingml/2006/main">
            <a:off x="609600" y="2019300"/>
            <a:ext cx="5143500" cy="1104900"/>
          </a:xfrm>
          <a:prstGeom xmlns:a="http://schemas.openxmlformats.org/drawingml/2006/main" prst="roundRect">
            <a:avLst>
              <a:gd name="adj" fmla="val 10345"/>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CDD8405F-E87F-448F-A58B-3E64CC898B31}"/>
              </a:ext>
            </a:extLst>
          </p:cNvPr>
          <p:cNvSpPr>
            <a:spLocks xmlns:a="http://schemas.openxmlformats.org/drawingml/2006/main" noGrp="1"/>
          </p:cNvSpPr>
          <p:nvPr/>
        </p:nvSpPr>
        <p:spPr>
          <a:xfrm xmlns:a="http://schemas.openxmlformats.org/drawingml/2006/main">
            <a:off x="609600" y="2019300"/>
            <a:ext cx="66675" cy="11049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5486946E-729C-4754-A99D-1DBB5DCA5CB4}"/>
              </a:ext>
            </a:extLst>
          </p:cNvPr>
          <p:cNvSpPr>
            <a:spLocks xmlns:a="http://schemas.openxmlformats.org/drawingml/2006/main" noGrp="1"/>
          </p:cNvSpPr>
          <p:nvPr/>
        </p:nvSpPr>
        <p:spPr>
          <a:xfrm xmlns:a="http://schemas.openxmlformats.org/drawingml/2006/main">
            <a:off x="819150" y="21336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Authorization needs current state</a:t>
            </a:r>
          </a:p>
        </p:txBody>
      </p:sp>
      <p:sp>
        <p:nvSpPr>
          <p:cNvPr id="9" name="">
            <a:extLst xmlns:a="http://schemas.openxmlformats.org/drawingml/2006/main">
              <a:ext uri="{FF2B5EF4-FFF2-40B4-BE49-F238E27FC236}">
                <a16:creationId xmlns:a16="http://schemas.microsoft.com/office/drawing/2014/main" id="{E3F8EFA3-AD4E-4492-8E83-3FA3643B327F}"/>
              </a:ext>
            </a:extLst>
          </p:cNvPr>
          <p:cNvSpPr>
            <a:spLocks xmlns:a="http://schemas.openxmlformats.org/drawingml/2006/main" noGrp="1"/>
          </p:cNvSpPr>
          <p:nvPr/>
        </p:nvSpPr>
        <p:spPr>
          <a:xfrm xmlns:a="http://schemas.openxmlformats.org/drawingml/2006/main">
            <a:off x="819150" y="24288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E13D9298-712F-4147-97DD-C900562A453E}"/>
              </a:ext>
            </a:extLst>
          </p:cNvPr>
          <p:cNvSpPr>
            <a:spLocks xmlns:a="http://schemas.openxmlformats.org/drawingml/2006/main" noGrp="1"/>
          </p:cNvSpPr>
          <p:nvPr/>
        </p:nvSpPr>
        <p:spPr>
          <a:xfrm xmlns:a="http://schemas.openxmlformats.org/drawingml/2006/main">
            <a:off x="609600" y="3333750"/>
            <a:ext cx="5143500" cy="1104900"/>
          </a:xfrm>
          <a:prstGeom xmlns:a="http://schemas.openxmlformats.org/drawingml/2006/main" prst="roundRect">
            <a:avLst>
              <a:gd name="adj" fmla="val 10345"/>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9E9B7888-1EA5-4D07-9D6F-356B73078E25}"/>
              </a:ext>
            </a:extLst>
          </p:cNvPr>
          <p:cNvSpPr>
            <a:spLocks xmlns:a="http://schemas.openxmlformats.org/drawingml/2006/main" noGrp="1"/>
          </p:cNvSpPr>
          <p:nvPr/>
        </p:nvSpPr>
        <p:spPr>
          <a:xfrm xmlns:a="http://schemas.openxmlformats.org/drawingml/2006/main">
            <a:off x="609600" y="3333750"/>
            <a:ext cx="66675" cy="11049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12" name="">
            <a:extLst xmlns:a="http://schemas.openxmlformats.org/drawingml/2006/main">
              <a:ext uri="{FF2B5EF4-FFF2-40B4-BE49-F238E27FC236}">
                <a16:creationId xmlns:a16="http://schemas.microsoft.com/office/drawing/2014/main" id="{876E27E1-94F6-4022-A0B2-7509F8FE5352}"/>
              </a:ext>
            </a:extLst>
          </p:cNvPr>
          <p:cNvSpPr>
            <a:spLocks xmlns:a="http://schemas.openxmlformats.org/drawingml/2006/main" noGrp="1"/>
          </p:cNvSpPr>
          <p:nvPr/>
        </p:nvSpPr>
        <p:spPr>
          <a:xfrm xmlns:a="http://schemas.openxmlformats.org/drawingml/2006/main">
            <a:off x="819150" y="344805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Database rules support security</a:t>
            </a:r>
          </a:p>
        </p:txBody>
      </p:sp>
      <p:sp>
        <p:nvSpPr>
          <p:cNvPr id="13" name="">
            <a:extLst xmlns:a="http://schemas.openxmlformats.org/drawingml/2006/main">
              <a:ext uri="{FF2B5EF4-FFF2-40B4-BE49-F238E27FC236}">
                <a16:creationId xmlns:a16="http://schemas.microsoft.com/office/drawing/2014/main" id="{0B529E84-1948-4CCB-8E66-1F007BF7BC64}"/>
              </a:ext>
            </a:extLst>
          </p:cNvPr>
          <p:cNvSpPr>
            <a:spLocks xmlns:a="http://schemas.openxmlformats.org/drawingml/2006/main" noGrp="1"/>
          </p:cNvSpPr>
          <p:nvPr/>
        </p:nvSpPr>
        <p:spPr>
          <a:xfrm xmlns:a="http://schemas.openxmlformats.org/drawingml/2006/main">
            <a:off x="819150" y="374332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Constraints and transactions protect workflows when application code fails</a:t>
            </a:r>
          </a:p>
        </p:txBody>
      </p:sp>
      <p:sp>
        <p:nvSpPr>
          <p:cNvPr id="14" name="">
            <a:extLst xmlns:a="http://schemas.openxmlformats.org/drawingml/2006/main">
              <a:ext uri="{FF2B5EF4-FFF2-40B4-BE49-F238E27FC236}">
                <a16:creationId xmlns:a16="http://schemas.microsoft.com/office/drawing/2014/main" id="{88BCF28D-8470-4517-A979-42A63F6AE705}"/>
              </a:ext>
            </a:extLst>
          </p:cNvPr>
          <p:cNvSpPr>
            <a:spLocks xmlns:a="http://schemas.openxmlformats.org/drawingml/2006/main" noGrp="1"/>
          </p:cNvSpPr>
          <p:nvPr/>
        </p:nvSpPr>
        <p:spPr>
          <a:xfrm xmlns:a="http://schemas.openxmlformats.org/drawingml/2006/main">
            <a:off x="609600" y="4648200"/>
            <a:ext cx="5143500" cy="1104900"/>
          </a:xfrm>
          <a:prstGeom xmlns:a="http://schemas.openxmlformats.org/drawingml/2006/main" prst="roundRect">
            <a:avLst>
              <a:gd name="adj" fmla="val 10345"/>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E5E935C4-154D-4777-9B66-8E62E2FF61ED}"/>
              </a:ext>
            </a:extLst>
          </p:cNvPr>
          <p:cNvSpPr>
            <a:spLocks xmlns:a="http://schemas.openxmlformats.org/drawingml/2006/main" noGrp="1"/>
          </p:cNvSpPr>
          <p:nvPr/>
        </p:nvSpPr>
        <p:spPr>
          <a:xfrm xmlns:a="http://schemas.openxmlformats.org/drawingml/2006/main">
            <a:off x="609600" y="4648200"/>
            <a:ext cx="66675" cy="110490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6" name="">
            <a:extLst xmlns:a="http://schemas.openxmlformats.org/drawingml/2006/main">
              <a:ext uri="{FF2B5EF4-FFF2-40B4-BE49-F238E27FC236}">
                <a16:creationId xmlns:a16="http://schemas.microsoft.com/office/drawing/2014/main" id="{C9383C23-5D7F-4367-85A6-B0739C8A3238}"/>
              </a:ext>
            </a:extLst>
          </p:cNvPr>
          <p:cNvSpPr>
            <a:spLocks xmlns:a="http://schemas.openxmlformats.org/drawingml/2006/main" noGrp="1"/>
          </p:cNvSpPr>
          <p:nvPr/>
        </p:nvSpPr>
        <p:spPr>
          <a:xfrm xmlns:a="http://schemas.openxmlformats.org/drawingml/2006/main">
            <a:off x="819150" y="47625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Slow work needs durability</a:t>
            </a:r>
          </a:p>
        </p:txBody>
      </p:sp>
      <p:sp>
        <p:nvSpPr>
          <p:cNvPr id="17" name="">
            <a:extLst xmlns:a="http://schemas.openxmlformats.org/drawingml/2006/main">
              <a:ext uri="{FF2B5EF4-FFF2-40B4-BE49-F238E27FC236}">
                <a16:creationId xmlns:a16="http://schemas.microsoft.com/office/drawing/2014/main" id="{23519FDE-038D-44CB-9B27-BF127FFDF0D4}"/>
              </a:ext>
            </a:extLst>
          </p:cNvPr>
          <p:cNvSpPr>
            <a:spLocks xmlns:a="http://schemas.openxmlformats.org/drawingml/2006/main" noGrp="1"/>
          </p:cNvSpPr>
          <p:nvPr/>
        </p:nvSpPr>
        <p:spPr>
          <a:xfrm xmlns:a="http://schemas.openxmlformats.org/drawingml/2006/main">
            <a:off x="819150" y="50577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Outboxes and workers protect AI and email jobs from process restarts</a:t>
            </a:r>
          </a:p>
        </p:txBody>
      </p:sp>
      <p:sp>
        <p:nvSpPr>
          <p:cNvPr id="18" name="">
            <a:extLst xmlns:a="http://schemas.openxmlformats.org/drawingml/2006/main">
              <a:ext uri="{FF2B5EF4-FFF2-40B4-BE49-F238E27FC236}">
                <a16:creationId xmlns:a16="http://schemas.microsoft.com/office/drawing/2014/main" id="{E0152060-A8E9-49AB-8DC5-9C8A06471B41}"/>
              </a:ext>
            </a:extLst>
          </p:cNvPr>
          <p:cNvSpPr>
            <a:spLocks xmlns:a="http://schemas.openxmlformats.org/drawingml/2006/main" noGrp="1"/>
          </p:cNvSpPr>
          <p:nvPr/>
        </p:nvSpPr>
        <p:spPr>
          <a:xfrm xmlns:a="http://schemas.openxmlformats.org/drawingml/2006/main">
            <a:off x="6667500" y="2019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571"/>
          </a:bodyPr>
          <a:lstStyle xmlns:a="http://schemas.openxmlformats.org/drawingml/2006/main">
            <a:defPPr algn="l">
              <a:defRPr sz="2100" b="1">
                <a:solidFill>
                  <a:srgbClr val="FFCA6A"/>
                </a:solidFill>
                <a:latin typeface="Ubuntu Sans"/>
                <a:ea typeface="Ubuntu Sans"/>
                <a:cs typeface="Ubuntu Sans"/>
              </a:defRPr>
            </a:defPPr>
            <a:lvl1pPr algn="l">
              <a:defRPr sz="2100" b="1">
                <a:solidFill>
                  <a:srgbClr val="FFCA6A"/>
                </a:solidFill>
                <a:latin typeface="Ubuntu Sans"/>
                <a:ea typeface="Ubuntu Sans"/>
                <a:cs typeface="Ubuntu Sans"/>
              </a:defRPr>
            </a:lvl1pPr>
            <a:lvl2pPr algn="l">
              <a:defRPr sz="2100" b="1">
                <a:solidFill>
                  <a:srgbClr val="FFCA6A"/>
                </a:solidFill>
                <a:latin typeface="Ubuntu Sans"/>
                <a:ea typeface="Ubuntu Sans"/>
                <a:cs typeface="Ubuntu Sans"/>
              </a:defRPr>
            </a:lvl2pPr>
            <a:lvl3pPr algn="l">
              <a:defRPr sz="2100" b="1">
                <a:solidFill>
                  <a:srgbClr val="FFCA6A"/>
                </a:solidFill>
                <a:latin typeface="Ubuntu Sans"/>
                <a:ea typeface="Ubuntu Sans"/>
                <a:cs typeface="Ubuntu Sans"/>
              </a:defRPr>
            </a:lvl3pPr>
            <a:lvl4pPr algn="l">
              <a:defRPr sz="2100" b="1">
                <a:solidFill>
                  <a:srgbClr val="FFCA6A"/>
                </a:solidFill>
                <a:latin typeface="Ubuntu Sans"/>
                <a:ea typeface="Ubuntu Sans"/>
                <a:cs typeface="Ubuntu Sans"/>
              </a:defRPr>
            </a:lvl4pPr>
            <a:lvl5pPr algn="l">
              <a:defRPr sz="2100" b="1">
                <a:solidFill>
                  <a:srgbClr val="FFCA6A"/>
                </a:solidFill>
                <a:latin typeface="Ubuntu Sans"/>
                <a:ea typeface="Ubuntu Sans"/>
                <a:cs typeface="Ubuntu Sans"/>
              </a:defRPr>
            </a:lvl5pPr>
            <a:lvl6pPr algn="l">
              <a:defRPr sz="2100" b="1">
                <a:solidFill>
                  <a:srgbClr val="FFCA6A"/>
                </a:solidFill>
                <a:latin typeface="Ubuntu Sans"/>
                <a:ea typeface="Ubuntu Sans"/>
                <a:cs typeface="Ubuntu Sans"/>
              </a:defRPr>
            </a:lvl6pPr>
            <a:lvl7pPr algn="l">
              <a:defRPr sz="2100" b="1">
                <a:solidFill>
                  <a:srgbClr val="FFCA6A"/>
                </a:solidFill>
                <a:latin typeface="Ubuntu Sans"/>
                <a:ea typeface="Ubuntu Sans"/>
                <a:cs typeface="Ubuntu Sans"/>
              </a:defRPr>
            </a:lvl7pPr>
            <a:lvl8pPr algn="l">
              <a:defRPr sz="2100" b="1">
                <a:solidFill>
                  <a:srgbClr val="FFCA6A"/>
                </a:solidFill>
                <a:latin typeface="Ubuntu Sans"/>
                <a:ea typeface="Ubuntu Sans"/>
                <a:cs typeface="Ubuntu Sans"/>
              </a:defRPr>
            </a:lvl8pPr>
            <a:lvl9pPr algn="l">
              <a:defRPr sz="2100" b="1">
                <a:solidFill>
                  <a:srgbClr val="FFCA6A"/>
                </a:solidFill>
                <a:latin typeface="Ubuntu Sans"/>
                <a:ea typeface="Ubuntu Sans"/>
                <a:cs typeface="Ubuntu Sans"/>
              </a:defRPr>
            </a:lvl9pPr>
          </a:lstStyle>
          <a:p xmlns:a="http://schemas.openxmlformats.org/drawingml/2006/main">
            <a:pPr algn="l">
              <a:defRPr sz="2100" b="1">
                <a:solidFill>
                  <a:srgbClr val="FFCA6A"/>
                </a:solidFill>
                <a:latin typeface="Ubuntu Sans"/>
                <a:ea typeface="Ubuntu Sans"/>
                <a:cs typeface="Ubuntu Sans"/>
              </a:defRPr>
            </a:pPr>
            <a:r>
              <a:rPr sz="2100" b="1">
                <a:solidFill>
                  <a:srgbClr val="FFCA6A"/>
                </a:solidFill>
                <a:latin typeface="Ubuntu Sans"/>
                <a:ea typeface="Ubuntu Sans"/>
                <a:cs typeface="Ubuntu Sans"/>
              </a:rPr>
              <a:t>Next improvements</a:t>
            </a:r>
          </a:p>
        </p:txBody>
      </p:sp>
      <p:sp>
        <p:nvSpPr>
          <p:cNvPr id="19" name="">
            <a:extLst xmlns:a="http://schemas.openxmlformats.org/drawingml/2006/main">
              <a:ext uri="{FF2B5EF4-FFF2-40B4-BE49-F238E27FC236}">
                <a16:creationId xmlns:a16="http://schemas.microsoft.com/office/drawing/2014/main" id="{64CFE192-D7AE-4B77-90FB-F72F154C0F58}"/>
              </a:ext>
            </a:extLst>
          </p:cNvPr>
          <p:cNvSpPr>
            <a:spLocks xmlns:a="http://schemas.openxmlformats.org/drawingml/2006/main" noGrp="1"/>
          </p:cNvSpPr>
          <p:nvPr/>
        </p:nvSpPr>
        <p:spPr>
          <a:xfrm xmlns:a="http://schemas.openxmlformats.org/drawingml/2006/main">
            <a:off x="6667500" y="2628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01</a:t>
            </a:r>
          </a:p>
        </p:txBody>
      </p:sp>
      <p:sp>
        <p:nvSpPr>
          <p:cNvPr id="20" name="">
            <a:extLst xmlns:a="http://schemas.openxmlformats.org/drawingml/2006/main">
              <a:ext uri="{FF2B5EF4-FFF2-40B4-BE49-F238E27FC236}">
                <a16:creationId xmlns:a16="http://schemas.microsoft.com/office/drawing/2014/main" id="{8162EB59-08A0-437D-AB34-E848D621EB4A}"/>
              </a:ext>
            </a:extLst>
          </p:cNvPr>
          <p:cNvSpPr>
            <a:spLocks xmlns:a="http://schemas.openxmlformats.org/drawingml/2006/main" noGrp="1"/>
          </p:cNvSpPr>
          <p:nvPr/>
        </p:nvSpPr>
        <p:spPr>
          <a:xfrm xmlns:a="http://schemas.openxmlformats.org/drawingml/2006/main">
            <a:off x="7162800" y="2571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Expand load and stress testing</a:t>
            </a:r>
          </a:p>
        </p:txBody>
      </p:sp>
      <p:sp>
        <p:nvSpPr>
          <p:cNvPr id="21" name="">
            <a:extLst xmlns:a="http://schemas.openxmlformats.org/drawingml/2006/main">
              <a:ext uri="{FF2B5EF4-FFF2-40B4-BE49-F238E27FC236}">
                <a16:creationId xmlns:a16="http://schemas.microsoft.com/office/drawing/2014/main" id="{8821E4F9-54E2-4A48-9D23-2493EA3A05D9}"/>
              </a:ext>
            </a:extLst>
          </p:cNvPr>
          <p:cNvSpPr>
            <a:spLocks xmlns:a="http://schemas.openxmlformats.org/drawingml/2006/main" noGrp="1"/>
          </p:cNvSpPr>
          <p:nvPr/>
        </p:nvSpPr>
        <p:spPr>
          <a:xfrm xmlns:a="http://schemas.openxmlformats.org/drawingml/2006/main">
            <a:off x="6667500" y="3124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02</a:t>
            </a:r>
          </a:p>
        </p:txBody>
      </p:sp>
      <p:sp>
        <p:nvSpPr>
          <p:cNvPr id="22" name="">
            <a:extLst xmlns:a="http://schemas.openxmlformats.org/drawingml/2006/main">
              <a:ext uri="{FF2B5EF4-FFF2-40B4-BE49-F238E27FC236}">
                <a16:creationId xmlns:a16="http://schemas.microsoft.com/office/drawing/2014/main" id="{CB4AF17F-DC92-4574-B8E6-CF7A59FA6CB4}"/>
              </a:ext>
            </a:extLst>
          </p:cNvPr>
          <p:cNvSpPr>
            <a:spLocks xmlns:a="http://schemas.openxmlformats.org/drawingml/2006/main" noGrp="1"/>
          </p:cNvSpPr>
          <p:nvPr/>
        </p:nvSpPr>
        <p:spPr>
          <a:xfrm xmlns:a="http://schemas.openxmlformats.org/drawingml/2006/main">
            <a:off x="7162800" y="3067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Add distributed tracing across API and workers</a:t>
            </a:r>
          </a:p>
        </p:txBody>
      </p:sp>
      <p:sp>
        <p:nvSpPr>
          <p:cNvPr id="23" name="">
            <a:extLst xmlns:a="http://schemas.openxmlformats.org/drawingml/2006/main">
              <a:ext uri="{FF2B5EF4-FFF2-40B4-BE49-F238E27FC236}">
                <a16:creationId xmlns:a16="http://schemas.microsoft.com/office/drawing/2014/main" id="{D866D2A9-7D40-4A57-A3C9-A5707FB066EF}"/>
              </a:ext>
            </a:extLst>
          </p:cNvPr>
          <p:cNvSpPr>
            <a:spLocks xmlns:a="http://schemas.openxmlformats.org/drawingml/2006/main" noGrp="1"/>
          </p:cNvSpPr>
          <p:nvPr/>
        </p:nvSpPr>
        <p:spPr>
          <a:xfrm xmlns:a="http://schemas.openxmlformats.org/drawingml/2006/main">
            <a:off x="6667500" y="3619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03</a:t>
            </a:r>
          </a:p>
        </p:txBody>
      </p:sp>
      <p:sp>
        <p:nvSpPr>
          <p:cNvPr id="24" name="">
            <a:extLst xmlns:a="http://schemas.openxmlformats.org/drawingml/2006/main">
              <a:ext uri="{FF2B5EF4-FFF2-40B4-BE49-F238E27FC236}">
                <a16:creationId xmlns:a16="http://schemas.microsoft.com/office/drawing/2014/main" id="{C3044594-7383-4D3F-9A27-4916991FE4BD}"/>
              </a:ext>
            </a:extLst>
          </p:cNvPr>
          <p:cNvSpPr>
            <a:spLocks xmlns:a="http://schemas.openxmlformats.org/drawingml/2006/main" noGrp="1"/>
          </p:cNvSpPr>
          <p:nvPr/>
        </p:nvSpPr>
        <p:spPr>
          <a:xfrm xmlns:a="http://schemas.openxmlformats.org/drawingml/2006/main">
            <a:off x="7162800" y="35623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Improve job retry and failure dashboards</a:t>
            </a:r>
          </a:p>
        </p:txBody>
      </p:sp>
      <p:sp>
        <p:nvSpPr>
          <p:cNvPr id="25" name="">
            <a:extLst xmlns:a="http://schemas.openxmlformats.org/drawingml/2006/main">
              <a:ext uri="{FF2B5EF4-FFF2-40B4-BE49-F238E27FC236}">
                <a16:creationId xmlns:a16="http://schemas.microsoft.com/office/drawing/2014/main" id="{2F0FC489-73B1-40A9-B206-03ECABF8C75B}"/>
              </a:ext>
            </a:extLst>
          </p:cNvPr>
          <p:cNvSpPr>
            <a:spLocks xmlns:a="http://schemas.openxmlformats.org/drawingml/2006/main" noGrp="1"/>
          </p:cNvSpPr>
          <p:nvPr/>
        </p:nvSpPr>
        <p:spPr>
          <a:xfrm xmlns:a="http://schemas.openxmlformats.org/drawingml/2006/main">
            <a:off x="6667500" y="4114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04</a:t>
            </a:r>
          </a:p>
        </p:txBody>
      </p:sp>
      <p:sp>
        <p:nvSpPr>
          <p:cNvPr id="26" name="">
            <a:extLst xmlns:a="http://schemas.openxmlformats.org/drawingml/2006/main">
              <a:ext uri="{FF2B5EF4-FFF2-40B4-BE49-F238E27FC236}">
                <a16:creationId xmlns:a16="http://schemas.microsoft.com/office/drawing/2014/main" id="{D7A50AD1-566F-4F3B-8689-56D2BB9EBA52}"/>
              </a:ext>
            </a:extLst>
          </p:cNvPr>
          <p:cNvSpPr>
            <a:spLocks xmlns:a="http://schemas.openxmlformats.org/drawingml/2006/main" noGrp="1"/>
          </p:cNvSpPr>
          <p:nvPr/>
        </p:nvSpPr>
        <p:spPr>
          <a:xfrm xmlns:a="http://schemas.openxmlformats.org/drawingml/2006/main">
            <a:off x="7162800" y="40576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Profile expensive queries and indexes</a:t>
            </a:r>
          </a:p>
        </p:txBody>
      </p:sp>
      <p:sp>
        <p:nvSpPr>
          <p:cNvPr id="27" name="">
            <a:extLst xmlns:a="http://schemas.openxmlformats.org/drawingml/2006/main">
              <a:ext uri="{FF2B5EF4-FFF2-40B4-BE49-F238E27FC236}">
                <a16:creationId xmlns:a16="http://schemas.microsoft.com/office/drawing/2014/main" id="{A195441D-721D-4D33-BBFA-B25D9FF9ABC2}"/>
              </a:ext>
            </a:extLst>
          </p:cNvPr>
          <p:cNvSpPr>
            <a:spLocks xmlns:a="http://schemas.openxmlformats.org/drawingml/2006/main" noGrp="1"/>
          </p:cNvSpPr>
          <p:nvPr/>
        </p:nvSpPr>
        <p:spPr>
          <a:xfrm xmlns:a="http://schemas.openxmlformats.org/drawingml/2006/main">
            <a:off x="6667500" y="46101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05</a:t>
            </a:r>
          </a:p>
        </p:txBody>
      </p:sp>
      <p:sp>
        <p:nvSpPr>
          <p:cNvPr id="28" name="">
            <a:extLst xmlns:a="http://schemas.openxmlformats.org/drawingml/2006/main">
              <a:ext uri="{FF2B5EF4-FFF2-40B4-BE49-F238E27FC236}">
                <a16:creationId xmlns:a16="http://schemas.microsoft.com/office/drawing/2014/main" id="{1507C2CE-4D22-4C8C-88D5-3ABBCBEE1C81}"/>
              </a:ext>
            </a:extLst>
          </p:cNvPr>
          <p:cNvSpPr>
            <a:spLocks xmlns:a="http://schemas.openxmlformats.org/drawingml/2006/main" noGrp="1"/>
          </p:cNvSpPr>
          <p:nvPr/>
        </p:nvSpPr>
        <p:spPr>
          <a:xfrm xmlns:a="http://schemas.openxmlformats.org/drawingml/2006/main">
            <a:off x="7162800" y="4552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Extend end-to-end workflow coverage</a:t>
            </a:r>
          </a:p>
        </p:txBody>
      </p:sp>
      <p:sp>
        <p:nvSpPr>
          <p:cNvPr id="29" name="">
            <a:extLst xmlns:a="http://schemas.openxmlformats.org/drawingml/2006/main">
              <a:ext uri="{FF2B5EF4-FFF2-40B4-BE49-F238E27FC236}">
                <a16:creationId xmlns:a16="http://schemas.microsoft.com/office/drawing/2014/main" id="{79166491-CF7B-4145-9215-0FCA34A0562B}"/>
              </a:ext>
            </a:extLst>
          </p:cNvPr>
          <p:cNvSpPr>
            <a:spLocks xmlns:a="http://schemas.openxmlformats.org/drawingml/2006/main" noGrp="1"/>
          </p:cNvSpPr>
          <p:nvPr/>
        </p:nvSpPr>
        <p:spPr>
          <a:xfrm xmlns:a="http://schemas.openxmlformats.org/drawingml/2006/main">
            <a:off x="6667500" y="54673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defPPr algn="l">
              <a:defRPr sz="2850" b="1">
                <a:solidFill>
                  <a:srgbClr val="F4F8FF"/>
                </a:solidFill>
                <a:latin typeface="Ubuntu Sans"/>
                <a:ea typeface="Ubuntu Sans"/>
                <a:cs typeface="Ubuntu Sans"/>
              </a:defRPr>
            </a:defPPr>
            <a:lvl1pPr algn="l">
              <a:defRPr sz="2850" b="1">
                <a:solidFill>
                  <a:srgbClr val="F4F8FF"/>
                </a:solidFill>
                <a:latin typeface="Ubuntu Sans"/>
                <a:ea typeface="Ubuntu Sans"/>
                <a:cs typeface="Ubuntu Sans"/>
              </a:defRPr>
            </a:lvl1pPr>
            <a:lvl2pPr algn="l">
              <a:defRPr sz="2850" b="1">
                <a:solidFill>
                  <a:srgbClr val="F4F8FF"/>
                </a:solidFill>
                <a:latin typeface="Ubuntu Sans"/>
                <a:ea typeface="Ubuntu Sans"/>
                <a:cs typeface="Ubuntu Sans"/>
              </a:defRPr>
            </a:lvl2pPr>
            <a:lvl3pPr algn="l">
              <a:defRPr sz="2850" b="1">
                <a:solidFill>
                  <a:srgbClr val="F4F8FF"/>
                </a:solidFill>
                <a:latin typeface="Ubuntu Sans"/>
                <a:ea typeface="Ubuntu Sans"/>
                <a:cs typeface="Ubuntu Sans"/>
              </a:defRPr>
            </a:lvl3pPr>
            <a:lvl4pPr algn="l">
              <a:defRPr sz="2850" b="1">
                <a:solidFill>
                  <a:srgbClr val="F4F8FF"/>
                </a:solidFill>
                <a:latin typeface="Ubuntu Sans"/>
                <a:ea typeface="Ubuntu Sans"/>
                <a:cs typeface="Ubuntu Sans"/>
              </a:defRPr>
            </a:lvl4pPr>
            <a:lvl5pPr algn="l">
              <a:defRPr sz="2850" b="1">
                <a:solidFill>
                  <a:srgbClr val="F4F8FF"/>
                </a:solidFill>
                <a:latin typeface="Ubuntu Sans"/>
                <a:ea typeface="Ubuntu Sans"/>
                <a:cs typeface="Ubuntu Sans"/>
              </a:defRPr>
            </a:lvl5pPr>
            <a:lvl6pPr algn="l">
              <a:defRPr sz="2850" b="1">
                <a:solidFill>
                  <a:srgbClr val="F4F8FF"/>
                </a:solidFill>
                <a:latin typeface="Ubuntu Sans"/>
                <a:ea typeface="Ubuntu Sans"/>
                <a:cs typeface="Ubuntu Sans"/>
              </a:defRPr>
            </a:lvl6pPr>
            <a:lvl7pPr algn="l">
              <a:defRPr sz="2850" b="1">
                <a:solidFill>
                  <a:srgbClr val="F4F8FF"/>
                </a:solidFill>
                <a:latin typeface="Ubuntu Sans"/>
                <a:ea typeface="Ubuntu Sans"/>
                <a:cs typeface="Ubuntu Sans"/>
              </a:defRPr>
            </a:lvl7pPr>
            <a:lvl8pPr algn="l">
              <a:defRPr sz="2850" b="1">
                <a:solidFill>
                  <a:srgbClr val="F4F8FF"/>
                </a:solidFill>
                <a:latin typeface="Ubuntu Sans"/>
                <a:ea typeface="Ubuntu Sans"/>
                <a:cs typeface="Ubuntu Sans"/>
              </a:defRPr>
            </a:lvl8pPr>
            <a:lvl9pPr algn="l">
              <a:defRPr sz="2850" b="1">
                <a:solidFill>
                  <a:srgbClr val="F4F8FF"/>
                </a:solidFill>
                <a:latin typeface="Ubuntu Sans"/>
                <a:ea typeface="Ubuntu Sans"/>
                <a:cs typeface="Ubuntu Sans"/>
              </a:defRPr>
            </a:lvl9pPr>
          </a:lstStyle>
          <a:p xmlns:a="http://schemas.openxmlformats.org/drawingml/2006/main">
            <a:pPr algn="l">
              <a:defRPr sz="2850" b="1">
                <a:solidFill>
                  <a:srgbClr val="F4F8FF"/>
                </a:solidFill>
                <a:latin typeface="Ubuntu Sans"/>
                <a:ea typeface="Ubuntu Sans"/>
                <a:cs typeface="Ubuntu Sans"/>
              </a:defRPr>
            </a:pPr>
            <a:r>
              <a:rPr sz="2850" b="1">
                <a:solidFill>
                  <a:srgbClr val="F4F8FF"/>
                </a:solidFill>
                <a:latin typeface="Ubuntu Sans"/>
                <a:ea typeface="Ubuntu Sans"/>
                <a:cs typeface="Ubuntu Sans"/>
              </a:rPr>
              <a:t>Questions?</a:t>
            </a:r>
          </a:p>
        </p:txBody>
      </p:sp>
      <p:sp>
        <p:nvSpPr>
          <p:cNvPr id="30" name="">
            <a:extLst xmlns:a="http://schemas.openxmlformats.org/drawingml/2006/main">
              <a:ext uri="{FF2B5EF4-FFF2-40B4-BE49-F238E27FC236}">
                <a16:creationId xmlns:a16="http://schemas.microsoft.com/office/drawing/2014/main" id="{7D13C1DF-F25A-4F01-839F-09B55AE7E604}"/>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THANK YOU</a:t>
            </a:r>
          </a:p>
        </p:txBody>
      </p:sp>
    </p:spTree>
    <p:extLst>
      <p:ext uri="{BB962C8B-B14F-4D97-AF65-F5344CB8AC3E}">
        <p14:creationId xmlns:p14="http://schemas.microsoft.com/office/powerpoint/2010/main" val="14450581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2026-10-19T09:38:02.5890000Z</dcterms:created>
  <dcterms:modified xsi:type="dcterms:W3CDTF">2026-10-19T09:38:02.5890000Z</dcterms:modified>
</coreProperties>
</file>