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079033b8536418e" /><Relationship Type="http://schemas.openxmlformats.org/officeDocument/2006/relationships/extended-properties" Target="/docProps/app.xml" Id="Re3195870ce014692" /><Relationship Type="http://schemas.openxmlformats.org/officeDocument/2006/relationships/officeDocument" Target="/ppt/presentation.xml" Id="R4e7e96a55aa14ec2" /></Relationships>
</file>

<file path=ppt/presentation.xml><?xml version="1.0" encoding="utf-8"?>
<p:presentation xmlns:p="http://schemas.openxmlformats.org/presentationml/2006/main">
  <p:sldMasterIdLst>
    <p:sldMasterId xmlns:r="http://schemas.openxmlformats.org/officeDocument/2006/relationships" id="2147483648" r:id="R96896b374a7f473e"/>
  </p:sldMasterIdLst>
  <p:notesMasterIdLst>
    <p:notesMasterId xmlns:r="http://schemas.openxmlformats.org/officeDocument/2006/relationships" r:id="R165c4b941bb4403a"/>
  </p:notesMasterIdLst>
  <p:sldIdLst>
    <p:sldId xmlns:r="http://schemas.openxmlformats.org/officeDocument/2006/relationships" id="256" r:id="Rc48b54ceb64a492f"/>
    <p:sldId xmlns:r="http://schemas.openxmlformats.org/officeDocument/2006/relationships" id="257" r:id="R26f7e973d0474d81"/>
    <p:sldId xmlns:r="http://schemas.openxmlformats.org/officeDocument/2006/relationships" id="258" r:id="R4e57c73c0e144849"/>
    <p:sldId xmlns:r="http://schemas.openxmlformats.org/officeDocument/2006/relationships" id="259" r:id="Rded60c57670b4b3a"/>
    <p:sldId xmlns:r="http://schemas.openxmlformats.org/officeDocument/2006/relationships" id="260" r:id="R67527b682556495b"/>
    <p:sldId xmlns:r="http://schemas.openxmlformats.org/officeDocument/2006/relationships" id="261" r:id="R9d75f5d1cb444569"/>
    <p:sldId xmlns:r="http://schemas.openxmlformats.org/officeDocument/2006/relationships" id="262" r:id="Rbcd15f80b76e4d6b"/>
    <p:sldId xmlns:r="http://schemas.openxmlformats.org/officeDocument/2006/relationships" id="263" r:id="R6625f83e4cd246b9"/>
    <p:sldId xmlns:r="http://schemas.openxmlformats.org/officeDocument/2006/relationships" id="264" r:id="R98b5fb955c474806"/>
    <p:sldId xmlns:r="http://schemas.openxmlformats.org/officeDocument/2006/relationships" id="265" r:id="R5147e4fb42fd4440"/>
    <p:sldId xmlns:r="http://schemas.openxmlformats.org/officeDocument/2006/relationships" id="266" r:id="R29df8abe00154d6a"/>
    <p:sldId xmlns:r="http://schemas.openxmlformats.org/officeDocument/2006/relationships" id="267" r:id="R4f4246065479489e"/>
    <p:sldId xmlns:r="http://schemas.openxmlformats.org/officeDocument/2006/relationships" id="268" r:id="R6f9d844d806748bc"/>
    <p:sldId xmlns:r="http://schemas.openxmlformats.org/officeDocument/2006/relationships" id="269" r:id="Rd88919b4558a46cc"/>
    <p:sldId xmlns:r="http://schemas.openxmlformats.org/officeDocument/2006/relationships" id="270" r:id="Rce059f6b248c44b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0ab8119fb0d4bd4" /><Relationship Type="http://schemas.openxmlformats.org/officeDocument/2006/relationships/slideMaster" Target="/ppt/slideMasters/slideMaster1.xml" Id="R96896b374a7f473e" /><Relationship Type="http://schemas.openxmlformats.org/officeDocument/2006/relationships/notesMaster" Target="/ppt/notesMasters/notesMaster1.xml" Id="R165c4b941bb4403a" /><Relationship Type="http://schemas.openxmlformats.org/officeDocument/2006/relationships/presProps" Target="/ppt/presProps.xml" Id="Rc33f2cbbba3545dc" /><Relationship Type="http://schemas.openxmlformats.org/officeDocument/2006/relationships/tableStyles" Target="/ppt/tableStyles.xml" Id="Rbfe24afdcca44942" /><Relationship Type="http://schemas.openxmlformats.org/officeDocument/2006/relationships/slide" Target="/ppt/slides/slide1.xml" Id="Rc48b54ceb64a492f" /><Relationship Type="http://schemas.openxmlformats.org/officeDocument/2006/relationships/slide" Target="/ppt/slides/slide2.xml" Id="R26f7e973d0474d81" /><Relationship Type="http://schemas.openxmlformats.org/officeDocument/2006/relationships/slide" Target="/ppt/slides/slide3.xml" Id="R4e57c73c0e144849" /><Relationship Type="http://schemas.openxmlformats.org/officeDocument/2006/relationships/slide" Target="/ppt/slides/slide4.xml" Id="Rded60c57670b4b3a" /><Relationship Type="http://schemas.openxmlformats.org/officeDocument/2006/relationships/slide" Target="/ppt/slides/slide5.xml" Id="R67527b682556495b" /><Relationship Type="http://schemas.openxmlformats.org/officeDocument/2006/relationships/slide" Target="/ppt/slides/slide6.xml" Id="R9d75f5d1cb444569" /><Relationship Type="http://schemas.openxmlformats.org/officeDocument/2006/relationships/slide" Target="/ppt/slides/slide7.xml" Id="Rbcd15f80b76e4d6b" /><Relationship Type="http://schemas.openxmlformats.org/officeDocument/2006/relationships/slide" Target="/ppt/slides/slide8.xml" Id="R6625f83e4cd246b9" /><Relationship Type="http://schemas.openxmlformats.org/officeDocument/2006/relationships/slide" Target="/ppt/slides/slide9.xml" Id="R98b5fb955c474806" /><Relationship Type="http://schemas.openxmlformats.org/officeDocument/2006/relationships/slide" Target="/ppt/slides/slide10.xml" Id="R5147e4fb42fd4440" /><Relationship Type="http://schemas.openxmlformats.org/officeDocument/2006/relationships/slide" Target="/ppt/slides/slide11.xml" Id="R29df8abe00154d6a" /><Relationship Type="http://schemas.openxmlformats.org/officeDocument/2006/relationships/slide" Target="/ppt/slides/slide12.xml" Id="R4f4246065479489e" /><Relationship Type="http://schemas.openxmlformats.org/officeDocument/2006/relationships/slide" Target="/ppt/slides/slide13.xml" Id="R6f9d844d806748bc" /><Relationship Type="http://schemas.openxmlformats.org/officeDocument/2006/relationships/slide" Target="/ppt/slides/slide14.xml" Id="Rd88919b4558a46cc" /><Relationship Type="http://schemas.openxmlformats.org/officeDocument/2006/relationships/slide" Target="/ppt/slides/slide15.xml" Id="Rce059f6b248c44b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db65edf8f7a4ac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aaba871b7984514" /><Relationship Type="http://schemas.openxmlformats.org/officeDocument/2006/relationships/notesMaster" Target="/ppt/notesMasters/notesMaster1.xml" Id="R622888993b9045be" /></Relationships>
</file>

<file path=ppt/notesSlides/_rels/notesSlide2.xml.rels>&#65279;<?xml version="1.0" encoding="utf-8"?><Relationships xmlns="http://schemas.openxmlformats.org/package/2006/relationships"><Relationship Type="http://schemas.openxmlformats.org/officeDocument/2006/relationships/slide" Target="/ppt/slides/slide2.xml" Id="R16d92c56b5744d82" /><Relationship Type="http://schemas.openxmlformats.org/officeDocument/2006/relationships/notesMaster" Target="/ppt/notesMasters/notesMaster1.xml" Id="Rd6312be9d5d344c2" /></Relationships>
</file>

<file path=ppt/notesSlides/_rels/notesSlide3.xml.rels>&#65279;<?xml version="1.0" encoding="utf-8"?><Relationships xmlns="http://schemas.openxmlformats.org/package/2006/relationships"><Relationship Type="http://schemas.openxmlformats.org/officeDocument/2006/relationships/slide" Target="/ppt/slides/slide3.xml" Id="R9e73361bf6b242b1" /><Relationship Type="http://schemas.openxmlformats.org/officeDocument/2006/relationships/notesMaster" Target="/ppt/notesMasters/notesMaster1.xml" Id="R15270a355d1c4dd4" /></Relationships>
</file>

<file path=ppt/notesSlides/_rels/notesSlide4.xml.rels>&#65279;<?xml version="1.0" encoding="utf-8"?><Relationships xmlns="http://schemas.openxmlformats.org/package/2006/relationships"><Relationship Type="http://schemas.openxmlformats.org/officeDocument/2006/relationships/slide" Target="/ppt/slides/slide4.xml" Id="R22f2ff22612d4d2b" /><Relationship Type="http://schemas.openxmlformats.org/officeDocument/2006/relationships/notesMaster" Target="/ppt/notesMasters/notesMaster1.xml" Id="R6fb30fe62c6d4008" /></Relationships>
</file>

<file path=ppt/notesSlides/_rels/notesSlide5.xml.rels>&#65279;<?xml version="1.0" encoding="utf-8"?><Relationships xmlns="http://schemas.openxmlformats.org/package/2006/relationships"><Relationship Type="http://schemas.openxmlformats.org/officeDocument/2006/relationships/slide" Target="/ppt/slides/slide5.xml" Id="R3c88683882b9485b" /><Relationship Type="http://schemas.openxmlformats.org/officeDocument/2006/relationships/notesMaster" Target="/ppt/notesMasters/notesMaster1.xml" Id="R9530e56c15ba42c0" /></Relationships>
</file>

<file path=ppt/notesSlides/_rels/notesSlide6.xml.rels>&#65279;<?xml version="1.0" encoding="utf-8"?><Relationships xmlns="http://schemas.openxmlformats.org/package/2006/relationships"><Relationship Type="http://schemas.openxmlformats.org/officeDocument/2006/relationships/slide" Target="/ppt/slides/slide6.xml" Id="Rf93af2ac600c4ebf" /><Relationship Type="http://schemas.openxmlformats.org/officeDocument/2006/relationships/notesMaster" Target="/ppt/notesMasters/notesMaster1.xml" Id="R51a072b96f494cf2" /></Relationships>
</file>

<file path=ppt/notesSlides/_rels/notesSlide7.xml.rels>&#65279;<?xml version="1.0" encoding="utf-8"?><Relationships xmlns="http://schemas.openxmlformats.org/package/2006/relationships"><Relationship Type="http://schemas.openxmlformats.org/officeDocument/2006/relationships/slide" Target="/ppt/slides/slide7.xml" Id="Re0fd12c861e643df" /><Relationship Type="http://schemas.openxmlformats.org/officeDocument/2006/relationships/notesMaster" Target="/ppt/notesMasters/notesMaster1.xml" Id="R04d1cdf837b947d2" /></Relationships>
</file>

<file path=ppt/notesSlides/_rels/notesSlide8.xml.rels>&#65279;<?xml version="1.0" encoding="utf-8"?><Relationships xmlns="http://schemas.openxmlformats.org/package/2006/relationships"><Relationship Type="http://schemas.openxmlformats.org/officeDocument/2006/relationships/slide" Target="/ppt/slides/slide8.xml" Id="Raa014fd195ee408e" /><Relationship Type="http://schemas.openxmlformats.org/officeDocument/2006/relationships/notesMaster" Target="/ppt/notesMasters/notesMaster1.xml" Id="R333ef0587ae9441b" /></Relationships>
</file>

<file path=ppt/notesSlides/_rels/notesSlide9.xml.rels>&#65279;<?xml version="1.0" encoding="utf-8"?><Relationships xmlns="http://schemas.openxmlformats.org/package/2006/relationships"><Relationship Type="http://schemas.openxmlformats.org/officeDocument/2006/relationships/slide" Target="/ppt/slides/slide9.xml" Id="R811c8b66d7914e23" /><Relationship Type="http://schemas.openxmlformats.org/officeDocument/2006/relationships/notesMaster" Target="/ppt/notesMasters/notesMaster1.xml" Id="Ra9fde5d72bfa488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c7b404a55a9d4901" /><Relationship Type="http://schemas.openxmlformats.org/officeDocument/2006/relationships/notesMaster" Target="/ppt/notesMasters/notesMaster1.xml" Id="Rf7198414c6ac465d"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b2b67c4109274e8d" /><Relationship Type="http://schemas.openxmlformats.org/officeDocument/2006/relationships/notesMaster" Target="/ppt/notesMasters/notesMaster1.xml" Id="R0c20dce8b6504c4a"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91f67dacaa2843ad" /><Relationship Type="http://schemas.openxmlformats.org/officeDocument/2006/relationships/notesMaster" Target="/ppt/notesMasters/notesMaster1.xml" Id="R2be9f1027f2d4d32"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f70dd46cf07a4dd2" /><Relationship Type="http://schemas.openxmlformats.org/officeDocument/2006/relationships/notesMaster" Target="/ppt/notesMasters/notesMaster1.xml" Id="Rc263e10e206e4198"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d2da3c0d431944e4" /><Relationship Type="http://schemas.openxmlformats.org/officeDocument/2006/relationships/notesMaster" Target="/ppt/notesMasters/notesMaster1.xml" Id="R9b1f5805102e49a9"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ccdfde48dc7142e5" /><Relationship Type="http://schemas.openxmlformats.org/officeDocument/2006/relationships/notesMaster" Target="/ppt/notesMasters/notesMaster1.xml" Id="R48325b5ce29c4f2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Introduce yourself and state that you were responsible for the backend part of CODITENT. Explain that the presentation focuses on the system behind the user interface: APIs, data, permissions, asynchronous work, real-time communication, privacy, and deployment. Replace [Your Name] before presenting.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Start with the product, not the technology. CODITENT serves candidates, company teams, and platform administrators. Each group sees different resources and can perform different actions. My role was to build the backend boundary that validates requests, protects data, and applies the recruitment rules consistently.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from left to right. Nginx terminates HTTPS and routes traffic. FastAPI is the central application authority. PostgreSQL stores durable business data, while private storage keeps files away from public access. Redis supports background work and real-time coordination. Celery workers call services such as Gemini outside the normal request-response cycle.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why each technology exists. FastAPI gives a clear API layer. PostgreSQL protects relationships and multi-step updates. Redis and Celery keep slow AI work away from user requests. Private storage protects CVs. Docker and Ansible make the same architecture reproducible. Mention the cost: each extra component introduces configuration and failure modes that the backend must monitor.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one real endpoint as an example. A request first reaches a router, then Pydantic validates its body. The authentication dependency loads the current user. Authorization checks the role and ownership of the requested resource. The service applies business rules inside a database transaction. Response models prevent accidental data exposure. Unexpected exceptions receive an error ID for investigation.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Center the explanation on the application entity. It connects one candidate to one offer and carries the recruitment stage and CV snapshot. Interviews, chat, screening results, and notifications relate to that workflow. Foreign keys and unique constraints provide a second layer of protection beyond Python code. Alembic makes schema changes explicit and repeatable.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difference between identity and authority. Passwords are hashed with bcrypt, and email OTP confirms account ownership. JWTs identify sessions, but protected routes still load the user from PostgreSQL. That means role, company membership, account status, and authorization version come from current state. Sensitive changes can invalidate earlier sessions and socket tickets.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Authentication answers who the caller is. Authorization answers whether that caller may perform this action on this resource. CODITENT combines a company-role permission matrix with resource scoping. A recruiter may have permission to review applications, but only inside the recruiter’s own company. Candidates remain limited to their own records.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Describe this as a state machine. Users cannot jump freely between stages. The backend checks the current state, validates the requested transition, verifies the caller’s role, and confirms the application belongs to the same company or candidate. The update and related notifications occur consistently inside the workflow.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AI powers CV extraction, match context, recommendation ranking, and screening support. Calling Gemini inside the HTTP request would make users wait and would lose work when the API restarts. CODITENT writes durable job state first. A dispatcher claims the row, Celery executes the task through Redis, and the worker validates and stores the result. AI output remains advisory and never replaces authorization rules.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that a real-time connection still needs authorization. The client obtains a short-lived socket ticket, then the WebSocket endpoint checks the user and application. PostgreSQL remains the durable source of message history. Redis helps multiple API processes share presence and broadcast messages. Notifications connect stage changes, interviews, and invitations to in-app and email delivery.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CVs, avatars, and logos do not belong in a public bucket. The backend validates uploads and stores assets privately. Downloads pass through authorization rules. Account controls support export, validated import, scheduled deletion, a cancellation period, file removal, and anonymization of records that must remain for recruitment integrity.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backend is complete only when the team can operate it. Health and readiness endpoints distinguish a running process from a usable service. Structured logs and Prometheus metrics help diagnose failures. Nginx handles TLS and public routing. Docker packages the services, while Ansible applies deployment steps consistently. Internal ports stay private.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Tests prove isolated behavior, while the demo proves that the parts work together. During the demo, explain the backend effect of every click. Show authentication, one permission decision, an application record, an asynchronous AI job, and a persisted chat message. Keep database or logs ready so staff can see the server-side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with the engineering lessons rather than a feature list. Current database state must drive authorization. Database constraints support application security. Durable queues protect slow external work. Then mention the improvements honestly. Invite questions and be ready to open the code for any component discussed in the deck.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6e83457c4d24c64"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7bbe25c1aca648ee"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09c2fb33b34b4f00"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76c1fc01a24d4e11"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fe58fe02df8c4658"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3f5f44ff4ecd400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DBFBC8D-0CE2-4346-87C5-941C2D7F0D1F}"/>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4D5C6DBD-6D34-44DE-A009-F4428A936C2E}"/>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B596CB26-ACFE-4BDC-B21C-C6AA17933FB6}"/>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D129701-E359-4BCB-925B-67D20E9F1EC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EDF24984-0BDB-43B7-95CC-9F79B8B44C10}"/>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CC7D882C-3CE2-423C-854B-7C04019113D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D924591-EE93-426C-9EA1-35E925390126}"/>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21E28249-52E8-4DB0-BF36-4266C281E7E8}"/>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8EF92A4-CE08-49BB-B3C1-C60478E77CC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B498A4C-25AA-4F1E-A136-B108E1146F8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38822c580bf4a67" /><Relationship Type="http://schemas.openxmlformats.org/officeDocument/2006/relationships/slideLayout" Target="/ppt/slideLayouts/slideLayout1.xml" Id="R0f2e66a761db452b" /><Relationship Type="http://schemas.openxmlformats.org/officeDocument/2006/relationships/slideLayout" Target="/ppt/slideLayouts/slideLayout2.xml" Id="Rcb24458df17b4235" /><Relationship Type="http://schemas.openxmlformats.org/officeDocument/2006/relationships/slideLayout" Target="/ppt/slideLayouts/slideLayout3.xml" Id="R935b232f6b8b42f4" /><Relationship Type="http://schemas.openxmlformats.org/officeDocument/2006/relationships/slideLayout" Target="/ppt/slideLayouts/slideLayout4.xml" Id="R0de7afbd1bf64694" /><Relationship Type="http://schemas.openxmlformats.org/officeDocument/2006/relationships/slideLayout" Target="/ppt/slideLayouts/slideLayout5.xml" Id="R9d24c02efd2d4fd5" /><Relationship Type="http://schemas.openxmlformats.org/officeDocument/2006/relationships/slideLayout" Target="/ppt/slideLayouts/slideLayout6.xml" Id="Rc054a94727de44d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f2e66a761db452b"/>
    <p:sldLayoutId xmlns:r="http://schemas.openxmlformats.org/officeDocument/2006/relationships" id="2147483650" r:id="Rcb24458df17b4235"/>
    <p:sldLayoutId xmlns:r="http://schemas.openxmlformats.org/officeDocument/2006/relationships" id="2147483651" r:id="R935b232f6b8b42f4"/>
    <p:sldLayoutId xmlns:r="http://schemas.openxmlformats.org/officeDocument/2006/relationships" id="2147483652" r:id="R0de7afbd1bf64694"/>
    <p:sldLayoutId xmlns:r="http://schemas.openxmlformats.org/officeDocument/2006/relationships" id="2147483653" r:id="R9d24c02efd2d4fd5"/>
    <p:sldLayoutId xmlns:r="http://schemas.openxmlformats.org/officeDocument/2006/relationships" id="2147483654" r:id="Rc054a94727de44d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8f5e9015a4ce45fb" /><Relationship Type="http://schemas.openxmlformats.org/officeDocument/2006/relationships/notesSlide" Target="/ppt/notesSlides/notesSlide1.xml" Id="Rf9af9cd06a5d4c0d"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4084fe3dad5d4900" /><Relationship Type="http://schemas.openxmlformats.org/officeDocument/2006/relationships/notesSlide" Target="/ppt/notesSlides/notesSlide2.xml" Id="R13d916d3fefa4f1b"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d3cdfc436fa341b9" /><Relationship Type="http://schemas.openxmlformats.org/officeDocument/2006/relationships/notesSlide" Target="/ppt/notesSlides/notesSlide3.xml" Id="R8b48a78d70494e46"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41bcca27adc04620" /><Relationship Type="http://schemas.openxmlformats.org/officeDocument/2006/relationships/notesSlide" Target="/ppt/notesSlides/notesSlide4.xml" Id="R675ec08d5cc04364"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15ec984be5af4530" /><Relationship Type="http://schemas.openxmlformats.org/officeDocument/2006/relationships/notesSlide" Target="/ppt/notesSlides/notesSlide5.xml" Id="R20b04d7dbe3344f3"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2a06fbe4d2a74090" /><Relationship Type="http://schemas.openxmlformats.org/officeDocument/2006/relationships/notesSlide" Target="/ppt/notesSlides/notesSlide6.xml" Id="Re24da908822e495c"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9288cf72705747c5" /><Relationship Type="http://schemas.openxmlformats.org/officeDocument/2006/relationships/notesSlide" Target="/ppt/notesSlides/notesSlide7.xml" Id="R4315f14d8eaa4ccb"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5510b2eafc6643e2" /><Relationship Type="http://schemas.openxmlformats.org/officeDocument/2006/relationships/notesSlide" Target="/ppt/notesSlides/notesSlide8.xml" Id="R58e8348b173743e2"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611d07c0ad194e8c" /><Relationship Type="http://schemas.openxmlformats.org/officeDocument/2006/relationships/notesSlide" Target="/ppt/notesSlides/notesSlide9.xml" Id="Recd6b6dd50dd480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804e29d6aa2740f4" /><Relationship Type="http://schemas.openxmlformats.org/officeDocument/2006/relationships/notesSlide" Target="/ppt/notesSlides/notesSlide10.xml" Id="R5248a7f98d2e419f"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ed49e8a1ecfd47e3" /><Relationship Type="http://schemas.openxmlformats.org/officeDocument/2006/relationships/notesSlide" Target="/ppt/notesSlides/notesSlide11.xml" Id="Reb65bea586df4bb2"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b3a10e7f147a45f9" /><Relationship Type="http://schemas.openxmlformats.org/officeDocument/2006/relationships/notesSlide" Target="/ppt/notesSlides/notesSlide12.xml" Id="R6dcc50f9eecf4a13"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e7c8ff4c9cd645a2" /><Relationship Type="http://schemas.openxmlformats.org/officeDocument/2006/relationships/notesSlide" Target="/ppt/notesSlides/notesSlide13.xml" Id="R9396a814effd4a9f"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a6783bea9cdb4129" /><Relationship Type="http://schemas.openxmlformats.org/officeDocument/2006/relationships/notesSlide" Target="/ppt/notesSlides/notesSlide14.xml" Id="R9710e66465404611"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99fad5e9857440a9" /><Relationship Type="http://schemas.openxmlformats.org/officeDocument/2006/relationships/notesSlide" Target="/ppt/notesSlides/notesSlide15.xml" Id="R9ddb053a28fb4739" /></Relationships>
</file>

<file path=ppt/slides/slide1.xml><?xml version="1.0" encoding="utf-8"?>
<p:sld xmlns:p="http://schemas.openxmlformats.org/presentationml/2006/main">
  <p:cSld>
    <p:bg>
      <p:bgPr>
        <a:solidFill xmlns:a="http://schemas.openxmlformats.org/drawingml/2006/main">
          <a:srgbClr val="07111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104C6FB4-9E92-4A04-9D1F-50805E379652}"/>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oundRect">
            <a:avLst>
              <a:gd name="adj" fmla="val 50000"/>
            </a:avLst>
          </a:prstGeom>
          <a:solidFill xmlns:a="http://schemas.openxmlformats.org/drawingml/2006/main">
            <a:srgbClr val="2FD6D3"/>
          </a:solidFill>
          <a:ln xmlns:a="http://schemas.openxmlformats.org/drawingml/2006/main" w="0">
            <a:solidFill>
              <a:srgbClr val="2FD6D3"/>
            </a:solidFill>
            <a:prstDash val="solid"/>
          </a:ln>
        </p:spPr>
      </p:sp>
      <p:sp>
        <p:nvSpPr>
          <p:cNvPr id="2" name="">
            <a:extLst xmlns:a="http://schemas.openxmlformats.org/drawingml/2006/main">
              <a:ext uri="{FF2B5EF4-FFF2-40B4-BE49-F238E27FC236}">
                <a16:creationId xmlns:a16="http://schemas.microsoft.com/office/drawing/2014/main" id="{5515CE4C-15E2-438D-B1BA-1E4DF056C496}"/>
              </a:ext>
            </a:extLst>
          </p:cNvPr>
          <p:cNvSpPr>
            <a:spLocks xmlns:a="http://schemas.openxmlformats.org/drawingml/2006/main" noGrp="1"/>
          </p:cNvSpPr>
          <p:nvPr/>
        </p:nvSpPr>
        <p:spPr>
          <a:xfrm xmlns:a="http://schemas.openxmlformats.org/drawingml/2006/main">
            <a:off x="685800" y="685800"/>
            <a:ext cx="3429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125" b="1">
                <a:solidFill>
                  <a:srgbClr val="2FD6D3"/>
                </a:solidFill>
                <a:latin typeface="Ubuntu Sans"/>
                <a:ea typeface="Ubuntu Sans"/>
                <a:cs typeface="Ubuntu Sans"/>
              </a:defRPr>
            </a:defPPr>
            <a:lvl1pPr algn="l">
              <a:defRPr sz="1125" b="1">
                <a:solidFill>
                  <a:srgbClr val="2FD6D3"/>
                </a:solidFill>
                <a:latin typeface="Ubuntu Sans"/>
                <a:ea typeface="Ubuntu Sans"/>
                <a:cs typeface="Ubuntu Sans"/>
              </a:defRPr>
            </a:lvl1pPr>
            <a:lvl2pPr algn="l">
              <a:defRPr sz="1125" b="1">
                <a:solidFill>
                  <a:srgbClr val="2FD6D3"/>
                </a:solidFill>
                <a:latin typeface="Ubuntu Sans"/>
                <a:ea typeface="Ubuntu Sans"/>
                <a:cs typeface="Ubuntu Sans"/>
              </a:defRPr>
            </a:lvl2pPr>
            <a:lvl3pPr algn="l">
              <a:defRPr sz="1125" b="1">
                <a:solidFill>
                  <a:srgbClr val="2FD6D3"/>
                </a:solidFill>
                <a:latin typeface="Ubuntu Sans"/>
                <a:ea typeface="Ubuntu Sans"/>
                <a:cs typeface="Ubuntu Sans"/>
              </a:defRPr>
            </a:lvl3pPr>
            <a:lvl4pPr algn="l">
              <a:defRPr sz="1125" b="1">
                <a:solidFill>
                  <a:srgbClr val="2FD6D3"/>
                </a:solidFill>
                <a:latin typeface="Ubuntu Sans"/>
                <a:ea typeface="Ubuntu Sans"/>
                <a:cs typeface="Ubuntu Sans"/>
              </a:defRPr>
            </a:lvl4pPr>
            <a:lvl5pPr algn="l">
              <a:defRPr sz="1125" b="1">
                <a:solidFill>
                  <a:srgbClr val="2FD6D3"/>
                </a:solidFill>
                <a:latin typeface="Ubuntu Sans"/>
                <a:ea typeface="Ubuntu Sans"/>
                <a:cs typeface="Ubuntu Sans"/>
              </a:defRPr>
            </a:lvl5pPr>
            <a:lvl6pPr algn="l">
              <a:defRPr sz="1125" b="1">
                <a:solidFill>
                  <a:srgbClr val="2FD6D3"/>
                </a:solidFill>
                <a:latin typeface="Ubuntu Sans"/>
                <a:ea typeface="Ubuntu Sans"/>
                <a:cs typeface="Ubuntu Sans"/>
              </a:defRPr>
            </a:lvl6pPr>
            <a:lvl7pPr algn="l">
              <a:defRPr sz="1125" b="1">
                <a:solidFill>
                  <a:srgbClr val="2FD6D3"/>
                </a:solidFill>
                <a:latin typeface="Ubuntu Sans"/>
                <a:ea typeface="Ubuntu Sans"/>
                <a:cs typeface="Ubuntu Sans"/>
              </a:defRPr>
            </a:lvl7pPr>
            <a:lvl8pPr algn="l">
              <a:defRPr sz="1125" b="1">
                <a:solidFill>
                  <a:srgbClr val="2FD6D3"/>
                </a:solidFill>
                <a:latin typeface="Ubuntu Sans"/>
                <a:ea typeface="Ubuntu Sans"/>
                <a:cs typeface="Ubuntu Sans"/>
              </a:defRPr>
            </a:lvl8pPr>
            <a:lvl9pPr algn="l">
              <a:defRPr sz="1125" b="1">
                <a:solidFill>
                  <a:srgbClr val="2FD6D3"/>
                </a:solidFill>
                <a:latin typeface="Ubuntu Sans"/>
                <a:ea typeface="Ubuntu Sans"/>
                <a:cs typeface="Ubuntu Sans"/>
              </a:defRPr>
            </a:lvl9pPr>
          </a:lstStyle>
          <a:p xmlns:a="http://schemas.openxmlformats.org/drawingml/2006/main">
            <a:pPr algn="l">
              <a:defRPr sz="1125" b="1">
                <a:solidFill>
                  <a:srgbClr val="2FD6D3"/>
                </a:solidFill>
                <a:latin typeface="Ubuntu Sans"/>
                <a:ea typeface="Ubuntu Sans"/>
                <a:cs typeface="Ubuntu Sans"/>
              </a:defRPr>
            </a:pPr>
            <a:r>
              <a:rPr sz="1125" b="1">
                <a:solidFill>
                  <a:srgbClr val="2FD6D3"/>
                </a:solidFill>
                <a:latin typeface="Ubuntu Sans"/>
                <a:ea typeface="Ubuntu Sans"/>
                <a:cs typeface="Ubuntu Sans"/>
              </a:rPr>
              <a:t>42 PROJECT PRESENTATION</a:t>
            </a:r>
          </a:p>
        </p:txBody>
      </p:sp>
      <p:sp>
        <p:nvSpPr>
          <p:cNvPr id="3" name="">
            <a:extLst xmlns:a="http://schemas.openxmlformats.org/drawingml/2006/main">
              <a:ext uri="{FF2B5EF4-FFF2-40B4-BE49-F238E27FC236}">
                <a16:creationId xmlns:a16="http://schemas.microsoft.com/office/drawing/2014/main" id="{68E5D532-C27B-47FE-A75A-6CF91113AFB1}"/>
              </a:ext>
            </a:extLst>
          </p:cNvPr>
          <p:cNvSpPr>
            <a:spLocks xmlns:a="http://schemas.openxmlformats.org/drawingml/2006/main" noGrp="1"/>
          </p:cNvSpPr>
          <p:nvPr/>
        </p:nvSpPr>
        <p:spPr>
          <a:xfrm xmlns:a="http://schemas.openxmlformats.org/drawingml/2006/main">
            <a:off x="685800" y="1466850"/>
            <a:ext cx="68580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6458"/>
          </a:bodyPr>
          <a:lstStyle xmlns:a="http://schemas.openxmlformats.org/drawingml/2006/main">
            <a:defPPr algn="l">
              <a:defRPr sz="4800" b="1">
                <a:solidFill>
                  <a:srgbClr val="F4F8FF"/>
                </a:solidFill>
                <a:latin typeface="Ubuntu Sans"/>
                <a:ea typeface="Ubuntu Sans"/>
                <a:cs typeface="Ubuntu Sans"/>
              </a:defRPr>
            </a:defPPr>
            <a:lvl1pPr algn="l">
              <a:defRPr sz="4800" b="1">
                <a:solidFill>
                  <a:srgbClr val="F4F8FF"/>
                </a:solidFill>
                <a:latin typeface="Ubuntu Sans"/>
                <a:ea typeface="Ubuntu Sans"/>
                <a:cs typeface="Ubuntu Sans"/>
              </a:defRPr>
            </a:lvl1pPr>
            <a:lvl2pPr algn="l">
              <a:defRPr sz="4800" b="1">
                <a:solidFill>
                  <a:srgbClr val="F4F8FF"/>
                </a:solidFill>
                <a:latin typeface="Ubuntu Sans"/>
                <a:ea typeface="Ubuntu Sans"/>
                <a:cs typeface="Ubuntu Sans"/>
              </a:defRPr>
            </a:lvl2pPr>
            <a:lvl3pPr algn="l">
              <a:defRPr sz="4800" b="1">
                <a:solidFill>
                  <a:srgbClr val="F4F8FF"/>
                </a:solidFill>
                <a:latin typeface="Ubuntu Sans"/>
                <a:ea typeface="Ubuntu Sans"/>
                <a:cs typeface="Ubuntu Sans"/>
              </a:defRPr>
            </a:lvl3pPr>
            <a:lvl4pPr algn="l">
              <a:defRPr sz="4800" b="1">
                <a:solidFill>
                  <a:srgbClr val="F4F8FF"/>
                </a:solidFill>
                <a:latin typeface="Ubuntu Sans"/>
                <a:ea typeface="Ubuntu Sans"/>
                <a:cs typeface="Ubuntu Sans"/>
              </a:defRPr>
            </a:lvl4pPr>
            <a:lvl5pPr algn="l">
              <a:defRPr sz="4800" b="1">
                <a:solidFill>
                  <a:srgbClr val="F4F8FF"/>
                </a:solidFill>
                <a:latin typeface="Ubuntu Sans"/>
                <a:ea typeface="Ubuntu Sans"/>
                <a:cs typeface="Ubuntu Sans"/>
              </a:defRPr>
            </a:lvl5pPr>
            <a:lvl6pPr algn="l">
              <a:defRPr sz="4800" b="1">
                <a:solidFill>
                  <a:srgbClr val="F4F8FF"/>
                </a:solidFill>
                <a:latin typeface="Ubuntu Sans"/>
                <a:ea typeface="Ubuntu Sans"/>
                <a:cs typeface="Ubuntu Sans"/>
              </a:defRPr>
            </a:lvl6pPr>
            <a:lvl7pPr algn="l">
              <a:defRPr sz="4800" b="1">
                <a:solidFill>
                  <a:srgbClr val="F4F8FF"/>
                </a:solidFill>
                <a:latin typeface="Ubuntu Sans"/>
                <a:ea typeface="Ubuntu Sans"/>
                <a:cs typeface="Ubuntu Sans"/>
              </a:defRPr>
            </a:lvl7pPr>
            <a:lvl8pPr algn="l">
              <a:defRPr sz="4800" b="1">
                <a:solidFill>
                  <a:srgbClr val="F4F8FF"/>
                </a:solidFill>
                <a:latin typeface="Ubuntu Sans"/>
                <a:ea typeface="Ubuntu Sans"/>
                <a:cs typeface="Ubuntu Sans"/>
              </a:defRPr>
            </a:lvl8pPr>
            <a:lvl9pPr algn="l">
              <a:defRPr sz="4800" b="1">
                <a:solidFill>
                  <a:srgbClr val="F4F8FF"/>
                </a:solidFill>
                <a:latin typeface="Ubuntu Sans"/>
                <a:ea typeface="Ubuntu Sans"/>
                <a:cs typeface="Ubuntu Sans"/>
              </a:defRPr>
            </a:lvl9pPr>
          </a:lstStyle>
          <a:p xmlns:a="http://schemas.openxmlformats.org/drawingml/2006/main">
            <a:pPr algn="l">
              <a:defRPr sz="4800" b="1">
                <a:solidFill>
                  <a:srgbClr val="F4F8FF"/>
                </a:solidFill>
                <a:latin typeface="Ubuntu Sans"/>
                <a:ea typeface="Ubuntu Sans"/>
                <a:cs typeface="Ubuntu Sans"/>
              </a:defRPr>
            </a:pPr>
            <a:r>
              <a:rPr sz="4800" b="1">
                <a:solidFill>
                  <a:srgbClr val="F4F8FF"/>
                </a:solidFill>
                <a:latin typeface="Ubuntu Sans"/>
                <a:ea typeface="Ubuntu Sans"/>
                <a:cs typeface="Ubuntu Sans"/>
              </a:rPr>
              <a:t>CODITENT</a:t>
            </a:r>
          </a:p>
        </p:txBody>
      </p:sp>
      <p:sp>
        <p:nvSpPr>
          <p:cNvPr id="4" name="">
            <a:extLst xmlns:a="http://schemas.openxmlformats.org/drawingml/2006/main">
              <a:ext uri="{FF2B5EF4-FFF2-40B4-BE49-F238E27FC236}">
                <a16:creationId xmlns:a16="http://schemas.microsoft.com/office/drawing/2014/main" id="{3A3A1971-2E62-44CD-B4F2-28F856CAAC4A}"/>
              </a:ext>
            </a:extLst>
          </p:cNvPr>
          <p:cNvSpPr>
            <a:spLocks xmlns:a="http://schemas.openxmlformats.org/drawingml/2006/main" noGrp="1"/>
          </p:cNvSpPr>
          <p:nvPr/>
        </p:nvSpPr>
        <p:spPr>
          <a:xfrm xmlns:a="http://schemas.openxmlformats.org/drawingml/2006/main">
            <a:off x="723900" y="2228850"/>
            <a:ext cx="723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2325" b="0">
                <a:solidFill>
                  <a:srgbClr val="A9BCD0"/>
                </a:solidFill>
                <a:latin typeface="Ubuntu Sans"/>
                <a:ea typeface="Ubuntu Sans"/>
                <a:cs typeface="Ubuntu Sans"/>
              </a:defRPr>
            </a:defPPr>
            <a:lvl1pPr algn="l">
              <a:defRPr sz="2325" b="0">
                <a:solidFill>
                  <a:srgbClr val="A9BCD0"/>
                </a:solidFill>
                <a:latin typeface="Ubuntu Sans"/>
                <a:ea typeface="Ubuntu Sans"/>
                <a:cs typeface="Ubuntu Sans"/>
              </a:defRPr>
            </a:lvl1pPr>
            <a:lvl2pPr algn="l">
              <a:defRPr sz="2325" b="0">
                <a:solidFill>
                  <a:srgbClr val="A9BCD0"/>
                </a:solidFill>
                <a:latin typeface="Ubuntu Sans"/>
                <a:ea typeface="Ubuntu Sans"/>
                <a:cs typeface="Ubuntu Sans"/>
              </a:defRPr>
            </a:lvl2pPr>
            <a:lvl3pPr algn="l">
              <a:defRPr sz="2325" b="0">
                <a:solidFill>
                  <a:srgbClr val="A9BCD0"/>
                </a:solidFill>
                <a:latin typeface="Ubuntu Sans"/>
                <a:ea typeface="Ubuntu Sans"/>
                <a:cs typeface="Ubuntu Sans"/>
              </a:defRPr>
            </a:lvl3pPr>
            <a:lvl4pPr algn="l">
              <a:defRPr sz="2325" b="0">
                <a:solidFill>
                  <a:srgbClr val="A9BCD0"/>
                </a:solidFill>
                <a:latin typeface="Ubuntu Sans"/>
                <a:ea typeface="Ubuntu Sans"/>
                <a:cs typeface="Ubuntu Sans"/>
              </a:defRPr>
            </a:lvl4pPr>
            <a:lvl5pPr algn="l">
              <a:defRPr sz="2325" b="0">
                <a:solidFill>
                  <a:srgbClr val="A9BCD0"/>
                </a:solidFill>
                <a:latin typeface="Ubuntu Sans"/>
                <a:ea typeface="Ubuntu Sans"/>
                <a:cs typeface="Ubuntu Sans"/>
              </a:defRPr>
            </a:lvl5pPr>
            <a:lvl6pPr algn="l">
              <a:defRPr sz="2325" b="0">
                <a:solidFill>
                  <a:srgbClr val="A9BCD0"/>
                </a:solidFill>
                <a:latin typeface="Ubuntu Sans"/>
                <a:ea typeface="Ubuntu Sans"/>
                <a:cs typeface="Ubuntu Sans"/>
              </a:defRPr>
            </a:lvl6pPr>
            <a:lvl7pPr algn="l">
              <a:defRPr sz="2325" b="0">
                <a:solidFill>
                  <a:srgbClr val="A9BCD0"/>
                </a:solidFill>
                <a:latin typeface="Ubuntu Sans"/>
                <a:ea typeface="Ubuntu Sans"/>
                <a:cs typeface="Ubuntu Sans"/>
              </a:defRPr>
            </a:lvl7pPr>
            <a:lvl8pPr algn="l">
              <a:defRPr sz="2325" b="0">
                <a:solidFill>
                  <a:srgbClr val="A9BCD0"/>
                </a:solidFill>
                <a:latin typeface="Ubuntu Sans"/>
                <a:ea typeface="Ubuntu Sans"/>
                <a:cs typeface="Ubuntu Sans"/>
              </a:defRPr>
            </a:lvl8pPr>
            <a:lvl9pPr algn="l">
              <a:defRPr sz="2325" b="0">
                <a:solidFill>
                  <a:srgbClr val="A9BCD0"/>
                </a:solidFill>
                <a:latin typeface="Ubuntu Sans"/>
                <a:ea typeface="Ubuntu Sans"/>
                <a:cs typeface="Ubuntu Sans"/>
              </a:defRPr>
            </a:lvl9pPr>
          </a:lstStyle>
          <a:p xmlns:a="http://schemas.openxmlformats.org/drawingml/2006/main">
            <a:pPr algn="l">
              <a:defRPr sz="2325" b="0">
                <a:solidFill>
                  <a:srgbClr val="A9BCD0"/>
                </a:solidFill>
                <a:latin typeface="Ubuntu Sans"/>
                <a:ea typeface="Ubuntu Sans"/>
                <a:cs typeface="Ubuntu Sans"/>
              </a:defRPr>
            </a:pPr>
            <a:r>
              <a:rPr sz="2325" b="0">
                <a:solidFill>
                  <a:srgbClr val="A9BCD0"/>
                </a:solidFill>
                <a:latin typeface="Ubuntu Sans"/>
                <a:ea typeface="Ubuntu Sans"/>
                <a:cs typeface="Ubuntu Sans"/>
              </a:rPr>
              <a:t>Backend architecture and engineering</a:t>
            </a:r>
          </a:p>
        </p:txBody>
      </p:sp>
      <p:sp>
        <p:nvSpPr>
          <p:cNvPr id="5" name="">
            <a:extLst xmlns:a="http://schemas.openxmlformats.org/drawingml/2006/main">
              <a:ext uri="{FF2B5EF4-FFF2-40B4-BE49-F238E27FC236}">
                <a16:creationId xmlns:a16="http://schemas.microsoft.com/office/drawing/2014/main" id="{D0773BE9-556E-4D57-9468-4C16B00AF4BE}"/>
              </a:ext>
            </a:extLst>
          </p:cNvPr>
          <p:cNvSpPr>
            <a:spLocks xmlns:a="http://schemas.openxmlformats.org/drawingml/2006/main" noGrp="1"/>
          </p:cNvSpPr>
          <p:nvPr/>
        </p:nvSpPr>
        <p:spPr>
          <a:xfrm xmlns:a="http://schemas.openxmlformats.org/drawingml/2006/main">
            <a:off x="723900" y="3028950"/>
            <a:ext cx="7810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275" b="1">
                <a:solidFill>
                  <a:srgbClr val="8A7CFF"/>
                </a:solidFill>
                <a:latin typeface="Ubuntu Sans"/>
                <a:ea typeface="Ubuntu Sans"/>
                <a:cs typeface="Ubuntu Sans"/>
              </a:defRPr>
            </a:defPPr>
            <a:lvl1pPr algn="l">
              <a:defRPr sz="1275" b="1">
                <a:solidFill>
                  <a:srgbClr val="8A7CFF"/>
                </a:solidFill>
                <a:latin typeface="Ubuntu Sans"/>
                <a:ea typeface="Ubuntu Sans"/>
                <a:cs typeface="Ubuntu Sans"/>
              </a:defRPr>
            </a:lvl1pPr>
            <a:lvl2pPr algn="l">
              <a:defRPr sz="1275" b="1">
                <a:solidFill>
                  <a:srgbClr val="8A7CFF"/>
                </a:solidFill>
                <a:latin typeface="Ubuntu Sans"/>
                <a:ea typeface="Ubuntu Sans"/>
                <a:cs typeface="Ubuntu Sans"/>
              </a:defRPr>
            </a:lvl2pPr>
            <a:lvl3pPr algn="l">
              <a:defRPr sz="1275" b="1">
                <a:solidFill>
                  <a:srgbClr val="8A7CFF"/>
                </a:solidFill>
                <a:latin typeface="Ubuntu Sans"/>
                <a:ea typeface="Ubuntu Sans"/>
                <a:cs typeface="Ubuntu Sans"/>
              </a:defRPr>
            </a:lvl3pPr>
            <a:lvl4pPr algn="l">
              <a:defRPr sz="1275" b="1">
                <a:solidFill>
                  <a:srgbClr val="8A7CFF"/>
                </a:solidFill>
                <a:latin typeface="Ubuntu Sans"/>
                <a:ea typeface="Ubuntu Sans"/>
                <a:cs typeface="Ubuntu Sans"/>
              </a:defRPr>
            </a:lvl4pPr>
            <a:lvl5pPr algn="l">
              <a:defRPr sz="1275" b="1">
                <a:solidFill>
                  <a:srgbClr val="8A7CFF"/>
                </a:solidFill>
                <a:latin typeface="Ubuntu Sans"/>
                <a:ea typeface="Ubuntu Sans"/>
                <a:cs typeface="Ubuntu Sans"/>
              </a:defRPr>
            </a:lvl5pPr>
            <a:lvl6pPr algn="l">
              <a:defRPr sz="1275" b="1">
                <a:solidFill>
                  <a:srgbClr val="8A7CFF"/>
                </a:solidFill>
                <a:latin typeface="Ubuntu Sans"/>
                <a:ea typeface="Ubuntu Sans"/>
                <a:cs typeface="Ubuntu Sans"/>
              </a:defRPr>
            </a:lvl6pPr>
            <a:lvl7pPr algn="l">
              <a:defRPr sz="1275" b="1">
                <a:solidFill>
                  <a:srgbClr val="8A7CFF"/>
                </a:solidFill>
                <a:latin typeface="Ubuntu Sans"/>
                <a:ea typeface="Ubuntu Sans"/>
                <a:cs typeface="Ubuntu Sans"/>
              </a:defRPr>
            </a:lvl7pPr>
            <a:lvl8pPr algn="l">
              <a:defRPr sz="1275" b="1">
                <a:solidFill>
                  <a:srgbClr val="8A7CFF"/>
                </a:solidFill>
                <a:latin typeface="Ubuntu Sans"/>
                <a:ea typeface="Ubuntu Sans"/>
                <a:cs typeface="Ubuntu Sans"/>
              </a:defRPr>
            </a:lvl8pPr>
            <a:lvl9pPr algn="l">
              <a:defRPr sz="1275" b="1">
                <a:solidFill>
                  <a:srgbClr val="8A7CFF"/>
                </a:solidFill>
                <a:latin typeface="Ubuntu Sans"/>
                <a:ea typeface="Ubuntu Sans"/>
                <a:cs typeface="Ubuntu Sans"/>
              </a:defRPr>
            </a:lvl9pPr>
          </a:lstStyle>
          <a:p xmlns:a="http://schemas.openxmlformats.org/drawingml/2006/main">
            <a:pPr algn="l">
              <a:defRPr sz="1275" b="1">
                <a:solidFill>
                  <a:srgbClr val="8A7CFF"/>
                </a:solidFill>
                <a:latin typeface="Ubuntu Sans"/>
                <a:ea typeface="Ubuntu Sans"/>
                <a:cs typeface="Ubuntu Sans"/>
              </a:defRPr>
            </a:pPr>
            <a:r>
              <a:rPr sz="1275" b="1">
                <a:solidFill>
                  <a:srgbClr val="8A7CFF"/>
                </a:solidFill>
                <a:latin typeface="Ubuntu Sans"/>
                <a:ea typeface="Ubuntu Sans"/>
                <a:cs typeface="Ubuntu Sans"/>
              </a:rPr>
              <a:t>FastAPI  /  PostgreSQL  /  Redis  /  Celery  /  WebSockets</a:t>
            </a:r>
          </a:p>
        </p:txBody>
      </p:sp>
      <p:sp>
        <p:nvSpPr>
          <p:cNvPr id="6" name="">
            <a:extLst xmlns:a="http://schemas.openxmlformats.org/drawingml/2006/main">
              <a:ext uri="{FF2B5EF4-FFF2-40B4-BE49-F238E27FC236}">
                <a16:creationId xmlns:a16="http://schemas.microsoft.com/office/drawing/2014/main" id="{8FECD3B9-FAC8-4886-A6C2-586F8823BFF6}"/>
              </a:ext>
            </a:extLst>
          </p:cNvPr>
          <p:cNvSpPr>
            <a:spLocks xmlns:a="http://schemas.openxmlformats.org/drawingml/2006/main" noGrp="1"/>
          </p:cNvSpPr>
          <p:nvPr/>
        </p:nvSpPr>
        <p:spPr>
          <a:xfrm xmlns:a="http://schemas.openxmlformats.org/drawingml/2006/main">
            <a:off x="8458200" y="1123950"/>
            <a:ext cx="2857500" cy="3714750"/>
          </a:xfrm>
          <a:prstGeom xmlns:a="http://schemas.openxmlformats.org/drawingml/2006/main" prst="roundRect">
            <a:avLst>
              <a:gd name="adj" fmla="val 4000"/>
            </a:avLst>
          </a:prstGeom>
          <a:solidFill xmlns:a="http://schemas.openxmlformats.org/drawingml/2006/main">
            <a:srgbClr val="0B182B"/>
          </a:solidFill>
          <a:ln xmlns:a="http://schemas.openxmlformats.org/drawingml/2006/main" w="11430">
            <a:solidFill>
              <a:srgbClr val="2B4563"/>
            </a:solidFill>
            <a:prstDash val="solid"/>
          </a:ln>
        </p:spPr>
      </p:sp>
      <p:sp>
        <p:nvSpPr>
          <p:cNvPr id="7" name="">
            <a:extLst xmlns:a="http://schemas.openxmlformats.org/drawingml/2006/main">
              <a:ext uri="{FF2B5EF4-FFF2-40B4-BE49-F238E27FC236}">
                <a16:creationId xmlns:a16="http://schemas.microsoft.com/office/drawing/2014/main" id="{A6BCDB71-D3F2-4709-AB09-9FC9E2B4EB25}"/>
              </a:ext>
            </a:extLst>
          </p:cNvPr>
          <p:cNvSpPr>
            <a:spLocks xmlns:a="http://schemas.openxmlformats.org/drawingml/2006/main" noGrp="1"/>
          </p:cNvSpPr>
          <p:nvPr/>
        </p:nvSpPr>
        <p:spPr>
          <a:xfrm xmlns:a="http://schemas.openxmlformats.org/drawingml/2006/main">
            <a:off x="8896350" y="1619250"/>
            <a:ext cx="19812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0972"/>
          </a:bodyPr>
          <a:lstStyle xmlns:a="http://schemas.openxmlformats.org/drawingml/2006/main">
            <a:defPPr algn="ctr">
              <a:defRPr sz="3600" b="1">
                <a:solidFill>
                  <a:srgbClr val="2FD6D3"/>
                </a:solidFill>
                <a:latin typeface="Ubuntu Sans"/>
                <a:ea typeface="Ubuntu Sans"/>
                <a:cs typeface="Ubuntu Sans"/>
              </a:defRPr>
            </a:defPPr>
            <a:lvl1pPr algn="ctr">
              <a:defRPr sz="3600" b="1">
                <a:solidFill>
                  <a:srgbClr val="2FD6D3"/>
                </a:solidFill>
                <a:latin typeface="Ubuntu Sans"/>
                <a:ea typeface="Ubuntu Sans"/>
                <a:cs typeface="Ubuntu Sans"/>
              </a:defRPr>
            </a:lvl1pPr>
            <a:lvl2pPr algn="ctr">
              <a:defRPr sz="3600" b="1">
                <a:solidFill>
                  <a:srgbClr val="2FD6D3"/>
                </a:solidFill>
                <a:latin typeface="Ubuntu Sans"/>
                <a:ea typeface="Ubuntu Sans"/>
                <a:cs typeface="Ubuntu Sans"/>
              </a:defRPr>
            </a:lvl2pPr>
            <a:lvl3pPr algn="ctr">
              <a:defRPr sz="3600" b="1">
                <a:solidFill>
                  <a:srgbClr val="2FD6D3"/>
                </a:solidFill>
                <a:latin typeface="Ubuntu Sans"/>
                <a:ea typeface="Ubuntu Sans"/>
                <a:cs typeface="Ubuntu Sans"/>
              </a:defRPr>
            </a:lvl3pPr>
            <a:lvl4pPr algn="ctr">
              <a:defRPr sz="3600" b="1">
                <a:solidFill>
                  <a:srgbClr val="2FD6D3"/>
                </a:solidFill>
                <a:latin typeface="Ubuntu Sans"/>
                <a:ea typeface="Ubuntu Sans"/>
                <a:cs typeface="Ubuntu Sans"/>
              </a:defRPr>
            </a:lvl4pPr>
            <a:lvl5pPr algn="ctr">
              <a:defRPr sz="3600" b="1">
                <a:solidFill>
                  <a:srgbClr val="2FD6D3"/>
                </a:solidFill>
                <a:latin typeface="Ubuntu Sans"/>
                <a:ea typeface="Ubuntu Sans"/>
                <a:cs typeface="Ubuntu Sans"/>
              </a:defRPr>
            </a:lvl5pPr>
            <a:lvl6pPr algn="ctr">
              <a:defRPr sz="3600" b="1">
                <a:solidFill>
                  <a:srgbClr val="2FD6D3"/>
                </a:solidFill>
                <a:latin typeface="Ubuntu Sans"/>
                <a:ea typeface="Ubuntu Sans"/>
                <a:cs typeface="Ubuntu Sans"/>
              </a:defRPr>
            </a:lvl6pPr>
            <a:lvl7pPr algn="ctr">
              <a:defRPr sz="3600" b="1">
                <a:solidFill>
                  <a:srgbClr val="2FD6D3"/>
                </a:solidFill>
                <a:latin typeface="Ubuntu Sans"/>
                <a:ea typeface="Ubuntu Sans"/>
                <a:cs typeface="Ubuntu Sans"/>
              </a:defRPr>
            </a:lvl7pPr>
            <a:lvl8pPr algn="ctr">
              <a:defRPr sz="3600" b="1">
                <a:solidFill>
                  <a:srgbClr val="2FD6D3"/>
                </a:solidFill>
                <a:latin typeface="Ubuntu Sans"/>
                <a:ea typeface="Ubuntu Sans"/>
                <a:cs typeface="Ubuntu Sans"/>
              </a:defRPr>
            </a:lvl8pPr>
            <a:lvl9pPr algn="ctr">
              <a:defRPr sz="3600" b="1">
                <a:solidFill>
                  <a:srgbClr val="2FD6D3"/>
                </a:solidFill>
                <a:latin typeface="Ubuntu Sans"/>
                <a:ea typeface="Ubuntu Sans"/>
                <a:cs typeface="Ubuntu Sans"/>
              </a:defRPr>
            </a:lvl9pPr>
          </a:lstStyle>
          <a:p xmlns:a="http://schemas.openxmlformats.org/drawingml/2006/main">
            <a:pPr algn="ctr">
              <a:defRPr sz="3600" b="1">
                <a:solidFill>
                  <a:srgbClr val="2FD6D3"/>
                </a:solidFill>
                <a:latin typeface="Ubuntu Sans"/>
                <a:ea typeface="Ubuntu Sans"/>
                <a:cs typeface="Ubuntu Sans"/>
              </a:defRPr>
            </a:pPr>
            <a:r>
              <a:rPr sz="3600" b="1">
                <a:solidFill>
                  <a:srgbClr val="2FD6D3"/>
                </a:solidFill>
                <a:latin typeface="Ubuntu Sans"/>
                <a:ea typeface="Ubuntu Sans"/>
                <a:cs typeface="Ubuntu Sans"/>
              </a:rPr>
              <a:t>API</a:t>
            </a:r>
          </a:p>
        </p:txBody>
      </p:sp>
      <p:sp>
        <p:nvSpPr>
          <p:cNvPr id="8" name="">
            <a:extLst xmlns:a="http://schemas.openxmlformats.org/drawingml/2006/main">
              <a:ext uri="{FF2B5EF4-FFF2-40B4-BE49-F238E27FC236}">
                <a16:creationId xmlns:a16="http://schemas.microsoft.com/office/drawing/2014/main" id="{1944CB40-0546-4A9A-B90F-76C0D889AD9C}"/>
              </a:ext>
            </a:extLst>
          </p:cNvPr>
          <p:cNvSpPr>
            <a:spLocks xmlns:a="http://schemas.openxmlformats.org/drawingml/2006/main" noGrp="1"/>
          </p:cNvSpPr>
          <p:nvPr/>
        </p:nvSpPr>
        <p:spPr>
          <a:xfrm xmlns:a="http://schemas.openxmlformats.org/drawingml/2006/main">
            <a:off x="9296400" y="2419350"/>
            <a:ext cx="1181100" cy="0"/>
          </a:xfrm>
          <a:prstGeom xmlns:a="http://schemas.openxmlformats.org/drawingml/2006/main" prst="line">
            <a:avLst/>
          </a:prstGeom>
          <a:noFill xmlns:a="http://schemas.openxmlformats.org/drawingml/2006/main"/>
          <a:ln xmlns:a="http://schemas.openxmlformats.org/drawingml/2006/main" w="28575">
            <a:solidFill>
              <a:srgbClr val="2B4563"/>
            </a:solidFill>
            <a:prstDash val="solid"/>
          </a:ln>
        </p:spPr>
      </p:sp>
      <p:sp>
        <p:nvSpPr>
          <p:cNvPr id="9" name="">
            <a:extLst xmlns:a="http://schemas.openxmlformats.org/drawingml/2006/main">
              <a:ext uri="{FF2B5EF4-FFF2-40B4-BE49-F238E27FC236}">
                <a16:creationId xmlns:a16="http://schemas.microsoft.com/office/drawing/2014/main" id="{F3C00336-B2B6-4484-9277-3360B3B28AE1}"/>
              </a:ext>
            </a:extLst>
          </p:cNvPr>
          <p:cNvSpPr>
            <a:spLocks xmlns:a="http://schemas.openxmlformats.org/drawingml/2006/main" noGrp="1"/>
          </p:cNvSpPr>
          <p:nvPr/>
        </p:nvSpPr>
        <p:spPr>
          <a:xfrm xmlns:a="http://schemas.openxmlformats.org/drawingml/2006/main">
            <a:off x="8896350" y="2724150"/>
            <a:ext cx="19812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ctr">
              <a:defRPr sz="2625" b="1">
                <a:solidFill>
                  <a:srgbClr val="4FA7FF"/>
                </a:solidFill>
                <a:latin typeface="Ubuntu Sans"/>
                <a:ea typeface="Ubuntu Sans"/>
                <a:cs typeface="Ubuntu Sans"/>
              </a:defRPr>
            </a:defPPr>
            <a:lvl1pPr algn="ctr">
              <a:defRPr sz="2625" b="1">
                <a:solidFill>
                  <a:srgbClr val="4FA7FF"/>
                </a:solidFill>
                <a:latin typeface="Ubuntu Sans"/>
                <a:ea typeface="Ubuntu Sans"/>
                <a:cs typeface="Ubuntu Sans"/>
              </a:defRPr>
            </a:lvl1pPr>
            <a:lvl2pPr algn="ctr">
              <a:defRPr sz="2625" b="1">
                <a:solidFill>
                  <a:srgbClr val="4FA7FF"/>
                </a:solidFill>
                <a:latin typeface="Ubuntu Sans"/>
                <a:ea typeface="Ubuntu Sans"/>
                <a:cs typeface="Ubuntu Sans"/>
              </a:defRPr>
            </a:lvl2pPr>
            <a:lvl3pPr algn="ctr">
              <a:defRPr sz="2625" b="1">
                <a:solidFill>
                  <a:srgbClr val="4FA7FF"/>
                </a:solidFill>
                <a:latin typeface="Ubuntu Sans"/>
                <a:ea typeface="Ubuntu Sans"/>
                <a:cs typeface="Ubuntu Sans"/>
              </a:defRPr>
            </a:lvl3pPr>
            <a:lvl4pPr algn="ctr">
              <a:defRPr sz="2625" b="1">
                <a:solidFill>
                  <a:srgbClr val="4FA7FF"/>
                </a:solidFill>
                <a:latin typeface="Ubuntu Sans"/>
                <a:ea typeface="Ubuntu Sans"/>
                <a:cs typeface="Ubuntu Sans"/>
              </a:defRPr>
            </a:lvl4pPr>
            <a:lvl5pPr algn="ctr">
              <a:defRPr sz="2625" b="1">
                <a:solidFill>
                  <a:srgbClr val="4FA7FF"/>
                </a:solidFill>
                <a:latin typeface="Ubuntu Sans"/>
                <a:ea typeface="Ubuntu Sans"/>
                <a:cs typeface="Ubuntu Sans"/>
              </a:defRPr>
            </a:lvl5pPr>
            <a:lvl6pPr algn="ctr">
              <a:defRPr sz="2625" b="1">
                <a:solidFill>
                  <a:srgbClr val="4FA7FF"/>
                </a:solidFill>
                <a:latin typeface="Ubuntu Sans"/>
                <a:ea typeface="Ubuntu Sans"/>
                <a:cs typeface="Ubuntu Sans"/>
              </a:defRPr>
            </a:lvl6pPr>
            <a:lvl7pPr algn="ctr">
              <a:defRPr sz="2625" b="1">
                <a:solidFill>
                  <a:srgbClr val="4FA7FF"/>
                </a:solidFill>
                <a:latin typeface="Ubuntu Sans"/>
                <a:ea typeface="Ubuntu Sans"/>
                <a:cs typeface="Ubuntu Sans"/>
              </a:defRPr>
            </a:lvl7pPr>
            <a:lvl8pPr algn="ctr">
              <a:defRPr sz="2625" b="1">
                <a:solidFill>
                  <a:srgbClr val="4FA7FF"/>
                </a:solidFill>
                <a:latin typeface="Ubuntu Sans"/>
                <a:ea typeface="Ubuntu Sans"/>
                <a:cs typeface="Ubuntu Sans"/>
              </a:defRPr>
            </a:lvl8pPr>
            <a:lvl9pPr algn="ctr">
              <a:defRPr sz="2625" b="1">
                <a:solidFill>
                  <a:srgbClr val="4FA7FF"/>
                </a:solidFill>
                <a:latin typeface="Ubuntu Sans"/>
                <a:ea typeface="Ubuntu Sans"/>
                <a:cs typeface="Ubuntu Sans"/>
              </a:defRPr>
            </a:lvl9pPr>
          </a:lstStyle>
          <a:p xmlns:a="http://schemas.openxmlformats.org/drawingml/2006/main">
            <a:pPr algn="ctr">
              <a:defRPr sz="2625" b="1">
                <a:solidFill>
                  <a:srgbClr val="4FA7FF"/>
                </a:solidFill>
                <a:latin typeface="Ubuntu Sans"/>
                <a:ea typeface="Ubuntu Sans"/>
                <a:cs typeface="Ubuntu Sans"/>
              </a:defRPr>
            </a:pPr>
            <a:r>
              <a:rPr sz="2625" b="1">
                <a:solidFill>
                  <a:srgbClr val="4FA7FF"/>
                </a:solidFill>
                <a:latin typeface="Ubuntu Sans"/>
                <a:ea typeface="Ubuntu Sans"/>
                <a:cs typeface="Ubuntu Sans"/>
              </a:rPr>
              <a:t>DATA</a:t>
            </a:r>
          </a:p>
        </p:txBody>
      </p:sp>
      <p:sp>
        <p:nvSpPr>
          <p:cNvPr id="10" name="">
            <a:extLst xmlns:a="http://schemas.openxmlformats.org/drawingml/2006/main">
              <a:ext uri="{FF2B5EF4-FFF2-40B4-BE49-F238E27FC236}">
                <a16:creationId xmlns:a16="http://schemas.microsoft.com/office/drawing/2014/main" id="{2FAA6F28-6C10-4692-9DBE-75FB508DE4EB}"/>
              </a:ext>
            </a:extLst>
          </p:cNvPr>
          <p:cNvSpPr>
            <a:spLocks xmlns:a="http://schemas.openxmlformats.org/drawingml/2006/main" noGrp="1"/>
          </p:cNvSpPr>
          <p:nvPr/>
        </p:nvSpPr>
        <p:spPr>
          <a:xfrm xmlns:a="http://schemas.openxmlformats.org/drawingml/2006/main">
            <a:off x="8896350" y="3371850"/>
            <a:ext cx="19812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ctr">
              <a:defRPr sz="2325" b="1">
                <a:solidFill>
                  <a:srgbClr val="8A7CFF"/>
                </a:solidFill>
                <a:latin typeface="Ubuntu Sans"/>
                <a:ea typeface="Ubuntu Sans"/>
                <a:cs typeface="Ubuntu Sans"/>
              </a:defRPr>
            </a:defPPr>
            <a:lvl1pPr algn="ctr">
              <a:defRPr sz="2325" b="1">
                <a:solidFill>
                  <a:srgbClr val="8A7CFF"/>
                </a:solidFill>
                <a:latin typeface="Ubuntu Sans"/>
                <a:ea typeface="Ubuntu Sans"/>
                <a:cs typeface="Ubuntu Sans"/>
              </a:defRPr>
            </a:lvl1pPr>
            <a:lvl2pPr algn="ctr">
              <a:defRPr sz="2325" b="1">
                <a:solidFill>
                  <a:srgbClr val="8A7CFF"/>
                </a:solidFill>
                <a:latin typeface="Ubuntu Sans"/>
                <a:ea typeface="Ubuntu Sans"/>
                <a:cs typeface="Ubuntu Sans"/>
              </a:defRPr>
            </a:lvl2pPr>
            <a:lvl3pPr algn="ctr">
              <a:defRPr sz="2325" b="1">
                <a:solidFill>
                  <a:srgbClr val="8A7CFF"/>
                </a:solidFill>
                <a:latin typeface="Ubuntu Sans"/>
                <a:ea typeface="Ubuntu Sans"/>
                <a:cs typeface="Ubuntu Sans"/>
              </a:defRPr>
            </a:lvl3pPr>
            <a:lvl4pPr algn="ctr">
              <a:defRPr sz="2325" b="1">
                <a:solidFill>
                  <a:srgbClr val="8A7CFF"/>
                </a:solidFill>
                <a:latin typeface="Ubuntu Sans"/>
                <a:ea typeface="Ubuntu Sans"/>
                <a:cs typeface="Ubuntu Sans"/>
              </a:defRPr>
            </a:lvl4pPr>
            <a:lvl5pPr algn="ctr">
              <a:defRPr sz="2325" b="1">
                <a:solidFill>
                  <a:srgbClr val="8A7CFF"/>
                </a:solidFill>
                <a:latin typeface="Ubuntu Sans"/>
                <a:ea typeface="Ubuntu Sans"/>
                <a:cs typeface="Ubuntu Sans"/>
              </a:defRPr>
            </a:lvl5pPr>
            <a:lvl6pPr algn="ctr">
              <a:defRPr sz="2325" b="1">
                <a:solidFill>
                  <a:srgbClr val="8A7CFF"/>
                </a:solidFill>
                <a:latin typeface="Ubuntu Sans"/>
                <a:ea typeface="Ubuntu Sans"/>
                <a:cs typeface="Ubuntu Sans"/>
              </a:defRPr>
            </a:lvl6pPr>
            <a:lvl7pPr algn="ctr">
              <a:defRPr sz="2325" b="1">
                <a:solidFill>
                  <a:srgbClr val="8A7CFF"/>
                </a:solidFill>
                <a:latin typeface="Ubuntu Sans"/>
                <a:ea typeface="Ubuntu Sans"/>
                <a:cs typeface="Ubuntu Sans"/>
              </a:defRPr>
            </a:lvl7pPr>
            <a:lvl8pPr algn="ctr">
              <a:defRPr sz="2325" b="1">
                <a:solidFill>
                  <a:srgbClr val="8A7CFF"/>
                </a:solidFill>
                <a:latin typeface="Ubuntu Sans"/>
                <a:ea typeface="Ubuntu Sans"/>
                <a:cs typeface="Ubuntu Sans"/>
              </a:defRPr>
            </a:lvl8pPr>
            <a:lvl9pPr algn="ctr">
              <a:defRPr sz="2325" b="1">
                <a:solidFill>
                  <a:srgbClr val="8A7CFF"/>
                </a:solidFill>
                <a:latin typeface="Ubuntu Sans"/>
                <a:ea typeface="Ubuntu Sans"/>
                <a:cs typeface="Ubuntu Sans"/>
              </a:defRPr>
            </a:lvl9pPr>
          </a:lstStyle>
          <a:p xmlns:a="http://schemas.openxmlformats.org/drawingml/2006/main">
            <a:pPr algn="ctr">
              <a:defRPr sz="2325" b="1">
                <a:solidFill>
                  <a:srgbClr val="8A7CFF"/>
                </a:solidFill>
                <a:latin typeface="Ubuntu Sans"/>
                <a:ea typeface="Ubuntu Sans"/>
                <a:cs typeface="Ubuntu Sans"/>
              </a:defRPr>
            </a:pPr>
            <a:r>
              <a:rPr sz="2325" b="1">
                <a:solidFill>
                  <a:srgbClr val="8A7CFF"/>
                </a:solidFill>
                <a:latin typeface="Ubuntu Sans"/>
                <a:ea typeface="Ubuntu Sans"/>
                <a:cs typeface="Ubuntu Sans"/>
              </a:rPr>
              <a:t>SECURITY</a:t>
            </a:r>
          </a:p>
        </p:txBody>
      </p:sp>
      <p:sp>
        <p:nvSpPr>
          <p:cNvPr id="11" name="">
            <a:extLst xmlns:a="http://schemas.openxmlformats.org/drawingml/2006/main">
              <a:ext uri="{FF2B5EF4-FFF2-40B4-BE49-F238E27FC236}">
                <a16:creationId xmlns:a16="http://schemas.microsoft.com/office/drawing/2014/main" id="{4288E7FF-3CAC-433C-9BC2-515A9BCEEA78}"/>
              </a:ext>
            </a:extLst>
          </p:cNvPr>
          <p:cNvSpPr>
            <a:spLocks xmlns:a="http://schemas.openxmlformats.org/drawingml/2006/main" noGrp="1"/>
          </p:cNvSpPr>
          <p:nvPr/>
        </p:nvSpPr>
        <p:spPr>
          <a:xfrm xmlns:a="http://schemas.openxmlformats.org/drawingml/2006/main">
            <a:off x="8896350" y="4019550"/>
            <a:ext cx="19812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ctr">
              <a:defRPr sz="2100" b="1">
                <a:solidFill>
                  <a:srgbClr val="55D6A5"/>
                </a:solidFill>
                <a:latin typeface="Ubuntu Sans"/>
                <a:ea typeface="Ubuntu Sans"/>
                <a:cs typeface="Ubuntu Sans"/>
              </a:defRPr>
            </a:defPPr>
            <a:lvl1pPr algn="ctr">
              <a:defRPr sz="2100" b="1">
                <a:solidFill>
                  <a:srgbClr val="55D6A5"/>
                </a:solidFill>
                <a:latin typeface="Ubuntu Sans"/>
                <a:ea typeface="Ubuntu Sans"/>
                <a:cs typeface="Ubuntu Sans"/>
              </a:defRPr>
            </a:lvl1pPr>
            <a:lvl2pPr algn="ctr">
              <a:defRPr sz="2100" b="1">
                <a:solidFill>
                  <a:srgbClr val="55D6A5"/>
                </a:solidFill>
                <a:latin typeface="Ubuntu Sans"/>
                <a:ea typeface="Ubuntu Sans"/>
                <a:cs typeface="Ubuntu Sans"/>
              </a:defRPr>
            </a:lvl2pPr>
            <a:lvl3pPr algn="ctr">
              <a:defRPr sz="2100" b="1">
                <a:solidFill>
                  <a:srgbClr val="55D6A5"/>
                </a:solidFill>
                <a:latin typeface="Ubuntu Sans"/>
                <a:ea typeface="Ubuntu Sans"/>
                <a:cs typeface="Ubuntu Sans"/>
              </a:defRPr>
            </a:lvl3pPr>
            <a:lvl4pPr algn="ctr">
              <a:defRPr sz="2100" b="1">
                <a:solidFill>
                  <a:srgbClr val="55D6A5"/>
                </a:solidFill>
                <a:latin typeface="Ubuntu Sans"/>
                <a:ea typeface="Ubuntu Sans"/>
                <a:cs typeface="Ubuntu Sans"/>
              </a:defRPr>
            </a:lvl4pPr>
            <a:lvl5pPr algn="ctr">
              <a:defRPr sz="2100" b="1">
                <a:solidFill>
                  <a:srgbClr val="55D6A5"/>
                </a:solidFill>
                <a:latin typeface="Ubuntu Sans"/>
                <a:ea typeface="Ubuntu Sans"/>
                <a:cs typeface="Ubuntu Sans"/>
              </a:defRPr>
            </a:lvl5pPr>
            <a:lvl6pPr algn="ctr">
              <a:defRPr sz="2100" b="1">
                <a:solidFill>
                  <a:srgbClr val="55D6A5"/>
                </a:solidFill>
                <a:latin typeface="Ubuntu Sans"/>
                <a:ea typeface="Ubuntu Sans"/>
                <a:cs typeface="Ubuntu Sans"/>
              </a:defRPr>
            </a:lvl6pPr>
            <a:lvl7pPr algn="ctr">
              <a:defRPr sz="2100" b="1">
                <a:solidFill>
                  <a:srgbClr val="55D6A5"/>
                </a:solidFill>
                <a:latin typeface="Ubuntu Sans"/>
                <a:ea typeface="Ubuntu Sans"/>
                <a:cs typeface="Ubuntu Sans"/>
              </a:defRPr>
            </a:lvl7pPr>
            <a:lvl8pPr algn="ctr">
              <a:defRPr sz="2100" b="1">
                <a:solidFill>
                  <a:srgbClr val="55D6A5"/>
                </a:solidFill>
                <a:latin typeface="Ubuntu Sans"/>
                <a:ea typeface="Ubuntu Sans"/>
                <a:cs typeface="Ubuntu Sans"/>
              </a:defRPr>
            </a:lvl8pPr>
            <a:lvl9pPr algn="ctr">
              <a:defRPr sz="2100" b="1">
                <a:solidFill>
                  <a:srgbClr val="55D6A5"/>
                </a:solidFill>
                <a:latin typeface="Ubuntu Sans"/>
                <a:ea typeface="Ubuntu Sans"/>
                <a:cs typeface="Ubuntu Sans"/>
              </a:defRPr>
            </a:lvl9pPr>
          </a:lstStyle>
          <a:p xmlns:a="http://schemas.openxmlformats.org/drawingml/2006/main">
            <a:pPr algn="ctr">
              <a:defRPr sz="2100" b="1">
                <a:solidFill>
                  <a:srgbClr val="55D6A5"/>
                </a:solidFill>
                <a:latin typeface="Ubuntu Sans"/>
                <a:ea typeface="Ubuntu Sans"/>
                <a:cs typeface="Ubuntu Sans"/>
              </a:defRPr>
            </a:pPr>
            <a:r>
              <a:rPr sz="2100" b="1">
                <a:solidFill>
                  <a:srgbClr val="55D6A5"/>
                </a:solidFill>
                <a:latin typeface="Ubuntu Sans"/>
                <a:ea typeface="Ubuntu Sans"/>
                <a:cs typeface="Ubuntu Sans"/>
              </a:rPr>
              <a:t>REAL TIME</a:t>
            </a:r>
          </a:p>
        </p:txBody>
      </p:sp>
      <p:sp>
        <p:nvSpPr>
          <p:cNvPr id="12" name="">
            <a:extLst xmlns:a="http://schemas.openxmlformats.org/drawingml/2006/main">
              <a:ext uri="{FF2B5EF4-FFF2-40B4-BE49-F238E27FC236}">
                <a16:creationId xmlns:a16="http://schemas.microsoft.com/office/drawing/2014/main" id="{1E662DF4-1A76-42FF-A04C-C82C53957076}"/>
              </a:ext>
            </a:extLst>
          </p:cNvPr>
          <p:cNvSpPr>
            <a:spLocks xmlns:a="http://schemas.openxmlformats.org/drawingml/2006/main" noGrp="1"/>
          </p:cNvSpPr>
          <p:nvPr/>
        </p:nvSpPr>
        <p:spPr>
          <a:xfrm xmlns:a="http://schemas.openxmlformats.org/drawingml/2006/main">
            <a:off x="723900" y="5581650"/>
            <a:ext cx="4762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2424"/>
          </a:bodyPr>
          <a:lstStyle xmlns:a="http://schemas.openxmlformats.org/drawingml/2006/main">
            <a:defPPr algn="l">
              <a:defRPr sz="1650" b="1">
                <a:solidFill>
                  <a:srgbClr val="F4F8FF"/>
                </a:solidFill>
                <a:latin typeface="Ubuntu Sans"/>
                <a:ea typeface="Ubuntu Sans"/>
                <a:cs typeface="Ubuntu Sans"/>
              </a:defRPr>
            </a:defPPr>
            <a:lvl1pPr algn="l">
              <a:defRPr sz="1650" b="1">
                <a:solidFill>
                  <a:srgbClr val="F4F8FF"/>
                </a:solidFill>
                <a:latin typeface="Ubuntu Sans"/>
                <a:ea typeface="Ubuntu Sans"/>
                <a:cs typeface="Ubuntu Sans"/>
              </a:defRPr>
            </a:lvl1pPr>
            <a:lvl2pPr algn="l">
              <a:defRPr sz="1650" b="1">
                <a:solidFill>
                  <a:srgbClr val="F4F8FF"/>
                </a:solidFill>
                <a:latin typeface="Ubuntu Sans"/>
                <a:ea typeface="Ubuntu Sans"/>
                <a:cs typeface="Ubuntu Sans"/>
              </a:defRPr>
            </a:lvl2pPr>
            <a:lvl3pPr algn="l">
              <a:defRPr sz="1650" b="1">
                <a:solidFill>
                  <a:srgbClr val="F4F8FF"/>
                </a:solidFill>
                <a:latin typeface="Ubuntu Sans"/>
                <a:ea typeface="Ubuntu Sans"/>
                <a:cs typeface="Ubuntu Sans"/>
              </a:defRPr>
            </a:lvl3pPr>
            <a:lvl4pPr algn="l">
              <a:defRPr sz="1650" b="1">
                <a:solidFill>
                  <a:srgbClr val="F4F8FF"/>
                </a:solidFill>
                <a:latin typeface="Ubuntu Sans"/>
                <a:ea typeface="Ubuntu Sans"/>
                <a:cs typeface="Ubuntu Sans"/>
              </a:defRPr>
            </a:lvl4pPr>
            <a:lvl5pPr algn="l">
              <a:defRPr sz="1650" b="1">
                <a:solidFill>
                  <a:srgbClr val="F4F8FF"/>
                </a:solidFill>
                <a:latin typeface="Ubuntu Sans"/>
                <a:ea typeface="Ubuntu Sans"/>
                <a:cs typeface="Ubuntu Sans"/>
              </a:defRPr>
            </a:lvl5pPr>
            <a:lvl6pPr algn="l">
              <a:defRPr sz="1650" b="1">
                <a:solidFill>
                  <a:srgbClr val="F4F8FF"/>
                </a:solidFill>
                <a:latin typeface="Ubuntu Sans"/>
                <a:ea typeface="Ubuntu Sans"/>
                <a:cs typeface="Ubuntu Sans"/>
              </a:defRPr>
            </a:lvl6pPr>
            <a:lvl7pPr algn="l">
              <a:defRPr sz="1650" b="1">
                <a:solidFill>
                  <a:srgbClr val="F4F8FF"/>
                </a:solidFill>
                <a:latin typeface="Ubuntu Sans"/>
                <a:ea typeface="Ubuntu Sans"/>
                <a:cs typeface="Ubuntu Sans"/>
              </a:defRPr>
            </a:lvl7pPr>
            <a:lvl8pPr algn="l">
              <a:defRPr sz="1650" b="1">
                <a:solidFill>
                  <a:srgbClr val="F4F8FF"/>
                </a:solidFill>
                <a:latin typeface="Ubuntu Sans"/>
                <a:ea typeface="Ubuntu Sans"/>
                <a:cs typeface="Ubuntu Sans"/>
              </a:defRPr>
            </a:lvl8pPr>
            <a:lvl9pPr algn="l">
              <a:defRPr sz="1650" b="1">
                <a:solidFill>
                  <a:srgbClr val="F4F8FF"/>
                </a:solidFill>
                <a:latin typeface="Ubuntu Sans"/>
                <a:ea typeface="Ubuntu Sans"/>
                <a:cs typeface="Ubuntu Sans"/>
              </a:defRPr>
            </a:lvl9pPr>
          </a:lstStyle>
          <a:p xmlns:a="http://schemas.openxmlformats.org/drawingml/2006/main">
            <a:pPr algn="l">
              <a:defRPr sz="1650" b="1">
                <a:solidFill>
                  <a:srgbClr val="F4F8FF"/>
                </a:solidFill>
                <a:latin typeface="Ubuntu Sans"/>
                <a:ea typeface="Ubuntu Sans"/>
                <a:cs typeface="Ubuntu Sans"/>
              </a:defRPr>
            </a:pPr>
            <a:r>
              <a:rPr sz="1650" b="1">
                <a:solidFill>
                  <a:srgbClr val="F4F8FF"/>
                </a:solidFill>
                <a:latin typeface="Ubuntu Sans"/>
                <a:ea typeface="Ubuntu Sans"/>
                <a:cs typeface="Ubuntu Sans"/>
              </a:rPr>
              <a:t>Presented by: [Your Name]</a:t>
            </a:r>
          </a:p>
        </p:txBody>
      </p:sp>
      <p:sp>
        <p:nvSpPr>
          <p:cNvPr id="13" name="">
            <a:extLst xmlns:a="http://schemas.openxmlformats.org/drawingml/2006/main">
              <a:ext uri="{FF2B5EF4-FFF2-40B4-BE49-F238E27FC236}">
                <a16:creationId xmlns:a16="http://schemas.microsoft.com/office/drawing/2014/main" id="{5B702366-34CE-4A0F-A273-87525B2F4B29}"/>
              </a:ext>
            </a:extLst>
          </p:cNvPr>
          <p:cNvSpPr>
            <a:spLocks xmlns:a="http://schemas.openxmlformats.org/drawingml/2006/main" noGrp="1"/>
          </p:cNvSpPr>
          <p:nvPr/>
        </p:nvSpPr>
        <p:spPr>
          <a:xfrm xmlns:a="http://schemas.openxmlformats.org/drawingml/2006/main">
            <a:off x="723900" y="5943600"/>
            <a:ext cx="5143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0196"/>
          </a:bodyPr>
          <a:lstStyle xmlns:a="http://schemas.openxmlformats.org/drawingml/2006/main">
            <a:defPPr algn="l">
              <a:defRPr sz="1275" b="0">
                <a:solidFill>
                  <a:srgbClr val="A9BCD0"/>
                </a:solidFill>
                <a:latin typeface="Ubuntu Sans"/>
                <a:ea typeface="Ubuntu Sans"/>
                <a:cs typeface="Ubuntu Sans"/>
              </a:defRPr>
            </a:defPPr>
            <a:lvl1pPr algn="l">
              <a:defRPr sz="1275" b="0">
                <a:solidFill>
                  <a:srgbClr val="A9BCD0"/>
                </a:solidFill>
                <a:latin typeface="Ubuntu Sans"/>
                <a:ea typeface="Ubuntu Sans"/>
                <a:cs typeface="Ubuntu Sans"/>
              </a:defRPr>
            </a:lvl1pPr>
            <a:lvl2pPr algn="l">
              <a:defRPr sz="1275" b="0">
                <a:solidFill>
                  <a:srgbClr val="A9BCD0"/>
                </a:solidFill>
                <a:latin typeface="Ubuntu Sans"/>
                <a:ea typeface="Ubuntu Sans"/>
                <a:cs typeface="Ubuntu Sans"/>
              </a:defRPr>
            </a:lvl2pPr>
            <a:lvl3pPr algn="l">
              <a:defRPr sz="1275" b="0">
                <a:solidFill>
                  <a:srgbClr val="A9BCD0"/>
                </a:solidFill>
                <a:latin typeface="Ubuntu Sans"/>
                <a:ea typeface="Ubuntu Sans"/>
                <a:cs typeface="Ubuntu Sans"/>
              </a:defRPr>
            </a:lvl3pPr>
            <a:lvl4pPr algn="l">
              <a:defRPr sz="1275" b="0">
                <a:solidFill>
                  <a:srgbClr val="A9BCD0"/>
                </a:solidFill>
                <a:latin typeface="Ubuntu Sans"/>
                <a:ea typeface="Ubuntu Sans"/>
                <a:cs typeface="Ubuntu Sans"/>
              </a:defRPr>
            </a:lvl4pPr>
            <a:lvl5pPr algn="l">
              <a:defRPr sz="1275" b="0">
                <a:solidFill>
                  <a:srgbClr val="A9BCD0"/>
                </a:solidFill>
                <a:latin typeface="Ubuntu Sans"/>
                <a:ea typeface="Ubuntu Sans"/>
                <a:cs typeface="Ubuntu Sans"/>
              </a:defRPr>
            </a:lvl5pPr>
            <a:lvl6pPr algn="l">
              <a:defRPr sz="1275" b="0">
                <a:solidFill>
                  <a:srgbClr val="A9BCD0"/>
                </a:solidFill>
                <a:latin typeface="Ubuntu Sans"/>
                <a:ea typeface="Ubuntu Sans"/>
                <a:cs typeface="Ubuntu Sans"/>
              </a:defRPr>
            </a:lvl6pPr>
            <a:lvl7pPr algn="l">
              <a:defRPr sz="1275" b="0">
                <a:solidFill>
                  <a:srgbClr val="A9BCD0"/>
                </a:solidFill>
                <a:latin typeface="Ubuntu Sans"/>
                <a:ea typeface="Ubuntu Sans"/>
                <a:cs typeface="Ubuntu Sans"/>
              </a:defRPr>
            </a:lvl7pPr>
            <a:lvl8pPr algn="l">
              <a:defRPr sz="1275" b="0">
                <a:solidFill>
                  <a:srgbClr val="A9BCD0"/>
                </a:solidFill>
                <a:latin typeface="Ubuntu Sans"/>
                <a:ea typeface="Ubuntu Sans"/>
                <a:cs typeface="Ubuntu Sans"/>
              </a:defRPr>
            </a:lvl8pPr>
            <a:lvl9pPr algn="l">
              <a:defRPr sz="1275" b="0">
                <a:solidFill>
                  <a:srgbClr val="A9BCD0"/>
                </a:solidFill>
                <a:latin typeface="Ubuntu Sans"/>
                <a:ea typeface="Ubuntu Sans"/>
                <a:cs typeface="Ubuntu Sans"/>
              </a:defRPr>
            </a:lvl9pPr>
          </a:lstStyle>
          <a:p xmlns:a="http://schemas.openxmlformats.org/drawingml/2006/main">
            <a:pPr algn="l">
              <a:defRPr sz="1275" b="0">
                <a:solidFill>
                  <a:srgbClr val="A9BCD0"/>
                </a:solidFill>
                <a:latin typeface="Ubuntu Sans"/>
                <a:ea typeface="Ubuntu Sans"/>
                <a:cs typeface="Ubuntu Sans"/>
              </a:defRPr>
            </a:pPr>
            <a:r>
              <a:rPr sz="1275" b="0">
                <a:solidFill>
                  <a:srgbClr val="A9BCD0"/>
                </a:solidFill>
                <a:latin typeface="Ubuntu Sans"/>
                <a:ea typeface="Ubuntu Sans"/>
                <a:cs typeface="Ubuntu Sans"/>
              </a:rPr>
              <a:t>Backend Developer  •  CODITENT Team</a:t>
            </a:r>
          </a:p>
        </p:txBody>
      </p:sp>
    </p:spTree>
    <p:extLst>
      <p:ext uri="{BB962C8B-B14F-4D97-AF65-F5344CB8AC3E}">
        <p14:creationId xmlns:p14="http://schemas.microsoft.com/office/powerpoint/2010/main" val="1020932007"/>
      </p:ext>
    </p:extLst>
  </p:cSld>
</p:sld>
</file>

<file path=ppt/slides/slide2.xml><?xml version="1.0" encoding="utf-8"?>
<p:sld xmlns:p="http://schemas.openxmlformats.org/presentationml/2006/main">
  <p:cSld>
    <p:bg>
      <p:bgPr>
        <a:solidFill xmlns:a="http://schemas.openxmlformats.org/drawingml/2006/main">
          <a:srgbClr val="07111F"/>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C60C63F9-CBDB-42D1-B329-7B8FF926E625}"/>
              </a:ext>
            </a:extLst>
          </p:cNvPr>
          <p:cNvSpPr>
            <a:spLocks xmlns:a="http://schemas.openxmlformats.org/drawingml/2006/main" noGrp="1"/>
          </p:cNvSpPr>
          <p:nvPr/>
        </p:nvSpPr>
        <p:spPr>
          <a:xfrm xmlns:a="http://schemas.openxmlformats.org/drawingml/2006/main">
            <a:off x="609600" y="3238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l">
              <a:defRPr sz="1050" b="1">
                <a:solidFill>
                  <a:srgbClr val="2FD6D3"/>
                </a:solidFill>
                <a:latin typeface="Ubuntu Sans"/>
                <a:ea typeface="Ubuntu Sans"/>
                <a:cs typeface="Ubuntu Sans"/>
              </a:defRPr>
            </a:defPPr>
            <a:lvl1pPr algn="l">
              <a:defRPr sz="1050" b="1">
                <a:solidFill>
                  <a:srgbClr val="2FD6D3"/>
                </a:solidFill>
                <a:latin typeface="Ubuntu Sans"/>
                <a:ea typeface="Ubuntu Sans"/>
                <a:cs typeface="Ubuntu Sans"/>
              </a:defRPr>
            </a:lvl1pPr>
            <a:lvl2pPr algn="l">
              <a:defRPr sz="1050" b="1">
                <a:solidFill>
                  <a:srgbClr val="2FD6D3"/>
                </a:solidFill>
                <a:latin typeface="Ubuntu Sans"/>
                <a:ea typeface="Ubuntu Sans"/>
                <a:cs typeface="Ubuntu Sans"/>
              </a:defRPr>
            </a:lvl2pPr>
            <a:lvl3pPr algn="l">
              <a:defRPr sz="1050" b="1">
                <a:solidFill>
                  <a:srgbClr val="2FD6D3"/>
                </a:solidFill>
                <a:latin typeface="Ubuntu Sans"/>
                <a:ea typeface="Ubuntu Sans"/>
                <a:cs typeface="Ubuntu Sans"/>
              </a:defRPr>
            </a:lvl3pPr>
            <a:lvl4pPr algn="l">
              <a:defRPr sz="1050" b="1">
                <a:solidFill>
                  <a:srgbClr val="2FD6D3"/>
                </a:solidFill>
                <a:latin typeface="Ubuntu Sans"/>
                <a:ea typeface="Ubuntu Sans"/>
                <a:cs typeface="Ubuntu Sans"/>
              </a:defRPr>
            </a:lvl4pPr>
            <a:lvl5pPr algn="l">
              <a:defRPr sz="1050" b="1">
                <a:solidFill>
                  <a:srgbClr val="2FD6D3"/>
                </a:solidFill>
                <a:latin typeface="Ubuntu Sans"/>
                <a:ea typeface="Ubuntu Sans"/>
                <a:cs typeface="Ubuntu Sans"/>
              </a:defRPr>
            </a:lvl5pPr>
            <a:lvl6pPr algn="l">
              <a:defRPr sz="1050" b="1">
                <a:solidFill>
                  <a:srgbClr val="2FD6D3"/>
                </a:solidFill>
                <a:latin typeface="Ubuntu Sans"/>
                <a:ea typeface="Ubuntu Sans"/>
                <a:cs typeface="Ubuntu Sans"/>
              </a:defRPr>
            </a:lvl6pPr>
            <a:lvl7pPr algn="l">
              <a:defRPr sz="1050" b="1">
                <a:solidFill>
                  <a:srgbClr val="2FD6D3"/>
                </a:solidFill>
                <a:latin typeface="Ubuntu Sans"/>
                <a:ea typeface="Ubuntu Sans"/>
                <a:cs typeface="Ubuntu Sans"/>
              </a:defRPr>
            </a:lvl7pPr>
            <a:lvl8pPr algn="l">
              <a:defRPr sz="1050" b="1">
                <a:solidFill>
                  <a:srgbClr val="2FD6D3"/>
                </a:solidFill>
                <a:latin typeface="Ubuntu Sans"/>
                <a:ea typeface="Ubuntu Sans"/>
                <a:cs typeface="Ubuntu Sans"/>
              </a:defRPr>
            </a:lvl8pPr>
            <a:lvl9pPr algn="l">
              <a:defRPr sz="1050" b="1">
                <a:solidFill>
                  <a:srgbClr val="2FD6D3"/>
                </a:solidFill>
                <a:latin typeface="Ubuntu Sans"/>
                <a:ea typeface="Ubuntu Sans"/>
                <a:cs typeface="Ubuntu Sans"/>
              </a:defRPr>
            </a:lvl9pPr>
          </a:lstStyle>
          <a:p xmlns:a="http://schemas.openxmlformats.org/drawingml/2006/main">
            <a:pPr algn="l">
              <a:defRPr sz="1050" b="1">
                <a:solidFill>
                  <a:srgbClr val="2FD6D3"/>
                </a:solidFill>
                <a:latin typeface="Ubuntu Sans"/>
                <a:ea typeface="Ubuntu Sans"/>
                <a:cs typeface="Ubuntu Sans"/>
              </a:defRPr>
            </a:pPr>
            <a:r>
              <a:rPr sz="1050" b="1">
                <a:solidFill>
                  <a:srgbClr val="2FD6D3"/>
                </a:solidFill>
                <a:latin typeface="Ubuntu Sans"/>
                <a:ea typeface="Ubuntu Sans"/>
                <a:cs typeface="Ubuntu Sans"/>
              </a:rPr>
              <a:t>PROJECT SCOPE</a:t>
            </a:r>
          </a:p>
        </p:txBody>
      </p:sp>
      <p:sp>
        <p:nvSpPr>
          <p:cNvPr id="2" name="">
            <a:extLst xmlns:a="http://schemas.openxmlformats.org/drawingml/2006/main">
              <a:ext uri="{FF2B5EF4-FFF2-40B4-BE49-F238E27FC236}">
                <a16:creationId xmlns:a16="http://schemas.microsoft.com/office/drawing/2014/main" id="{720ED9BD-EC4D-4CB8-87F8-D0F285C59BC3}"/>
              </a:ext>
            </a:extLst>
          </p:cNvPr>
          <p:cNvSpPr>
            <a:spLocks xmlns:a="http://schemas.openxmlformats.org/drawingml/2006/main" noGrp="1"/>
          </p:cNvSpPr>
          <p:nvPr/>
        </p:nvSpPr>
        <p:spPr>
          <a:xfrm xmlns:a="http://schemas.openxmlformats.org/drawingml/2006/main">
            <a:off x="609600" y="590550"/>
            <a:ext cx="10382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6032"/>
          </a:bodyPr>
          <a:lstStyle xmlns:a="http://schemas.openxmlformats.org/drawingml/2006/main">
            <a:defPPr algn="l">
              <a:defRPr sz="3150" b="1">
                <a:solidFill>
                  <a:srgbClr val="F4F8FF"/>
                </a:solidFill>
                <a:latin typeface="Ubuntu Sans"/>
                <a:ea typeface="Ubuntu Sans"/>
                <a:cs typeface="Ubuntu Sans"/>
              </a:defRPr>
            </a:defPPr>
            <a:lvl1pPr algn="l">
              <a:defRPr sz="3150" b="1">
                <a:solidFill>
                  <a:srgbClr val="F4F8FF"/>
                </a:solidFill>
                <a:latin typeface="Ubuntu Sans"/>
                <a:ea typeface="Ubuntu Sans"/>
                <a:cs typeface="Ubuntu Sans"/>
              </a:defRPr>
            </a:lvl1pPr>
            <a:lvl2pPr algn="l">
              <a:defRPr sz="3150" b="1">
                <a:solidFill>
                  <a:srgbClr val="F4F8FF"/>
                </a:solidFill>
                <a:latin typeface="Ubuntu Sans"/>
                <a:ea typeface="Ubuntu Sans"/>
                <a:cs typeface="Ubuntu Sans"/>
              </a:defRPr>
            </a:lvl2pPr>
            <a:lvl3pPr algn="l">
              <a:defRPr sz="3150" b="1">
                <a:solidFill>
                  <a:srgbClr val="F4F8FF"/>
                </a:solidFill>
                <a:latin typeface="Ubuntu Sans"/>
                <a:ea typeface="Ubuntu Sans"/>
                <a:cs typeface="Ubuntu Sans"/>
              </a:defRPr>
            </a:lvl3pPr>
            <a:lvl4pPr algn="l">
              <a:defRPr sz="3150" b="1">
                <a:solidFill>
                  <a:srgbClr val="F4F8FF"/>
                </a:solidFill>
                <a:latin typeface="Ubuntu Sans"/>
                <a:ea typeface="Ubuntu Sans"/>
                <a:cs typeface="Ubuntu Sans"/>
              </a:defRPr>
            </a:lvl4pPr>
            <a:lvl5pPr algn="l">
              <a:defRPr sz="3150" b="1">
                <a:solidFill>
                  <a:srgbClr val="F4F8FF"/>
                </a:solidFill>
                <a:latin typeface="Ubuntu Sans"/>
                <a:ea typeface="Ubuntu Sans"/>
                <a:cs typeface="Ubuntu Sans"/>
              </a:defRPr>
            </a:lvl5pPr>
            <a:lvl6pPr algn="l">
              <a:defRPr sz="3150" b="1">
                <a:solidFill>
                  <a:srgbClr val="F4F8FF"/>
                </a:solidFill>
                <a:latin typeface="Ubuntu Sans"/>
                <a:ea typeface="Ubuntu Sans"/>
                <a:cs typeface="Ubuntu Sans"/>
              </a:defRPr>
            </a:lvl6pPr>
            <a:lvl7pPr algn="l">
              <a:defRPr sz="3150" b="1">
                <a:solidFill>
                  <a:srgbClr val="F4F8FF"/>
                </a:solidFill>
                <a:latin typeface="Ubuntu Sans"/>
                <a:ea typeface="Ubuntu Sans"/>
                <a:cs typeface="Ubuntu Sans"/>
              </a:defRPr>
            </a:lvl7pPr>
            <a:lvl8pPr algn="l">
              <a:defRPr sz="3150" b="1">
                <a:solidFill>
                  <a:srgbClr val="F4F8FF"/>
                </a:solidFill>
                <a:latin typeface="Ubuntu Sans"/>
                <a:ea typeface="Ubuntu Sans"/>
                <a:cs typeface="Ubuntu Sans"/>
              </a:defRPr>
            </a:lvl8pPr>
            <a:lvl9pPr algn="l">
              <a:defRPr sz="3150" b="1">
                <a:solidFill>
                  <a:srgbClr val="F4F8FF"/>
                </a:solidFill>
                <a:latin typeface="Ubuntu Sans"/>
                <a:ea typeface="Ubuntu Sans"/>
                <a:cs typeface="Ubuntu Sans"/>
              </a:defRPr>
            </a:lvl9pPr>
          </a:lstStyle>
          <a:p xmlns:a="http://schemas.openxmlformats.org/drawingml/2006/main">
            <a:pPr algn="l">
              <a:defRPr sz="3150" b="1">
                <a:solidFill>
                  <a:srgbClr val="F4F8FF"/>
                </a:solidFill>
                <a:latin typeface="Ubuntu Sans"/>
                <a:ea typeface="Ubuntu Sans"/>
                <a:cs typeface="Ubuntu Sans"/>
              </a:defRPr>
            </a:pPr>
            <a:r>
              <a:rPr sz="3150" b="1">
                <a:solidFill>
                  <a:srgbClr val="F4F8FF"/>
                </a:solidFill>
                <a:latin typeface="Ubuntu Sans"/>
                <a:ea typeface="Ubuntu Sans"/>
                <a:cs typeface="Ubuntu Sans"/>
              </a:rPr>
              <a:t>The backend connects every recruitment role</a:t>
            </a:r>
          </a:p>
        </p:txBody>
      </p:sp>
      <p:sp>
        <p:nvSpPr>
          <p:cNvPr id="3" name="">
            <a:extLst xmlns:a="http://schemas.openxmlformats.org/drawingml/2006/main">
              <a:ext uri="{FF2B5EF4-FFF2-40B4-BE49-F238E27FC236}">
                <a16:creationId xmlns:a16="http://schemas.microsoft.com/office/drawing/2014/main" id="{0A72105C-52D4-438D-A77A-D4728EBBE3F2}"/>
              </a:ext>
            </a:extLst>
          </p:cNvPr>
          <p:cNvSpPr>
            <a:spLocks xmlns:a="http://schemas.openxmlformats.org/drawingml/2006/main" noGrp="1"/>
          </p:cNvSpPr>
          <p:nvPr/>
        </p:nvSpPr>
        <p:spPr>
          <a:xfrm xmlns:a="http://schemas.openxmlformats.org/drawingml/2006/main">
            <a:off x="11258550" y="419100"/>
            <a:ext cx="323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r">
              <a:defRPr sz="1050" b="1">
                <a:solidFill>
                  <a:srgbClr val="A9BCD0"/>
                </a:solidFill>
                <a:latin typeface="Ubuntu Sans"/>
                <a:ea typeface="Ubuntu Sans"/>
                <a:cs typeface="Ubuntu Sans"/>
              </a:defRPr>
            </a:defPPr>
            <a:lvl1pPr algn="r">
              <a:defRPr sz="1050" b="1">
                <a:solidFill>
                  <a:srgbClr val="A9BCD0"/>
                </a:solidFill>
                <a:latin typeface="Ubuntu Sans"/>
                <a:ea typeface="Ubuntu Sans"/>
                <a:cs typeface="Ubuntu Sans"/>
              </a:defRPr>
            </a:lvl1pPr>
            <a:lvl2pPr algn="r">
              <a:defRPr sz="1050" b="1">
                <a:solidFill>
                  <a:srgbClr val="A9BCD0"/>
                </a:solidFill>
                <a:latin typeface="Ubuntu Sans"/>
                <a:ea typeface="Ubuntu Sans"/>
                <a:cs typeface="Ubuntu Sans"/>
              </a:defRPr>
            </a:lvl2pPr>
            <a:lvl3pPr algn="r">
              <a:defRPr sz="1050" b="1">
                <a:solidFill>
                  <a:srgbClr val="A9BCD0"/>
                </a:solidFill>
                <a:latin typeface="Ubuntu Sans"/>
                <a:ea typeface="Ubuntu Sans"/>
                <a:cs typeface="Ubuntu Sans"/>
              </a:defRPr>
            </a:lvl3pPr>
            <a:lvl4pPr algn="r">
              <a:defRPr sz="1050" b="1">
                <a:solidFill>
                  <a:srgbClr val="A9BCD0"/>
                </a:solidFill>
                <a:latin typeface="Ubuntu Sans"/>
                <a:ea typeface="Ubuntu Sans"/>
                <a:cs typeface="Ubuntu Sans"/>
              </a:defRPr>
            </a:lvl4pPr>
            <a:lvl5pPr algn="r">
              <a:defRPr sz="1050" b="1">
                <a:solidFill>
                  <a:srgbClr val="A9BCD0"/>
                </a:solidFill>
                <a:latin typeface="Ubuntu Sans"/>
                <a:ea typeface="Ubuntu Sans"/>
                <a:cs typeface="Ubuntu Sans"/>
              </a:defRPr>
            </a:lvl5pPr>
            <a:lvl6pPr algn="r">
              <a:defRPr sz="1050" b="1">
                <a:solidFill>
                  <a:srgbClr val="A9BCD0"/>
                </a:solidFill>
                <a:latin typeface="Ubuntu Sans"/>
                <a:ea typeface="Ubuntu Sans"/>
                <a:cs typeface="Ubuntu Sans"/>
              </a:defRPr>
            </a:lvl6pPr>
            <a:lvl7pPr algn="r">
              <a:defRPr sz="1050" b="1">
                <a:solidFill>
                  <a:srgbClr val="A9BCD0"/>
                </a:solidFill>
                <a:latin typeface="Ubuntu Sans"/>
                <a:ea typeface="Ubuntu Sans"/>
                <a:cs typeface="Ubuntu Sans"/>
              </a:defRPr>
            </a:lvl7pPr>
            <a:lvl8pPr algn="r">
              <a:defRPr sz="1050" b="1">
                <a:solidFill>
                  <a:srgbClr val="A9BCD0"/>
                </a:solidFill>
                <a:latin typeface="Ubuntu Sans"/>
                <a:ea typeface="Ubuntu Sans"/>
                <a:cs typeface="Ubuntu Sans"/>
              </a:defRPr>
            </a:lvl8pPr>
            <a:lvl9pPr algn="r">
              <a:defRPr sz="1050" b="1">
                <a:solidFill>
                  <a:srgbClr val="A9BCD0"/>
                </a:solidFill>
                <a:latin typeface="Ubuntu Sans"/>
                <a:ea typeface="Ubuntu Sans"/>
                <a:cs typeface="Ubuntu Sans"/>
              </a:defRPr>
            </a:lvl9pPr>
          </a:lstStyle>
          <a:p xmlns:a="http://schemas.openxmlformats.org/drawingml/2006/main">
            <a:pPr algn="r">
              <a:defRPr sz="1050" b="1">
                <a:solidFill>
                  <a:srgbClr val="A9BCD0"/>
                </a:solidFill>
                <a:latin typeface="Ubuntu Sans"/>
                <a:ea typeface="Ubuntu Sans"/>
                <a:cs typeface="Ubuntu Sans"/>
              </a:defRPr>
            </a:pPr>
            <a:r>
              <a:rPr sz="1050" b="1">
                <a:solidFill>
                  <a:srgbClr val="A9BCD0"/>
                </a:solidFill>
                <a:latin typeface="Ubuntu Sans"/>
                <a:ea typeface="Ubuntu Sans"/>
                <a:cs typeface="Ubuntu Sans"/>
              </a:rPr>
              <a:t>02</a:t>
            </a:r>
          </a:p>
        </p:txBody>
      </p:sp>
      <p:sp>
        <p:nvSpPr>
          <p:cNvPr id="4" name="">
            <a:extLst xmlns:a="http://schemas.openxmlformats.org/drawingml/2006/main">
              <a:ext uri="{FF2B5EF4-FFF2-40B4-BE49-F238E27FC236}">
                <a16:creationId xmlns:a16="http://schemas.microsoft.com/office/drawing/2014/main" id="{40B13B96-7B37-4B6E-A6A1-1FB96F9F029E}"/>
              </a:ext>
            </a:extLst>
          </p:cNvPr>
          <p:cNvSpPr>
            <a:spLocks xmlns:a="http://schemas.openxmlformats.org/drawingml/2006/main" noGrp="1"/>
          </p:cNvSpPr>
          <p:nvPr/>
        </p:nvSpPr>
        <p:spPr>
          <a:xfrm xmlns:a="http://schemas.openxmlformats.org/drawingml/2006/main">
            <a:off x="609600" y="1219200"/>
            <a:ext cx="10972800" cy="0"/>
          </a:xfrm>
          <a:prstGeom xmlns:a="http://schemas.openxmlformats.org/drawingml/2006/main" prst="line">
            <a:avLst/>
          </a:prstGeom>
          <a:noFill xmlns:a="http://schemas.openxmlformats.org/drawingml/2006/main"/>
          <a:ln xmlns:a="http://schemas.openxmlformats.org/drawingml/2006/main" w="9525">
            <a:solidFill>
              <a:srgbClr val="2B4563"/>
            </a:solidFill>
            <a:prstDash val="solid"/>
          </a:ln>
        </p:spPr>
      </p:sp>
      <p:sp>
        <p:nvSpPr>
          <p:cNvPr id="5" name="">
            <a:extLst xmlns:a="http://schemas.openxmlformats.org/drawingml/2006/main">
              <a:ext uri="{FF2B5EF4-FFF2-40B4-BE49-F238E27FC236}">
                <a16:creationId xmlns:a16="http://schemas.microsoft.com/office/drawing/2014/main" id="{09C3926D-296B-4BA2-85E6-795979038444}"/>
              </a:ext>
            </a:extLst>
          </p:cNvPr>
          <p:cNvSpPr>
            <a:spLocks xmlns:a="http://schemas.openxmlformats.org/drawingml/2006/main" noGrp="1"/>
          </p:cNvSpPr>
          <p:nvPr/>
        </p:nvSpPr>
        <p:spPr>
          <a:xfrm xmlns:a="http://schemas.openxmlformats.org/drawingml/2006/main">
            <a:off x="609600" y="1409700"/>
            <a:ext cx="8572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2424"/>
          </a:bodyPr>
          <a:lstStyle xmlns:a="http://schemas.openxmlformats.org/drawingml/2006/main">
            <a:defPPr algn="l">
              <a:defRPr sz="1650" b="0">
                <a:solidFill>
                  <a:srgbClr val="A9BCD0"/>
                </a:solidFill>
                <a:latin typeface="Ubuntu Sans"/>
                <a:ea typeface="Ubuntu Sans"/>
                <a:cs typeface="Ubuntu Sans"/>
              </a:defRPr>
            </a:defPPr>
            <a:lvl1pPr algn="l">
              <a:defRPr sz="1650" b="0">
                <a:solidFill>
                  <a:srgbClr val="A9BCD0"/>
                </a:solidFill>
                <a:latin typeface="Ubuntu Sans"/>
                <a:ea typeface="Ubuntu Sans"/>
                <a:cs typeface="Ubuntu Sans"/>
              </a:defRPr>
            </a:lvl1pPr>
            <a:lvl2pPr algn="l">
              <a:defRPr sz="1650" b="0">
                <a:solidFill>
                  <a:srgbClr val="A9BCD0"/>
                </a:solidFill>
                <a:latin typeface="Ubuntu Sans"/>
                <a:ea typeface="Ubuntu Sans"/>
                <a:cs typeface="Ubuntu Sans"/>
              </a:defRPr>
            </a:lvl2pPr>
            <a:lvl3pPr algn="l">
              <a:defRPr sz="1650" b="0">
                <a:solidFill>
                  <a:srgbClr val="A9BCD0"/>
                </a:solidFill>
                <a:latin typeface="Ubuntu Sans"/>
                <a:ea typeface="Ubuntu Sans"/>
                <a:cs typeface="Ubuntu Sans"/>
              </a:defRPr>
            </a:lvl3pPr>
            <a:lvl4pPr algn="l">
              <a:defRPr sz="1650" b="0">
                <a:solidFill>
                  <a:srgbClr val="A9BCD0"/>
                </a:solidFill>
                <a:latin typeface="Ubuntu Sans"/>
                <a:ea typeface="Ubuntu Sans"/>
                <a:cs typeface="Ubuntu Sans"/>
              </a:defRPr>
            </a:lvl4pPr>
            <a:lvl5pPr algn="l">
              <a:defRPr sz="1650" b="0">
                <a:solidFill>
                  <a:srgbClr val="A9BCD0"/>
                </a:solidFill>
                <a:latin typeface="Ubuntu Sans"/>
                <a:ea typeface="Ubuntu Sans"/>
                <a:cs typeface="Ubuntu Sans"/>
              </a:defRPr>
            </a:lvl5pPr>
            <a:lvl6pPr algn="l">
              <a:defRPr sz="1650" b="0">
                <a:solidFill>
                  <a:srgbClr val="A9BCD0"/>
                </a:solidFill>
                <a:latin typeface="Ubuntu Sans"/>
                <a:ea typeface="Ubuntu Sans"/>
                <a:cs typeface="Ubuntu Sans"/>
              </a:defRPr>
            </a:lvl6pPr>
            <a:lvl7pPr algn="l">
              <a:defRPr sz="1650" b="0">
                <a:solidFill>
                  <a:srgbClr val="A9BCD0"/>
                </a:solidFill>
                <a:latin typeface="Ubuntu Sans"/>
                <a:ea typeface="Ubuntu Sans"/>
                <a:cs typeface="Ubuntu Sans"/>
              </a:defRPr>
            </a:lvl7pPr>
            <a:lvl8pPr algn="l">
              <a:defRPr sz="1650" b="0">
                <a:solidFill>
                  <a:srgbClr val="A9BCD0"/>
                </a:solidFill>
                <a:latin typeface="Ubuntu Sans"/>
                <a:ea typeface="Ubuntu Sans"/>
                <a:cs typeface="Ubuntu Sans"/>
              </a:defRPr>
            </a:lvl8pPr>
            <a:lvl9pPr algn="l">
              <a:defRPr sz="1650" b="0">
                <a:solidFill>
                  <a:srgbClr val="A9BCD0"/>
                </a:solidFill>
                <a:latin typeface="Ubuntu Sans"/>
                <a:ea typeface="Ubuntu Sans"/>
                <a:cs typeface="Ubuntu Sans"/>
              </a:defRPr>
            </a:lvl9pPr>
          </a:lstStyle>
          <a:p xmlns:a="http://schemas.openxmlformats.org/drawingml/2006/main">
            <a:pPr algn="l">
              <a:defRPr sz="1650" b="0">
                <a:solidFill>
                  <a:srgbClr val="A9BCD0"/>
                </a:solidFill>
                <a:latin typeface="Ubuntu Sans"/>
                <a:ea typeface="Ubuntu Sans"/>
                <a:cs typeface="Ubuntu Sans"/>
              </a:defRPr>
            </a:pPr>
            <a:r>
              <a:rPr sz="1650" b="0">
                <a:solidFill>
                  <a:srgbClr val="A9BCD0"/>
                </a:solidFill>
                <a:latin typeface="Ubuntu Sans"/>
                <a:ea typeface="Ubuntu Sans"/>
                <a:cs typeface="Ubuntu Sans"/>
              </a:rPr>
              <a:t>CODITENT supports three groups with different data and permissions.</a:t>
            </a:r>
          </a:p>
        </p:txBody>
      </p:sp>
      <p:sp>
        <p:nvSpPr>
          <p:cNvPr id="6" name="">
            <a:extLst xmlns:a="http://schemas.openxmlformats.org/drawingml/2006/main">
              <a:ext uri="{FF2B5EF4-FFF2-40B4-BE49-F238E27FC236}">
                <a16:creationId xmlns:a16="http://schemas.microsoft.com/office/drawing/2014/main" id="{F0BDE2B4-E2DF-46D3-AB0E-E8AC06385A9B}"/>
              </a:ext>
            </a:extLst>
          </p:cNvPr>
          <p:cNvSpPr>
            <a:spLocks xmlns:a="http://schemas.openxmlformats.org/drawingml/2006/main" noGrp="1"/>
          </p:cNvSpPr>
          <p:nvPr/>
        </p:nvSpPr>
        <p:spPr>
          <a:xfrm xmlns:a="http://schemas.openxmlformats.org/drawingml/2006/main">
            <a:off x="609600" y="1981200"/>
            <a:ext cx="3333750" cy="1695450"/>
          </a:xfrm>
          <a:prstGeom xmlns:a="http://schemas.openxmlformats.org/drawingml/2006/main" prst="roundRect">
            <a:avLst>
              <a:gd name="adj" fmla="val 6742"/>
            </a:avLst>
          </a:prstGeom>
          <a:solidFill xmlns:a="http://schemas.openxmlformats.org/drawingml/2006/main">
            <a:srgbClr val="10223A"/>
          </a:solidFill>
          <a:ln xmlns:a="http://schemas.openxmlformats.org/drawingml/2006/main" w="11430">
            <a:solidFill>
              <a:srgbClr val="2B4563"/>
            </a:solidFill>
            <a:prstDash val="solid"/>
          </a:ln>
        </p:spPr>
      </p:sp>
      <p:sp>
        <p:nvSpPr>
          <p:cNvPr id="7" name="">
            <a:extLst xmlns:a="http://schemas.openxmlformats.org/drawingml/2006/main">
              <a:ext uri="{FF2B5EF4-FFF2-40B4-BE49-F238E27FC236}">
                <a16:creationId xmlns:a16="http://schemas.microsoft.com/office/drawing/2014/main" id="{876EEAB5-3975-4658-9BFF-68F9A6AE8B63}"/>
              </a:ext>
            </a:extLst>
          </p:cNvPr>
          <p:cNvSpPr>
            <a:spLocks xmlns:a="http://schemas.openxmlformats.org/drawingml/2006/main" noGrp="1"/>
          </p:cNvSpPr>
          <p:nvPr/>
        </p:nvSpPr>
        <p:spPr>
          <a:xfrm xmlns:a="http://schemas.openxmlformats.org/drawingml/2006/main">
            <a:off x="609600" y="1981200"/>
            <a:ext cx="66675" cy="1695450"/>
          </a:xfrm>
          <a:prstGeom xmlns:a="http://schemas.openxmlformats.org/drawingml/2006/main" prst="roundRect">
            <a:avLst>
              <a:gd name="adj" fmla="val 50000"/>
            </a:avLst>
          </a:prstGeom>
          <a:solidFill xmlns:a="http://schemas.openxmlformats.org/drawingml/2006/main">
            <a:srgbClr val="2FD6D3"/>
          </a:solidFill>
          <a:ln xmlns:a="http://schemas.openxmlformats.org/drawingml/2006/main" w="0">
            <a:solidFill>
              <a:srgbClr val="2FD6D3"/>
            </a:solidFill>
            <a:prstDash val="solid"/>
          </a:ln>
        </p:spPr>
      </p:sp>
      <p:sp>
        <p:nvSpPr>
          <p:cNvPr id="8" name="">
            <a:extLst xmlns:a="http://schemas.openxmlformats.org/drawingml/2006/main">
              <a:ext uri="{FF2B5EF4-FFF2-40B4-BE49-F238E27FC236}">
                <a16:creationId xmlns:a16="http://schemas.microsoft.com/office/drawing/2014/main" id="{E3388FB2-2334-4CDA-98E6-767A868C9007}"/>
              </a:ext>
            </a:extLst>
          </p:cNvPr>
          <p:cNvSpPr>
            <a:spLocks xmlns:a="http://schemas.openxmlformats.org/drawingml/2006/main" noGrp="1"/>
          </p:cNvSpPr>
          <p:nvPr/>
        </p:nvSpPr>
        <p:spPr>
          <a:xfrm xmlns:a="http://schemas.openxmlformats.org/drawingml/2006/main">
            <a:off x="819150" y="2095500"/>
            <a:ext cx="3009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F4F8FF"/>
                </a:solidFill>
                <a:latin typeface="Ubuntu Sans"/>
                <a:ea typeface="Ubuntu Sans"/>
                <a:cs typeface="Ubuntu Sans"/>
              </a:defRPr>
            </a:defPPr>
            <a:lvl1pPr algn="l">
              <a:defRPr sz="1575" b="1">
                <a:solidFill>
                  <a:srgbClr val="F4F8FF"/>
                </a:solidFill>
                <a:latin typeface="Ubuntu Sans"/>
                <a:ea typeface="Ubuntu Sans"/>
                <a:cs typeface="Ubuntu Sans"/>
              </a:defRPr>
            </a:lvl1pPr>
            <a:lvl2pPr algn="l">
              <a:defRPr sz="1575" b="1">
                <a:solidFill>
                  <a:srgbClr val="F4F8FF"/>
                </a:solidFill>
                <a:latin typeface="Ubuntu Sans"/>
                <a:ea typeface="Ubuntu Sans"/>
                <a:cs typeface="Ubuntu Sans"/>
              </a:defRPr>
            </a:lvl2pPr>
            <a:lvl3pPr algn="l">
              <a:defRPr sz="1575" b="1">
                <a:solidFill>
                  <a:srgbClr val="F4F8FF"/>
                </a:solidFill>
                <a:latin typeface="Ubuntu Sans"/>
                <a:ea typeface="Ubuntu Sans"/>
                <a:cs typeface="Ubuntu Sans"/>
              </a:defRPr>
            </a:lvl3pPr>
            <a:lvl4pPr algn="l">
              <a:defRPr sz="1575" b="1">
                <a:solidFill>
                  <a:srgbClr val="F4F8FF"/>
                </a:solidFill>
                <a:latin typeface="Ubuntu Sans"/>
                <a:ea typeface="Ubuntu Sans"/>
                <a:cs typeface="Ubuntu Sans"/>
              </a:defRPr>
            </a:lvl4pPr>
            <a:lvl5pPr algn="l">
              <a:defRPr sz="1575" b="1">
                <a:solidFill>
                  <a:srgbClr val="F4F8FF"/>
                </a:solidFill>
                <a:latin typeface="Ubuntu Sans"/>
                <a:ea typeface="Ubuntu Sans"/>
                <a:cs typeface="Ubuntu Sans"/>
              </a:defRPr>
            </a:lvl5pPr>
            <a:lvl6pPr algn="l">
              <a:defRPr sz="1575" b="1">
                <a:solidFill>
                  <a:srgbClr val="F4F8FF"/>
                </a:solidFill>
                <a:latin typeface="Ubuntu Sans"/>
                <a:ea typeface="Ubuntu Sans"/>
                <a:cs typeface="Ubuntu Sans"/>
              </a:defRPr>
            </a:lvl6pPr>
            <a:lvl7pPr algn="l">
              <a:defRPr sz="1575" b="1">
                <a:solidFill>
                  <a:srgbClr val="F4F8FF"/>
                </a:solidFill>
                <a:latin typeface="Ubuntu Sans"/>
                <a:ea typeface="Ubuntu Sans"/>
                <a:cs typeface="Ubuntu Sans"/>
              </a:defRPr>
            </a:lvl7pPr>
            <a:lvl8pPr algn="l">
              <a:defRPr sz="1575" b="1">
                <a:solidFill>
                  <a:srgbClr val="F4F8FF"/>
                </a:solidFill>
                <a:latin typeface="Ubuntu Sans"/>
                <a:ea typeface="Ubuntu Sans"/>
                <a:cs typeface="Ubuntu Sans"/>
              </a:defRPr>
            </a:lvl8pPr>
            <a:lvl9pPr algn="l">
              <a:defRPr sz="1575" b="1">
                <a:solidFill>
                  <a:srgbClr val="F4F8FF"/>
                </a:solidFill>
                <a:latin typeface="Ubuntu Sans"/>
                <a:ea typeface="Ubuntu Sans"/>
                <a:cs typeface="Ubuntu Sans"/>
              </a:defRPr>
            </a:lvl9pPr>
          </a:lstStyle>
          <a:p xmlns:a="http://schemas.openxmlformats.org/drawingml/2006/main">
            <a:pPr algn="l">
              <a:defRPr sz="1575" b="1">
                <a:solidFill>
                  <a:srgbClr val="F4F8FF"/>
                </a:solidFill>
                <a:latin typeface="Ubuntu Sans"/>
                <a:ea typeface="Ubuntu Sans"/>
                <a:cs typeface="Ubuntu Sans"/>
              </a:defRPr>
            </a:pPr>
            <a:r>
              <a:rPr sz="1575" b="1">
                <a:solidFill>
                  <a:srgbClr val="F4F8FF"/>
                </a:solidFill>
                <a:latin typeface="Ubuntu Sans"/>
                <a:ea typeface="Ubuntu Sans"/>
                <a:cs typeface="Ubuntu Sans"/>
              </a:rPr>
              <a:t>Candidates</a:t>
            </a:r>
          </a:p>
        </p:txBody>
      </p:sp>
      <p:sp>
        <p:nvSpPr>
          <p:cNvPr id="9" name="">
            <a:extLst xmlns:a="http://schemas.openxmlformats.org/drawingml/2006/main">
              <a:ext uri="{FF2B5EF4-FFF2-40B4-BE49-F238E27FC236}">
                <a16:creationId xmlns:a16="http://schemas.microsoft.com/office/drawing/2014/main" id="{DF94ACC8-FAD5-46A6-BE7A-3ABE56D50619}"/>
              </a:ext>
            </a:extLst>
          </p:cNvPr>
          <p:cNvSpPr>
            <a:spLocks xmlns:a="http://schemas.openxmlformats.org/drawingml/2006/main" noGrp="1"/>
          </p:cNvSpPr>
          <p:nvPr/>
        </p:nvSpPr>
        <p:spPr>
          <a:xfrm xmlns:a="http://schemas.openxmlformats.org/drawingml/2006/main">
            <a:off x="819150" y="2390775"/>
            <a:ext cx="300990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A9BCD0"/>
                </a:solidFill>
                <a:latin typeface="Ubuntu Sans"/>
                <a:ea typeface="Ubuntu Sans"/>
                <a:cs typeface="Ubuntu Sans"/>
              </a:defRPr>
            </a:defPPr>
            <a:lvl1pPr algn="l">
              <a:defRPr sz="1125" b="0">
                <a:solidFill>
                  <a:srgbClr val="A9BCD0"/>
                </a:solidFill>
                <a:latin typeface="Ubuntu Sans"/>
                <a:ea typeface="Ubuntu Sans"/>
                <a:cs typeface="Ubuntu Sans"/>
              </a:defRPr>
            </a:lvl1pPr>
            <a:lvl2pPr algn="l">
              <a:defRPr sz="1125" b="0">
                <a:solidFill>
                  <a:srgbClr val="A9BCD0"/>
                </a:solidFill>
                <a:latin typeface="Ubuntu Sans"/>
                <a:ea typeface="Ubuntu Sans"/>
                <a:cs typeface="Ubuntu Sans"/>
              </a:defRPr>
            </a:lvl2pPr>
            <a:lvl3pPr algn="l">
              <a:defRPr sz="1125" b="0">
                <a:solidFill>
                  <a:srgbClr val="A9BCD0"/>
                </a:solidFill>
                <a:latin typeface="Ubuntu Sans"/>
                <a:ea typeface="Ubuntu Sans"/>
                <a:cs typeface="Ubuntu Sans"/>
              </a:defRPr>
            </a:lvl3pPr>
            <a:lvl4pPr algn="l">
              <a:defRPr sz="1125" b="0">
                <a:solidFill>
                  <a:srgbClr val="A9BCD0"/>
                </a:solidFill>
                <a:latin typeface="Ubuntu Sans"/>
                <a:ea typeface="Ubuntu Sans"/>
                <a:cs typeface="Ubuntu Sans"/>
              </a:defRPr>
            </a:lvl4pPr>
            <a:lvl5pPr algn="l">
              <a:defRPr sz="1125" b="0">
                <a:solidFill>
                  <a:srgbClr val="A9BCD0"/>
                </a:solidFill>
                <a:latin typeface="Ubuntu Sans"/>
                <a:ea typeface="Ubuntu Sans"/>
                <a:cs typeface="Ubuntu Sans"/>
              </a:defRPr>
            </a:lvl5pPr>
            <a:lvl6pPr algn="l">
              <a:defRPr sz="1125" b="0">
                <a:solidFill>
                  <a:srgbClr val="A9BCD0"/>
                </a:solidFill>
                <a:latin typeface="Ubuntu Sans"/>
                <a:ea typeface="Ubuntu Sans"/>
                <a:cs typeface="Ubuntu Sans"/>
              </a:defRPr>
            </a:lvl6pPr>
            <a:lvl7pPr algn="l">
              <a:defRPr sz="1125" b="0">
                <a:solidFill>
                  <a:srgbClr val="A9BCD0"/>
                </a:solidFill>
                <a:latin typeface="Ubuntu Sans"/>
                <a:ea typeface="Ubuntu Sans"/>
                <a:cs typeface="Ubuntu Sans"/>
              </a:defRPr>
            </a:lvl7pPr>
            <a:lvl8pPr algn="l">
              <a:defRPr sz="1125" b="0">
                <a:solidFill>
                  <a:srgbClr val="A9BCD0"/>
                </a:solidFill>
                <a:latin typeface="Ubuntu Sans"/>
                <a:ea typeface="Ubuntu Sans"/>
                <a:cs typeface="Ubuntu Sans"/>
              </a:defRPr>
            </a:lvl8pPr>
            <a:lvl9pPr algn="l">
              <a:defRPr sz="1125" b="0">
                <a:solidFill>
                  <a:srgbClr val="A9BCD0"/>
                </a:solidFill>
                <a:latin typeface="Ubuntu Sans"/>
                <a:ea typeface="Ubuntu Sans"/>
                <a:cs typeface="Ubuntu Sans"/>
              </a:defRPr>
            </a:lvl9pPr>
          </a:lstStyle>
          <a:p xmlns:a="http://schemas.openxmlformats.org/drawingml/2006/main">
            <a:pPr algn="l">
              <a:defRPr sz="1125" b="0">
                <a:solidFill>
                  <a:srgbClr val="A9BCD0"/>
                </a:solidFill>
                <a:latin typeface="Ubuntu Sans"/>
                <a:ea typeface="Ubuntu Sans"/>
                <a:cs typeface="Ubuntu Sans"/>
              </a:defRPr>
            </a:pPr>
            <a:r>
              <a:rPr sz="1125" b="0">
                <a:solidFill>
                  <a:srgbClr val="A9BCD0"/>
                </a:solidFill>
                <a:latin typeface="Ubuntu Sans"/>
                <a:ea typeface="Ubuntu Sans"/>
                <a:cs typeface="Ubuntu Sans"/>
              </a:rPr>
              <a:t>Profiles, CVs, offers, applications, interviews, recommendations and recruiter chat</a:t>
            </a:r>
          </a:p>
        </p:txBody>
      </p:sp>
      <p:sp>
        <p:nvSpPr>
          <p:cNvPr id="10" name="">
            <a:extLst xmlns:a="http://schemas.openxmlformats.org/drawingml/2006/main">
              <a:ext uri="{FF2B5EF4-FFF2-40B4-BE49-F238E27FC236}">
                <a16:creationId xmlns:a16="http://schemas.microsoft.com/office/drawing/2014/main" id="{A6CC1AA8-E19F-48E2-88D0-B7D47779B251}"/>
              </a:ext>
            </a:extLst>
          </p:cNvPr>
          <p:cNvSpPr>
            <a:spLocks xmlns:a="http://schemas.openxmlformats.org/drawingml/2006/main" noGrp="1"/>
          </p:cNvSpPr>
          <p:nvPr/>
        </p:nvSpPr>
        <p:spPr>
          <a:xfrm xmlns:a="http://schemas.openxmlformats.org/drawingml/2006/main">
            <a:off x="4429125" y="1981200"/>
            <a:ext cx="3333750" cy="1695450"/>
          </a:xfrm>
          <a:prstGeom xmlns:a="http://schemas.openxmlformats.org/drawingml/2006/main" prst="roundRect">
            <a:avLst>
              <a:gd name="adj" fmla="val 6742"/>
            </a:avLst>
          </a:prstGeom>
          <a:solidFill xmlns:a="http://schemas.openxmlformats.org/drawingml/2006/main">
            <a:srgbClr val="10223A"/>
          </a:solidFill>
          <a:ln xmlns:a="http://schemas.openxmlformats.org/drawingml/2006/main" w="11430">
            <a:solidFill>
              <a:srgbClr val="2B4563"/>
            </a:solidFill>
            <a:prstDash val="solid"/>
          </a:ln>
        </p:spPr>
      </p:sp>
      <p:sp>
        <p:nvSpPr>
          <p:cNvPr id="11" name="">
            <a:extLst xmlns:a="http://schemas.openxmlformats.org/drawingml/2006/main">
              <a:ext uri="{FF2B5EF4-FFF2-40B4-BE49-F238E27FC236}">
                <a16:creationId xmlns:a16="http://schemas.microsoft.com/office/drawing/2014/main" id="{609054B3-2EA4-4B78-B81B-5105CA15C751}"/>
              </a:ext>
            </a:extLst>
          </p:cNvPr>
          <p:cNvSpPr>
            <a:spLocks xmlns:a="http://schemas.openxmlformats.org/drawingml/2006/main" noGrp="1"/>
          </p:cNvSpPr>
          <p:nvPr/>
        </p:nvSpPr>
        <p:spPr>
          <a:xfrm xmlns:a="http://schemas.openxmlformats.org/drawingml/2006/main">
            <a:off x="4429125" y="1981200"/>
            <a:ext cx="66675" cy="1695450"/>
          </a:xfrm>
          <a:prstGeom xmlns:a="http://schemas.openxmlformats.org/drawingml/2006/main" prst="roundRect">
            <a:avLst>
              <a:gd name="adj" fmla="val 50000"/>
            </a:avLst>
          </a:prstGeom>
          <a:solidFill xmlns:a="http://schemas.openxmlformats.org/drawingml/2006/main">
            <a:srgbClr val="8A7CFF"/>
          </a:solidFill>
          <a:ln xmlns:a="http://schemas.openxmlformats.org/drawingml/2006/main" w="0">
            <a:solidFill>
              <a:srgbClr val="8A7CFF"/>
            </a:solidFill>
            <a:prstDash val="solid"/>
          </a:ln>
        </p:spPr>
      </p:sp>
      <p:sp>
        <p:nvSpPr>
          <p:cNvPr id="12" name="">
            <a:extLst xmlns:a="http://schemas.openxmlformats.org/drawingml/2006/main">
              <a:ext uri="{FF2B5EF4-FFF2-40B4-BE49-F238E27FC236}">
                <a16:creationId xmlns:a16="http://schemas.microsoft.com/office/drawing/2014/main" id="{673AB416-ABDA-4103-8575-A7A7309600A4}"/>
              </a:ext>
            </a:extLst>
          </p:cNvPr>
          <p:cNvSpPr>
            <a:spLocks xmlns:a="http://schemas.openxmlformats.org/drawingml/2006/main" noGrp="1"/>
          </p:cNvSpPr>
          <p:nvPr/>
        </p:nvSpPr>
        <p:spPr>
          <a:xfrm xmlns:a="http://schemas.openxmlformats.org/drawingml/2006/main">
            <a:off x="4638675" y="2095500"/>
            <a:ext cx="3009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F4F8FF"/>
                </a:solidFill>
                <a:latin typeface="Ubuntu Sans"/>
                <a:ea typeface="Ubuntu Sans"/>
                <a:cs typeface="Ubuntu Sans"/>
              </a:defRPr>
            </a:defPPr>
            <a:lvl1pPr algn="l">
              <a:defRPr sz="1575" b="1">
                <a:solidFill>
                  <a:srgbClr val="F4F8FF"/>
                </a:solidFill>
                <a:latin typeface="Ubuntu Sans"/>
                <a:ea typeface="Ubuntu Sans"/>
                <a:cs typeface="Ubuntu Sans"/>
              </a:defRPr>
            </a:lvl1pPr>
            <a:lvl2pPr algn="l">
              <a:defRPr sz="1575" b="1">
                <a:solidFill>
                  <a:srgbClr val="F4F8FF"/>
                </a:solidFill>
                <a:latin typeface="Ubuntu Sans"/>
                <a:ea typeface="Ubuntu Sans"/>
                <a:cs typeface="Ubuntu Sans"/>
              </a:defRPr>
            </a:lvl2pPr>
            <a:lvl3pPr algn="l">
              <a:defRPr sz="1575" b="1">
                <a:solidFill>
                  <a:srgbClr val="F4F8FF"/>
                </a:solidFill>
                <a:latin typeface="Ubuntu Sans"/>
                <a:ea typeface="Ubuntu Sans"/>
                <a:cs typeface="Ubuntu Sans"/>
              </a:defRPr>
            </a:lvl3pPr>
            <a:lvl4pPr algn="l">
              <a:defRPr sz="1575" b="1">
                <a:solidFill>
                  <a:srgbClr val="F4F8FF"/>
                </a:solidFill>
                <a:latin typeface="Ubuntu Sans"/>
                <a:ea typeface="Ubuntu Sans"/>
                <a:cs typeface="Ubuntu Sans"/>
              </a:defRPr>
            </a:lvl4pPr>
            <a:lvl5pPr algn="l">
              <a:defRPr sz="1575" b="1">
                <a:solidFill>
                  <a:srgbClr val="F4F8FF"/>
                </a:solidFill>
                <a:latin typeface="Ubuntu Sans"/>
                <a:ea typeface="Ubuntu Sans"/>
                <a:cs typeface="Ubuntu Sans"/>
              </a:defRPr>
            </a:lvl5pPr>
            <a:lvl6pPr algn="l">
              <a:defRPr sz="1575" b="1">
                <a:solidFill>
                  <a:srgbClr val="F4F8FF"/>
                </a:solidFill>
                <a:latin typeface="Ubuntu Sans"/>
                <a:ea typeface="Ubuntu Sans"/>
                <a:cs typeface="Ubuntu Sans"/>
              </a:defRPr>
            </a:lvl6pPr>
            <a:lvl7pPr algn="l">
              <a:defRPr sz="1575" b="1">
                <a:solidFill>
                  <a:srgbClr val="F4F8FF"/>
                </a:solidFill>
                <a:latin typeface="Ubuntu Sans"/>
                <a:ea typeface="Ubuntu Sans"/>
                <a:cs typeface="Ubuntu Sans"/>
              </a:defRPr>
            </a:lvl7pPr>
            <a:lvl8pPr algn="l">
              <a:defRPr sz="1575" b="1">
                <a:solidFill>
                  <a:srgbClr val="F4F8FF"/>
                </a:solidFill>
                <a:latin typeface="Ubuntu Sans"/>
                <a:ea typeface="Ubuntu Sans"/>
                <a:cs typeface="Ubuntu Sans"/>
              </a:defRPr>
            </a:lvl8pPr>
            <a:lvl9pPr algn="l">
              <a:defRPr sz="1575" b="1">
                <a:solidFill>
                  <a:srgbClr val="F4F8FF"/>
                </a:solidFill>
                <a:latin typeface="Ubuntu Sans"/>
                <a:ea typeface="Ubuntu Sans"/>
                <a:cs typeface="Ubuntu Sans"/>
              </a:defRPr>
            </a:lvl9pPr>
          </a:lstStyle>
          <a:p xmlns:a="http://schemas.openxmlformats.org/drawingml/2006/main">
            <a:pPr algn="l">
              <a:defRPr sz="1575" b="1">
                <a:solidFill>
                  <a:srgbClr val="F4F8FF"/>
                </a:solidFill>
                <a:latin typeface="Ubuntu Sans"/>
                <a:ea typeface="Ubuntu Sans"/>
                <a:cs typeface="Ubuntu Sans"/>
              </a:defRPr>
            </a:pPr>
            <a:r>
              <a:rPr sz="1575" b="1">
                <a:solidFill>
                  <a:srgbClr val="F4F8FF"/>
                </a:solidFill>
                <a:latin typeface="Ubuntu Sans"/>
                <a:ea typeface="Ubuntu Sans"/>
                <a:cs typeface="Ubuntu Sans"/>
              </a:rPr>
              <a:t>Company teams</a:t>
            </a:r>
          </a:p>
        </p:txBody>
      </p:sp>
      <p:sp>
        <p:nvSpPr>
          <p:cNvPr id="13" name="">
            <a:extLst xmlns:a="http://schemas.openxmlformats.org/drawingml/2006/main">
              <a:ext uri="{FF2B5EF4-FFF2-40B4-BE49-F238E27FC236}">
                <a16:creationId xmlns:a16="http://schemas.microsoft.com/office/drawing/2014/main" id="{F0444F3A-C755-409B-8440-24C1DF78002D}"/>
              </a:ext>
            </a:extLst>
          </p:cNvPr>
          <p:cNvSpPr>
            <a:spLocks xmlns:a="http://schemas.openxmlformats.org/drawingml/2006/main" noGrp="1"/>
          </p:cNvSpPr>
          <p:nvPr/>
        </p:nvSpPr>
        <p:spPr>
          <a:xfrm xmlns:a="http://schemas.openxmlformats.org/drawingml/2006/main">
            <a:off x="4638675" y="2390775"/>
            <a:ext cx="300990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A9BCD0"/>
                </a:solidFill>
                <a:latin typeface="Ubuntu Sans"/>
                <a:ea typeface="Ubuntu Sans"/>
                <a:cs typeface="Ubuntu Sans"/>
              </a:defRPr>
            </a:defPPr>
            <a:lvl1pPr algn="l">
              <a:defRPr sz="1125" b="0">
                <a:solidFill>
                  <a:srgbClr val="A9BCD0"/>
                </a:solidFill>
                <a:latin typeface="Ubuntu Sans"/>
                <a:ea typeface="Ubuntu Sans"/>
                <a:cs typeface="Ubuntu Sans"/>
              </a:defRPr>
            </a:lvl1pPr>
            <a:lvl2pPr algn="l">
              <a:defRPr sz="1125" b="0">
                <a:solidFill>
                  <a:srgbClr val="A9BCD0"/>
                </a:solidFill>
                <a:latin typeface="Ubuntu Sans"/>
                <a:ea typeface="Ubuntu Sans"/>
                <a:cs typeface="Ubuntu Sans"/>
              </a:defRPr>
            </a:lvl2pPr>
            <a:lvl3pPr algn="l">
              <a:defRPr sz="1125" b="0">
                <a:solidFill>
                  <a:srgbClr val="A9BCD0"/>
                </a:solidFill>
                <a:latin typeface="Ubuntu Sans"/>
                <a:ea typeface="Ubuntu Sans"/>
                <a:cs typeface="Ubuntu Sans"/>
              </a:defRPr>
            </a:lvl3pPr>
            <a:lvl4pPr algn="l">
              <a:defRPr sz="1125" b="0">
                <a:solidFill>
                  <a:srgbClr val="A9BCD0"/>
                </a:solidFill>
                <a:latin typeface="Ubuntu Sans"/>
                <a:ea typeface="Ubuntu Sans"/>
                <a:cs typeface="Ubuntu Sans"/>
              </a:defRPr>
            </a:lvl4pPr>
            <a:lvl5pPr algn="l">
              <a:defRPr sz="1125" b="0">
                <a:solidFill>
                  <a:srgbClr val="A9BCD0"/>
                </a:solidFill>
                <a:latin typeface="Ubuntu Sans"/>
                <a:ea typeface="Ubuntu Sans"/>
                <a:cs typeface="Ubuntu Sans"/>
              </a:defRPr>
            </a:lvl5pPr>
            <a:lvl6pPr algn="l">
              <a:defRPr sz="1125" b="0">
                <a:solidFill>
                  <a:srgbClr val="A9BCD0"/>
                </a:solidFill>
                <a:latin typeface="Ubuntu Sans"/>
                <a:ea typeface="Ubuntu Sans"/>
                <a:cs typeface="Ubuntu Sans"/>
              </a:defRPr>
            </a:lvl6pPr>
            <a:lvl7pPr algn="l">
              <a:defRPr sz="1125" b="0">
                <a:solidFill>
                  <a:srgbClr val="A9BCD0"/>
                </a:solidFill>
                <a:latin typeface="Ubuntu Sans"/>
                <a:ea typeface="Ubuntu Sans"/>
                <a:cs typeface="Ubuntu Sans"/>
              </a:defRPr>
            </a:lvl7pPr>
            <a:lvl8pPr algn="l">
              <a:defRPr sz="1125" b="0">
                <a:solidFill>
                  <a:srgbClr val="A9BCD0"/>
                </a:solidFill>
                <a:latin typeface="Ubuntu Sans"/>
                <a:ea typeface="Ubuntu Sans"/>
                <a:cs typeface="Ubuntu Sans"/>
              </a:defRPr>
            </a:lvl8pPr>
            <a:lvl9pPr algn="l">
              <a:defRPr sz="1125" b="0">
                <a:solidFill>
                  <a:srgbClr val="A9BCD0"/>
                </a:solidFill>
                <a:latin typeface="Ubuntu Sans"/>
                <a:ea typeface="Ubuntu Sans"/>
                <a:cs typeface="Ubuntu Sans"/>
              </a:defRPr>
            </a:lvl9pPr>
          </a:lstStyle>
          <a:p xmlns:a="http://schemas.openxmlformats.org/drawingml/2006/main">
            <a:pPr algn="l">
              <a:defRPr sz="1125" b="0">
                <a:solidFill>
                  <a:srgbClr val="A9BCD0"/>
                </a:solidFill>
                <a:latin typeface="Ubuntu Sans"/>
                <a:ea typeface="Ubuntu Sans"/>
                <a:cs typeface="Ubuntu Sans"/>
              </a:defRPr>
            </a:pPr>
            <a:r>
              <a:rPr sz="1125" b="0">
                <a:solidFill>
                  <a:srgbClr val="A9BCD0"/>
                </a:solidFill>
                <a:latin typeface="Ubuntu Sans"/>
                <a:ea typeface="Ubuntu Sans"/>
                <a:cs typeface="Ubuntu Sans"/>
              </a:rPr>
              <a:t>Offers, candidate review, hiring stages, team invitations, interviews and recruitment chat</a:t>
            </a:r>
          </a:p>
        </p:txBody>
      </p:sp>
      <p:sp>
        <p:nvSpPr>
          <p:cNvPr id="14" name="">
            <a:extLst xmlns:a="http://schemas.openxmlformats.org/drawingml/2006/main">
              <a:ext uri="{FF2B5EF4-FFF2-40B4-BE49-F238E27FC236}">
                <a16:creationId xmlns:a16="http://schemas.microsoft.com/office/drawing/2014/main" id="{C546FF15-3692-4EC4-9115-3C76210376E7}"/>
              </a:ext>
            </a:extLst>
          </p:cNvPr>
          <p:cNvSpPr>
            <a:spLocks xmlns:a="http://schemas.openxmlformats.org/drawingml/2006/main" noGrp="1"/>
          </p:cNvSpPr>
          <p:nvPr/>
        </p:nvSpPr>
        <p:spPr>
          <a:xfrm xmlns:a="http://schemas.openxmlformats.org/drawingml/2006/main">
            <a:off x="8248650" y="1981200"/>
            <a:ext cx="3333750" cy="1695450"/>
          </a:xfrm>
          <a:prstGeom xmlns:a="http://schemas.openxmlformats.org/drawingml/2006/main" prst="roundRect">
            <a:avLst>
              <a:gd name="adj" fmla="val 6742"/>
            </a:avLst>
          </a:prstGeom>
          <a:solidFill xmlns:a="http://schemas.openxmlformats.org/drawingml/2006/main">
            <a:srgbClr val="10223A"/>
          </a:solidFill>
          <a:ln xmlns:a="http://schemas.openxmlformats.org/drawingml/2006/main" w="11430">
            <a:solidFill>
              <a:srgbClr val="2B4563"/>
            </a:solidFill>
            <a:prstDash val="solid"/>
          </a:ln>
        </p:spPr>
      </p:sp>
      <p:sp>
        <p:nvSpPr>
          <p:cNvPr id="15" name="">
            <a:extLst xmlns:a="http://schemas.openxmlformats.org/drawingml/2006/main">
              <a:ext uri="{FF2B5EF4-FFF2-40B4-BE49-F238E27FC236}">
                <a16:creationId xmlns:a16="http://schemas.microsoft.com/office/drawing/2014/main" id="{9D08535D-027F-4AF1-AC3A-5CF53DFBCCB9}"/>
              </a:ext>
            </a:extLst>
          </p:cNvPr>
          <p:cNvSpPr>
            <a:spLocks xmlns:a="http://schemas.openxmlformats.org/drawingml/2006/main" noGrp="1"/>
          </p:cNvSpPr>
          <p:nvPr/>
        </p:nvSpPr>
        <p:spPr>
          <a:xfrm xmlns:a="http://schemas.openxmlformats.org/drawingml/2006/main">
            <a:off x="8248650" y="1981200"/>
            <a:ext cx="66675" cy="1695450"/>
          </a:xfrm>
          <a:prstGeom xmlns:a="http://schemas.openxmlformats.org/drawingml/2006/main" prst="roundRect">
            <a:avLst>
              <a:gd name="adj" fmla="val 50000"/>
            </a:avLst>
          </a:prstGeom>
          <a:solidFill xmlns:a="http://schemas.openxmlformats.org/drawingml/2006/main">
            <a:srgbClr val="4FA7FF"/>
          </a:solidFill>
          <a:ln xmlns:a="http://schemas.openxmlformats.org/drawingml/2006/main" w="0">
            <a:solidFill>
              <a:srgbClr val="4FA7FF"/>
            </a:solidFill>
            <a:prstDash val="solid"/>
          </a:ln>
        </p:spPr>
      </p:sp>
      <p:sp>
        <p:nvSpPr>
          <p:cNvPr id="16" name="">
            <a:extLst xmlns:a="http://schemas.openxmlformats.org/drawingml/2006/main">
              <a:ext uri="{FF2B5EF4-FFF2-40B4-BE49-F238E27FC236}">
                <a16:creationId xmlns:a16="http://schemas.microsoft.com/office/drawing/2014/main" id="{5D38D3F4-874C-42C2-A4C6-A5A49E2A0ABE}"/>
              </a:ext>
            </a:extLst>
          </p:cNvPr>
          <p:cNvSpPr>
            <a:spLocks xmlns:a="http://schemas.openxmlformats.org/drawingml/2006/main" noGrp="1"/>
          </p:cNvSpPr>
          <p:nvPr/>
        </p:nvSpPr>
        <p:spPr>
          <a:xfrm xmlns:a="http://schemas.openxmlformats.org/drawingml/2006/main">
            <a:off x="8458200" y="2095500"/>
            <a:ext cx="3009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F4F8FF"/>
                </a:solidFill>
                <a:latin typeface="Ubuntu Sans"/>
                <a:ea typeface="Ubuntu Sans"/>
                <a:cs typeface="Ubuntu Sans"/>
              </a:defRPr>
            </a:defPPr>
            <a:lvl1pPr algn="l">
              <a:defRPr sz="1575" b="1">
                <a:solidFill>
                  <a:srgbClr val="F4F8FF"/>
                </a:solidFill>
                <a:latin typeface="Ubuntu Sans"/>
                <a:ea typeface="Ubuntu Sans"/>
                <a:cs typeface="Ubuntu Sans"/>
              </a:defRPr>
            </a:lvl1pPr>
            <a:lvl2pPr algn="l">
              <a:defRPr sz="1575" b="1">
                <a:solidFill>
                  <a:srgbClr val="F4F8FF"/>
                </a:solidFill>
                <a:latin typeface="Ubuntu Sans"/>
                <a:ea typeface="Ubuntu Sans"/>
                <a:cs typeface="Ubuntu Sans"/>
              </a:defRPr>
            </a:lvl2pPr>
            <a:lvl3pPr algn="l">
              <a:defRPr sz="1575" b="1">
                <a:solidFill>
                  <a:srgbClr val="F4F8FF"/>
                </a:solidFill>
                <a:latin typeface="Ubuntu Sans"/>
                <a:ea typeface="Ubuntu Sans"/>
                <a:cs typeface="Ubuntu Sans"/>
              </a:defRPr>
            </a:lvl3pPr>
            <a:lvl4pPr algn="l">
              <a:defRPr sz="1575" b="1">
                <a:solidFill>
                  <a:srgbClr val="F4F8FF"/>
                </a:solidFill>
                <a:latin typeface="Ubuntu Sans"/>
                <a:ea typeface="Ubuntu Sans"/>
                <a:cs typeface="Ubuntu Sans"/>
              </a:defRPr>
            </a:lvl4pPr>
            <a:lvl5pPr algn="l">
              <a:defRPr sz="1575" b="1">
                <a:solidFill>
                  <a:srgbClr val="F4F8FF"/>
                </a:solidFill>
                <a:latin typeface="Ubuntu Sans"/>
                <a:ea typeface="Ubuntu Sans"/>
                <a:cs typeface="Ubuntu Sans"/>
              </a:defRPr>
            </a:lvl5pPr>
            <a:lvl6pPr algn="l">
              <a:defRPr sz="1575" b="1">
                <a:solidFill>
                  <a:srgbClr val="F4F8FF"/>
                </a:solidFill>
                <a:latin typeface="Ubuntu Sans"/>
                <a:ea typeface="Ubuntu Sans"/>
                <a:cs typeface="Ubuntu Sans"/>
              </a:defRPr>
            </a:lvl6pPr>
            <a:lvl7pPr algn="l">
              <a:defRPr sz="1575" b="1">
                <a:solidFill>
                  <a:srgbClr val="F4F8FF"/>
                </a:solidFill>
                <a:latin typeface="Ubuntu Sans"/>
                <a:ea typeface="Ubuntu Sans"/>
                <a:cs typeface="Ubuntu Sans"/>
              </a:defRPr>
            </a:lvl7pPr>
            <a:lvl8pPr algn="l">
              <a:defRPr sz="1575" b="1">
                <a:solidFill>
                  <a:srgbClr val="F4F8FF"/>
                </a:solidFill>
                <a:latin typeface="Ubuntu Sans"/>
                <a:ea typeface="Ubuntu Sans"/>
                <a:cs typeface="Ubuntu Sans"/>
              </a:defRPr>
            </a:lvl8pPr>
            <a:lvl9pPr algn="l">
              <a:defRPr sz="1575" b="1">
                <a:solidFill>
                  <a:srgbClr val="F4F8FF"/>
                </a:solidFill>
                <a:latin typeface="Ubuntu Sans"/>
                <a:ea typeface="Ubuntu Sans"/>
                <a:cs typeface="Ubuntu Sans"/>
              </a:defRPr>
            </a:lvl9pPr>
          </a:lstStyle>
          <a:p xmlns:a="http://schemas.openxmlformats.org/drawingml/2006/main">
            <a:pPr algn="l">
              <a:defRPr sz="1575" b="1">
                <a:solidFill>
                  <a:srgbClr val="F4F8FF"/>
                </a:solidFill>
                <a:latin typeface="Ubuntu Sans"/>
                <a:ea typeface="Ubuntu Sans"/>
                <a:cs typeface="Ubuntu Sans"/>
              </a:defRPr>
            </a:pPr>
            <a:r>
              <a:rPr sz="1575" b="1">
                <a:solidFill>
                  <a:srgbClr val="F4F8FF"/>
                </a:solidFill>
                <a:latin typeface="Ubuntu Sans"/>
                <a:ea typeface="Ubuntu Sans"/>
                <a:cs typeface="Ubuntu Sans"/>
              </a:rPr>
              <a:t>Platform admins</a:t>
            </a:r>
          </a:p>
        </p:txBody>
      </p:sp>
      <p:sp>
        <p:nvSpPr>
          <p:cNvPr id="17" name="">
            <a:extLst xmlns:a="http://schemas.openxmlformats.org/drawingml/2006/main">
              <a:ext uri="{FF2B5EF4-FFF2-40B4-BE49-F238E27FC236}">
                <a16:creationId xmlns:a16="http://schemas.microsoft.com/office/drawing/2014/main" id="{7209F3EA-2FAB-44EB-A9FE-51BB0246FF2F}"/>
              </a:ext>
            </a:extLst>
          </p:cNvPr>
          <p:cNvSpPr>
            <a:spLocks xmlns:a="http://schemas.openxmlformats.org/drawingml/2006/main" noGrp="1"/>
          </p:cNvSpPr>
          <p:nvPr/>
        </p:nvSpPr>
        <p:spPr>
          <a:xfrm xmlns:a="http://schemas.openxmlformats.org/drawingml/2006/main">
            <a:off x="8458200" y="2390775"/>
            <a:ext cx="300990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A9BCD0"/>
                </a:solidFill>
                <a:latin typeface="Ubuntu Sans"/>
                <a:ea typeface="Ubuntu Sans"/>
                <a:cs typeface="Ubuntu Sans"/>
              </a:defRPr>
            </a:defPPr>
            <a:lvl1pPr algn="l">
              <a:defRPr sz="1125" b="0">
                <a:solidFill>
                  <a:srgbClr val="A9BCD0"/>
                </a:solidFill>
                <a:latin typeface="Ubuntu Sans"/>
                <a:ea typeface="Ubuntu Sans"/>
                <a:cs typeface="Ubuntu Sans"/>
              </a:defRPr>
            </a:lvl1pPr>
            <a:lvl2pPr algn="l">
              <a:defRPr sz="1125" b="0">
                <a:solidFill>
                  <a:srgbClr val="A9BCD0"/>
                </a:solidFill>
                <a:latin typeface="Ubuntu Sans"/>
                <a:ea typeface="Ubuntu Sans"/>
                <a:cs typeface="Ubuntu Sans"/>
              </a:defRPr>
            </a:lvl2pPr>
            <a:lvl3pPr algn="l">
              <a:defRPr sz="1125" b="0">
                <a:solidFill>
                  <a:srgbClr val="A9BCD0"/>
                </a:solidFill>
                <a:latin typeface="Ubuntu Sans"/>
                <a:ea typeface="Ubuntu Sans"/>
                <a:cs typeface="Ubuntu Sans"/>
              </a:defRPr>
            </a:lvl3pPr>
            <a:lvl4pPr algn="l">
              <a:defRPr sz="1125" b="0">
                <a:solidFill>
                  <a:srgbClr val="A9BCD0"/>
                </a:solidFill>
                <a:latin typeface="Ubuntu Sans"/>
                <a:ea typeface="Ubuntu Sans"/>
                <a:cs typeface="Ubuntu Sans"/>
              </a:defRPr>
            </a:lvl4pPr>
            <a:lvl5pPr algn="l">
              <a:defRPr sz="1125" b="0">
                <a:solidFill>
                  <a:srgbClr val="A9BCD0"/>
                </a:solidFill>
                <a:latin typeface="Ubuntu Sans"/>
                <a:ea typeface="Ubuntu Sans"/>
                <a:cs typeface="Ubuntu Sans"/>
              </a:defRPr>
            </a:lvl5pPr>
            <a:lvl6pPr algn="l">
              <a:defRPr sz="1125" b="0">
                <a:solidFill>
                  <a:srgbClr val="A9BCD0"/>
                </a:solidFill>
                <a:latin typeface="Ubuntu Sans"/>
                <a:ea typeface="Ubuntu Sans"/>
                <a:cs typeface="Ubuntu Sans"/>
              </a:defRPr>
            </a:lvl6pPr>
            <a:lvl7pPr algn="l">
              <a:defRPr sz="1125" b="0">
                <a:solidFill>
                  <a:srgbClr val="A9BCD0"/>
                </a:solidFill>
                <a:latin typeface="Ubuntu Sans"/>
                <a:ea typeface="Ubuntu Sans"/>
                <a:cs typeface="Ubuntu Sans"/>
              </a:defRPr>
            </a:lvl7pPr>
            <a:lvl8pPr algn="l">
              <a:defRPr sz="1125" b="0">
                <a:solidFill>
                  <a:srgbClr val="A9BCD0"/>
                </a:solidFill>
                <a:latin typeface="Ubuntu Sans"/>
                <a:ea typeface="Ubuntu Sans"/>
                <a:cs typeface="Ubuntu Sans"/>
              </a:defRPr>
            </a:lvl8pPr>
            <a:lvl9pPr algn="l">
              <a:defRPr sz="1125" b="0">
                <a:solidFill>
                  <a:srgbClr val="A9BCD0"/>
                </a:solidFill>
                <a:latin typeface="Ubuntu Sans"/>
                <a:ea typeface="Ubuntu Sans"/>
                <a:cs typeface="Ubuntu Sans"/>
              </a:defRPr>
            </a:lvl9pPr>
          </a:lstStyle>
          <a:p xmlns:a="http://schemas.openxmlformats.org/drawingml/2006/main">
            <a:pPr algn="l">
              <a:defRPr sz="1125" b="0">
                <a:solidFill>
                  <a:srgbClr val="A9BCD0"/>
                </a:solidFill>
                <a:latin typeface="Ubuntu Sans"/>
                <a:ea typeface="Ubuntu Sans"/>
                <a:cs typeface="Ubuntu Sans"/>
              </a:defRPr>
            </a:pPr>
            <a:r>
              <a:rPr sz="1125" b="0">
                <a:solidFill>
                  <a:srgbClr val="A9BCD0"/>
                </a:solidFill>
                <a:latin typeface="Ubuntu Sans"/>
                <a:ea typeface="Ubuntu Sans"/>
                <a:cs typeface="Ubuntu Sans"/>
              </a:rPr>
              <a:t>Users, companies, invitations, support, institutions, missions and audit activity</a:t>
            </a:r>
          </a:p>
        </p:txBody>
      </p:sp>
      <p:sp>
        <p:nvSpPr>
          <p:cNvPr id="18" name="">
            <a:extLst xmlns:a="http://schemas.openxmlformats.org/drawingml/2006/main">
              <a:ext uri="{FF2B5EF4-FFF2-40B4-BE49-F238E27FC236}">
                <a16:creationId xmlns:a16="http://schemas.microsoft.com/office/drawing/2014/main" id="{1D1F090E-3845-4AA2-B4E3-C42EBDA01438}"/>
              </a:ext>
            </a:extLst>
          </p:cNvPr>
          <p:cNvSpPr>
            <a:spLocks xmlns:a="http://schemas.openxmlformats.org/drawingml/2006/main" noGrp="1"/>
          </p:cNvSpPr>
          <p:nvPr/>
        </p:nvSpPr>
        <p:spPr>
          <a:xfrm xmlns:a="http://schemas.openxmlformats.org/drawingml/2006/main">
            <a:off x="609600" y="4171950"/>
            <a:ext cx="2571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1333"/>
          </a:bodyPr>
          <a:lstStyle xmlns:a="http://schemas.openxmlformats.org/drawingml/2006/main">
            <a:defPPr algn="l">
              <a:defRPr sz="1875" b="1">
                <a:solidFill>
                  <a:srgbClr val="2FD6D3"/>
                </a:solidFill>
                <a:latin typeface="Ubuntu Sans"/>
                <a:ea typeface="Ubuntu Sans"/>
                <a:cs typeface="Ubuntu Sans"/>
              </a:defRPr>
            </a:defPPr>
            <a:lvl1pPr algn="l">
              <a:defRPr sz="1875" b="1">
                <a:solidFill>
                  <a:srgbClr val="2FD6D3"/>
                </a:solidFill>
                <a:latin typeface="Ubuntu Sans"/>
                <a:ea typeface="Ubuntu Sans"/>
                <a:cs typeface="Ubuntu Sans"/>
              </a:defRPr>
            </a:lvl1pPr>
            <a:lvl2pPr algn="l">
              <a:defRPr sz="1875" b="1">
                <a:solidFill>
                  <a:srgbClr val="2FD6D3"/>
                </a:solidFill>
                <a:latin typeface="Ubuntu Sans"/>
                <a:ea typeface="Ubuntu Sans"/>
                <a:cs typeface="Ubuntu Sans"/>
              </a:defRPr>
            </a:lvl2pPr>
            <a:lvl3pPr algn="l">
              <a:defRPr sz="1875" b="1">
                <a:solidFill>
                  <a:srgbClr val="2FD6D3"/>
                </a:solidFill>
                <a:latin typeface="Ubuntu Sans"/>
                <a:ea typeface="Ubuntu Sans"/>
                <a:cs typeface="Ubuntu Sans"/>
              </a:defRPr>
            </a:lvl3pPr>
            <a:lvl4pPr algn="l">
              <a:defRPr sz="1875" b="1">
                <a:solidFill>
                  <a:srgbClr val="2FD6D3"/>
                </a:solidFill>
                <a:latin typeface="Ubuntu Sans"/>
                <a:ea typeface="Ubuntu Sans"/>
                <a:cs typeface="Ubuntu Sans"/>
              </a:defRPr>
            </a:lvl4pPr>
            <a:lvl5pPr algn="l">
              <a:defRPr sz="1875" b="1">
                <a:solidFill>
                  <a:srgbClr val="2FD6D3"/>
                </a:solidFill>
                <a:latin typeface="Ubuntu Sans"/>
                <a:ea typeface="Ubuntu Sans"/>
                <a:cs typeface="Ubuntu Sans"/>
              </a:defRPr>
            </a:lvl5pPr>
            <a:lvl6pPr algn="l">
              <a:defRPr sz="1875" b="1">
                <a:solidFill>
                  <a:srgbClr val="2FD6D3"/>
                </a:solidFill>
                <a:latin typeface="Ubuntu Sans"/>
                <a:ea typeface="Ubuntu Sans"/>
                <a:cs typeface="Ubuntu Sans"/>
              </a:defRPr>
            </a:lvl6pPr>
            <a:lvl7pPr algn="l">
              <a:defRPr sz="1875" b="1">
                <a:solidFill>
                  <a:srgbClr val="2FD6D3"/>
                </a:solidFill>
                <a:latin typeface="Ubuntu Sans"/>
                <a:ea typeface="Ubuntu Sans"/>
                <a:cs typeface="Ubuntu Sans"/>
              </a:defRPr>
            </a:lvl7pPr>
            <a:lvl8pPr algn="l">
              <a:defRPr sz="1875" b="1">
                <a:solidFill>
                  <a:srgbClr val="2FD6D3"/>
                </a:solidFill>
                <a:latin typeface="Ubuntu Sans"/>
                <a:ea typeface="Ubuntu Sans"/>
                <a:cs typeface="Ubuntu Sans"/>
              </a:defRPr>
            </a:lvl8pPr>
            <a:lvl9pPr algn="l">
              <a:defRPr sz="1875" b="1">
                <a:solidFill>
                  <a:srgbClr val="2FD6D3"/>
                </a:solidFill>
                <a:latin typeface="Ubuntu Sans"/>
                <a:ea typeface="Ubuntu Sans"/>
                <a:cs typeface="Ubuntu Sans"/>
              </a:defRPr>
            </a:lvl9pPr>
          </a:lstStyle>
          <a:p xmlns:a="http://schemas.openxmlformats.org/drawingml/2006/main">
            <a:pPr algn="l">
              <a:defRPr sz="1875" b="1">
                <a:solidFill>
                  <a:srgbClr val="2FD6D3"/>
                </a:solidFill>
                <a:latin typeface="Ubuntu Sans"/>
                <a:ea typeface="Ubuntu Sans"/>
                <a:cs typeface="Ubuntu Sans"/>
              </a:defRPr>
            </a:pPr>
            <a:r>
              <a:rPr sz="1875" b="1">
                <a:solidFill>
                  <a:srgbClr val="2FD6D3"/>
                </a:solidFill>
                <a:latin typeface="Ubuntu Sans"/>
                <a:ea typeface="Ubuntu Sans"/>
                <a:cs typeface="Ubuntu Sans"/>
              </a:rPr>
              <a:t>My backend scope</a:t>
            </a:r>
          </a:p>
        </p:txBody>
      </p:sp>
      <p:sp>
        <p:nvSpPr>
          <p:cNvPr id="19" name="">
            <a:extLst xmlns:a="http://schemas.openxmlformats.org/drawingml/2006/main">
              <a:ext uri="{FF2B5EF4-FFF2-40B4-BE49-F238E27FC236}">
                <a16:creationId xmlns:a16="http://schemas.microsoft.com/office/drawing/2014/main" id="{169622CE-8F71-47AB-877F-952DBA0C8A5B}"/>
              </a:ext>
            </a:extLst>
          </p:cNvPr>
          <p:cNvSpPr>
            <a:spLocks xmlns:a="http://schemas.openxmlformats.org/drawingml/2006/main" noGrp="1"/>
          </p:cNvSpPr>
          <p:nvPr/>
        </p:nvSpPr>
        <p:spPr>
          <a:xfrm xmlns:a="http://schemas.openxmlformats.org/drawingml/2006/main">
            <a:off x="609600" y="4572000"/>
            <a:ext cx="10668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950" b="1">
                <a:solidFill>
                  <a:srgbClr val="F4F8FF"/>
                </a:solidFill>
                <a:latin typeface="Ubuntu Sans"/>
                <a:ea typeface="Ubuntu Sans"/>
                <a:cs typeface="Ubuntu Sans"/>
              </a:defRPr>
            </a:defPPr>
            <a:lvl1pPr algn="l">
              <a:defRPr sz="1950" b="1">
                <a:solidFill>
                  <a:srgbClr val="F4F8FF"/>
                </a:solidFill>
                <a:latin typeface="Ubuntu Sans"/>
                <a:ea typeface="Ubuntu Sans"/>
                <a:cs typeface="Ubuntu Sans"/>
              </a:defRPr>
            </a:lvl1pPr>
            <a:lvl2pPr algn="l">
              <a:defRPr sz="1950" b="1">
                <a:solidFill>
                  <a:srgbClr val="F4F8FF"/>
                </a:solidFill>
                <a:latin typeface="Ubuntu Sans"/>
                <a:ea typeface="Ubuntu Sans"/>
                <a:cs typeface="Ubuntu Sans"/>
              </a:defRPr>
            </a:lvl2pPr>
            <a:lvl3pPr algn="l">
              <a:defRPr sz="1950" b="1">
                <a:solidFill>
                  <a:srgbClr val="F4F8FF"/>
                </a:solidFill>
                <a:latin typeface="Ubuntu Sans"/>
                <a:ea typeface="Ubuntu Sans"/>
                <a:cs typeface="Ubuntu Sans"/>
              </a:defRPr>
            </a:lvl3pPr>
            <a:lvl4pPr algn="l">
              <a:defRPr sz="1950" b="1">
                <a:solidFill>
                  <a:srgbClr val="F4F8FF"/>
                </a:solidFill>
                <a:latin typeface="Ubuntu Sans"/>
                <a:ea typeface="Ubuntu Sans"/>
                <a:cs typeface="Ubuntu Sans"/>
              </a:defRPr>
            </a:lvl4pPr>
            <a:lvl5pPr algn="l">
              <a:defRPr sz="1950" b="1">
                <a:solidFill>
                  <a:srgbClr val="F4F8FF"/>
                </a:solidFill>
                <a:latin typeface="Ubuntu Sans"/>
                <a:ea typeface="Ubuntu Sans"/>
                <a:cs typeface="Ubuntu Sans"/>
              </a:defRPr>
            </a:lvl5pPr>
            <a:lvl6pPr algn="l">
              <a:defRPr sz="1950" b="1">
                <a:solidFill>
                  <a:srgbClr val="F4F8FF"/>
                </a:solidFill>
                <a:latin typeface="Ubuntu Sans"/>
                <a:ea typeface="Ubuntu Sans"/>
                <a:cs typeface="Ubuntu Sans"/>
              </a:defRPr>
            </a:lvl6pPr>
            <a:lvl7pPr algn="l">
              <a:defRPr sz="1950" b="1">
                <a:solidFill>
                  <a:srgbClr val="F4F8FF"/>
                </a:solidFill>
                <a:latin typeface="Ubuntu Sans"/>
                <a:ea typeface="Ubuntu Sans"/>
                <a:cs typeface="Ubuntu Sans"/>
              </a:defRPr>
            </a:lvl7pPr>
            <a:lvl8pPr algn="l">
              <a:defRPr sz="1950" b="1">
                <a:solidFill>
                  <a:srgbClr val="F4F8FF"/>
                </a:solidFill>
                <a:latin typeface="Ubuntu Sans"/>
                <a:ea typeface="Ubuntu Sans"/>
                <a:cs typeface="Ubuntu Sans"/>
              </a:defRPr>
            </a:lvl8pPr>
            <a:lvl9pPr algn="l">
              <a:defRPr sz="1950" b="1">
                <a:solidFill>
                  <a:srgbClr val="F4F8FF"/>
                </a:solidFill>
                <a:latin typeface="Ubuntu Sans"/>
                <a:ea typeface="Ubuntu Sans"/>
                <a:cs typeface="Ubuntu Sans"/>
              </a:defRPr>
            </a:lvl9pPr>
          </a:lstStyle>
          <a:p xmlns:a="http://schemas.openxmlformats.org/drawingml/2006/main">
            <a:pPr algn="l">
              <a:defRPr sz="1950" b="1">
                <a:solidFill>
                  <a:srgbClr val="F4F8FF"/>
                </a:solidFill>
                <a:latin typeface="Ubuntu Sans"/>
                <a:ea typeface="Ubuntu Sans"/>
                <a:cs typeface="Ubuntu Sans"/>
              </a:defRPr>
            </a:pPr>
            <a:r>
              <a:rPr sz="1950" b="1">
                <a:solidFill>
                  <a:srgbClr val="F4F8FF"/>
                </a:solidFill>
                <a:latin typeface="Ubuntu Sans"/>
                <a:ea typeface="Ubuntu Sans"/>
                <a:cs typeface="Ubuntu Sans"/>
              </a:rPr>
              <a:t>I designed and implemented the server-side system that validates requests, enforces access rules, stores data, coordinates workflows, and integrates external services.</a:t>
            </a:r>
          </a:p>
        </p:txBody>
      </p:sp>
      <p:sp>
        <p:nvSpPr>
          <p:cNvPr id="20" name="">
            <a:extLst xmlns:a="http://schemas.openxmlformats.org/drawingml/2006/main">
              <a:ext uri="{FF2B5EF4-FFF2-40B4-BE49-F238E27FC236}">
                <a16:creationId xmlns:a16="http://schemas.microsoft.com/office/drawing/2014/main" id="{BCFECEE0-5529-47BC-BAF6-30242E08EF91}"/>
              </a:ext>
            </a:extLst>
          </p:cNvPr>
          <p:cNvSpPr>
            <a:spLocks xmlns:a="http://schemas.openxmlformats.org/drawingml/2006/main" noGrp="1"/>
          </p:cNvSpPr>
          <p:nvPr/>
        </p:nvSpPr>
        <p:spPr>
          <a:xfrm xmlns:a="http://schemas.openxmlformats.org/drawingml/2006/main">
            <a:off x="609600" y="5695950"/>
            <a:ext cx="10668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500" b="0">
                <a:solidFill>
                  <a:srgbClr val="FFCA6A"/>
                </a:solidFill>
                <a:latin typeface="Ubuntu Sans"/>
                <a:ea typeface="Ubuntu Sans"/>
                <a:cs typeface="Ubuntu Sans"/>
              </a:defRPr>
            </a:defPPr>
            <a:lvl1pPr algn="l">
              <a:defRPr sz="1500" b="0">
                <a:solidFill>
                  <a:srgbClr val="FFCA6A"/>
                </a:solidFill>
                <a:latin typeface="Ubuntu Sans"/>
                <a:ea typeface="Ubuntu Sans"/>
                <a:cs typeface="Ubuntu Sans"/>
              </a:defRPr>
            </a:lvl1pPr>
            <a:lvl2pPr algn="l">
              <a:defRPr sz="1500" b="0">
                <a:solidFill>
                  <a:srgbClr val="FFCA6A"/>
                </a:solidFill>
                <a:latin typeface="Ubuntu Sans"/>
                <a:ea typeface="Ubuntu Sans"/>
                <a:cs typeface="Ubuntu Sans"/>
              </a:defRPr>
            </a:lvl2pPr>
            <a:lvl3pPr algn="l">
              <a:defRPr sz="1500" b="0">
                <a:solidFill>
                  <a:srgbClr val="FFCA6A"/>
                </a:solidFill>
                <a:latin typeface="Ubuntu Sans"/>
                <a:ea typeface="Ubuntu Sans"/>
                <a:cs typeface="Ubuntu Sans"/>
              </a:defRPr>
            </a:lvl3pPr>
            <a:lvl4pPr algn="l">
              <a:defRPr sz="1500" b="0">
                <a:solidFill>
                  <a:srgbClr val="FFCA6A"/>
                </a:solidFill>
                <a:latin typeface="Ubuntu Sans"/>
                <a:ea typeface="Ubuntu Sans"/>
                <a:cs typeface="Ubuntu Sans"/>
              </a:defRPr>
            </a:lvl4pPr>
            <a:lvl5pPr algn="l">
              <a:defRPr sz="1500" b="0">
                <a:solidFill>
                  <a:srgbClr val="FFCA6A"/>
                </a:solidFill>
                <a:latin typeface="Ubuntu Sans"/>
                <a:ea typeface="Ubuntu Sans"/>
                <a:cs typeface="Ubuntu Sans"/>
              </a:defRPr>
            </a:lvl5pPr>
            <a:lvl6pPr algn="l">
              <a:defRPr sz="1500" b="0">
                <a:solidFill>
                  <a:srgbClr val="FFCA6A"/>
                </a:solidFill>
                <a:latin typeface="Ubuntu Sans"/>
                <a:ea typeface="Ubuntu Sans"/>
                <a:cs typeface="Ubuntu Sans"/>
              </a:defRPr>
            </a:lvl6pPr>
            <a:lvl7pPr algn="l">
              <a:defRPr sz="1500" b="0">
                <a:solidFill>
                  <a:srgbClr val="FFCA6A"/>
                </a:solidFill>
                <a:latin typeface="Ubuntu Sans"/>
                <a:ea typeface="Ubuntu Sans"/>
                <a:cs typeface="Ubuntu Sans"/>
              </a:defRPr>
            </a:lvl7pPr>
            <a:lvl8pPr algn="l">
              <a:defRPr sz="1500" b="0">
                <a:solidFill>
                  <a:srgbClr val="FFCA6A"/>
                </a:solidFill>
                <a:latin typeface="Ubuntu Sans"/>
                <a:ea typeface="Ubuntu Sans"/>
                <a:cs typeface="Ubuntu Sans"/>
              </a:defRPr>
            </a:lvl8pPr>
            <a:lvl9pPr algn="l">
              <a:defRPr sz="1500" b="0">
                <a:solidFill>
                  <a:srgbClr val="FFCA6A"/>
                </a:solidFill>
                <a:latin typeface="Ubuntu Sans"/>
                <a:ea typeface="Ubuntu Sans"/>
                <a:cs typeface="Ubuntu Sans"/>
              </a:defRPr>
            </a:lvl9pPr>
          </a:lstStyle>
          <a:p xmlns:a="http://schemas.openxmlformats.org/drawingml/2006/main">
            <a:pPr algn="l">
              <a:defRPr sz="1500" b="0">
                <a:solidFill>
                  <a:srgbClr val="FFCA6A"/>
                </a:solidFill>
                <a:latin typeface="Ubuntu Sans"/>
                <a:ea typeface="Ubuntu Sans"/>
                <a:cs typeface="Ubuntu Sans"/>
              </a:defRPr>
            </a:pPr>
            <a:r>
              <a:rPr sz="1500" b="0">
                <a:solidFill>
                  <a:srgbClr val="FFCA6A"/>
                </a:solidFill>
                <a:latin typeface="Ubuntu Sans"/>
                <a:ea typeface="Ubuntu Sans"/>
                <a:cs typeface="Ubuntu Sans"/>
              </a:rPr>
              <a:t>The frontend asks. The backend decides what is valid and what each user may do.</a:t>
            </a:r>
          </a:p>
        </p:txBody>
      </p:sp>
      <p:sp>
        <p:nvSpPr>
          <p:cNvPr id="21" name="">
            <a:extLst xmlns:a="http://schemas.openxmlformats.org/drawingml/2006/main">
              <a:ext uri="{FF2B5EF4-FFF2-40B4-BE49-F238E27FC236}">
                <a16:creationId xmlns:a16="http://schemas.microsoft.com/office/drawing/2014/main" id="{20D68D07-4611-4829-AA17-A9D0EA7F7C9D}"/>
              </a:ext>
            </a:extLst>
          </p:cNvPr>
          <p:cNvSpPr>
            <a:spLocks xmlns:a="http://schemas.openxmlformats.org/drawingml/2006/main" noGrp="1"/>
          </p:cNvSpPr>
          <p:nvPr/>
        </p:nvSpPr>
        <p:spPr>
          <a:xfrm xmlns:a="http://schemas.openxmlformats.org/drawingml/2006/main">
            <a:off x="609600" y="651510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63636"/>
          </a:bodyPr>
          <a:lstStyle xmlns:a="http://schemas.openxmlformats.org/drawingml/2006/main">
            <a:defPPr algn="l">
              <a:defRPr sz="825" b="1">
                <a:solidFill>
                  <a:srgbClr val="66819E"/>
                </a:solidFill>
                <a:latin typeface="Ubuntu Sans"/>
                <a:ea typeface="Ubuntu Sans"/>
                <a:cs typeface="Ubuntu Sans"/>
              </a:defRPr>
            </a:defPPr>
            <a:lvl1pPr algn="l">
              <a:defRPr sz="825" b="1">
                <a:solidFill>
                  <a:srgbClr val="66819E"/>
                </a:solidFill>
                <a:latin typeface="Ubuntu Sans"/>
                <a:ea typeface="Ubuntu Sans"/>
                <a:cs typeface="Ubuntu Sans"/>
              </a:defRPr>
            </a:lvl1pPr>
            <a:lvl2pPr algn="l">
              <a:defRPr sz="825" b="1">
                <a:solidFill>
                  <a:srgbClr val="66819E"/>
                </a:solidFill>
                <a:latin typeface="Ubuntu Sans"/>
                <a:ea typeface="Ubuntu Sans"/>
                <a:cs typeface="Ubuntu Sans"/>
              </a:defRPr>
            </a:lvl2pPr>
            <a:lvl3pPr algn="l">
              <a:defRPr sz="825" b="1">
                <a:solidFill>
                  <a:srgbClr val="66819E"/>
                </a:solidFill>
                <a:latin typeface="Ubuntu Sans"/>
                <a:ea typeface="Ubuntu Sans"/>
                <a:cs typeface="Ubuntu Sans"/>
              </a:defRPr>
            </a:lvl3pPr>
            <a:lvl4pPr algn="l">
              <a:defRPr sz="825" b="1">
                <a:solidFill>
                  <a:srgbClr val="66819E"/>
                </a:solidFill>
                <a:latin typeface="Ubuntu Sans"/>
                <a:ea typeface="Ubuntu Sans"/>
                <a:cs typeface="Ubuntu Sans"/>
              </a:defRPr>
            </a:lvl4pPr>
            <a:lvl5pPr algn="l">
              <a:defRPr sz="825" b="1">
                <a:solidFill>
                  <a:srgbClr val="66819E"/>
                </a:solidFill>
                <a:latin typeface="Ubuntu Sans"/>
                <a:ea typeface="Ubuntu Sans"/>
                <a:cs typeface="Ubuntu Sans"/>
              </a:defRPr>
            </a:lvl5pPr>
            <a:lvl6pPr algn="l">
              <a:defRPr sz="825" b="1">
                <a:solidFill>
                  <a:srgbClr val="66819E"/>
                </a:solidFill>
                <a:latin typeface="Ubuntu Sans"/>
                <a:ea typeface="Ubuntu Sans"/>
                <a:cs typeface="Ubuntu Sans"/>
              </a:defRPr>
            </a:lvl6pPr>
            <a:lvl7pPr algn="l">
              <a:defRPr sz="825" b="1">
                <a:solidFill>
                  <a:srgbClr val="66819E"/>
                </a:solidFill>
                <a:latin typeface="Ubuntu Sans"/>
                <a:ea typeface="Ubuntu Sans"/>
                <a:cs typeface="Ubuntu Sans"/>
              </a:defRPr>
            </a:lvl7pPr>
            <a:lvl8pPr algn="l">
              <a:defRPr sz="825" b="1">
                <a:solidFill>
                  <a:srgbClr val="66819E"/>
                </a:solidFill>
                <a:latin typeface="Ubuntu Sans"/>
                <a:ea typeface="Ubuntu Sans"/>
                <a:cs typeface="Ubuntu Sans"/>
              </a:defRPr>
            </a:lvl8pPr>
            <a:lvl9pPr algn="l">
              <a:defRPr sz="825" b="1">
                <a:solidFill>
                  <a:srgbClr val="66819E"/>
                </a:solidFill>
                <a:latin typeface="Ubuntu Sans"/>
                <a:ea typeface="Ubuntu Sans"/>
                <a:cs typeface="Ubuntu Sans"/>
              </a:defRPr>
            </a:lvl9pPr>
          </a:lstStyle>
          <a:p xmlns:a="http://schemas.openxmlformats.org/drawingml/2006/main">
            <a:pPr algn="l">
              <a:defRPr sz="825" b="1">
                <a:solidFill>
                  <a:srgbClr val="66819E"/>
                </a:solidFill>
                <a:latin typeface="Ubuntu Sans"/>
                <a:ea typeface="Ubuntu Sans"/>
                <a:cs typeface="Ubuntu Sans"/>
              </a:defRPr>
            </a:pPr>
            <a:r>
              <a:rPr sz="825" b="1">
                <a:solidFill>
                  <a:srgbClr val="66819E"/>
                </a:solidFill>
                <a:latin typeface="Ubuntu Sans"/>
                <a:ea typeface="Ubuntu Sans"/>
                <a:cs typeface="Ubuntu Sans"/>
              </a:rPr>
              <a:t>CODITENT  •  BACKEND</a:t>
            </a:r>
          </a:p>
        </p:txBody>
      </p:sp>
    </p:spTree>
    <p:extLst>
      <p:ext uri="{BB962C8B-B14F-4D97-AF65-F5344CB8AC3E}">
        <p14:creationId xmlns:p14="http://schemas.microsoft.com/office/powerpoint/2010/main" val="509419001"/>
      </p:ext>
    </p:extLst>
  </p:cSld>
</p:sld>
</file>

<file path=ppt/slides/slide3.xml><?xml version="1.0" encoding="utf-8"?>
<p:sld xmlns:p="http://schemas.openxmlformats.org/presentationml/2006/main">
  <p:cSld>
    <p:bg>
      <p:bgPr>
        <a:solidFill xmlns:a="http://schemas.openxmlformats.org/drawingml/2006/main">
          <a:srgbClr val="07111F"/>
        </a:solidFill>
      </p:bgPr>
    </p:bg>
    <p:spTree>
      <p:nvGrpSpPr>
        <p:cNvPr id="1" name=""/>
        <p:cNvGrpSpPr/>
        <p:nvPr/>
      </p:nvGrpSpPr>
      <p:grpSpPr>
        <a:xfrm xmlns:a="http://schemas.openxmlformats.org/drawingml/2006/main"/>
      </p:grpSpPr>
      <p:sp>
        <p:nvSpPr>
          <p:cNvPr id="50" name="">
            <a:extLst xmlns:a="http://schemas.openxmlformats.org/drawingml/2006/main">
              <a:ext uri="{FF2B5EF4-FFF2-40B4-BE49-F238E27FC236}">
                <a16:creationId xmlns:a16="http://schemas.microsoft.com/office/drawing/2014/main" id="{1D1725EB-3995-4786-87C3-22CB6C8837CC}"/>
              </a:ext>
            </a:extLst>
          </p:cNvPr>
          <p:cNvSpPr>
            <a:spLocks xmlns:a="http://schemas.openxmlformats.org/drawingml/2006/main" noGrp="1"/>
          </p:cNvSpPr>
          <p:nvPr/>
        </p:nvSpPr>
        <p:spPr>
          <a:xfrm xmlns:a="http://schemas.openxmlformats.org/drawingml/2006/main">
            <a:off x="609600" y="3238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l">
              <a:defRPr sz="1050" b="1">
                <a:solidFill>
                  <a:srgbClr val="2FD6D3"/>
                </a:solidFill>
                <a:latin typeface="Ubuntu Sans"/>
                <a:ea typeface="Ubuntu Sans"/>
                <a:cs typeface="Ubuntu Sans"/>
              </a:defRPr>
            </a:defPPr>
            <a:lvl1pPr algn="l">
              <a:defRPr sz="1050" b="1">
                <a:solidFill>
                  <a:srgbClr val="2FD6D3"/>
                </a:solidFill>
                <a:latin typeface="Ubuntu Sans"/>
                <a:ea typeface="Ubuntu Sans"/>
                <a:cs typeface="Ubuntu Sans"/>
              </a:defRPr>
            </a:lvl1pPr>
            <a:lvl2pPr algn="l">
              <a:defRPr sz="1050" b="1">
                <a:solidFill>
                  <a:srgbClr val="2FD6D3"/>
                </a:solidFill>
                <a:latin typeface="Ubuntu Sans"/>
                <a:ea typeface="Ubuntu Sans"/>
                <a:cs typeface="Ubuntu Sans"/>
              </a:defRPr>
            </a:lvl2pPr>
            <a:lvl3pPr algn="l">
              <a:defRPr sz="1050" b="1">
                <a:solidFill>
                  <a:srgbClr val="2FD6D3"/>
                </a:solidFill>
                <a:latin typeface="Ubuntu Sans"/>
                <a:ea typeface="Ubuntu Sans"/>
                <a:cs typeface="Ubuntu Sans"/>
              </a:defRPr>
            </a:lvl3pPr>
            <a:lvl4pPr algn="l">
              <a:defRPr sz="1050" b="1">
                <a:solidFill>
                  <a:srgbClr val="2FD6D3"/>
                </a:solidFill>
                <a:latin typeface="Ubuntu Sans"/>
                <a:ea typeface="Ubuntu Sans"/>
                <a:cs typeface="Ubuntu Sans"/>
              </a:defRPr>
            </a:lvl4pPr>
            <a:lvl5pPr algn="l">
              <a:defRPr sz="1050" b="1">
                <a:solidFill>
                  <a:srgbClr val="2FD6D3"/>
                </a:solidFill>
                <a:latin typeface="Ubuntu Sans"/>
                <a:ea typeface="Ubuntu Sans"/>
                <a:cs typeface="Ubuntu Sans"/>
              </a:defRPr>
            </a:lvl5pPr>
            <a:lvl6pPr algn="l">
              <a:defRPr sz="1050" b="1">
                <a:solidFill>
                  <a:srgbClr val="2FD6D3"/>
                </a:solidFill>
                <a:latin typeface="Ubuntu Sans"/>
                <a:ea typeface="Ubuntu Sans"/>
                <a:cs typeface="Ubuntu Sans"/>
              </a:defRPr>
            </a:lvl6pPr>
            <a:lvl7pPr algn="l">
              <a:defRPr sz="1050" b="1">
                <a:solidFill>
                  <a:srgbClr val="2FD6D3"/>
                </a:solidFill>
                <a:latin typeface="Ubuntu Sans"/>
                <a:ea typeface="Ubuntu Sans"/>
                <a:cs typeface="Ubuntu Sans"/>
              </a:defRPr>
            </a:lvl7pPr>
            <a:lvl8pPr algn="l">
              <a:defRPr sz="1050" b="1">
                <a:solidFill>
                  <a:srgbClr val="2FD6D3"/>
                </a:solidFill>
                <a:latin typeface="Ubuntu Sans"/>
                <a:ea typeface="Ubuntu Sans"/>
                <a:cs typeface="Ubuntu Sans"/>
              </a:defRPr>
            </a:lvl8pPr>
            <a:lvl9pPr algn="l">
              <a:defRPr sz="1050" b="1">
                <a:solidFill>
                  <a:srgbClr val="2FD6D3"/>
                </a:solidFill>
                <a:latin typeface="Ubuntu Sans"/>
                <a:ea typeface="Ubuntu Sans"/>
                <a:cs typeface="Ubuntu Sans"/>
              </a:defRPr>
            </a:lvl9pPr>
          </a:lstStyle>
          <a:p xmlns:a="http://schemas.openxmlformats.org/drawingml/2006/main">
            <a:pPr algn="l">
              <a:defRPr sz="1050" b="1">
                <a:solidFill>
                  <a:srgbClr val="2FD6D3"/>
                </a:solidFill>
                <a:latin typeface="Ubuntu Sans"/>
                <a:ea typeface="Ubuntu Sans"/>
                <a:cs typeface="Ubuntu Sans"/>
              </a:defRPr>
            </a:pPr>
            <a:r>
              <a:rPr sz="1050" b="1">
                <a:solidFill>
                  <a:srgbClr val="2FD6D3"/>
                </a:solidFill>
                <a:latin typeface="Ubuntu Sans"/>
                <a:ea typeface="Ubuntu Sans"/>
                <a:cs typeface="Ubuntu Sans"/>
              </a:rPr>
              <a:t>SYSTEM DESIGN</a:t>
            </a:r>
          </a:p>
        </p:txBody>
      </p:sp>
      <p:sp>
        <p:nvSpPr>
          <p:cNvPr id="2" name="">
            <a:extLst xmlns:a="http://schemas.openxmlformats.org/drawingml/2006/main">
              <a:ext uri="{FF2B5EF4-FFF2-40B4-BE49-F238E27FC236}">
                <a16:creationId xmlns:a16="http://schemas.microsoft.com/office/drawing/2014/main" id="{CF496E9A-5C68-4FD7-9409-048FB2E178BE}"/>
              </a:ext>
            </a:extLst>
          </p:cNvPr>
          <p:cNvSpPr>
            <a:spLocks xmlns:a="http://schemas.openxmlformats.org/drawingml/2006/main" noGrp="1"/>
          </p:cNvSpPr>
          <p:nvPr/>
        </p:nvSpPr>
        <p:spPr>
          <a:xfrm xmlns:a="http://schemas.openxmlformats.org/drawingml/2006/main">
            <a:off x="609600" y="590550"/>
            <a:ext cx="10382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6032"/>
          </a:bodyPr>
          <a:lstStyle xmlns:a="http://schemas.openxmlformats.org/drawingml/2006/main">
            <a:defPPr algn="l">
              <a:defRPr sz="3150" b="1">
                <a:solidFill>
                  <a:srgbClr val="F4F8FF"/>
                </a:solidFill>
                <a:latin typeface="Ubuntu Sans"/>
                <a:ea typeface="Ubuntu Sans"/>
                <a:cs typeface="Ubuntu Sans"/>
              </a:defRPr>
            </a:defPPr>
            <a:lvl1pPr algn="l">
              <a:defRPr sz="3150" b="1">
                <a:solidFill>
                  <a:srgbClr val="F4F8FF"/>
                </a:solidFill>
                <a:latin typeface="Ubuntu Sans"/>
                <a:ea typeface="Ubuntu Sans"/>
                <a:cs typeface="Ubuntu Sans"/>
              </a:defRPr>
            </a:lvl1pPr>
            <a:lvl2pPr algn="l">
              <a:defRPr sz="3150" b="1">
                <a:solidFill>
                  <a:srgbClr val="F4F8FF"/>
                </a:solidFill>
                <a:latin typeface="Ubuntu Sans"/>
                <a:ea typeface="Ubuntu Sans"/>
                <a:cs typeface="Ubuntu Sans"/>
              </a:defRPr>
            </a:lvl2pPr>
            <a:lvl3pPr algn="l">
              <a:defRPr sz="3150" b="1">
                <a:solidFill>
                  <a:srgbClr val="F4F8FF"/>
                </a:solidFill>
                <a:latin typeface="Ubuntu Sans"/>
                <a:ea typeface="Ubuntu Sans"/>
                <a:cs typeface="Ubuntu Sans"/>
              </a:defRPr>
            </a:lvl3pPr>
            <a:lvl4pPr algn="l">
              <a:defRPr sz="3150" b="1">
                <a:solidFill>
                  <a:srgbClr val="F4F8FF"/>
                </a:solidFill>
                <a:latin typeface="Ubuntu Sans"/>
                <a:ea typeface="Ubuntu Sans"/>
                <a:cs typeface="Ubuntu Sans"/>
              </a:defRPr>
            </a:lvl4pPr>
            <a:lvl5pPr algn="l">
              <a:defRPr sz="3150" b="1">
                <a:solidFill>
                  <a:srgbClr val="F4F8FF"/>
                </a:solidFill>
                <a:latin typeface="Ubuntu Sans"/>
                <a:ea typeface="Ubuntu Sans"/>
                <a:cs typeface="Ubuntu Sans"/>
              </a:defRPr>
            </a:lvl5pPr>
            <a:lvl6pPr algn="l">
              <a:defRPr sz="3150" b="1">
                <a:solidFill>
                  <a:srgbClr val="F4F8FF"/>
                </a:solidFill>
                <a:latin typeface="Ubuntu Sans"/>
                <a:ea typeface="Ubuntu Sans"/>
                <a:cs typeface="Ubuntu Sans"/>
              </a:defRPr>
            </a:lvl6pPr>
            <a:lvl7pPr algn="l">
              <a:defRPr sz="3150" b="1">
                <a:solidFill>
                  <a:srgbClr val="F4F8FF"/>
                </a:solidFill>
                <a:latin typeface="Ubuntu Sans"/>
                <a:ea typeface="Ubuntu Sans"/>
                <a:cs typeface="Ubuntu Sans"/>
              </a:defRPr>
            </a:lvl7pPr>
            <a:lvl8pPr algn="l">
              <a:defRPr sz="3150" b="1">
                <a:solidFill>
                  <a:srgbClr val="F4F8FF"/>
                </a:solidFill>
                <a:latin typeface="Ubuntu Sans"/>
                <a:ea typeface="Ubuntu Sans"/>
                <a:cs typeface="Ubuntu Sans"/>
              </a:defRPr>
            </a:lvl8pPr>
            <a:lvl9pPr algn="l">
              <a:defRPr sz="3150" b="1">
                <a:solidFill>
                  <a:srgbClr val="F4F8FF"/>
                </a:solidFill>
                <a:latin typeface="Ubuntu Sans"/>
                <a:ea typeface="Ubuntu Sans"/>
                <a:cs typeface="Ubuntu Sans"/>
              </a:defRPr>
            </a:lvl9pPr>
          </a:lstStyle>
          <a:p xmlns:a="http://schemas.openxmlformats.org/drawingml/2006/main">
            <a:pPr algn="l">
              <a:defRPr sz="3150" b="1">
                <a:solidFill>
                  <a:srgbClr val="F4F8FF"/>
                </a:solidFill>
                <a:latin typeface="Ubuntu Sans"/>
                <a:ea typeface="Ubuntu Sans"/>
                <a:cs typeface="Ubuntu Sans"/>
              </a:defRPr>
            </a:pPr>
            <a:r>
              <a:rPr sz="3150" b="1">
                <a:solidFill>
                  <a:srgbClr val="F4F8FF"/>
                </a:solidFill>
                <a:latin typeface="Ubuntu Sans"/>
                <a:ea typeface="Ubuntu Sans"/>
                <a:cs typeface="Ubuntu Sans"/>
              </a:rPr>
              <a:t>Backend architecture</a:t>
            </a:r>
          </a:p>
        </p:txBody>
      </p:sp>
      <p:sp>
        <p:nvSpPr>
          <p:cNvPr id="3" name="">
            <a:extLst xmlns:a="http://schemas.openxmlformats.org/drawingml/2006/main">
              <a:ext uri="{FF2B5EF4-FFF2-40B4-BE49-F238E27FC236}">
                <a16:creationId xmlns:a16="http://schemas.microsoft.com/office/drawing/2014/main" id="{CCAAF6B5-28E2-4356-A665-31B1AF9F3044}"/>
              </a:ext>
            </a:extLst>
          </p:cNvPr>
          <p:cNvSpPr>
            <a:spLocks xmlns:a="http://schemas.openxmlformats.org/drawingml/2006/main" noGrp="1"/>
          </p:cNvSpPr>
          <p:nvPr/>
        </p:nvSpPr>
        <p:spPr>
          <a:xfrm xmlns:a="http://schemas.openxmlformats.org/drawingml/2006/main">
            <a:off x="11258550" y="419100"/>
            <a:ext cx="323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r">
              <a:defRPr sz="1050" b="1">
                <a:solidFill>
                  <a:srgbClr val="A9BCD0"/>
                </a:solidFill>
                <a:latin typeface="Ubuntu Sans"/>
                <a:ea typeface="Ubuntu Sans"/>
                <a:cs typeface="Ubuntu Sans"/>
              </a:defRPr>
            </a:defPPr>
            <a:lvl1pPr algn="r">
              <a:defRPr sz="1050" b="1">
                <a:solidFill>
                  <a:srgbClr val="A9BCD0"/>
                </a:solidFill>
                <a:latin typeface="Ubuntu Sans"/>
                <a:ea typeface="Ubuntu Sans"/>
                <a:cs typeface="Ubuntu Sans"/>
              </a:defRPr>
            </a:lvl1pPr>
            <a:lvl2pPr algn="r">
              <a:defRPr sz="1050" b="1">
                <a:solidFill>
                  <a:srgbClr val="A9BCD0"/>
                </a:solidFill>
                <a:latin typeface="Ubuntu Sans"/>
                <a:ea typeface="Ubuntu Sans"/>
                <a:cs typeface="Ubuntu Sans"/>
              </a:defRPr>
            </a:lvl2pPr>
            <a:lvl3pPr algn="r">
              <a:defRPr sz="1050" b="1">
                <a:solidFill>
                  <a:srgbClr val="A9BCD0"/>
                </a:solidFill>
                <a:latin typeface="Ubuntu Sans"/>
                <a:ea typeface="Ubuntu Sans"/>
                <a:cs typeface="Ubuntu Sans"/>
              </a:defRPr>
            </a:lvl3pPr>
            <a:lvl4pPr algn="r">
              <a:defRPr sz="1050" b="1">
                <a:solidFill>
                  <a:srgbClr val="A9BCD0"/>
                </a:solidFill>
                <a:latin typeface="Ubuntu Sans"/>
                <a:ea typeface="Ubuntu Sans"/>
                <a:cs typeface="Ubuntu Sans"/>
              </a:defRPr>
            </a:lvl4pPr>
            <a:lvl5pPr algn="r">
              <a:defRPr sz="1050" b="1">
                <a:solidFill>
                  <a:srgbClr val="A9BCD0"/>
                </a:solidFill>
                <a:latin typeface="Ubuntu Sans"/>
                <a:ea typeface="Ubuntu Sans"/>
                <a:cs typeface="Ubuntu Sans"/>
              </a:defRPr>
            </a:lvl5pPr>
            <a:lvl6pPr algn="r">
              <a:defRPr sz="1050" b="1">
                <a:solidFill>
                  <a:srgbClr val="A9BCD0"/>
                </a:solidFill>
                <a:latin typeface="Ubuntu Sans"/>
                <a:ea typeface="Ubuntu Sans"/>
                <a:cs typeface="Ubuntu Sans"/>
              </a:defRPr>
            </a:lvl6pPr>
            <a:lvl7pPr algn="r">
              <a:defRPr sz="1050" b="1">
                <a:solidFill>
                  <a:srgbClr val="A9BCD0"/>
                </a:solidFill>
                <a:latin typeface="Ubuntu Sans"/>
                <a:ea typeface="Ubuntu Sans"/>
                <a:cs typeface="Ubuntu Sans"/>
              </a:defRPr>
            </a:lvl7pPr>
            <a:lvl8pPr algn="r">
              <a:defRPr sz="1050" b="1">
                <a:solidFill>
                  <a:srgbClr val="A9BCD0"/>
                </a:solidFill>
                <a:latin typeface="Ubuntu Sans"/>
                <a:ea typeface="Ubuntu Sans"/>
                <a:cs typeface="Ubuntu Sans"/>
              </a:defRPr>
            </a:lvl8pPr>
            <a:lvl9pPr algn="r">
              <a:defRPr sz="1050" b="1">
                <a:solidFill>
                  <a:srgbClr val="A9BCD0"/>
                </a:solidFill>
                <a:latin typeface="Ubuntu Sans"/>
                <a:ea typeface="Ubuntu Sans"/>
                <a:cs typeface="Ubuntu Sans"/>
              </a:defRPr>
            </a:lvl9pPr>
          </a:lstStyle>
          <a:p xmlns:a="http://schemas.openxmlformats.org/drawingml/2006/main">
            <a:pPr algn="r">
              <a:defRPr sz="1050" b="1">
                <a:solidFill>
                  <a:srgbClr val="A9BCD0"/>
                </a:solidFill>
                <a:latin typeface="Ubuntu Sans"/>
                <a:ea typeface="Ubuntu Sans"/>
                <a:cs typeface="Ubuntu Sans"/>
              </a:defRPr>
            </a:pPr>
            <a:r>
              <a:rPr sz="1050" b="1">
                <a:solidFill>
                  <a:srgbClr val="A9BCD0"/>
                </a:solidFill>
                <a:latin typeface="Ubuntu Sans"/>
                <a:ea typeface="Ubuntu Sans"/>
                <a:cs typeface="Ubuntu Sans"/>
              </a:rPr>
              <a:t>03</a:t>
            </a:r>
          </a:p>
        </p:txBody>
      </p:sp>
      <p:sp>
        <p:nvSpPr>
          <p:cNvPr id="4" name="">
            <a:extLst xmlns:a="http://schemas.openxmlformats.org/drawingml/2006/main">
              <a:ext uri="{FF2B5EF4-FFF2-40B4-BE49-F238E27FC236}">
                <a16:creationId xmlns:a16="http://schemas.microsoft.com/office/drawing/2014/main" id="{B0C70DB1-137A-4A9A-B501-14787B2C6B31}"/>
              </a:ext>
            </a:extLst>
          </p:cNvPr>
          <p:cNvSpPr>
            <a:spLocks xmlns:a="http://schemas.openxmlformats.org/drawingml/2006/main" noGrp="1"/>
          </p:cNvSpPr>
          <p:nvPr/>
        </p:nvSpPr>
        <p:spPr>
          <a:xfrm xmlns:a="http://schemas.openxmlformats.org/drawingml/2006/main">
            <a:off x="609600" y="1219200"/>
            <a:ext cx="10972800" cy="0"/>
          </a:xfrm>
          <a:prstGeom xmlns:a="http://schemas.openxmlformats.org/drawingml/2006/main" prst="line">
            <a:avLst/>
          </a:prstGeom>
          <a:noFill xmlns:a="http://schemas.openxmlformats.org/drawingml/2006/main"/>
          <a:ln xmlns:a="http://schemas.openxmlformats.org/drawingml/2006/main" w="9525">
            <a:solidFill>
              <a:srgbClr val="2B4563"/>
            </a:solidFill>
            <a:prstDash val="solid"/>
          </a:ln>
        </p:spPr>
      </p:sp>
      <p:sp>
        <p:nvSpPr>
          <p:cNvPr id="5" name="">
            <a:extLst xmlns:a="http://schemas.openxmlformats.org/drawingml/2006/main">
              <a:ext uri="{FF2B5EF4-FFF2-40B4-BE49-F238E27FC236}">
                <a16:creationId xmlns:a16="http://schemas.microsoft.com/office/drawing/2014/main" id="{A985AAEE-D891-46A8-B29E-AD8C93E2EA1C}"/>
              </a:ext>
            </a:extLst>
          </p:cNvPr>
          <p:cNvSpPr>
            <a:spLocks xmlns:a="http://schemas.openxmlformats.org/drawingml/2006/main" noGrp="1"/>
          </p:cNvSpPr>
          <p:nvPr/>
        </p:nvSpPr>
        <p:spPr>
          <a:xfrm xmlns:a="http://schemas.openxmlformats.org/drawingml/2006/main">
            <a:off x="609600" y="1371600"/>
            <a:ext cx="10477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8889"/>
          </a:bodyPr>
          <a:lstStyle xmlns:a="http://schemas.openxmlformats.org/drawingml/2006/main">
            <a:defPPr algn="l">
              <a:defRPr sz="1575" b="0">
                <a:solidFill>
                  <a:srgbClr val="A9BCD0"/>
                </a:solidFill>
                <a:latin typeface="Ubuntu Sans"/>
                <a:ea typeface="Ubuntu Sans"/>
                <a:cs typeface="Ubuntu Sans"/>
              </a:defRPr>
            </a:defPPr>
            <a:lvl1pPr algn="l">
              <a:defRPr sz="1575" b="0">
                <a:solidFill>
                  <a:srgbClr val="A9BCD0"/>
                </a:solidFill>
                <a:latin typeface="Ubuntu Sans"/>
                <a:ea typeface="Ubuntu Sans"/>
                <a:cs typeface="Ubuntu Sans"/>
              </a:defRPr>
            </a:lvl1pPr>
            <a:lvl2pPr algn="l">
              <a:defRPr sz="1575" b="0">
                <a:solidFill>
                  <a:srgbClr val="A9BCD0"/>
                </a:solidFill>
                <a:latin typeface="Ubuntu Sans"/>
                <a:ea typeface="Ubuntu Sans"/>
                <a:cs typeface="Ubuntu Sans"/>
              </a:defRPr>
            </a:lvl2pPr>
            <a:lvl3pPr algn="l">
              <a:defRPr sz="1575" b="0">
                <a:solidFill>
                  <a:srgbClr val="A9BCD0"/>
                </a:solidFill>
                <a:latin typeface="Ubuntu Sans"/>
                <a:ea typeface="Ubuntu Sans"/>
                <a:cs typeface="Ubuntu Sans"/>
              </a:defRPr>
            </a:lvl3pPr>
            <a:lvl4pPr algn="l">
              <a:defRPr sz="1575" b="0">
                <a:solidFill>
                  <a:srgbClr val="A9BCD0"/>
                </a:solidFill>
                <a:latin typeface="Ubuntu Sans"/>
                <a:ea typeface="Ubuntu Sans"/>
                <a:cs typeface="Ubuntu Sans"/>
              </a:defRPr>
            </a:lvl4pPr>
            <a:lvl5pPr algn="l">
              <a:defRPr sz="1575" b="0">
                <a:solidFill>
                  <a:srgbClr val="A9BCD0"/>
                </a:solidFill>
                <a:latin typeface="Ubuntu Sans"/>
                <a:ea typeface="Ubuntu Sans"/>
                <a:cs typeface="Ubuntu Sans"/>
              </a:defRPr>
            </a:lvl5pPr>
            <a:lvl6pPr algn="l">
              <a:defRPr sz="1575" b="0">
                <a:solidFill>
                  <a:srgbClr val="A9BCD0"/>
                </a:solidFill>
                <a:latin typeface="Ubuntu Sans"/>
                <a:ea typeface="Ubuntu Sans"/>
                <a:cs typeface="Ubuntu Sans"/>
              </a:defRPr>
            </a:lvl6pPr>
            <a:lvl7pPr algn="l">
              <a:defRPr sz="1575" b="0">
                <a:solidFill>
                  <a:srgbClr val="A9BCD0"/>
                </a:solidFill>
                <a:latin typeface="Ubuntu Sans"/>
                <a:ea typeface="Ubuntu Sans"/>
                <a:cs typeface="Ubuntu Sans"/>
              </a:defRPr>
            </a:lvl7pPr>
            <a:lvl8pPr algn="l">
              <a:defRPr sz="1575" b="0">
                <a:solidFill>
                  <a:srgbClr val="A9BCD0"/>
                </a:solidFill>
                <a:latin typeface="Ubuntu Sans"/>
                <a:ea typeface="Ubuntu Sans"/>
                <a:cs typeface="Ubuntu Sans"/>
              </a:defRPr>
            </a:lvl8pPr>
            <a:lvl9pPr algn="l">
              <a:defRPr sz="1575" b="0">
                <a:solidFill>
                  <a:srgbClr val="A9BCD0"/>
                </a:solidFill>
                <a:latin typeface="Ubuntu Sans"/>
                <a:ea typeface="Ubuntu Sans"/>
                <a:cs typeface="Ubuntu Sans"/>
              </a:defRPr>
            </a:lvl9pPr>
          </a:lstStyle>
          <a:p xmlns:a="http://schemas.openxmlformats.org/drawingml/2006/main">
            <a:pPr algn="l">
              <a:defRPr sz="1575" b="0">
                <a:solidFill>
                  <a:srgbClr val="A9BCD0"/>
                </a:solidFill>
                <a:latin typeface="Ubuntu Sans"/>
                <a:ea typeface="Ubuntu Sans"/>
                <a:cs typeface="Ubuntu Sans"/>
              </a:defRPr>
            </a:pPr>
            <a:r>
              <a:rPr sz="1575" b="0">
                <a:solidFill>
                  <a:srgbClr val="A9BCD0"/>
                </a:solidFill>
                <a:latin typeface="Ubuntu Sans"/>
                <a:ea typeface="Ubuntu Sans"/>
                <a:cs typeface="Ubuntu Sans"/>
              </a:rPr>
              <a:t>Synchronous APIs handle immediate work. Durable workers handle slow or failure-prone work.</a:t>
            </a:r>
          </a:p>
        </p:txBody>
      </p:sp>
      <p:sp>
        <p:nvSpPr>
          <p:cNvPr id="6" name="">
            <a:extLst xmlns:a="http://schemas.openxmlformats.org/drawingml/2006/main">
              <a:ext uri="{FF2B5EF4-FFF2-40B4-BE49-F238E27FC236}">
                <a16:creationId xmlns:a16="http://schemas.microsoft.com/office/drawing/2014/main" id="{15D3BED5-62F5-41D5-B15F-3F8A2E2EBAE2}"/>
              </a:ext>
            </a:extLst>
          </p:cNvPr>
          <p:cNvSpPr>
            <a:spLocks xmlns:a="http://schemas.openxmlformats.org/drawingml/2006/main" noGrp="1"/>
          </p:cNvSpPr>
          <p:nvPr/>
        </p:nvSpPr>
        <p:spPr>
          <a:xfrm xmlns:a="http://schemas.openxmlformats.org/drawingml/2006/main">
            <a:off x="609600" y="2571750"/>
            <a:ext cx="1524000" cy="990600"/>
          </a:xfrm>
          <a:prstGeom xmlns:a="http://schemas.openxmlformats.org/drawingml/2006/main" prst="roundRect">
            <a:avLst>
              <a:gd name="adj" fmla="val 11538"/>
            </a:avLst>
          </a:prstGeom>
          <a:solidFill xmlns:a="http://schemas.openxmlformats.org/drawingml/2006/main">
            <a:srgbClr val="10223A"/>
          </a:solidFill>
          <a:ln xmlns:a="http://schemas.openxmlformats.org/drawingml/2006/main" w="11430">
            <a:solidFill>
              <a:srgbClr val="2B4563"/>
            </a:solidFill>
            <a:prstDash val="solid"/>
          </a:ln>
        </p:spPr>
      </p:sp>
      <p:sp>
        <p:nvSpPr>
          <p:cNvPr id="7" name="">
            <a:extLst xmlns:a="http://schemas.openxmlformats.org/drawingml/2006/main">
              <a:ext uri="{FF2B5EF4-FFF2-40B4-BE49-F238E27FC236}">
                <a16:creationId xmlns:a16="http://schemas.microsoft.com/office/drawing/2014/main" id="{FF7AB224-3F27-461E-B188-439CD3703105}"/>
              </a:ext>
            </a:extLst>
          </p:cNvPr>
          <p:cNvSpPr>
            <a:spLocks xmlns:a="http://schemas.openxmlformats.org/drawingml/2006/main" noGrp="1"/>
          </p:cNvSpPr>
          <p:nvPr/>
        </p:nvSpPr>
        <p:spPr>
          <a:xfrm xmlns:a="http://schemas.openxmlformats.org/drawingml/2006/main">
            <a:off x="609600" y="2571750"/>
            <a:ext cx="66675" cy="990600"/>
          </a:xfrm>
          <a:prstGeom xmlns:a="http://schemas.openxmlformats.org/drawingml/2006/main" prst="roundRect">
            <a:avLst>
              <a:gd name="adj" fmla="val 50000"/>
            </a:avLst>
          </a:prstGeom>
          <a:solidFill xmlns:a="http://schemas.openxmlformats.org/drawingml/2006/main">
            <a:srgbClr val="2FD6D3"/>
          </a:solidFill>
          <a:ln xmlns:a="http://schemas.openxmlformats.org/drawingml/2006/main" w="0">
            <a:solidFill>
              <a:srgbClr val="2FD6D3"/>
            </a:solidFill>
            <a:prstDash val="solid"/>
          </a:ln>
        </p:spPr>
      </p:sp>
      <p:sp>
        <p:nvSpPr>
          <p:cNvPr id="8" name="">
            <a:extLst xmlns:a="http://schemas.openxmlformats.org/drawingml/2006/main">
              <a:ext uri="{FF2B5EF4-FFF2-40B4-BE49-F238E27FC236}">
                <a16:creationId xmlns:a16="http://schemas.microsoft.com/office/drawing/2014/main" id="{00418841-6A1B-4B6C-A47C-C1E825EAE4FF}"/>
              </a:ext>
            </a:extLst>
          </p:cNvPr>
          <p:cNvSpPr>
            <a:spLocks xmlns:a="http://schemas.openxmlformats.org/drawingml/2006/main" noGrp="1"/>
          </p:cNvSpPr>
          <p:nvPr/>
        </p:nvSpPr>
        <p:spPr>
          <a:xfrm xmlns:a="http://schemas.openxmlformats.org/drawingml/2006/main">
            <a:off x="819150" y="2686050"/>
            <a:ext cx="12001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F4F8FF"/>
                </a:solidFill>
                <a:latin typeface="Ubuntu Sans"/>
                <a:ea typeface="Ubuntu Sans"/>
                <a:cs typeface="Ubuntu Sans"/>
              </a:defRPr>
            </a:defPPr>
            <a:lvl1pPr algn="l">
              <a:defRPr sz="1575" b="1">
                <a:solidFill>
                  <a:srgbClr val="F4F8FF"/>
                </a:solidFill>
                <a:latin typeface="Ubuntu Sans"/>
                <a:ea typeface="Ubuntu Sans"/>
                <a:cs typeface="Ubuntu Sans"/>
              </a:defRPr>
            </a:lvl1pPr>
            <a:lvl2pPr algn="l">
              <a:defRPr sz="1575" b="1">
                <a:solidFill>
                  <a:srgbClr val="F4F8FF"/>
                </a:solidFill>
                <a:latin typeface="Ubuntu Sans"/>
                <a:ea typeface="Ubuntu Sans"/>
                <a:cs typeface="Ubuntu Sans"/>
              </a:defRPr>
            </a:lvl2pPr>
            <a:lvl3pPr algn="l">
              <a:defRPr sz="1575" b="1">
                <a:solidFill>
                  <a:srgbClr val="F4F8FF"/>
                </a:solidFill>
                <a:latin typeface="Ubuntu Sans"/>
                <a:ea typeface="Ubuntu Sans"/>
                <a:cs typeface="Ubuntu Sans"/>
              </a:defRPr>
            </a:lvl3pPr>
            <a:lvl4pPr algn="l">
              <a:defRPr sz="1575" b="1">
                <a:solidFill>
                  <a:srgbClr val="F4F8FF"/>
                </a:solidFill>
                <a:latin typeface="Ubuntu Sans"/>
                <a:ea typeface="Ubuntu Sans"/>
                <a:cs typeface="Ubuntu Sans"/>
              </a:defRPr>
            </a:lvl4pPr>
            <a:lvl5pPr algn="l">
              <a:defRPr sz="1575" b="1">
                <a:solidFill>
                  <a:srgbClr val="F4F8FF"/>
                </a:solidFill>
                <a:latin typeface="Ubuntu Sans"/>
                <a:ea typeface="Ubuntu Sans"/>
                <a:cs typeface="Ubuntu Sans"/>
              </a:defRPr>
            </a:lvl5pPr>
            <a:lvl6pPr algn="l">
              <a:defRPr sz="1575" b="1">
                <a:solidFill>
                  <a:srgbClr val="F4F8FF"/>
                </a:solidFill>
                <a:latin typeface="Ubuntu Sans"/>
                <a:ea typeface="Ubuntu Sans"/>
                <a:cs typeface="Ubuntu Sans"/>
              </a:defRPr>
            </a:lvl6pPr>
            <a:lvl7pPr algn="l">
              <a:defRPr sz="1575" b="1">
                <a:solidFill>
                  <a:srgbClr val="F4F8FF"/>
                </a:solidFill>
                <a:latin typeface="Ubuntu Sans"/>
                <a:ea typeface="Ubuntu Sans"/>
                <a:cs typeface="Ubuntu Sans"/>
              </a:defRPr>
            </a:lvl7pPr>
            <a:lvl8pPr algn="l">
              <a:defRPr sz="1575" b="1">
                <a:solidFill>
                  <a:srgbClr val="F4F8FF"/>
                </a:solidFill>
                <a:latin typeface="Ubuntu Sans"/>
                <a:ea typeface="Ubuntu Sans"/>
                <a:cs typeface="Ubuntu Sans"/>
              </a:defRPr>
            </a:lvl8pPr>
            <a:lvl9pPr algn="l">
              <a:defRPr sz="1575" b="1">
                <a:solidFill>
                  <a:srgbClr val="F4F8FF"/>
                </a:solidFill>
                <a:latin typeface="Ubuntu Sans"/>
                <a:ea typeface="Ubuntu Sans"/>
                <a:cs typeface="Ubuntu Sans"/>
              </a:defRPr>
            </a:lvl9pPr>
          </a:lstStyle>
          <a:p xmlns:a="http://schemas.openxmlformats.org/drawingml/2006/main">
            <a:pPr algn="l">
              <a:defRPr sz="1575" b="1">
                <a:solidFill>
                  <a:srgbClr val="F4F8FF"/>
                </a:solidFill>
                <a:latin typeface="Ubuntu Sans"/>
                <a:ea typeface="Ubuntu Sans"/>
                <a:cs typeface="Ubuntu Sans"/>
              </a:defRPr>
            </a:pPr>
            <a:r>
              <a:rPr sz="1575" b="1">
                <a:solidFill>
                  <a:srgbClr val="F4F8FF"/>
                </a:solidFill>
                <a:latin typeface="Ubuntu Sans"/>
                <a:ea typeface="Ubuntu Sans"/>
                <a:cs typeface="Ubuntu Sans"/>
              </a:rPr>
              <a:t>Browser</a:t>
            </a:r>
          </a:p>
        </p:txBody>
      </p:sp>
      <p:sp>
        <p:nvSpPr>
          <p:cNvPr id="9" name="">
            <a:extLst xmlns:a="http://schemas.openxmlformats.org/drawingml/2006/main">
              <a:ext uri="{FF2B5EF4-FFF2-40B4-BE49-F238E27FC236}">
                <a16:creationId xmlns:a16="http://schemas.microsoft.com/office/drawing/2014/main" id="{D587ED43-A6E8-4F2A-8684-95EF0DC1AA25}"/>
              </a:ext>
            </a:extLst>
          </p:cNvPr>
          <p:cNvSpPr>
            <a:spLocks xmlns:a="http://schemas.openxmlformats.org/drawingml/2006/main" noGrp="1"/>
          </p:cNvSpPr>
          <p:nvPr/>
        </p:nvSpPr>
        <p:spPr>
          <a:xfrm xmlns:a="http://schemas.openxmlformats.org/drawingml/2006/main">
            <a:off x="819150" y="2981325"/>
            <a:ext cx="12001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A9BCD0"/>
                </a:solidFill>
                <a:latin typeface="Ubuntu Sans"/>
                <a:ea typeface="Ubuntu Sans"/>
                <a:cs typeface="Ubuntu Sans"/>
              </a:defRPr>
            </a:defPPr>
            <a:lvl1pPr algn="l">
              <a:defRPr sz="1125" b="0">
                <a:solidFill>
                  <a:srgbClr val="A9BCD0"/>
                </a:solidFill>
                <a:latin typeface="Ubuntu Sans"/>
                <a:ea typeface="Ubuntu Sans"/>
                <a:cs typeface="Ubuntu Sans"/>
              </a:defRPr>
            </a:lvl1pPr>
            <a:lvl2pPr algn="l">
              <a:defRPr sz="1125" b="0">
                <a:solidFill>
                  <a:srgbClr val="A9BCD0"/>
                </a:solidFill>
                <a:latin typeface="Ubuntu Sans"/>
                <a:ea typeface="Ubuntu Sans"/>
                <a:cs typeface="Ubuntu Sans"/>
              </a:defRPr>
            </a:lvl2pPr>
            <a:lvl3pPr algn="l">
              <a:defRPr sz="1125" b="0">
                <a:solidFill>
                  <a:srgbClr val="A9BCD0"/>
                </a:solidFill>
                <a:latin typeface="Ubuntu Sans"/>
                <a:ea typeface="Ubuntu Sans"/>
                <a:cs typeface="Ubuntu Sans"/>
              </a:defRPr>
            </a:lvl3pPr>
            <a:lvl4pPr algn="l">
              <a:defRPr sz="1125" b="0">
                <a:solidFill>
                  <a:srgbClr val="A9BCD0"/>
                </a:solidFill>
                <a:latin typeface="Ubuntu Sans"/>
                <a:ea typeface="Ubuntu Sans"/>
                <a:cs typeface="Ubuntu Sans"/>
              </a:defRPr>
            </a:lvl4pPr>
            <a:lvl5pPr algn="l">
              <a:defRPr sz="1125" b="0">
                <a:solidFill>
                  <a:srgbClr val="A9BCD0"/>
                </a:solidFill>
                <a:latin typeface="Ubuntu Sans"/>
                <a:ea typeface="Ubuntu Sans"/>
                <a:cs typeface="Ubuntu Sans"/>
              </a:defRPr>
            </a:lvl5pPr>
            <a:lvl6pPr algn="l">
              <a:defRPr sz="1125" b="0">
                <a:solidFill>
                  <a:srgbClr val="A9BCD0"/>
                </a:solidFill>
                <a:latin typeface="Ubuntu Sans"/>
                <a:ea typeface="Ubuntu Sans"/>
                <a:cs typeface="Ubuntu Sans"/>
              </a:defRPr>
            </a:lvl6pPr>
            <a:lvl7pPr algn="l">
              <a:defRPr sz="1125" b="0">
                <a:solidFill>
                  <a:srgbClr val="A9BCD0"/>
                </a:solidFill>
                <a:latin typeface="Ubuntu Sans"/>
                <a:ea typeface="Ubuntu Sans"/>
                <a:cs typeface="Ubuntu Sans"/>
              </a:defRPr>
            </a:lvl7pPr>
            <a:lvl8pPr algn="l">
              <a:defRPr sz="1125" b="0">
                <a:solidFill>
                  <a:srgbClr val="A9BCD0"/>
                </a:solidFill>
                <a:latin typeface="Ubuntu Sans"/>
                <a:ea typeface="Ubuntu Sans"/>
                <a:cs typeface="Ubuntu Sans"/>
              </a:defRPr>
            </a:lvl8pPr>
            <a:lvl9pPr algn="l">
              <a:defRPr sz="1125" b="0">
                <a:solidFill>
                  <a:srgbClr val="A9BCD0"/>
                </a:solidFill>
                <a:latin typeface="Ubuntu Sans"/>
                <a:ea typeface="Ubuntu Sans"/>
                <a:cs typeface="Ubuntu Sans"/>
              </a:defRPr>
            </a:lvl9pPr>
          </a:lstStyle>
          <a:p xmlns:a="http://schemas.openxmlformats.org/drawingml/2006/main">
            <a:pPr algn="l">
              <a:defRPr sz="1125" b="0">
                <a:solidFill>
                  <a:srgbClr val="A9BCD0"/>
                </a:solidFill>
                <a:latin typeface="Ubuntu Sans"/>
                <a:ea typeface="Ubuntu Sans"/>
                <a:cs typeface="Ubuntu Sans"/>
              </a:defRPr>
            </a:pPr>
            <a:r>
              <a:rPr sz="1125" b="0">
                <a:solidFill>
                  <a:srgbClr val="A9BCD0"/>
                </a:solidFill>
                <a:latin typeface="Ubuntu Sans"/>
                <a:ea typeface="Ubuntu Sans"/>
                <a:cs typeface="Ubuntu Sans"/>
              </a:rPr>
              <a:t>Next.js client</a:t>
            </a:r>
          </a:p>
        </p:txBody>
      </p:sp>
      <p:sp>
        <p:nvSpPr>
          <p:cNvPr id="10" name="">
            <a:extLst xmlns:a="http://schemas.openxmlformats.org/drawingml/2006/main">
              <a:ext uri="{FF2B5EF4-FFF2-40B4-BE49-F238E27FC236}">
                <a16:creationId xmlns:a16="http://schemas.microsoft.com/office/drawing/2014/main" id="{EE3EA846-D9FB-400E-90D0-E5F74179C877}"/>
              </a:ext>
            </a:extLst>
          </p:cNvPr>
          <p:cNvSpPr>
            <a:spLocks xmlns:a="http://schemas.openxmlformats.org/drawingml/2006/main" noGrp="1"/>
          </p:cNvSpPr>
          <p:nvPr/>
        </p:nvSpPr>
        <p:spPr>
          <a:xfrm xmlns:a="http://schemas.openxmlformats.org/drawingml/2006/main">
            <a:off x="2133600" y="3067050"/>
            <a:ext cx="514350" cy="0"/>
          </a:xfrm>
          <a:prstGeom xmlns:a="http://schemas.openxmlformats.org/drawingml/2006/main" prst="line">
            <a:avLst/>
          </a:prstGeom>
          <a:noFill xmlns:a="http://schemas.openxmlformats.org/drawingml/2006/main"/>
          <a:ln xmlns:a="http://schemas.openxmlformats.org/drawingml/2006/main" w="28575">
            <a:solidFill>
              <a:srgbClr val="2FD6D3"/>
            </a:solidFill>
            <a:prstDash val="solid"/>
          </a:ln>
        </p:spPr>
      </p:sp>
      <p:sp>
        <p:nvSpPr>
          <p:cNvPr id="11" name="">
            <a:extLst xmlns:a="http://schemas.openxmlformats.org/drawingml/2006/main">
              <a:ext uri="{FF2B5EF4-FFF2-40B4-BE49-F238E27FC236}">
                <a16:creationId xmlns:a16="http://schemas.microsoft.com/office/drawing/2014/main" id="{E36E456A-A35D-4558-914B-B749C1D9586F}"/>
              </a:ext>
            </a:extLst>
          </p:cNvPr>
          <p:cNvSpPr>
            <a:spLocks xmlns:a="http://schemas.openxmlformats.org/drawingml/2006/main" noGrp="1"/>
          </p:cNvSpPr>
          <p:nvPr/>
        </p:nvSpPr>
        <p:spPr>
          <a:xfrm xmlns:a="http://schemas.openxmlformats.org/drawingml/2006/main">
            <a:off x="2647950" y="2571750"/>
            <a:ext cx="1714500" cy="990600"/>
          </a:xfrm>
          <a:prstGeom xmlns:a="http://schemas.openxmlformats.org/drawingml/2006/main" prst="roundRect">
            <a:avLst>
              <a:gd name="adj" fmla="val 11538"/>
            </a:avLst>
          </a:prstGeom>
          <a:solidFill xmlns:a="http://schemas.openxmlformats.org/drawingml/2006/main">
            <a:srgbClr val="10223A"/>
          </a:solidFill>
          <a:ln xmlns:a="http://schemas.openxmlformats.org/drawingml/2006/main" w="11430">
            <a:solidFill>
              <a:srgbClr val="2B4563"/>
            </a:solidFill>
            <a:prstDash val="solid"/>
          </a:ln>
        </p:spPr>
      </p:sp>
      <p:sp>
        <p:nvSpPr>
          <p:cNvPr id="12" name="">
            <a:extLst xmlns:a="http://schemas.openxmlformats.org/drawingml/2006/main">
              <a:ext uri="{FF2B5EF4-FFF2-40B4-BE49-F238E27FC236}">
                <a16:creationId xmlns:a16="http://schemas.microsoft.com/office/drawing/2014/main" id="{92579B32-FD7D-4ABF-A826-D07023BFE96B}"/>
              </a:ext>
            </a:extLst>
          </p:cNvPr>
          <p:cNvSpPr>
            <a:spLocks xmlns:a="http://schemas.openxmlformats.org/drawingml/2006/main" noGrp="1"/>
          </p:cNvSpPr>
          <p:nvPr/>
        </p:nvSpPr>
        <p:spPr>
          <a:xfrm xmlns:a="http://schemas.openxmlformats.org/drawingml/2006/main">
            <a:off x="2647950" y="2571750"/>
            <a:ext cx="66675" cy="990600"/>
          </a:xfrm>
          <a:prstGeom xmlns:a="http://schemas.openxmlformats.org/drawingml/2006/main" prst="roundRect">
            <a:avLst>
              <a:gd name="adj" fmla="val 50000"/>
            </a:avLst>
          </a:prstGeom>
          <a:solidFill xmlns:a="http://schemas.openxmlformats.org/drawingml/2006/main">
            <a:srgbClr val="4FA7FF"/>
          </a:solidFill>
          <a:ln xmlns:a="http://schemas.openxmlformats.org/drawingml/2006/main" w="0">
            <a:solidFill>
              <a:srgbClr val="4FA7FF"/>
            </a:solidFill>
            <a:prstDash val="solid"/>
          </a:ln>
        </p:spPr>
      </p:sp>
      <p:sp>
        <p:nvSpPr>
          <p:cNvPr id="13" name="">
            <a:extLst xmlns:a="http://schemas.openxmlformats.org/drawingml/2006/main">
              <a:ext uri="{FF2B5EF4-FFF2-40B4-BE49-F238E27FC236}">
                <a16:creationId xmlns:a16="http://schemas.microsoft.com/office/drawing/2014/main" id="{9763EFA2-6FF7-405F-B535-ADD63FBC838E}"/>
              </a:ext>
            </a:extLst>
          </p:cNvPr>
          <p:cNvSpPr>
            <a:spLocks xmlns:a="http://schemas.openxmlformats.org/drawingml/2006/main" noGrp="1"/>
          </p:cNvSpPr>
          <p:nvPr/>
        </p:nvSpPr>
        <p:spPr>
          <a:xfrm xmlns:a="http://schemas.openxmlformats.org/drawingml/2006/main">
            <a:off x="2857500" y="2686050"/>
            <a:ext cx="1390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F4F8FF"/>
                </a:solidFill>
                <a:latin typeface="Ubuntu Sans"/>
                <a:ea typeface="Ubuntu Sans"/>
                <a:cs typeface="Ubuntu Sans"/>
              </a:defRPr>
            </a:defPPr>
            <a:lvl1pPr algn="l">
              <a:defRPr sz="1575" b="1">
                <a:solidFill>
                  <a:srgbClr val="F4F8FF"/>
                </a:solidFill>
                <a:latin typeface="Ubuntu Sans"/>
                <a:ea typeface="Ubuntu Sans"/>
                <a:cs typeface="Ubuntu Sans"/>
              </a:defRPr>
            </a:lvl1pPr>
            <a:lvl2pPr algn="l">
              <a:defRPr sz="1575" b="1">
                <a:solidFill>
                  <a:srgbClr val="F4F8FF"/>
                </a:solidFill>
                <a:latin typeface="Ubuntu Sans"/>
                <a:ea typeface="Ubuntu Sans"/>
                <a:cs typeface="Ubuntu Sans"/>
              </a:defRPr>
            </a:lvl2pPr>
            <a:lvl3pPr algn="l">
              <a:defRPr sz="1575" b="1">
                <a:solidFill>
                  <a:srgbClr val="F4F8FF"/>
                </a:solidFill>
                <a:latin typeface="Ubuntu Sans"/>
                <a:ea typeface="Ubuntu Sans"/>
                <a:cs typeface="Ubuntu Sans"/>
              </a:defRPr>
            </a:lvl3pPr>
            <a:lvl4pPr algn="l">
              <a:defRPr sz="1575" b="1">
                <a:solidFill>
                  <a:srgbClr val="F4F8FF"/>
                </a:solidFill>
                <a:latin typeface="Ubuntu Sans"/>
                <a:ea typeface="Ubuntu Sans"/>
                <a:cs typeface="Ubuntu Sans"/>
              </a:defRPr>
            </a:lvl4pPr>
            <a:lvl5pPr algn="l">
              <a:defRPr sz="1575" b="1">
                <a:solidFill>
                  <a:srgbClr val="F4F8FF"/>
                </a:solidFill>
                <a:latin typeface="Ubuntu Sans"/>
                <a:ea typeface="Ubuntu Sans"/>
                <a:cs typeface="Ubuntu Sans"/>
              </a:defRPr>
            </a:lvl5pPr>
            <a:lvl6pPr algn="l">
              <a:defRPr sz="1575" b="1">
                <a:solidFill>
                  <a:srgbClr val="F4F8FF"/>
                </a:solidFill>
                <a:latin typeface="Ubuntu Sans"/>
                <a:ea typeface="Ubuntu Sans"/>
                <a:cs typeface="Ubuntu Sans"/>
              </a:defRPr>
            </a:lvl6pPr>
            <a:lvl7pPr algn="l">
              <a:defRPr sz="1575" b="1">
                <a:solidFill>
                  <a:srgbClr val="F4F8FF"/>
                </a:solidFill>
                <a:latin typeface="Ubuntu Sans"/>
                <a:ea typeface="Ubuntu Sans"/>
                <a:cs typeface="Ubuntu Sans"/>
              </a:defRPr>
            </a:lvl7pPr>
            <a:lvl8pPr algn="l">
              <a:defRPr sz="1575" b="1">
                <a:solidFill>
                  <a:srgbClr val="F4F8FF"/>
                </a:solidFill>
                <a:latin typeface="Ubuntu Sans"/>
                <a:ea typeface="Ubuntu Sans"/>
                <a:cs typeface="Ubuntu Sans"/>
              </a:defRPr>
            </a:lvl8pPr>
            <a:lvl9pPr algn="l">
              <a:defRPr sz="1575" b="1">
                <a:solidFill>
                  <a:srgbClr val="F4F8FF"/>
                </a:solidFill>
                <a:latin typeface="Ubuntu Sans"/>
                <a:ea typeface="Ubuntu Sans"/>
                <a:cs typeface="Ubuntu Sans"/>
              </a:defRPr>
            </a:lvl9pPr>
          </a:lstStyle>
          <a:p xmlns:a="http://schemas.openxmlformats.org/drawingml/2006/main">
            <a:pPr algn="l">
              <a:defRPr sz="1575" b="1">
                <a:solidFill>
                  <a:srgbClr val="F4F8FF"/>
                </a:solidFill>
                <a:latin typeface="Ubuntu Sans"/>
                <a:ea typeface="Ubuntu Sans"/>
                <a:cs typeface="Ubuntu Sans"/>
              </a:defRPr>
            </a:pPr>
            <a:r>
              <a:rPr sz="1575" b="1">
                <a:solidFill>
                  <a:srgbClr val="F4F8FF"/>
                </a:solidFill>
                <a:latin typeface="Ubuntu Sans"/>
                <a:ea typeface="Ubuntu Sans"/>
                <a:cs typeface="Ubuntu Sans"/>
              </a:rPr>
              <a:t>Nginx</a:t>
            </a:r>
          </a:p>
        </p:txBody>
      </p:sp>
      <p:sp>
        <p:nvSpPr>
          <p:cNvPr id="14" name="">
            <a:extLst xmlns:a="http://schemas.openxmlformats.org/drawingml/2006/main">
              <a:ext uri="{FF2B5EF4-FFF2-40B4-BE49-F238E27FC236}">
                <a16:creationId xmlns:a16="http://schemas.microsoft.com/office/drawing/2014/main" id="{20B15CB0-5675-4A26-9CF1-7DC8A9D1291F}"/>
              </a:ext>
            </a:extLst>
          </p:cNvPr>
          <p:cNvSpPr>
            <a:spLocks xmlns:a="http://schemas.openxmlformats.org/drawingml/2006/main" noGrp="1"/>
          </p:cNvSpPr>
          <p:nvPr/>
        </p:nvSpPr>
        <p:spPr>
          <a:xfrm xmlns:a="http://schemas.openxmlformats.org/drawingml/2006/main">
            <a:off x="2857500" y="2981325"/>
            <a:ext cx="1390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A9BCD0"/>
                </a:solidFill>
                <a:latin typeface="Ubuntu Sans"/>
                <a:ea typeface="Ubuntu Sans"/>
                <a:cs typeface="Ubuntu Sans"/>
              </a:defRPr>
            </a:defPPr>
            <a:lvl1pPr algn="l">
              <a:defRPr sz="1125" b="0">
                <a:solidFill>
                  <a:srgbClr val="A9BCD0"/>
                </a:solidFill>
                <a:latin typeface="Ubuntu Sans"/>
                <a:ea typeface="Ubuntu Sans"/>
                <a:cs typeface="Ubuntu Sans"/>
              </a:defRPr>
            </a:lvl1pPr>
            <a:lvl2pPr algn="l">
              <a:defRPr sz="1125" b="0">
                <a:solidFill>
                  <a:srgbClr val="A9BCD0"/>
                </a:solidFill>
                <a:latin typeface="Ubuntu Sans"/>
                <a:ea typeface="Ubuntu Sans"/>
                <a:cs typeface="Ubuntu Sans"/>
              </a:defRPr>
            </a:lvl2pPr>
            <a:lvl3pPr algn="l">
              <a:defRPr sz="1125" b="0">
                <a:solidFill>
                  <a:srgbClr val="A9BCD0"/>
                </a:solidFill>
                <a:latin typeface="Ubuntu Sans"/>
                <a:ea typeface="Ubuntu Sans"/>
                <a:cs typeface="Ubuntu Sans"/>
              </a:defRPr>
            </a:lvl3pPr>
            <a:lvl4pPr algn="l">
              <a:defRPr sz="1125" b="0">
                <a:solidFill>
                  <a:srgbClr val="A9BCD0"/>
                </a:solidFill>
                <a:latin typeface="Ubuntu Sans"/>
                <a:ea typeface="Ubuntu Sans"/>
                <a:cs typeface="Ubuntu Sans"/>
              </a:defRPr>
            </a:lvl4pPr>
            <a:lvl5pPr algn="l">
              <a:defRPr sz="1125" b="0">
                <a:solidFill>
                  <a:srgbClr val="A9BCD0"/>
                </a:solidFill>
                <a:latin typeface="Ubuntu Sans"/>
                <a:ea typeface="Ubuntu Sans"/>
                <a:cs typeface="Ubuntu Sans"/>
              </a:defRPr>
            </a:lvl5pPr>
            <a:lvl6pPr algn="l">
              <a:defRPr sz="1125" b="0">
                <a:solidFill>
                  <a:srgbClr val="A9BCD0"/>
                </a:solidFill>
                <a:latin typeface="Ubuntu Sans"/>
                <a:ea typeface="Ubuntu Sans"/>
                <a:cs typeface="Ubuntu Sans"/>
              </a:defRPr>
            </a:lvl6pPr>
            <a:lvl7pPr algn="l">
              <a:defRPr sz="1125" b="0">
                <a:solidFill>
                  <a:srgbClr val="A9BCD0"/>
                </a:solidFill>
                <a:latin typeface="Ubuntu Sans"/>
                <a:ea typeface="Ubuntu Sans"/>
                <a:cs typeface="Ubuntu Sans"/>
              </a:defRPr>
            </a:lvl7pPr>
            <a:lvl8pPr algn="l">
              <a:defRPr sz="1125" b="0">
                <a:solidFill>
                  <a:srgbClr val="A9BCD0"/>
                </a:solidFill>
                <a:latin typeface="Ubuntu Sans"/>
                <a:ea typeface="Ubuntu Sans"/>
                <a:cs typeface="Ubuntu Sans"/>
              </a:defRPr>
            </a:lvl8pPr>
            <a:lvl9pPr algn="l">
              <a:defRPr sz="1125" b="0">
                <a:solidFill>
                  <a:srgbClr val="A9BCD0"/>
                </a:solidFill>
                <a:latin typeface="Ubuntu Sans"/>
                <a:ea typeface="Ubuntu Sans"/>
                <a:cs typeface="Ubuntu Sans"/>
              </a:defRPr>
            </a:lvl9pPr>
          </a:lstStyle>
          <a:p xmlns:a="http://schemas.openxmlformats.org/drawingml/2006/main">
            <a:pPr algn="l">
              <a:defRPr sz="1125" b="0">
                <a:solidFill>
                  <a:srgbClr val="A9BCD0"/>
                </a:solidFill>
                <a:latin typeface="Ubuntu Sans"/>
                <a:ea typeface="Ubuntu Sans"/>
                <a:cs typeface="Ubuntu Sans"/>
              </a:defRPr>
            </a:pPr>
            <a:r>
              <a:rPr sz="1125" b="0">
                <a:solidFill>
                  <a:srgbClr val="A9BCD0"/>
                </a:solidFill>
                <a:latin typeface="Ubuntu Sans"/>
                <a:ea typeface="Ubuntu Sans"/>
                <a:cs typeface="Ubuntu Sans"/>
              </a:rPr>
              <a:t>TLS, proxy, WAF</a:t>
            </a:r>
          </a:p>
        </p:txBody>
      </p:sp>
      <p:sp>
        <p:nvSpPr>
          <p:cNvPr id="15" name="">
            <a:extLst xmlns:a="http://schemas.openxmlformats.org/drawingml/2006/main">
              <a:ext uri="{FF2B5EF4-FFF2-40B4-BE49-F238E27FC236}">
                <a16:creationId xmlns:a16="http://schemas.microsoft.com/office/drawing/2014/main" id="{95E89CA2-BCF9-4EB8-90A1-2EAB246DDAFC}"/>
              </a:ext>
            </a:extLst>
          </p:cNvPr>
          <p:cNvSpPr>
            <a:spLocks xmlns:a="http://schemas.openxmlformats.org/drawingml/2006/main" noGrp="1"/>
          </p:cNvSpPr>
          <p:nvPr/>
        </p:nvSpPr>
        <p:spPr>
          <a:xfrm xmlns:a="http://schemas.openxmlformats.org/drawingml/2006/main">
            <a:off x="4362450" y="3067050"/>
            <a:ext cx="514350" cy="0"/>
          </a:xfrm>
          <a:prstGeom xmlns:a="http://schemas.openxmlformats.org/drawingml/2006/main" prst="line">
            <a:avLst/>
          </a:prstGeom>
          <a:noFill xmlns:a="http://schemas.openxmlformats.org/drawingml/2006/main"/>
          <a:ln xmlns:a="http://schemas.openxmlformats.org/drawingml/2006/main" w="28575">
            <a:solidFill>
              <a:srgbClr val="4FA7FF"/>
            </a:solidFill>
            <a:prstDash val="solid"/>
          </a:ln>
        </p:spPr>
      </p:sp>
      <p:sp>
        <p:nvSpPr>
          <p:cNvPr id="16" name="">
            <a:extLst xmlns:a="http://schemas.openxmlformats.org/drawingml/2006/main">
              <a:ext uri="{FF2B5EF4-FFF2-40B4-BE49-F238E27FC236}">
                <a16:creationId xmlns:a16="http://schemas.microsoft.com/office/drawing/2014/main" id="{126AFE81-82AF-435C-AFE5-E700003173FB}"/>
              </a:ext>
            </a:extLst>
          </p:cNvPr>
          <p:cNvSpPr>
            <a:spLocks xmlns:a="http://schemas.openxmlformats.org/drawingml/2006/main" noGrp="1"/>
          </p:cNvSpPr>
          <p:nvPr/>
        </p:nvSpPr>
        <p:spPr>
          <a:xfrm xmlns:a="http://schemas.openxmlformats.org/drawingml/2006/main">
            <a:off x="4876800" y="2362200"/>
            <a:ext cx="2266950" cy="1409700"/>
          </a:xfrm>
          <a:prstGeom xmlns:a="http://schemas.openxmlformats.org/drawingml/2006/main" prst="roundRect">
            <a:avLst>
              <a:gd name="adj" fmla="val 8108"/>
            </a:avLst>
          </a:prstGeom>
          <a:solidFill xmlns:a="http://schemas.openxmlformats.org/drawingml/2006/main">
            <a:srgbClr val="10223A"/>
          </a:solidFill>
          <a:ln xmlns:a="http://schemas.openxmlformats.org/drawingml/2006/main" w="11430">
            <a:solidFill>
              <a:srgbClr val="2B4563"/>
            </a:solidFill>
            <a:prstDash val="solid"/>
          </a:ln>
        </p:spPr>
      </p:sp>
      <p:sp>
        <p:nvSpPr>
          <p:cNvPr id="17" name="">
            <a:extLst xmlns:a="http://schemas.openxmlformats.org/drawingml/2006/main">
              <a:ext uri="{FF2B5EF4-FFF2-40B4-BE49-F238E27FC236}">
                <a16:creationId xmlns:a16="http://schemas.microsoft.com/office/drawing/2014/main" id="{F02F6C6E-88EC-49BE-BCBF-8AC18F44CA9F}"/>
              </a:ext>
            </a:extLst>
          </p:cNvPr>
          <p:cNvSpPr>
            <a:spLocks xmlns:a="http://schemas.openxmlformats.org/drawingml/2006/main" noGrp="1"/>
          </p:cNvSpPr>
          <p:nvPr/>
        </p:nvSpPr>
        <p:spPr>
          <a:xfrm xmlns:a="http://schemas.openxmlformats.org/drawingml/2006/main">
            <a:off x="4876800" y="2362200"/>
            <a:ext cx="66675" cy="1409700"/>
          </a:xfrm>
          <a:prstGeom xmlns:a="http://schemas.openxmlformats.org/drawingml/2006/main" prst="roundRect">
            <a:avLst>
              <a:gd name="adj" fmla="val 50000"/>
            </a:avLst>
          </a:prstGeom>
          <a:solidFill xmlns:a="http://schemas.openxmlformats.org/drawingml/2006/main">
            <a:srgbClr val="8A7CFF"/>
          </a:solidFill>
          <a:ln xmlns:a="http://schemas.openxmlformats.org/drawingml/2006/main" w="0">
            <a:solidFill>
              <a:srgbClr val="8A7CFF"/>
            </a:solidFill>
            <a:prstDash val="solid"/>
          </a:ln>
        </p:spPr>
      </p:sp>
      <p:sp>
        <p:nvSpPr>
          <p:cNvPr id="18" name="">
            <a:extLst xmlns:a="http://schemas.openxmlformats.org/drawingml/2006/main">
              <a:ext uri="{FF2B5EF4-FFF2-40B4-BE49-F238E27FC236}">
                <a16:creationId xmlns:a16="http://schemas.microsoft.com/office/drawing/2014/main" id="{DDFA1BEC-6328-4F01-BB89-F53BE864D850}"/>
              </a:ext>
            </a:extLst>
          </p:cNvPr>
          <p:cNvSpPr>
            <a:spLocks xmlns:a="http://schemas.openxmlformats.org/drawingml/2006/main" noGrp="1"/>
          </p:cNvSpPr>
          <p:nvPr/>
        </p:nvSpPr>
        <p:spPr>
          <a:xfrm xmlns:a="http://schemas.openxmlformats.org/drawingml/2006/main">
            <a:off x="5086350" y="2476500"/>
            <a:ext cx="1943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F4F8FF"/>
                </a:solidFill>
                <a:latin typeface="Ubuntu Sans"/>
                <a:ea typeface="Ubuntu Sans"/>
                <a:cs typeface="Ubuntu Sans"/>
              </a:defRPr>
            </a:defPPr>
            <a:lvl1pPr algn="l">
              <a:defRPr sz="1575" b="1">
                <a:solidFill>
                  <a:srgbClr val="F4F8FF"/>
                </a:solidFill>
                <a:latin typeface="Ubuntu Sans"/>
                <a:ea typeface="Ubuntu Sans"/>
                <a:cs typeface="Ubuntu Sans"/>
              </a:defRPr>
            </a:lvl1pPr>
            <a:lvl2pPr algn="l">
              <a:defRPr sz="1575" b="1">
                <a:solidFill>
                  <a:srgbClr val="F4F8FF"/>
                </a:solidFill>
                <a:latin typeface="Ubuntu Sans"/>
                <a:ea typeface="Ubuntu Sans"/>
                <a:cs typeface="Ubuntu Sans"/>
              </a:defRPr>
            </a:lvl2pPr>
            <a:lvl3pPr algn="l">
              <a:defRPr sz="1575" b="1">
                <a:solidFill>
                  <a:srgbClr val="F4F8FF"/>
                </a:solidFill>
                <a:latin typeface="Ubuntu Sans"/>
                <a:ea typeface="Ubuntu Sans"/>
                <a:cs typeface="Ubuntu Sans"/>
              </a:defRPr>
            </a:lvl3pPr>
            <a:lvl4pPr algn="l">
              <a:defRPr sz="1575" b="1">
                <a:solidFill>
                  <a:srgbClr val="F4F8FF"/>
                </a:solidFill>
                <a:latin typeface="Ubuntu Sans"/>
                <a:ea typeface="Ubuntu Sans"/>
                <a:cs typeface="Ubuntu Sans"/>
              </a:defRPr>
            </a:lvl4pPr>
            <a:lvl5pPr algn="l">
              <a:defRPr sz="1575" b="1">
                <a:solidFill>
                  <a:srgbClr val="F4F8FF"/>
                </a:solidFill>
                <a:latin typeface="Ubuntu Sans"/>
                <a:ea typeface="Ubuntu Sans"/>
                <a:cs typeface="Ubuntu Sans"/>
              </a:defRPr>
            </a:lvl5pPr>
            <a:lvl6pPr algn="l">
              <a:defRPr sz="1575" b="1">
                <a:solidFill>
                  <a:srgbClr val="F4F8FF"/>
                </a:solidFill>
                <a:latin typeface="Ubuntu Sans"/>
                <a:ea typeface="Ubuntu Sans"/>
                <a:cs typeface="Ubuntu Sans"/>
              </a:defRPr>
            </a:lvl6pPr>
            <a:lvl7pPr algn="l">
              <a:defRPr sz="1575" b="1">
                <a:solidFill>
                  <a:srgbClr val="F4F8FF"/>
                </a:solidFill>
                <a:latin typeface="Ubuntu Sans"/>
                <a:ea typeface="Ubuntu Sans"/>
                <a:cs typeface="Ubuntu Sans"/>
              </a:defRPr>
            </a:lvl7pPr>
            <a:lvl8pPr algn="l">
              <a:defRPr sz="1575" b="1">
                <a:solidFill>
                  <a:srgbClr val="F4F8FF"/>
                </a:solidFill>
                <a:latin typeface="Ubuntu Sans"/>
                <a:ea typeface="Ubuntu Sans"/>
                <a:cs typeface="Ubuntu Sans"/>
              </a:defRPr>
            </a:lvl8pPr>
            <a:lvl9pPr algn="l">
              <a:defRPr sz="1575" b="1">
                <a:solidFill>
                  <a:srgbClr val="F4F8FF"/>
                </a:solidFill>
                <a:latin typeface="Ubuntu Sans"/>
                <a:ea typeface="Ubuntu Sans"/>
                <a:cs typeface="Ubuntu Sans"/>
              </a:defRPr>
            </a:lvl9pPr>
          </a:lstStyle>
          <a:p xmlns:a="http://schemas.openxmlformats.org/drawingml/2006/main">
            <a:pPr algn="l">
              <a:defRPr sz="1575" b="1">
                <a:solidFill>
                  <a:srgbClr val="F4F8FF"/>
                </a:solidFill>
                <a:latin typeface="Ubuntu Sans"/>
                <a:ea typeface="Ubuntu Sans"/>
                <a:cs typeface="Ubuntu Sans"/>
              </a:defRPr>
            </a:pPr>
            <a:r>
              <a:rPr sz="1575" b="1">
                <a:solidFill>
                  <a:srgbClr val="F4F8FF"/>
                </a:solidFill>
                <a:latin typeface="Ubuntu Sans"/>
                <a:ea typeface="Ubuntu Sans"/>
                <a:cs typeface="Ubuntu Sans"/>
              </a:rPr>
              <a:t>FastAPI</a:t>
            </a:r>
          </a:p>
        </p:txBody>
      </p:sp>
      <p:sp>
        <p:nvSpPr>
          <p:cNvPr id="19" name="">
            <a:extLst xmlns:a="http://schemas.openxmlformats.org/drawingml/2006/main">
              <a:ext uri="{FF2B5EF4-FFF2-40B4-BE49-F238E27FC236}">
                <a16:creationId xmlns:a16="http://schemas.microsoft.com/office/drawing/2014/main" id="{12E512BB-7C31-4A36-9EDA-D579D981B2AE}"/>
              </a:ext>
            </a:extLst>
          </p:cNvPr>
          <p:cNvSpPr>
            <a:spLocks xmlns:a="http://schemas.openxmlformats.org/drawingml/2006/main" noGrp="1"/>
          </p:cNvSpPr>
          <p:nvPr/>
        </p:nvSpPr>
        <p:spPr>
          <a:xfrm xmlns:a="http://schemas.openxmlformats.org/drawingml/2006/main">
            <a:off x="5086350" y="2771775"/>
            <a:ext cx="19431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A9BCD0"/>
                </a:solidFill>
                <a:latin typeface="Ubuntu Sans"/>
                <a:ea typeface="Ubuntu Sans"/>
                <a:cs typeface="Ubuntu Sans"/>
              </a:defRPr>
            </a:defPPr>
            <a:lvl1pPr algn="l">
              <a:defRPr sz="1125" b="0">
                <a:solidFill>
                  <a:srgbClr val="A9BCD0"/>
                </a:solidFill>
                <a:latin typeface="Ubuntu Sans"/>
                <a:ea typeface="Ubuntu Sans"/>
                <a:cs typeface="Ubuntu Sans"/>
              </a:defRPr>
            </a:lvl1pPr>
            <a:lvl2pPr algn="l">
              <a:defRPr sz="1125" b="0">
                <a:solidFill>
                  <a:srgbClr val="A9BCD0"/>
                </a:solidFill>
                <a:latin typeface="Ubuntu Sans"/>
                <a:ea typeface="Ubuntu Sans"/>
                <a:cs typeface="Ubuntu Sans"/>
              </a:defRPr>
            </a:lvl2pPr>
            <a:lvl3pPr algn="l">
              <a:defRPr sz="1125" b="0">
                <a:solidFill>
                  <a:srgbClr val="A9BCD0"/>
                </a:solidFill>
                <a:latin typeface="Ubuntu Sans"/>
                <a:ea typeface="Ubuntu Sans"/>
                <a:cs typeface="Ubuntu Sans"/>
              </a:defRPr>
            </a:lvl3pPr>
            <a:lvl4pPr algn="l">
              <a:defRPr sz="1125" b="0">
                <a:solidFill>
                  <a:srgbClr val="A9BCD0"/>
                </a:solidFill>
                <a:latin typeface="Ubuntu Sans"/>
                <a:ea typeface="Ubuntu Sans"/>
                <a:cs typeface="Ubuntu Sans"/>
              </a:defRPr>
            </a:lvl4pPr>
            <a:lvl5pPr algn="l">
              <a:defRPr sz="1125" b="0">
                <a:solidFill>
                  <a:srgbClr val="A9BCD0"/>
                </a:solidFill>
                <a:latin typeface="Ubuntu Sans"/>
                <a:ea typeface="Ubuntu Sans"/>
                <a:cs typeface="Ubuntu Sans"/>
              </a:defRPr>
            </a:lvl5pPr>
            <a:lvl6pPr algn="l">
              <a:defRPr sz="1125" b="0">
                <a:solidFill>
                  <a:srgbClr val="A9BCD0"/>
                </a:solidFill>
                <a:latin typeface="Ubuntu Sans"/>
                <a:ea typeface="Ubuntu Sans"/>
                <a:cs typeface="Ubuntu Sans"/>
              </a:defRPr>
            </a:lvl6pPr>
            <a:lvl7pPr algn="l">
              <a:defRPr sz="1125" b="0">
                <a:solidFill>
                  <a:srgbClr val="A9BCD0"/>
                </a:solidFill>
                <a:latin typeface="Ubuntu Sans"/>
                <a:ea typeface="Ubuntu Sans"/>
                <a:cs typeface="Ubuntu Sans"/>
              </a:defRPr>
            </a:lvl7pPr>
            <a:lvl8pPr algn="l">
              <a:defRPr sz="1125" b="0">
                <a:solidFill>
                  <a:srgbClr val="A9BCD0"/>
                </a:solidFill>
                <a:latin typeface="Ubuntu Sans"/>
                <a:ea typeface="Ubuntu Sans"/>
                <a:cs typeface="Ubuntu Sans"/>
              </a:defRPr>
            </a:lvl8pPr>
            <a:lvl9pPr algn="l">
              <a:defRPr sz="1125" b="0">
                <a:solidFill>
                  <a:srgbClr val="A9BCD0"/>
                </a:solidFill>
                <a:latin typeface="Ubuntu Sans"/>
                <a:ea typeface="Ubuntu Sans"/>
                <a:cs typeface="Ubuntu Sans"/>
              </a:defRPr>
            </a:lvl9pPr>
          </a:lstStyle>
          <a:p xmlns:a="http://schemas.openxmlformats.org/drawingml/2006/main">
            <a:pPr algn="l">
              <a:defRPr sz="1125" b="0">
                <a:solidFill>
                  <a:srgbClr val="A9BCD0"/>
                </a:solidFill>
                <a:latin typeface="Ubuntu Sans"/>
                <a:ea typeface="Ubuntu Sans"/>
                <a:cs typeface="Ubuntu Sans"/>
              </a:defRPr>
            </a:pPr>
            <a:r>
              <a:rPr sz="1125" b="0">
                <a:solidFill>
                  <a:srgbClr val="A9BCD0"/>
                </a:solidFill>
                <a:latin typeface="Ubuntu Sans"/>
                <a:ea typeface="Ubuntu Sans"/>
                <a:cs typeface="Ubuntu Sans"/>
              </a:rPr>
              <a:t>Validation and business rules</a:t>
            </a:r>
          </a:p>
        </p:txBody>
      </p:sp>
      <p:sp>
        <p:nvSpPr>
          <p:cNvPr id="20" name="">
            <a:extLst xmlns:a="http://schemas.openxmlformats.org/drawingml/2006/main">
              <a:ext uri="{FF2B5EF4-FFF2-40B4-BE49-F238E27FC236}">
                <a16:creationId xmlns:a16="http://schemas.microsoft.com/office/drawing/2014/main" id="{EA7A2F33-935C-47F2-9382-335C4AE76B73}"/>
              </a:ext>
            </a:extLst>
          </p:cNvPr>
          <p:cNvSpPr>
            <a:spLocks xmlns:a="http://schemas.openxmlformats.org/drawingml/2006/main" noGrp="1"/>
          </p:cNvSpPr>
          <p:nvPr/>
        </p:nvSpPr>
        <p:spPr>
          <a:xfrm xmlns:a="http://schemas.openxmlformats.org/drawingml/2006/main">
            <a:off x="7143750" y="2743200"/>
            <a:ext cx="590550" cy="0"/>
          </a:xfrm>
          <a:prstGeom xmlns:a="http://schemas.openxmlformats.org/drawingml/2006/main" prst="line">
            <a:avLst/>
          </a:prstGeom>
          <a:noFill xmlns:a="http://schemas.openxmlformats.org/drawingml/2006/main"/>
          <a:ln xmlns:a="http://schemas.openxmlformats.org/drawingml/2006/main" w="28575">
            <a:solidFill>
              <a:srgbClr val="8A7CFF"/>
            </a:solidFill>
            <a:prstDash val="solid"/>
          </a:ln>
        </p:spPr>
      </p:sp>
      <p:sp>
        <p:nvSpPr>
          <p:cNvPr id="21" name="">
            <a:extLst xmlns:a="http://schemas.openxmlformats.org/drawingml/2006/main">
              <a:ext uri="{FF2B5EF4-FFF2-40B4-BE49-F238E27FC236}">
                <a16:creationId xmlns:a16="http://schemas.microsoft.com/office/drawing/2014/main" id="{E5C6B2C4-CA19-4B5E-BE7B-E84746DDA776}"/>
              </a:ext>
            </a:extLst>
          </p:cNvPr>
          <p:cNvSpPr>
            <a:spLocks xmlns:a="http://schemas.openxmlformats.org/drawingml/2006/main" noGrp="1"/>
          </p:cNvSpPr>
          <p:nvPr/>
        </p:nvSpPr>
        <p:spPr>
          <a:xfrm xmlns:a="http://schemas.openxmlformats.org/drawingml/2006/main">
            <a:off x="7143750" y="3390900"/>
            <a:ext cx="590550" cy="0"/>
          </a:xfrm>
          <a:prstGeom xmlns:a="http://schemas.openxmlformats.org/drawingml/2006/main" prst="line">
            <a:avLst/>
          </a:prstGeom>
          <a:noFill xmlns:a="http://schemas.openxmlformats.org/drawingml/2006/main"/>
          <a:ln xmlns:a="http://schemas.openxmlformats.org/drawingml/2006/main" w="28575">
            <a:solidFill>
              <a:srgbClr val="8A7CFF"/>
            </a:solidFill>
            <a:prstDash val="solid"/>
          </a:ln>
        </p:spPr>
      </p:sp>
      <p:sp>
        <p:nvSpPr>
          <p:cNvPr id="22" name="">
            <a:extLst xmlns:a="http://schemas.openxmlformats.org/drawingml/2006/main">
              <a:ext uri="{FF2B5EF4-FFF2-40B4-BE49-F238E27FC236}">
                <a16:creationId xmlns:a16="http://schemas.microsoft.com/office/drawing/2014/main" id="{76FA7F3B-CBB3-49F9-9725-9339ACA16D31}"/>
              </a:ext>
            </a:extLst>
          </p:cNvPr>
          <p:cNvSpPr>
            <a:spLocks xmlns:a="http://schemas.openxmlformats.org/drawingml/2006/main" noGrp="1"/>
          </p:cNvSpPr>
          <p:nvPr/>
        </p:nvSpPr>
        <p:spPr>
          <a:xfrm xmlns:a="http://schemas.openxmlformats.org/drawingml/2006/main">
            <a:off x="7734300" y="2038350"/>
            <a:ext cx="1809750" cy="1066800"/>
          </a:xfrm>
          <a:prstGeom xmlns:a="http://schemas.openxmlformats.org/drawingml/2006/main" prst="roundRect">
            <a:avLst>
              <a:gd name="adj" fmla="val 10714"/>
            </a:avLst>
          </a:prstGeom>
          <a:solidFill xmlns:a="http://schemas.openxmlformats.org/drawingml/2006/main">
            <a:srgbClr val="10223A"/>
          </a:solidFill>
          <a:ln xmlns:a="http://schemas.openxmlformats.org/drawingml/2006/main" w="11430">
            <a:solidFill>
              <a:srgbClr val="2B4563"/>
            </a:solidFill>
            <a:prstDash val="solid"/>
          </a:ln>
        </p:spPr>
      </p:sp>
      <p:sp>
        <p:nvSpPr>
          <p:cNvPr id="23" name="">
            <a:extLst xmlns:a="http://schemas.openxmlformats.org/drawingml/2006/main">
              <a:ext uri="{FF2B5EF4-FFF2-40B4-BE49-F238E27FC236}">
                <a16:creationId xmlns:a16="http://schemas.microsoft.com/office/drawing/2014/main" id="{1F4694B9-D8C4-4C50-A74C-2B4C2E98848F}"/>
              </a:ext>
            </a:extLst>
          </p:cNvPr>
          <p:cNvSpPr>
            <a:spLocks xmlns:a="http://schemas.openxmlformats.org/drawingml/2006/main" noGrp="1"/>
          </p:cNvSpPr>
          <p:nvPr/>
        </p:nvSpPr>
        <p:spPr>
          <a:xfrm xmlns:a="http://schemas.openxmlformats.org/drawingml/2006/main">
            <a:off x="7734300" y="2038350"/>
            <a:ext cx="66675" cy="1066800"/>
          </a:xfrm>
          <a:prstGeom xmlns:a="http://schemas.openxmlformats.org/drawingml/2006/main" prst="roundRect">
            <a:avLst>
              <a:gd name="adj" fmla="val 50000"/>
            </a:avLst>
          </a:prstGeom>
          <a:solidFill xmlns:a="http://schemas.openxmlformats.org/drawingml/2006/main">
            <a:srgbClr val="55D6A5"/>
          </a:solidFill>
          <a:ln xmlns:a="http://schemas.openxmlformats.org/drawingml/2006/main" w="0">
            <a:solidFill>
              <a:srgbClr val="55D6A5"/>
            </a:solidFill>
            <a:prstDash val="solid"/>
          </a:ln>
        </p:spPr>
      </p:sp>
      <p:sp>
        <p:nvSpPr>
          <p:cNvPr id="24" name="">
            <a:extLst xmlns:a="http://schemas.openxmlformats.org/drawingml/2006/main">
              <a:ext uri="{FF2B5EF4-FFF2-40B4-BE49-F238E27FC236}">
                <a16:creationId xmlns:a16="http://schemas.microsoft.com/office/drawing/2014/main" id="{63848BEE-A95C-4388-9B48-DA3F92954120}"/>
              </a:ext>
            </a:extLst>
          </p:cNvPr>
          <p:cNvSpPr>
            <a:spLocks xmlns:a="http://schemas.openxmlformats.org/drawingml/2006/main" noGrp="1"/>
          </p:cNvSpPr>
          <p:nvPr/>
        </p:nvSpPr>
        <p:spPr>
          <a:xfrm xmlns:a="http://schemas.openxmlformats.org/drawingml/2006/main">
            <a:off x="7943850" y="2152650"/>
            <a:ext cx="1485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F4F8FF"/>
                </a:solidFill>
                <a:latin typeface="Ubuntu Sans"/>
                <a:ea typeface="Ubuntu Sans"/>
                <a:cs typeface="Ubuntu Sans"/>
              </a:defRPr>
            </a:defPPr>
            <a:lvl1pPr algn="l">
              <a:defRPr sz="1575" b="1">
                <a:solidFill>
                  <a:srgbClr val="F4F8FF"/>
                </a:solidFill>
                <a:latin typeface="Ubuntu Sans"/>
                <a:ea typeface="Ubuntu Sans"/>
                <a:cs typeface="Ubuntu Sans"/>
              </a:defRPr>
            </a:lvl1pPr>
            <a:lvl2pPr algn="l">
              <a:defRPr sz="1575" b="1">
                <a:solidFill>
                  <a:srgbClr val="F4F8FF"/>
                </a:solidFill>
                <a:latin typeface="Ubuntu Sans"/>
                <a:ea typeface="Ubuntu Sans"/>
                <a:cs typeface="Ubuntu Sans"/>
              </a:defRPr>
            </a:lvl2pPr>
            <a:lvl3pPr algn="l">
              <a:defRPr sz="1575" b="1">
                <a:solidFill>
                  <a:srgbClr val="F4F8FF"/>
                </a:solidFill>
                <a:latin typeface="Ubuntu Sans"/>
                <a:ea typeface="Ubuntu Sans"/>
                <a:cs typeface="Ubuntu Sans"/>
              </a:defRPr>
            </a:lvl3pPr>
            <a:lvl4pPr algn="l">
              <a:defRPr sz="1575" b="1">
                <a:solidFill>
                  <a:srgbClr val="F4F8FF"/>
                </a:solidFill>
                <a:latin typeface="Ubuntu Sans"/>
                <a:ea typeface="Ubuntu Sans"/>
                <a:cs typeface="Ubuntu Sans"/>
              </a:defRPr>
            </a:lvl4pPr>
            <a:lvl5pPr algn="l">
              <a:defRPr sz="1575" b="1">
                <a:solidFill>
                  <a:srgbClr val="F4F8FF"/>
                </a:solidFill>
                <a:latin typeface="Ubuntu Sans"/>
                <a:ea typeface="Ubuntu Sans"/>
                <a:cs typeface="Ubuntu Sans"/>
              </a:defRPr>
            </a:lvl5pPr>
            <a:lvl6pPr algn="l">
              <a:defRPr sz="1575" b="1">
                <a:solidFill>
                  <a:srgbClr val="F4F8FF"/>
                </a:solidFill>
                <a:latin typeface="Ubuntu Sans"/>
                <a:ea typeface="Ubuntu Sans"/>
                <a:cs typeface="Ubuntu Sans"/>
              </a:defRPr>
            </a:lvl6pPr>
            <a:lvl7pPr algn="l">
              <a:defRPr sz="1575" b="1">
                <a:solidFill>
                  <a:srgbClr val="F4F8FF"/>
                </a:solidFill>
                <a:latin typeface="Ubuntu Sans"/>
                <a:ea typeface="Ubuntu Sans"/>
                <a:cs typeface="Ubuntu Sans"/>
              </a:defRPr>
            </a:lvl7pPr>
            <a:lvl8pPr algn="l">
              <a:defRPr sz="1575" b="1">
                <a:solidFill>
                  <a:srgbClr val="F4F8FF"/>
                </a:solidFill>
                <a:latin typeface="Ubuntu Sans"/>
                <a:ea typeface="Ubuntu Sans"/>
                <a:cs typeface="Ubuntu Sans"/>
              </a:defRPr>
            </a:lvl8pPr>
            <a:lvl9pPr algn="l">
              <a:defRPr sz="1575" b="1">
                <a:solidFill>
                  <a:srgbClr val="F4F8FF"/>
                </a:solidFill>
                <a:latin typeface="Ubuntu Sans"/>
                <a:ea typeface="Ubuntu Sans"/>
                <a:cs typeface="Ubuntu Sans"/>
              </a:defRPr>
            </a:lvl9pPr>
          </a:lstStyle>
          <a:p xmlns:a="http://schemas.openxmlformats.org/drawingml/2006/main">
            <a:pPr algn="l">
              <a:defRPr sz="1575" b="1">
                <a:solidFill>
                  <a:srgbClr val="F4F8FF"/>
                </a:solidFill>
                <a:latin typeface="Ubuntu Sans"/>
                <a:ea typeface="Ubuntu Sans"/>
                <a:cs typeface="Ubuntu Sans"/>
              </a:defRPr>
            </a:pPr>
            <a:r>
              <a:rPr sz="1575" b="1">
                <a:solidFill>
                  <a:srgbClr val="F4F8FF"/>
                </a:solidFill>
                <a:latin typeface="Ubuntu Sans"/>
                <a:ea typeface="Ubuntu Sans"/>
                <a:cs typeface="Ubuntu Sans"/>
              </a:rPr>
              <a:t>PostgreSQL</a:t>
            </a:r>
          </a:p>
        </p:txBody>
      </p:sp>
      <p:sp>
        <p:nvSpPr>
          <p:cNvPr id="25" name="">
            <a:extLst xmlns:a="http://schemas.openxmlformats.org/drawingml/2006/main">
              <a:ext uri="{FF2B5EF4-FFF2-40B4-BE49-F238E27FC236}">
                <a16:creationId xmlns:a16="http://schemas.microsoft.com/office/drawing/2014/main" id="{AAF10DAA-09F3-491A-94A7-86CB7250673C}"/>
              </a:ext>
            </a:extLst>
          </p:cNvPr>
          <p:cNvSpPr>
            <a:spLocks xmlns:a="http://schemas.openxmlformats.org/drawingml/2006/main" noGrp="1"/>
          </p:cNvSpPr>
          <p:nvPr/>
        </p:nvSpPr>
        <p:spPr>
          <a:xfrm xmlns:a="http://schemas.openxmlformats.org/drawingml/2006/main">
            <a:off x="7943850" y="2447925"/>
            <a:ext cx="14859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A9BCD0"/>
                </a:solidFill>
                <a:latin typeface="Ubuntu Sans"/>
                <a:ea typeface="Ubuntu Sans"/>
                <a:cs typeface="Ubuntu Sans"/>
              </a:defRPr>
            </a:defPPr>
            <a:lvl1pPr algn="l">
              <a:defRPr sz="1125" b="0">
                <a:solidFill>
                  <a:srgbClr val="A9BCD0"/>
                </a:solidFill>
                <a:latin typeface="Ubuntu Sans"/>
                <a:ea typeface="Ubuntu Sans"/>
                <a:cs typeface="Ubuntu Sans"/>
              </a:defRPr>
            </a:lvl1pPr>
            <a:lvl2pPr algn="l">
              <a:defRPr sz="1125" b="0">
                <a:solidFill>
                  <a:srgbClr val="A9BCD0"/>
                </a:solidFill>
                <a:latin typeface="Ubuntu Sans"/>
                <a:ea typeface="Ubuntu Sans"/>
                <a:cs typeface="Ubuntu Sans"/>
              </a:defRPr>
            </a:lvl2pPr>
            <a:lvl3pPr algn="l">
              <a:defRPr sz="1125" b="0">
                <a:solidFill>
                  <a:srgbClr val="A9BCD0"/>
                </a:solidFill>
                <a:latin typeface="Ubuntu Sans"/>
                <a:ea typeface="Ubuntu Sans"/>
                <a:cs typeface="Ubuntu Sans"/>
              </a:defRPr>
            </a:lvl3pPr>
            <a:lvl4pPr algn="l">
              <a:defRPr sz="1125" b="0">
                <a:solidFill>
                  <a:srgbClr val="A9BCD0"/>
                </a:solidFill>
                <a:latin typeface="Ubuntu Sans"/>
                <a:ea typeface="Ubuntu Sans"/>
                <a:cs typeface="Ubuntu Sans"/>
              </a:defRPr>
            </a:lvl4pPr>
            <a:lvl5pPr algn="l">
              <a:defRPr sz="1125" b="0">
                <a:solidFill>
                  <a:srgbClr val="A9BCD0"/>
                </a:solidFill>
                <a:latin typeface="Ubuntu Sans"/>
                <a:ea typeface="Ubuntu Sans"/>
                <a:cs typeface="Ubuntu Sans"/>
              </a:defRPr>
            </a:lvl5pPr>
            <a:lvl6pPr algn="l">
              <a:defRPr sz="1125" b="0">
                <a:solidFill>
                  <a:srgbClr val="A9BCD0"/>
                </a:solidFill>
                <a:latin typeface="Ubuntu Sans"/>
                <a:ea typeface="Ubuntu Sans"/>
                <a:cs typeface="Ubuntu Sans"/>
              </a:defRPr>
            </a:lvl6pPr>
            <a:lvl7pPr algn="l">
              <a:defRPr sz="1125" b="0">
                <a:solidFill>
                  <a:srgbClr val="A9BCD0"/>
                </a:solidFill>
                <a:latin typeface="Ubuntu Sans"/>
                <a:ea typeface="Ubuntu Sans"/>
                <a:cs typeface="Ubuntu Sans"/>
              </a:defRPr>
            </a:lvl7pPr>
            <a:lvl8pPr algn="l">
              <a:defRPr sz="1125" b="0">
                <a:solidFill>
                  <a:srgbClr val="A9BCD0"/>
                </a:solidFill>
                <a:latin typeface="Ubuntu Sans"/>
                <a:ea typeface="Ubuntu Sans"/>
                <a:cs typeface="Ubuntu Sans"/>
              </a:defRPr>
            </a:lvl8pPr>
            <a:lvl9pPr algn="l">
              <a:defRPr sz="1125" b="0">
                <a:solidFill>
                  <a:srgbClr val="A9BCD0"/>
                </a:solidFill>
                <a:latin typeface="Ubuntu Sans"/>
                <a:ea typeface="Ubuntu Sans"/>
                <a:cs typeface="Ubuntu Sans"/>
              </a:defRPr>
            </a:lvl9pPr>
          </a:lstStyle>
          <a:p xmlns:a="http://schemas.openxmlformats.org/drawingml/2006/main">
            <a:pPr algn="l">
              <a:defRPr sz="1125" b="0">
                <a:solidFill>
                  <a:srgbClr val="A9BCD0"/>
                </a:solidFill>
                <a:latin typeface="Ubuntu Sans"/>
                <a:ea typeface="Ubuntu Sans"/>
                <a:cs typeface="Ubuntu Sans"/>
              </a:defRPr>
            </a:pPr>
            <a:r>
              <a:rPr sz="1125" b="0">
                <a:solidFill>
                  <a:srgbClr val="A9BCD0"/>
                </a:solidFill>
                <a:latin typeface="Ubuntu Sans"/>
                <a:ea typeface="Ubuntu Sans"/>
                <a:cs typeface="Ubuntu Sans"/>
              </a:rPr>
              <a:t>Users, offers, applications, jobs</a:t>
            </a:r>
          </a:p>
        </p:txBody>
      </p:sp>
      <p:sp>
        <p:nvSpPr>
          <p:cNvPr id="26" name="">
            <a:extLst xmlns:a="http://schemas.openxmlformats.org/drawingml/2006/main">
              <a:ext uri="{FF2B5EF4-FFF2-40B4-BE49-F238E27FC236}">
                <a16:creationId xmlns:a16="http://schemas.microsoft.com/office/drawing/2014/main" id="{26100473-8826-4F70-82CB-B8A88023F147}"/>
              </a:ext>
            </a:extLst>
          </p:cNvPr>
          <p:cNvSpPr>
            <a:spLocks xmlns:a="http://schemas.openxmlformats.org/drawingml/2006/main" noGrp="1"/>
          </p:cNvSpPr>
          <p:nvPr/>
        </p:nvSpPr>
        <p:spPr>
          <a:xfrm xmlns:a="http://schemas.openxmlformats.org/drawingml/2006/main">
            <a:off x="7734300" y="3314700"/>
            <a:ext cx="1809750" cy="1066800"/>
          </a:xfrm>
          <a:prstGeom xmlns:a="http://schemas.openxmlformats.org/drawingml/2006/main" prst="roundRect">
            <a:avLst>
              <a:gd name="adj" fmla="val 10714"/>
            </a:avLst>
          </a:prstGeom>
          <a:solidFill xmlns:a="http://schemas.openxmlformats.org/drawingml/2006/main">
            <a:srgbClr val="10223A"/>
          </a:solidFill>
          <a:ln xmlns:a="http://schemas.openxmlformats.org/drawingml/2006/main" w="11430">
            <a:solidFill>
              <a:srgbClr val="2B4563"/>
            </a:solidFill>
            <a:prstDash val="solid"/>
          </a:ln>
        </p:spPr>
      </p:sp>
      <p:sp>
        <p:nvSpPr>
          <p:cNvPr id="27" name="">
            <a:extLst xmlns:a="http://schemas.openxmlformats.org/drawingml/2006/main">
              <a:ext uri="{FF2B5EF4-FFF2-40B4-BE49-F238E27FC236}">
                <a16:creationId xmlns:a16="http://schemas.microsoft.com/office/drawing/2014/main" id="{78D3FC2C-7B6D-4416-BA2F-1069BACF3DC8}"/>
              </a:ext>
            </a:extLst>
          </p:cNvPr>
          <p:cNvSpPr>
            <a:spLocks xmlns:a="http://schemas.openxmlformats.org/drawingml/2006/main" noGrp="1"/>
          </p:cNvSpPr>
          <p:nvPr/>
        </p:nvSpPr>
        <p:spPr>
          <a:xfrm xmlns:a="http://schemas.openxmlformats.org/drawingml/2006/main">
            <a:off x="7734300" y="3314700"/>
            <a:ext cx="66675" cy="1066800"/>
          </a:xfrm>
          <a:prstGeom xmlns:a="http://schemas.openxmlformats.org/drawingml/2006/main" prst="roundRect">
            <a:avLst>
              <a:gd name="adj" fmla="val 50000"/>
            </a:avLst>
          </a:prstGeom>
          <a:solidFill xmlns:a="http://schemas.openxmlformats.org/drawingml/2006/main">
            <a:srgbClr val="55D6A5"/>
          </a:solidFill>
          <a:ln xmlns:a="http://schemas.openxmlformats.org/drawingml/2006/main" w="0">
            <a:solidFill>
              <a:srgbClr val="55D6A5"/>
            </a:solidFill>
            <a:prstDash val="solid"/>
          </a:ln>
        </p:spPr>
      </p:sp>
      <p:sp>
        <p:nvSpPr>
          <p:cNvPr id="28" name="">
            <a:extLst xmlns:a="http://schemas.openxmlformats.org/drawingml/2006/main">
              <a:ext uri="{FF2B5EF4-FFF2-40B4-BE49-F238E27FC236}">
                <a16:creationId xmlns:a16="http://schemas.microsoft.com/office/drawing/2014/main" id="{A654E6B9-2F26-42D1-BEF0-2A5801494A32}"/>
              </a:ext>
            </a:extLst>
          </p:cNvPr>
          <p:cNvSpPr>
            <a:spLocks xmlns:a="http://schemas.openxmlformats.org/drawingml/2006/main" noGrp="1"/>
          </p:cNvSpPr>
          <p:nvPr/>
        </p:nvSpPr>
        <p:spPr>
          <a:xfrm xmlns:a="http://schemas.openxmlformats.org/drawingml/2006/main">
            <a:off x="7943850" y="3429000"/>
            <a:ext cx="1485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F4F8FF"/>
                </a:solidFill>
                <a:latin typeface="Ubuntu Sans"/>
                <a:ea typeface="Ubuntu Sans"/>
                <a:cs typeface="Ubuntu Sans"/>
              </a:defRPr>
            </a:defPPr>
            <a:lvl1pPr algn="l">
              <a:defRPr sz="1575" b="1">
                <a:solidFill>
                  <a:srgbClr val="F4F8FF"/>
                </a:solidFill>
                <a:latin typeface="Ubuntu Sans"/>
                <a:ea typeface="Ubuntu Sans"/>
                <a:cs typeface="Ubuntu Sans"/>
              </a:defRPr>
            </a:lvl1pPr>
            <a:lvl2pPr algn="l">
              <a:defRPr sz="1575" b="1">
                <a:solidFill>
                  <a:srgbClr val="F4F8FF"/>
                </a:solidFill>
                <a:latin typeface="Ubuntu Sans"/>
                <a:ea typeface="Ubuntu Sans"/>
                <a:cs typeface="Ubuntu Sans"/>
              </a:defRPr>
            </a:lvl2pPr>
            <a:lvl3pPr algn="l">
              <a:defRPr sz="1575" b="1">
                <a:solidFill>
                  <a:srgbClr val="F4F8FF"/>
                </a:solidFill>
                <a:latin typeface="Ubuntu Sans"/>
                <a:ea typeface="Ubuntu Sans"/>
                <a:cs typeface="Ubuntu Sans"/>
              </a:defRPr>
            </a:lvl3pPr>
            <a:lvl4pPr algn="l">
              <a:defRPr sz="1575" b="1">
                <a:solidFill>
                  <a:srgbClr val="F4F8FF"/>
                </a:solidFill>
                <a:latin typeface="Ubuntu Sans"/>
                <a:ea typeface="Ubuntu Sans"/>
                <a:cs typeface="Ubuntu Sans"/>
              </a:defRPr>
            </a:lvl4pPr>
            <a:lvl5pPr algn="l">
              <a:defRPr sz="1575" b="1">
                <a:solidFill>
                  <a:srgbClr val="F4F8FF"/>
                </a:solidFill>
                <a:latin typeface="Ubuntu Sans"/>
                <a:ea typeface="Ubuntu Sans"/>
                <a:cs typeface="Ubuntu Sans"/>
              </a:defRPr>
            </a:lvl5pPr>
            <a:lvl6pPr algn="l">
              <a:defRPr sz="1575" b="1">
                <a:solidFill>
                  <a:srgbClr val="F4F8FF"/>
                </a:solidFill>
                <a:latin typeface="Ubuntu Sans"/>
                <a:ea typeface="Ubuntu Sans"/>
                <a:cs typeface="Ubuntu Sans"/>
              </a:defRPr>
            </a:lvl6pPr>
            <a:lvl7pPr algn="l">
              <a:defRPr sz="1575" b="1">
                <a:solidFill>
                  <a:srgbClr val="F4F8FF"/>
                </a:solidFill>
                <a:latin typeface="Ubuntu Sans"/>
                <a:ea typeface="Ubuntu Sans"/>
                <a:cs typeface="Ubuntu Sans"/>
              </a:defRPr>
            </a:lvl7pPr>
            <a:lvl8pPr algn="l">
              <a:defRPr sz="1575" b="1">
                <a:solidFill>
                  <a:srgbClr val="F4F8FF"/>
                </a:solidFill>
                <a:latin typeface="Ubuntu Sans"/>
                <a:ea typeface="Ubuntu Sans"/>
                <a:cs typeface="Ubuntu Sans"/>
              </a:defRPr>
            </a:lvl8pPr>
            <a:lvl9pPr algn="l">
              <a:defRPr sz="1575" b="1">
                <a:solidFill>
                  <a:srgbClr val="F4F8FF"/>
                </a:solidFill>
                <a:latin typeface="Ubuntu Sans"/>
                <a:ea typeface="Ubuntu Sans"/>
                <a:cs typeface="Ubuntu Sans"/>
              </a:defRPr>
            </a:lvl9pPr>
          </a:lstStyle>
          <a:p xmlns:a="http://schemas.openxmlformats.org/drawingml/2006/main">
            <a:pPr algn="l">
              <a:defRPr sz="1575" b="1">
                <a:solidFill>
                  <a:srgbClr val="F4F8FF"/>
                </a:solidFill>
                <a:latin typeface="Ubuntu Sans"/>
                <a:ea typeface="Ubuntu Sans"/>
                <a:cs typeface="Ubuntu Sans"/>
              </a:defRPr>
            </a:pPr>
            <a:r>
              <a:rPr sz="1575" b="1">
                <a:solidFill>
                  <a:srgbClr val="F4F8FF"/>
                </a:solidFill>
                <a:latin typeface="Ubuntu Sans"/>
                <a:ea typeface="Ubuntu Sans"/>
                <a:cs typeface="Ubuntu Sans"/>
              </a:rPr>
              <a:t>Private storage</a:t>
            </a:r>
          </a:p>
        </p:txBody>
      </p:sp>
      <p:sp>
        <p:nvSpPr>
          <p:cNvPr id="29" name="">
            <a:extLst xmlns:a="http://schemas.openxmlformats.org/drawingml/2006/main">
              <a:ext uri="{FF2B5EF4-FFF2-40B4-BE49-F238E27FC236}">
                <a16:creationId xmlns:a16="http://schemas.microsoft.com/office/drawing/2014/main" id="{50059E67-19D1-41FD-8DD9-9421CBFDD655}"/>
              </a:ext>
            </a:extLst>
          </p:cNvPr>
          <p:cNvSpPr>
            <a:spLocks xmlns:a="http://schemas.openxmlformats.org/drawingml/2006/main" noGrp="1"/>
          </p:cNvSpPr>
          <p:nvPr/>
        </p:nvSpPr>
        <p:spPr>
          <a:xfrm xmlns:a="http://schemas.openxmlformats.org/drawingml/2006/main">
            <a:off x="7943850" y="3724275"/>
            <a:ext cx="14859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A9BCD0"/>
                </a:solidFill>
                <a:latin typeface="Ubuntu Sans"/>
                <a:ea typeface="Ubuntu Sans"/>
                <a:cs typeface="Ubuntu Sans"/>
              </a:defRPr>
            </a:defPPr>
            <a:lvl1pPr algn="l">
              <a:defRPr sz="1125" b="0">
                <a:solidFill>
                  <a:srgbClr val="A9BCD0"/>
                </a:solidFill>
                <a:latin typeface="Ubuntu Sans"/>
                <a:ea typeface="Ubuntu Sans"/>
                <a:cs typeface="Ubuntu Sans"/>
              </a:defRPr>
            </a:lvl1pPr>
            <a:lvl2pPr algn="l">
              <a:defRPr sz="1125" b="0">
                <a:solidFill>
                  <a:srgbClr val="A9BCD0"/>
                </a:solidFill>
                <a:latin typeface="Ubuntu Sans"/>
                <a:ea typeface="Ubuntu Sans"/>
                <a:cs typeface="Ubuntu Sans"/>
              </a:defRPr>
            </a:lvl2pPr>
            <a:lvl3pPr algn="l">
              <a:defRPr sz="1125" b="0">
                <a:solidFill>
                  <a:srgbClr val="A9BCD0"/>
                </a:solidFill>
                <a:latin typeface="Ubuntu Sans"/>
                <a:ea typeface="Ubuntu Sans"/>
                <a:cs typeface="Ubuntu Sans"/>
              </a:defRPr>
            </a:lvl3pPr>
            <a:lvl4pPr algn="l">
              <a:defRPr sz="1125" b="0">
                <a:solidFill>
                  <a:srgbClr val="A9BCD0"/>
                </a:solidFill>
                <a:latin typeface="Ubuntu Sans"/>
                <a:ea typeface="Ubuntu Sans"/>
                <a:cs typeface="Ubuntu Sans"/>
              </a:defRPr>
            </a:lvl4pPr>
            <a:lvl5pPr algn="l">
              <a:defRPr sz="1125" b="0">
                <a:solidFill>
                  <a:srgbClr val="A9BCD0"/>
                </a:solidFill>
                <a:latin typeface="Ubuntu Sans"/>
                <a:ea typeface="Ubuntu Sans"/>
                <a:cs typeface="Ubuntu Sans"/>
              </a:defRPr>
            </a:lvl5pPr>
            <a:lvl6pPr algn="l">
              <a:defRPr sz="1125" b="0">
                <a:solidFill>
                  <a:srgbClr val="A9BCD0"/>
                </a:solidFill>
                <a:latin typeface="Ubuntu Sans"/>
                <a:ea typeface="Ubuntu Sans"/>
                <a:cs typeface="Ubuntu Sans"/>
              </a:defRPr>
            </a:lvl6pPr>
            <a:lvl7pPr algn="l">
              <a:defRPr sz="1125" b="0">
                <a:solidFill>
                  <a:srgbClr val="A9BCD0"/>
                </a:solidFill>
                <a:latin typeface="Ubuntu Sans"/>
                <a:ea typeface="Ubuntu Sans"/>
                <a:cs typeface="Ubuntu Sans"/>
              </a:defRPr>
            </a:lvl7pPr>
            <a:lvl8pPr algn="l">
              <a:defRPr sz="1125" b="0">
                <a:solidFill>
                  <a:srgbClr val="A9BCD0"/>
                </a:solidFill>
                <a:latin typeface="Ubuntu Sans"/>
                <a:ea typeface="Ubuntu Sans"/>
                <a:cs typeface="Ubuntu Sans"/>
              </a:defRPr>
            </a:lvl8pPr>
            <a:lvl9pPr algn="l">
              <a:defRPr sz="1125" b="0">
                <a:solidFill>
                  <a:srgbClr val="A9BCD0"/>
                </a:solidFill>
                <a:latin typeface="Ubuntu Sans"/>
                <a:ea typeface="Ubuntu Sans"/>
                <a:cs typeface="Ubuntu Sans"/>
              </a:defRPr>
            </a:lvl9pPr>
          </a:lstStyle>
          <a:p xmlns:a="http://schemas.openxmlformats.org/drawingml/2006/main">
            <a:pPr algn="l">
              <a:defRPr sz="1125" b="0">
                <a:solidFill>
                  <a:srgbClr val="A9BCD0"/>
                </a:solidFill>
                <a:latin typeface="Ubuntu Sans"/>
                <a:ea typeface="Ubuntu Sans"/>
                <a:cs typeface="Ubuntu Sans"/>
              </a:defRPr>
            </a:pPr>
            <a:r>
              <a:rPr sz="1125" b="0">
                <a:solidFill>
                  <a:srgbClr val="A9BCD0"/>
                </a:solidFill>
                <a:latin typeface="Ubuntu Sans"/>
                <a:ea typeface="Ubuntu Sans"/>
                <a:cs typeface="Ubuntu Sans"/>
              </a:rPr>
              <a:t>CVs, avatars, logos</a:t>
            </a:r>
          </a:p>
        </p:txBody>
      </p:sp>
      <p:sp>
        <p:nvSpPr>
          <p:cNvPr id="30" name="">
            <a:extLst xmlns:a="http://schemas.openxmlformats.org/drawingml/2006/main">
              <a:ext uri="{FF2B5EF4-FFF2-40B4-BE49-F238E27FC236}">
                <a16:creationId xmlns:a16="http://schemas.microsoft.com/office/drawing/2014/main" id="{FC615C33-6F48-47AD-80FD-DA0562F053C4}"/>
              </a:ext>
            </a:extLst>
          </p:cNvPr>
          <p:cNvSpPr>
            <a:spLocks xmlns:a="http://schemas.openxmlformats.org/drawingml/2006/main" noGrp="1"/>
          </p:cNvSpPr>
          <p:nvPr/>
        </p:nvSpPr>
        <p:spPr>
          <a:xfrm xmlns:a="http://schemas.openxmlformats.org/drawingml/2006/main">
            <a:off x="6010275" y="3771900"/>
            <a:ext cx="0" cy="857250"/>
          </a:xfrm>
          <a:prstGeom xmlns:a="http://schemas.openxmlformats.org/drawingml/2006/main" prst="line">
            <a:avLst/>
          </a:prstGeom>
          <a:noFill xmlns:a="http://schemas.openxmlformats.org/drawingml/2006/main"/>
          <a:ln xmlns:a="http://schemas.openxmlformats.org/drawingml/2006/main" w="28575">
            <a:solidFill>
              <a:srgbClr val="8A7CFF"/>
            </a:solidFill>
            <a:prstDash val="solid"/>
          </a:ln>
        </p:spPr>
      </p:sp>
      <p:sp>
        <p:nvSpPr>
          <p:cNvPr id="31" name="">
            <a:extLst xmlns:a="http://schemas.openxmlformats.org/drawingml/2006/main">
              <a:ext uri="{FF2B5EF4-FFF2-40B4-BE49-F238E27FC236}">
                <a16:creationId xmlns:a16="http://schemas.microsoft.com/office/drawing/2014/main" id="{BF457269-4305-4C5D-863B-82E76F931E0E}"/>
              </a:ext>
            </a:extLst>
          </p:cNvPr>
          <p:cNvSpPr>
            <a:spLocks xmlns:a="http://schemas.openxmlformats.org/drawingml/2006/main" noGrp="1"/>
          </p:cNvSpPr>
          <p:nvPr/>
        </p:nvSpPr>
        <p:spPr>
          <a:xfrm xmlns:a="http://schemas.openxmlformats.org/drawingml/2006/main">
            <a:off x="4876800" y="4629150"/>
            <a:ext cx="2266950" cy="1047750"/>
          </a:xfrm>
          <a:prstGeom xmlns:a="http://schemas.openxmlformats.org/drawingml/2006/main" prst="roundRect">
            <a:avLst>
              <a:gd name="adj" fmla="val 10909"/>
            </a:avLst>
          </a:prstGeom>
          <a:solidFill xmlns:a="http://schemas.openxmlformats.org/drawingml/2006/main">
            <a:srgbClr val="10223A"/>
          </a:solidFill>
          <a:ln xmlns:a="http://schemas.openxmlformats.org/drawingml/2006/main" w="11430">
            <a:solidFill>
              <a:srgbClr val="2B4563"/>
            </a:solidFill>
            <a:prstDash val="solid"/>
          </a:ln>
        </p:spPr>
      </p:sp>
      <p:sp>
        <p:nvSpPr>
          <p:cNvPr id="32" name="">
            <a:extLst xmlns:a="http://schemas.openxmlformats.org/drawingml/2006/main">
              <a:ext uri="{FF2B5EF4-FFF2-40B4-BE49-F238E27FC236}">
                <a16:creationId xmlns:a16="http://schemas.microsoft.com/office/drawing/2014/main" id="{4116B5F2-D826-4B2B-8599-023A36C26D24}"/>
              </a:ext>
            </a:extLst>
          </p:cNvPr>
          <p:cNvSpPr>
            <a:spLocks xmlns:a="http://schemas.openxmlformats.org/drawingml/2006/main" noGrp="1"/>
          </p:cNvSpPr>
          <p:nvPr/>
        </p:nvSpPr>
        <p:spPr>
          <a:xfrm xmlns:a="http://schemas.openxmlformats.org/drawingml/2006/main">
            <a:off x="4876800" y="4629150"/>
            <a:ext cx="66675" cy="1047750"/>
          </a:xfrm>
          <a:prstGeom xmlns:a="http://schemas.openxmlformats.org/drawingml/2006/main" prst="roundRect">
            <a:avLst>
              <a:gd name="adj" fmla="val 50000"/>
            </a:avLst>
          </a:prstGeom>
          <a:solidFill xmlns:a="http://schemas.openxmlformats.org/drawingml/2006/main">
            <a:srgbClr val="FF7B8A"/>
          </a:solidFill>
          <a:ln xmlns:a="http://schemas.openxmlformats.org/drawingml/2006/main" w="0">
            <a:solidFill>
              <a:srgbClr val="FF7B8A"/>
            </a:solidFill>
            <a:prstDash val="solid"/>
          </a:ln>
        </p:spPr>
      </p:sp>
      <p:sp>
        <p:nvSpPr>
          <p:cNvPr id="33" name="">
            <a:extLst xmlns:a="http://schemas.openxmlformats.org/drawingml/2006/main">
              <a:ext uri="{FF2B5EF4-FFF2-40B4-BE49-F238E27FC236}">
                <a16:creationId xmlns:a16="http://schemas.microsoft.com/office/drawing/2014/main" id="{7AEA1F64-D44C-46F2-9476-CB6548E80105}"/>
              </a:ext>
            </a:extLst>
          </p:cNvPr>
          <p:cNvSpPr>
            <a:spLocks xmlns:a="http://schemas.openxmlformats.org/drawingml/2006/main" noGrp="1"/>
          </p:cNvSpPr>
          <p:nvPr/>
        </p:nvSpPr>
        <p:spPr>
          <a:xfrm xmlns:a="http://schemas.openxmlformats.org/drawingml/2006/main">
            <a:off x="5086350" y="4743450"/>
            <a:ext cx="1943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F4F8FF"/>
                </a:solidFill>
                <a:latin typeface="Ubuntu Sans"/>
                <a:ea typeface="Ubuntu Sans"/>
                <a:cs typeface="Ubuntu Sans"/>
              </a:defRPr>
            </a:defPPr>
            <a:lvl1pPr algn="l">
              <a:defRPr sz="1575" b="1">
                <a:solidFill>
                  <a:srgbClr val="F4F8FF"/>
                </a:solidFill>
                <a:latin typeface="Ubuntu Sans"/>
                <a:ea typeface="Ubuntu Sans"/>
                <a:cs typeface="Ubuntu Sans"/>
              </a:defRPr>
            </a:lvl1pPr>
            <a:lvl2pPr algn="l">
              <a:defRPr sz="1575" b="1">
                <a:solidFill>
                  <a:srgbClr val="F4F8FF"/>
                </a:solidFill>
                <a:latin typeface="Ubuntu Sans"/>
                <a:ea typeface="Ubuntu Sans"/>
                <a:cs typeface="Ubuntu Sans"/>
              </a:defRPr>
            </a:lvl2pPr>
            <a:lvl3pPr algn="l">
              <a:defRPr sz="1575" b="1">
                <a:solidFill>
                  <a:srgbClr val="F4F8FF"/>
                </a:solidFill>
                <a:latin typeface="Ubuntu Sans"/>
                <a:ea typeface="Ubuntu Sans"/>
                <a:cs typeface="Ubuntu Sans"/>
              </a:defRPr>
            </a:lvl3pPr>
            <a:lvl4pPr algn="l">
              <a:defRPr sz="1575" b="1">
                <a:solidFill>
                  <a:srgbClr val="F4F8FF"/>
                </a:solidFill>
                <a:latin typeface="Ubuntu Sans"/>
                <a:ea typeface="Ubuntu Sans"/>
                <a:cs typeface="Ubuntu Sans"/>
              </a:defRPr>
            </a:lvl4pPr>
            <a:lvl5pPr algn="l">
              <a:defRPr sz="1575" b="1">
                <a:solidFill>
                  <a:srgbClr val="F4F8FF"/>
                </a:solidFill>
                <a:latin typeface="Ubuntu Sans"/>
                <a:ea typeface="Ubuntu Sans"/>
                <a:cs typeface="Ubuntu Sans"/>
              </a:defRPr>
            </a:lvl5pPr>
            <a:lvl6pPr algn="l">
              <a:defRPr sz="1575" b="1">
                <a:solidFill>
                  <a:srgbClr val="F4F8FF"/>
                </a:solidFill>
                <a:latin typeface="Ubuntu Sans"/>
                <a:ea typeface="Ubuntu Sans"/>
                <a:cs typeface="Ubuntu Sans"/>
              </a:defRPr>
            </a:lvl6pPr>
            <a:lvl7pPr algn="l">
              <a:defRPr sz="1575" b="1">
                <a:solidFill>
                  <a:srgbClr val="F4F8FF"/>
                </a:solidFill>
                <a:latin typeface="Ubuntu Sans"/>
                <a:ea typeface="Ubuntu Sans"/>
                <a:cs typeface="Ubuntu Sans"/>
              </a:defRPr>
            </a:lvl7pPr>
            <a:lvl8pPr algn="l">
              <a:defRPr sz="1575" b="1">
                <a:solidFill>
                  <a:srgbClr val="F4F8FF"/>
                </a:solidFill>
                <a:latin typeface="Ubuntu Sans"/>
                <a:ea typeface="Ubuntu Sans"/>
                <a:cs typeface="Ubuntu Sans"/>
              </a:defRPr>
            </a:lvl8pPr>
            <a:lvl9pPr algn="l">
              <a:defRPr sz="1575" b="1">
                <a:solidFill>
                  <a:srgbClr val="F4F8FF"/>
                </a:solidFill>
                <a:latin typeface="Ubuntu Sans"/>
                <a:ea typeface="Ubuntu Sans"/>
                <a:cs typeface="Ubuntu Sans"/>
              </a:defRPr>
            </a:lvl9pPr>
          </a:lstStyle>
          <a:p xmlns:a="http://schemas.openxmlformats.org/drawingml/2006/main">
            <a:pPr algn="l">
              <a:defRPr sz="1575" b="1">
                <a:solidFill>
                  <a:srgbClr val="F4F8FF"/>
                </a:solidFill>
                <a:latin typeface="Ubuntu Sans"/>
                <a:ea typeface="Ubuntu Sans"/>
                <a:cs typeface="Ubuntu Sans"/>
              </a:defRPr>
            </a:pPr>
            <a:r>
              <a:rPr sz="1575" b="1">
                <a:solidFill>
                  <a:srgbClr val="F4F8FF"/>
                </a:solidFill>
                <a:latin typeface="Ubuntu Sans"/>
                <a:ea typeface="Ubuntu Sans"/>
                <a:cs typeface="Ubuntu Sans"/>
              </a:rPr>
              <a:t>Redis</a:t>
            </a:r>
          </a:p>
        </p:txBody>
      </p:sp>
      <p:sp>
        <p:nvSpPr>
          <p:cNvPr id="34" name="">
            <a:extLst xmlns:a="http://schemas.openxmlformats.org/drawingml/2006/main">
              <a:ext uri="{FF2B5EF4-FFF2-40B4-BE49-F238E27FC236}">
                <a16:creationId xmlns:a16="http://schemas.microsoft.com/office/drawing/2014/main" id="{9A129E33-AD4A-4FDA-AAB3-9B3703896D79}"/>
              </a:ext>
            </a:extLst>
          </p:cNvPr>
          <p:cNvSpPr>
            <a:spLocks xmlns:a="http://schemas.openxmlformats.org/drawingml/2006/main" noGrp="1"/>
          </p:cNvSpPr>
          <p:nvPr/>
        </p:nvSpPr>
        <p:spPr>
          <a:xfrm xmlns:a="http://schemas.openxmlformats.org/drawingml/2006/main">
            <a:off x="5086350" y="5038725"/>
            <a:ext cx="19431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A9BCD0"/>
                </a:solidFill>
                <a:latin typeface="Ubuntu Sans"/>
                <a:ea typeface="Ubuntu Sans"/>
                <a:cs typeface="Ubuntu Sans"/>
              </a:defRPr>
            </a:defPPr>
            <a:lvl1pPr algn="l">
              <a:defRPr sz="1125" b="0">
                <a:solidFill>
                  <a:srgbClr val="A9BCD0"/>
                </a:solidFill>
                <a:latin typeface="Ubuntu Sans"/>
                <a:ea typeface="Ubuntu Sans"/>
                <a:cs typeface="Ubuntu Sans"/>
              </a:defRPr>
            </a:lvl1pPr>
            <a:lvl2pPr algn="l">
              <a:defRPr sz="1125" b="0">
                <a:solidFill>
                  <a:srgbClr val="A9BCD0"/>
                </a:solidFill>
                <a:latin typeface="Ubuntu Sans"/>
                <a:ea typeface="Ubuntu Sans"/>
                <a:cs typeface="Ubuntu Sans"/>
              </a:defRPr>
            </a:lvl2pPr>
            <a:lvl3pPr algn="l">
              <a:defRPr sz="1125" b="0">
                <a:solidFill>
                  <a:srgbClr val="A9BCD0"/>
                </a:solidFill>
                <a:latin typeface="Ubuntu Sans"/>
                <a:ea typeface="Ubuntu Sans"/>
                <a:cs typeface="Ubuntu Sans"/>
              </a:defRPr>
            </a:lvl3pPr>
            <a:lvl4pPr algn="l">
              <a:defRPr sz="1125" b="0">
                <a:solidFill>
                  <a:srgbClr val="A9BCD0"/>
                </a:solidFill>
                <a:latin typeface="Ubuntu Sans"/>
                <a:ea typeface="Ubuntu Sans"/>
                <a:cs typeface="Ubuntu Sans"/>
              </a:defRPr>
            </a:lvl4pPr>
            <a:lvl5pPr algn="l">
              <a:defRPr sz="1125" b="0">
                <a:solidFill>
                  <a:srgbClr val="A9BCD0"/>
                </a:solidFill>
                <a:latin typeface="Ubuntu Sans"/>
                <a:ea typeface="Ubuntu Sans"/>
                <a:cs typeface="Ubuntu Sans"/>
              </a:defRPr>
            </a:lvl5pPr>
            <a:lvl6pPr algn="l">
              <a:defRPr sz="1125" b="0">
                <a:solidFill>
                  <a:srgbClr val="A9BCD0"/>
                </a:solidFill>
                <a:latin typeface="Ubuntu Sans"/>
                <a:ea typeface="Ubuntu Sans"/>
                <a:cs typeface="Ubuntu Sans"/>
              </a:defRPr>
            </a:lvl6pPr>
            <a:lvl7pPr algn="l">
              <a:defRPr sz="1125" b="0">
                <a:solidFill>
                  <a:srgbClr val="A9BCD0"/>
                </a:solidFill>
                <a:latin typeface="Ubuntu Sans"/>
                <a:ea typeface="Ubuntu Sans"/>
                <a:cs typeface="Ubuntu Sans"/>
              </a:defRPr>
            </a:lvl7pPr>
            <a:lvl8pPr algn="l">
              <a:defRPr sz="1125" b="0">
                <a:solidFill>
                  <a:srgbClr val="A9BCD0"/>
                </a:solidFill>
                <a:latin typeface="Ubuntu Sans"/>
                <a:ea typeface="Ubuntu Sans"/>
                <a:cs typeface="Ubuntu Sans"/>
              </a:defRPr>
            </a:lvl8pPr>
            <a:lvl9pPr algn="l">
              <a:defRPr sz="1125" b="0">
                <a:solidFill>
                  <a:srgbClr val="A9BCD0"/>
                </a:solidFill>
                <a:latin typeface="Ubuntu Sans"/>
                <a:ea typeface="Ubuntu Sans"/>
                <a:cs typeface="Ubuntu Sans"/>
              </a:defRPr>
            </a:lvl9pPr>
          </a:lstStyle>
          <a:p xmlns:a="http://schemas.openxmlformats.org/drawingml/2006/main">
            <a:pPr algn="l">
              <a:defRPr sz="1125" b="0">
                <a:solidFill>
                  <a:srgbClr val="A9BCD0"/>
                </a:solidFill>
                <a:latin typeface="Ubuntu Sans"/>
                <a:ea typeface="Ubuntu Sans"/>
                <a:cs typeface="Ubuntu Sans"/>
              </a:defRPr>
            </a:pPr>
            <a:r>
              <a:rPr sz="1125" b="0">
                <a:solidFill>
                  <a:srgbClr val="A9BCD0"/>
                </a:solidFill>
                <a:latin typeface="Ubuntu Sans"/>
                <a:ea typeface="Ubuntu Sans"/>
                <a:cs typeface="Ubuntu Sans"/>
              </a:rPr>
              <a:t>Broker, presence, shared state</a:t>
            </a:r>
          </a:p>
        </p:txBody>
      </p:sp>
      <p:sp>
        <p:nvSpPr>
          <p:cNvPr id="35" name="">
            <a:extLst xmlns:a="http://schemas.openxmlformats.org/drawingml/2006/main">
              <a:ext uri="{FF2B5EF4-FFF2-40B4-BE49-F238E27FC236}">
                <a16:creationId xmlns:a16="http://schemas.microsoft.com/office/drawing/2014/main" id="{2C27D8C9-C43C-4E37-8D1E-B691983119D2}"/>
              </a:ext>
            </a:extLst>
          </p:cNvPr>
          <p:cNvSpPr>
            <a:spLocks xmlns:a="http://schemas.openxmlformats.org/drawingml/2006/main" noGrp="1"/>
          </p:cNvSpPr>
          <p:nvPr/>
        </p:nvSpPr>
        <p:spPr>
          <a:xfrm xmlns:a="http://schemas.openxmlformats.org/drawingml/2006/main">
            <a:off x="7143750" y="5143500"/>
            <a:ext cx="590550" cy="0"/>
          </a:xfrm>
          <a:prstGeom xmlns:a="http://schemas.openxmlformats.org/drawingml/2006/main" prst="line">
            <a:avLst/>
          </a:prstGeom>
          <a:noFill xmlns:a="http://schemas.openxmlformats.org/drawingml/2006/main"/>
          <a:ln xmlns:a="http://schemas.openxmlformats.org/drawingml/2006/main" w="28575">
            <a:solidFill>
              <a:srgbClr val="FF7B8A"/>
            </a:solidFill>
            <a:prstDash val="solid"/>
          </a:ln>
        </p:spPr>
      </p:sp>
      <p:sp>
        <p:nvSpPr>
          <p:cNvPr id="36" name="">
            <a:extLst xmlns:a="http://schemas.openxmlformats.org/drawingml/2006/main">
              <a:ext uri="{FF2B5EF4-FFF2-40B4-BE49-F238E27FC236}">
                <a16:creationId xmlns:a16="http://schemas.microsoft.com/office/drawing/2014/main" id="{837A270F-C67D-4C76-9B2A-FB6B4E82C5C0}"/>
              </a:ext>
            </a:extLst>
          </p:cNvPr>
          <p:cNvSpPr>
            <a:spLocks xmlns:a="http://schemas.openxmlformats.org/drawingml/2006/main" noGrp="1"/>
          </p:cNvSpPr>
          <p:nvPr/>
        </p:nvSpPr>
        <p:spPr>
          <a:xfrm xmlns:a="http://schemas.openxmlformats.org/drawingml/2006/main">
            <a:off x="7734300" y="4629150"/>
            <a:ext cx="1809750" cy="1047750"/>
          </a:xfrm>
          <a:prstGeom xmlns:a="http://schemas.openxmlformats.org/drawingml/2006/main" prst="roundRect">
            <a:avLst>
              <a:gd name="adj" fmla="val 10909"/>
            </a:avLst>
          </a:prstGeom>
          <a:solidFill xmlns:a="http://schemas.openxmlformats.org/drawingml/2006/main">
            <a:srgbClr val="10223A"/>
          </a:solidFill>
          <a:ln xmlns:a="http://schemas.openxmlformats.org/drawingml/2006/main" w="11430">
            <a:solidFill>
              <a:srgbClr val="2B4563"/>
            </a:solidFill>
            <a:prstDash val="solid"/>
          </a:ln>
        </p:spPr>
      </p:sp>
      <p:sp>
        <p:nvSpPr>
          <p:cNvPr id="37" name="">
            <a:extLst xmlns:a="http://schemas.openxmlformats.org/drawingml/2006/main">
              <a:ext uri="{FF2B5EF4-FFF2-40B4-BE49-F238E27FC236}">
                <a16:creationId xmlns:a16="http://schemas.microsoft.com/office/drawing/2014/main" id="{9304D8F6-0E2F-4CF3-A0C2-4F250C566183}"/>
              </a:ext>
            </a:extLst>
          </p:cNvPr>
          <p:cNvSpPr>
            <a:spLocks xmlns:a="http://schemas.openxmlformats.org/drawingml/2006/main" noGrp="1"/>
          </p:cNvSpPr>
          <p:nvPr/>
        </p:nvSpPr>
        <p:spPr>
          <a:xfrm xmlns:a="http://schemas.openxmlformats.org/drawingml/2006/main">
            <a:off x="7734300" y="4629150"/>
            <a:ext cx="66675" cy="1047750"/>
          </a:xfrm>
          <a:prstGeom xmlns:a="http://schemas.openxmlformats.org/drawingml/2006/main" prst="roundRect">
            <a:avLst>
              <a:gd name="adj" fmla="val 50000"/>
            </a:avLst>
          </a:prstGeom>
          <a:solidFill xmlns:a="http://schemas.openxmlformats.org/drawingml/2006/main">
            <a:srgbClr val="FFCA6A"/>
          </a:solidFill>
          <a:ln xmlns:a="http://schemas.openxmlformats.org/drawingml/2006/main" w="0">
            <a:solidFill>
              <a:srgbClr val="FFCA6A"/>
            </a:solidFill>
            <a:prstDash val="solid"/>
          </a:ln>
        </p:spPr>
      </p:sp>
      <p:sp>
        <p:nvSpPr>
          <p:cNvPr id="38" name="">
            <a:extLst xmlns:a="http://schemas.openxmlformats.org/drawingml/2006/main">
              <a:ext uri="{FF2B5EF4-FFF2-40B4-BE49-F238E27FC236}">
                <a16:creationId xmlns:a16="http://schemas.microsoft.com/office/drawing/2014/main" id="{EE839057-08FF-46DF-977E-CA2B39142BC7}"/>
              </a:ext>
            </a:extLst>
          </p:cNvPr>
          <p:cNvSpPr>
            <a:spLocks xmlns:a="http://schemas.openxmlformats.org/drawingml/2006/main" noGrp="1"/>
          </p:cNvSpPr>
          <p:nvPr/>
        </p:nvSpPr>
        <p:spPr>
          <a:xfrm xmlns:a="http://schemas.openxmlformats.org/drawingml/2006/main">
            <a:off x="7943850" y="4743450"/>
            <a:ext cx="1485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F4F8FF"/>
                </a:solidFill>
                <a:latin typeface="Ubuntu Sans"/>
                <a:ea typeface="Ubuntu Sans"/>
                <a:cs typeface="Ubuntu Sans"/>
              </a:defRPr>
            </a:defPPr>
            <a:lvl1pPr algn="l">
              <a:defRPr sz="1575" b="1">
                <a:solidFill>
                  <a:srgbClr val="F4F8FF"/>
                </a:solidFill>
                <a:latin typeface="Ubuntu Sans"/>
                <a:ea typeface="Ubuntu Sans"/>
                <a:cs typeface="Ubuntu Sans"/>
              </a:defRPr>
            </a:lvl1pPr>
            <a:lvl2pPr algn="l">
              <a:defRPr sz="1575" b="1">
                <a:solidFill>
                  <a:srgbClr val="F4F8FF"/>
                </a:solidFill>
                <a:latin typeface="Ubuntu Sans"/>
                <a:ea typeface="Ubuntu Sans"/>
                <a:cs typeface="Ubuntu Sans"/>
              </a:defRPr>
            </a:lvl2pPr>
            <a:lvl3pPr algn="l">
              <a:defRPr sz="1575" b="1">
                <a:solidFill>
                  <a:srgbClr val="F4F8FF"/>
                </a:solidFill>
                <a:latin typeface="Ubuntu Sans"/>
                <a:ea typeface="Ubuntu Sans"/>
                <a:cs typeface="Ubuntu Sans"/>
              </a:defRPr>
            </a:lvl3pPr>
            <a:lvl4pPr algn="l">
              <a:defRPr sz="1575" b="1">
                <a:solidFill>
                  <a:srgbClr val="F4F8FF"/>
                </a:solidFill>
                <a:latin typeface="Ubuntu Sans"/>
                <a:ea typeface="Ubuntu Sans"/>
                <a:cs typeface="Ubuntu Sans"/>
              </a:defRPr>
            </a:lvl4pPr>
            <a:lvl5pPr algn="l">
              <a:defRPr sz="1575" b="1">
                <a:solidFill>
                  <a:srgbClr val="F4F8FF"/>
                </a:solidFill>
                <a:latin typeface="Ubuntu Sans"/>
                <a:ea typeface="Ubuntu Sans"/>
                <a:cs typeface="Ubuntu Sans"/>
              </a:defRPr>
            </a:lvl5pPr>
            <a:lvl6pPr algn="l">
              <a:defRPr sz="1575" b="1">
                <a:solidFill>
                  <a:srgbClr val="F4F8FF"/>
                </a:solidFill>
                <a:latin typeface="Ubuntu Sans"/>
                <a:ea typeface="Ubuntu Sans"/>
                <a:cs typeface="Ubuntu Sans"/>
              </a:defRPr>
            </a:lvl6pPr>
            <a:lvl7pPr algn="l">
              <a:defRPr sz="1575" b="1">
                <a:solidFill>
                  <a:srgbClr val="F4F8FF"/>
                </a:solidFill>
                <a:latin typeface="Ubuntu Sans"/>
                <a:ea typeface="Ubuntu Sans"/>
                <a:cs typeface="Ubuntu Sans"/>
              </a:defRPr>
            </a:lvl7pPr>
            <a:lvl8pPr algn="l">
              <a:defRPr sz="1575" b="1">
                <a:solidFill>
                  <a:srgbClr val="F4F8FF"/>
                </a:solidFill>
                <a:latin typeface="Ubuntu Sans"/>
                <a:ea typeface="Ubuntu Sans"/>
                <a:cs typeface="Ubuntu Sans"/>
              </a:defRPr>
            </a:lvl8pPr>
            <a:lvl9pPr algn="l">
              <a:defRPr sz="1575" b="1">
                <a:solidFill>
                  <a:srgbClr val="F4F8FF"/>
                </a:solidFill>
                <a:latin typeface="Ubuntu Sans"/>
                <a:ea typeface="Ubuntu Sans"/>
                <a:cs typeface="Ubuntu Sans"/>
              </a:defRPr>
            </a:lvl9pPr>
          </a:lstStyle>
          <a:p xmlns:a="http://schemas.openxmlformats.org/drawingml/2006/main">
            <a:pPr algn="l">
              <a:defRPr sz="1575" b="1">
                <a:solidFill>
                  <a:srgbClr val="F4F8FF"/>
                </a:solidFill>
                <a:latin typeface="Ubuntu Sans"/>
                <a:ea typeface="Ubuntu Sans"/>
                <a:cs typeface="Ubuntu Sans"/>
              </a:defRPr>
            </a:pPr>
            <a:r>
              <a:rPr sz="1575" b="1">
                <a:solidFill>
                  <a:srgbClr val="F4F8FF"/>
                </a:solidFill>
                <a:latin typeface="Ubuntu Sans"/>
                <a:ea typeface="Ubuntu Sans"/>
                <a:cs typeface="Ubuntu Sans"/>
              </a:rPr>
              <a:t>Celery workers</a:t>
            </a:r>
          </a:p>
        </p:txBody>
      </p:sp>
      <p:sp>
        <p:nvSpPr>
          <p:cNvPr id="39" name="">
            <a:extLst xmlns:a="http://schemas.openxmlformats.org/drawingml/2006/main">
              <a:ext uri="{FF2B5EF4-FFF2-40B4-BE49-F238E27FC236}">
                <a16:creationId xmlns:a16="http://schemas.microsoft.com/office/drawing/2014/main" id="{D832D5A8-A65D-4EED-9F6B-B55333EB8553}"/>
              </a:ext>
            </a:extLst>
          </p:cNvPr>
          <p:cNvSpPr>
            <a:spLocks xmlns:a="http://schemas.openxmlformats.org/drawingml/2006/main" noGrp="1"/>
          </p:cNvSpPr>
          <p:nvPr/>
        </p:nvSpPr>
        <p:spPr>
          <a:xfrm xmlns:a="http://schemas.openxmlformats.org/drawingml/2006/main">
            <a:off x="7943850" y="5038725"/>
            <a:ext cx="14859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A9BCD0"/>
                </a:solidFill>
                <a:latin typeface="Ubuntu Sans"/>
                <a:ea typeface="Ubuntu Sans"/>
                <a:cs typeface="Ubuntu Sans"/>
              </a:defRPr>
            </a:defPPr>
            <a:lvl1pPr algn="l">
              <a:defRPr sz="1125" b="0">
                <a:solidFill>
                  <a:srgbClr val="A9BCD0"/>
                </a:solidFill>
                <a:latin typeface="Ubuntu Sans"/>
                <a:ea typeface="Ubuntu Sans"/>
                <a:cs typeface="Ubuntu Sans"/>
              </a:defRPr>
            </a:lvl1pPr>
            <a:lvl2pPr algn="l">
              <a:defRPr sz="1125" b="0">
                <a:solidFill>
                  <a:srgbClr val="A9BCD0"/>
                </a:solidFill>
                <a:latin typeface="Ubuntu Sans"/>
                <a:ea typeface="Ubuntu Sans"/>
                <a:cs typeface="Ubuntu Sans"/>
              </a:defRPr>
            </a:lvl2pPr>
            <a:lvl3pPr algn="l">
              <a:defRPr sz="1125" b="0">
                <a:solidFill>
                  <a:srgbClr val="A9BCD0"/>
                </a:solidFill>
                <a:latin typeface="Ubuntu Sans"/>
                <a:ea typeface="Ubuntu Sans"/>
                <a:cs typeface="Ubuntu Sans"/>
              </a:defRPr>
            </a:lvl3pPr>
            <a:lvl4pPr algn="l">
              <a:defRPr sz="1125" b="0">
                <a:solidFill>
                  <a:srgbClr val="A9BCD0"/>
                </a:solidFill>
                <a:latin typeface="Ubuntu Sans"/>
                <a:ea typeface="Ubuntu Sans"/>
                <a:cs typeface="Ubuntu Sans"/>
              </a:defRPr>
            </a:lvl4pPr>
            <a:lvl5pPr algn="l">
              <a:defRPr sz="1125" b="0">
                <a:solidFill>
                  <a:srgbClr val="A9BCD0"/>
                </a:solidFill>
                <a:latin typeface="Ubuntu Sans"/>
                <a:ea typeface="Ubuntu Sans"/>
                <a:cs typeface="Ubuntu Sans"/>
              </a:defRPr>
            </a:lvl5pPr>
            <a:lvl6pPr algn="l">
              <a:defRPr sz="1125" b="0">
                <a:solidFill>
                  <a:srgbClr val="A9BCD0"/>
                </a:solidFill>
                <a:latin typeface="Ubuntu Sans"/>
                <a:ea typeface="Ubuntu Sans"/>
                <a:cs typeface="Ubuntu Sans"/>
              </a:defRPr>
            </a:lvl6pPr>
            <a:lvl7pPr algn="l">
              <a:defRPr sz="1125" b="0">
                <a:solidFill>
                  <a:srgbClr val="A9BCD0"/>
                </a:solidFill>
                <a:latin typeface="Ubuntu Sans"/>
                <a:ea typeface="Ubuntu Sans"/>
                <a:cs typeface="Ubuntu Sans"/>
              </a:defRPr>
            </a:lvl7pPr>
            <a:lvl8pPr algn="l">
              <a:defRPr sz="1125" b="0">
                <a:solidFill>
                  <a:srgbClr val="A9BCD0"/>
                </a:solidFill>
                <a:latin typeface="Ubuntu Sans"/>
                <a:ea typeface="Ubuntu Sans"/>
                <a:cs typeface="Ubuntu Sans"/>
              </a:defRPr>
            </a:lvl8pPr>
            <a:lvl9pPr algn="l">
              <a:defRPr sz="1125" b="0">
                <a:solidFill>
                  <a:srgbClr val="A9BCD0"/>
                </a:solidFill>
                <a:latin typeface="Ubuntu Sans"/>
                <a:ea typeface="Ubuntu Sans"/>
                <a:cs typeface="Ubuntu Sans"/>
              </a:defRPr>
            </a:lvl9pPr>
          </a:lstStyle>
          <a:p xmlns:a="http://schemas.openxmlformats.org/drawingml/2006/main">
            <a:pPr algn="l">
              <a:defRPr sz="1125" b="0">
                <a:solidFill>
                  <a:srgbClr val="A9BCD0"/>
                </a:solidFill>
                <a:latin typeface="Ubuntu Sans"/>
                <a:ea typeface="Ubuntu Sans"/>
                <a:cs typeface="Ubuntu Sans"/>
              </a:defRPr>
            </a:pPr>
            <a:r>
              <a:rPr sz="1125" b="0">
                <a:solidFill>
                  <a:srgbClr val="A9BCD0"/>
                </a:solidFill>
                <a:latin typeface="Ubuntu Sans"/>
                <a:ea typeface="Ubuntu Sans"/>
                <a:cs typeface="Ubuntu Sans"/>
              </a:rPr>
              <a:t>AI and background jobs</a:t>
            </a:r>
          </a:p>
        </p:txBody>
      </p:sp>
      <p:sp>
        <p:nvSpPr>
          <p:cNvPr id="40" name="">
            <a:extLst xmlns:a="http://schemas.openxmlformats.org/drawingml/2006/main">
              <a:ext uri="{FF2B5EF4-FFF2-40B4-BE49-F238E27FC236}">
                <a16:creationId xmlns:a16="http://schemas.microsoft.com/office/drawing/2014/main" id="{F9410EF9-AE86-45BB-9B0C-33D11B9D6A17}"/>
              </a:ext>
            </a:extLst>
          </p:cNvPr>
          <p:cNvSpPr>
            <a:spLocks xmlns:a="http://schemas.openxmlformats.org/drawingml/2006/main" noGrp="1"/>
          </p:cNvSpPr>
          <p:nvPr/>
        </p:nvSpPr>
        <p:spPr>
          <a:xfrm xmlns:a="http://schemas.openxmlformats.org/drawingml/2006/main">
            <a:off x="9544050" y="5143500"/>
            <a:ext cx="514350" cy="0"/>
          </a:xfrm>
          <a:prstGeom xmlns:a="http://schemas.openxmlformats.org/drawingml/2006/main" prst="line">
            <a:avLst/>
          </a:prstGeom>
          <a:noFill xmlns:a="http://schemas.openxmlformats.org/drawingml/2006/main"/>
          <a:ln xmlns:a="http://schemas.openxmlformats.org/drawingml/2006/main" w="28575">
            <a:solidFill>
              <a:srgbClr val="FFCA6A"/>
            </a:solidFill>
            <a:prstDash val="solid"/>
          </a:ln>
        </p:spPr>
      </p:sp>
      <p:sp>
        <p:nvSpPr>
          <p:cNvPr id="41" name="">
            <a:extLst xmlns:a="http://schemas.openxmlformats.org/drawingml/2006/main">
              <a:ext uri="{FF2B5EF4-FFF2-40B4-BE49-F238E27FC236}">
                <a16:creationId xmlns:a16="http://schemas.microsoft.com/office/drawing/2014/main" id="{1E778A49-2C56-4D43-A7C1-7948B01EA473}"/>
              </a:ext>
            </a:extLst>
          </p:cNvPr>
          <p:cNvSpPr>
            <a:spLocks xmlns:a="http://schemas.openxmlformats.org/drawingml/2006/main" noGrp="1"/>
          </p:cNvSpPr>
          <p:nvPr/>
        </p:nvSpPr>
        <p:spPr>
          <a:xfrm xmlns:a="http://schemas.openxmlformats.org/drawingml/2006/main">
            <a:off x="10058400" y="4629150"/>
            <a:ext cx="1524000" cy="1047750"/>
          </a:xfrm>
          <a:prstGeom xmlns:a="http://schemas.openxmlformats.org/drawingml/2006/main" prst="roundRect">
            <a:avLst>
              <a:gd name="adj" fmla="val 10909"/>
            </a:avLst>
          </a:prstGeom>
          <a:solidFill xmlns:a="http://schemas.openxmlformats.org/drawingml/2006/main">
            <a:srgbClr val="10223A"/>
          </a:solidFill>
          <a:ln xmlns:a="http://schemas.openxmlformats.org/drawingml/2006/main" w="11430">
            <a:solidFill>
              <a:srgbClr val="2B4563"/>
            </a:solidFill>
            <a:prstDash val="solid"/>
          </a:ln>
        </p:spPr>
      </p:sp>
      <p:sp>
        <p:nvSpPr>
          <p:cNvPr id="42" name="">
            <a:extLst xmlns:a="http://schemas.openxmlformats.org/drawingml/2006/main">
              <a:ext uri="{FF2B5EF4-FFF2-40B4-BE49-F238E27FC236}">
                <a16:creationId xmlns:a16="http://schemas.microsoft.com/office/drawing/2014/main" id="{ECA9D91D-70EA-4E2F-896C-B61DD51EAB58}"/>
              </a:ext>
            </a:extLst>
          </p:cNvPr>
          <p:cNvSpPr>
            <a:spLocks xmlns:a="http://schemas.openxmlformats.org/drawingml/2006/main" noGrp="1"/>
          </p:cNvSpPr>
          <p:nvPr/>
        </p:nvSpPr>
        <p:spPr>
          <a:xfrm xmlns:a="http://schemas.openxmlformats.org/drawingml/2006/main">
            <a:off x="10058400" y="4629150"/>
            <a:ext cx="66675" cy="1047750"/>
          </a:xfrm>
          <a:prstGeom xmlns:a="http://schemas.openxmlformats.org/drawingml/2006/main" prst="roundRect">
            <a:avLst>
              <a:gd name="adj" fmla="val 50000"/>
            </a:avLst>
          </a:prstGeom>
          <a:solidFill xmlns:a="http://schemas.openxmlformats.org/drawingml/2006/main">
            <a:srgbClr val="FFCA6A"/>
          </a:solidFill>
          <a:ln xmlns:a="http://schemas.openxmlformats.org/drawingml/2006/main" w="0">
            <a:solidFill>
              <a:srgbClr val="FFCA6A"/>
            </a:solidFill>
            <a:prstDash val="solid"/>
          </a:ln>
        </p:spPr>
      </p:sp>
      <p:sp>
        <p:nvSpPr>
          <p:cNvPr id="43" name="">
            <a:extLst xmlns:a="http://schemas.openxmlformats.org/drawingml/2006/main">
              <a:ext uri="{FF2B5EF4-FFF2-40B4-BE49-F238E27FC236}">
                <a16:creationId xmlns:a16="http://schemas.microsoft.com/office/drawing/2014/main" id="{8C31C890-7F53-44E0-B898-F29DFAF29CC7}"/>
              </a:ext>
            </a:extLst>
          </p:cNvPr>
          <p:cNvSpPr>
            <a:spLocks xmlns:a="http://schemas.openxmlformats.org/drawingml/2006/main" noGrp="1"/>
          </p:cNvSpPr>
          <p:nvPr/>
        </p:nvSpPr>
        <p:spPr>
          <a:xfrm xmlns:a="http://schemas.openxmlformats.org/drawingml/2006/main">
            <a:off x="10267950" y="4743450"/>
            <a:ext cx="12001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66888"/>
          </a:bodyPr>
          <a:lstStyle xmlns:a="http://schemas.openxmlformats.org/drawingml/2006/main">
            <a:defPPr algn="l">
              <a:defRPr sz="1575" b="1">
                <a:solidFill>
                  <a:srgbClr val="F4F8FF"/>
                </a:solidFill>
                <a:latin typeface="Ubuntu Sans"/>
                <a:ea typeface="Ubuntu Sans"/>
                <a:cs typeface="Ubuntu Sans"/>
              </a:defRPr>
            </a:defPPr>
            <a:lvl1pPr algn="l">
              <a:defRPr sz="1575" b="1">
                <a:solidFill>
                  <a:srgbClr val="F4F8FF"/>
                </a:solidFill>
                <a:latin typeface="Ubuntu Sans"/>
                <a:ea typeface="Ubuntu Sans"/>
                <a:cs typeface="Ubuntu Sans"/>
              </a:defRPr>
            </a:lvl1pPr>
            <a:lvl2pPr algn="l">
              <a:defRPr sz="1575" b="1">
                <a:solidFill>
                  <a:srgbClr val="F4F8FF"/>
                </a:solidFill>
                <a:latin typeface="Ubuntu Sans"/>
                <a:ea typeface="Ubuntu Sans"/>
                <a:cs typeface="Ubuntu Sans"/>
              </a:defRPr>
            </a:lvl2pPr>
            <a:lvl3pPr algn="l">
              <a:defRPr sz="1575" b="1">
                <a:solidFill>
                  <a:srgbClr val="F4F8FF"/>
                </a:solidFill>
                <a:latin typeface="Ubuntu Sans"/>
                <a:ea typeface="Ubuntu Sans"/>
                <a:cs typeface="Ubuntu Sans"/>
              </a:defRPr>
            </a:lvl3pPr>
            <a:lvl4pPr algn="l">
              <a:defRPr sz="1575" b="1">
                <a:solidFill>
                  <a:srgbClr val="F4F8FF"/>
                </a:solidFill>
                <a:latin typeface="Ubuntu Sans"/>
                <a:ea typeface="Ubuntu Sans"/>
                <a:cs typeface="Ubuntu Sans"/>
              </a:defRPr>
            </a:lvl4pPr>
            <a:lvl5pPr algn="l">
              <a:defRPr sz="1575" b="1">
                <a:solidFill>
                  <a:srgbClr val="F4F8FF"/>
                </a:solidFill>
                <a:latin typeface="Ubuntu Sans"/>
                <a:ea typeface="Ubuntu Sans"/>
                <a:cs typeface="Ubuntu Sans"/>
              </a:defRPr>
            </a:lvl5pPr>
            <a:lvl6pPr algn="l">
              <a:defRPr sz="1575" b="1">
                <a:solidFill>
                  <a:srgbClr val="F4F8FF"/>
                </a:solidFill>
                <a:latin typeface="Ubuntu Sans"/>
                <a:ea typeface="Ubuntu Sans"/>
                <a:cs typeface="Ubuntu Sans"/>
              </a:defRPr>
            </a:lvl6pPr>
            <a:lvl7pPr algn="l">
              <a:defRPr sz="1575" b="1">
                <a:solidFill>
                  <a:srgbClr val="F4F8FF"/>
                </a:solidFill>
                <a:latin typeface="Ubuntu Sans"/>
                <a:ea typeface="Ubuntu Sans"/>
                <a:cs typeface="Ubuntu Sans"/>
              </a:defRPr>
            </a:lvl7pPr>
            <a:lvl8pPr algn="l">
              <a:defRPr sz="1575" b="1">
                <a:solidFill>
                  <a:srgbClr val="F4F8FF"/>
                </a:solidFill>
                <a:latin typeface="Ubuntu Sans"/>
                <a:ea typeface="Ubuntu Sans"/>
                <a:cs typeface="Ubuntu Sans"/>
              </a:defRPr>
            </a:lvl8pPr>
            <a:lvl9pPr algn="l">
              <a:defRPr sz="1575" b="1">
                <a:solidFill>
                  <a:srgbClr val="F4F8FF"/>
                </a:solidFill>
                <a:latin typeface="Ubuntu Sans"/>
                <a:ea typeface="Ubuntu Sans"/>
                <a:cs typeface="Ubuntu Sans"/>
              </a:defRPr>
            </a:lvl9pPr>
          </a:lstStyle>
          <a:p xmlns:a="http://schemas.openxmlformats.org/drawingml/2006/main">
            <a:pPr algn="l">
              <a:defRPr sz="1575" b="1">
                <a:solidFill>
                  <a:srgbClr val="F4F8FF"/>
                </a:solidFill>
                <a:latin typeface="Ubuntu Sans"/>
                <a:ea typeface="Ubuntu Sans"/>
                <a:cs typeface="Ubuntu Sans"/>
              </a:defRPr>
            </a:pPr>
            <a:r>
              <a:rPr sz="1575" b="1">
                <a:solidFill>
                  <a:srgbClr val="F4F8FF"/>
                </a:solidFill>
                <a:latin typeface="Ubuntu Sans"/>
                <a:ea typeface="Ubuntu Sans"/>
                <a:cs typeface="Ubuntu Sans"/>
              </a:rPr>
              <a:t>Gemini / Resend</a:t>
            </a:r>
          </a:p>
        </p:txBody>
      </p:sp>
      <p:sp>
        <p:nvSpPr>
          <p:cNvPr id="44" name="">
            <a:extLst xmlns:a="http://schemas.openxmlformats.org/drawingml/2006/main">
              <a:ext uri="{FF2B5EF4-FFF2-40B4-BE49-F238E27FC236}">
                <a16:creationId xmlns:a16="http://schemas.microsoft.com/office/drawing/2014/main" id="{94C725E5-F665-4960-A37D-9D36C1CE36D5}"/>
              </a:ext>
            </a:extLst>
          </p:cNvPr>
          <p:cNvSpPr>
            <a:spLocks xmlns:a="http://schemas.openxmlformats.org/drawingml/2006/main" noGrp="1"/>
          </p:cNvSpPr>
          <p:nvPr/>
        </p:nvSpPr>
        <p:spPr>
          <a:xfrm xmlns:a="http://schemas.openxmlformats.org/drawingml/2006/main">
            <a:off x="10267950" y="5038725"/>
            <a:ext cx="12001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A9BCD0"/>
                </a:solidFill>
                <a:latin typeface="Ubuntu Sans"/>
                <a:ea typeface="Ubuntu Sans"/>
                <a:cs typeface="Ubuntu Sans"/>
              </a:defRPr>
            </a:defPPr>
            <a:lvl1pPr algn="l">
              <a:defRPr sz="1125" b="0">
                <a:solidFill>
                  <a:srgbClr val="A9BCD0"/>
                </a:solidFill>
                <a:latin typeface="Ubuntu Sans"/>
                <a:ea typeface="Ubuntu Sans"/>
                <a:cs typeface="Ubuntu Sans"/>
              </a:defRPr>
            </a:lvl1pPr>
            <a:lvl2pPr algn="l">
              <a:defRPr sz="1125" b="0">
                <a:solidFill>
                  <a:srgbClr val="A9BCD0"/>
                </a:solidFill>
                <a:latin typeface="Ubuntu Sans"/>
                <a:ea typeface="Ubuntu Sans"/>
                <a:cs typeface="Ubuntu Sans"/>
              </a:defRPr>
            </a:lvl2pPr>
            <a:lvl3pPr algn="l">
              <a:defRPr sz="1125" b="0">
                <a:solidFill>
                  <a:srgbClr val="A9BCD0"/>
                </a:solidFill>
                <a:latin typeface="Ubuntu Sans"/>
                <a:ea typeface="Ubuntu Sans"/>
                <a:cs typeface="Ubuntu Sans"/>
              </a:defRPr>
            </a:lvl3pPr>
            <a:lvl4pPr algn="l">
              <a:defRPr sz="1125" b="0">
                <a:solidFill>
                  <a:srgbClr val="A9BCD0"/>
                </a:solidFill>
                <a:latin typeface="Ubuntu Sans"/>
                <a:ea typeface="Ubuntu Sans"/>
                <a:cs typeface="Ubuntu Sans"/>
              </a:defRPr>
            </a:lvl4pPr>
            <a:lvl5pPr algn="l">
              <a:defRPr sz="1125" b="0">
                <a:solidFill>
                  <a:srgbClr val="A9BCD0"/>
                </a:solidFill>
                <a:latin typeface="Ubuntu Sans"/>
                <a:ea typeface="Ubuntu Sans"/>
                <a:cs typeface="Ubuntu Sans"/>
              </a:defRPr>
            </a:lvl5pPr>
            <a:lvl6pPr algn="l">
              <a:defRPr sz="1125" b="0">
                <a:solidFill>
                  <a:srgbClr val="A9BCD0"/>
                </a:solidFill>
                <a:latin typeface="Ubuntu Sans"/>
                <a:ea typeface="Ubuntu Sans"/>
                <a:cs typeface="Ubuntu Sans"/>
              </a:defRPr>
            </a:lvl6pPr>
            <a:lvl7pPr algn="l">
              <a:defRPr sz="1125" b="0">
                <a:solidFill>
                  <a:srgbClr val="A9BCD0"/>
                </a:solidFill>
                <a:latin typeface="Ubuntu Sans"/>
                <a:ea typeface="Ubuntu Sans"/>
                <a:cs typeface="Ubuntu Sans"/>
              </a:defRPr>
            </a:lvl7pPr>
            <a:lvl8pPr algn="l">
              <a:defRPr sz="1125" b="0">
                <a:solidFill>
                  <a:srgbClr val="A9BCD0"/>
                </a:solidFill>
                <a:latin typeface="Ubuntu Sans"/>
                <a:ea typeface="Ubuntu Sans"/>
                <a:cs typeface="Ubuntu Sans"/>
              </a:defRPr>
            </a:lvl8pPr>
            <a:lvl9pPr algn="l">
              <a:defRPr sz="1125" b="0">
                <a:solidFill>
                  <a:srgbClr val="A9BCD0"/>
                </a:solidFill>
                <a:latin typeface="Ubuntu Sans"/>
                <a:ea typeface="Ubuntu Sans"/>
                <a:cs typeface="Ubuntu Sans"/>
              </a:defRPr>
            </a:lvl9pPr>
          </a:lstStyle>
          <a:p xmlns:a="http://schemas.openxmlformats.org/drawingml/2006/main">
            <a:pPr algn="l">
              <a:defRPr sz="1125" b="0">
                <a:solidFill>
                  <a:srgbClr val="A9BCD0"/>
                </a:solidFill>
                <a:latin typeface="Ubuntu Sans"/>
                <a:ea typeface="Ubuntu Sans"/>
                <a:cs typeface="Ubuntu Sans"/>
              </a:defRPr>
            </a:pPr>
            <a:r>
              <a:rPr sz="1125" b="0">
                <a:solidFill>
                  <a:srgbClr val="A9BCD0"/>
                </a:solidFill>
                <a:latin typeface="Ubuntu Sans"/>
                <a:ea typeface="Ubuntu Sans"/>
                <a:cs typeface="Ubuntu Sans"/>
              </a:rPr>
              <a:t>External AI and email</a:t>
            </a:r>
          </a:p>
        </p:txBody>
      </p:sp>
      <p:sp>
        <p:nvSpPr>
          <p:cNvPr id="45" name="">
            <a:extLst xmlns:a="http://schemas.openxmlformats.org/drawingml/2006/main">
              <a:ext uri="{FF2B5EF4-FFF2-40B4-BE49-F238E27FC236}">
                <a16:creationId xmlns:a16="http://schemas.microsoft.com/office/drawing/2014/main" id="{63C2BE8C-EDF9-4A91-9591-D2C764594E46}"/>
              </a:ext>
            </a:extLst>
          </p:cNvPr>
          <p:cNvSpPr>
            <a:spLocks xmlns:a="http://schemas.openxmlformats.org/drawingml/2006/main" noGrp="1"/>
          </p:cNvSpPr>
          <p:nvPr/>
        </p:nvSpPr>
        <p:spPr>
          <a:xfrm xmlns:a="http://schemas.openxmlformats.org/drawingml/2006/main">
            <a:off x="9944100" y="2152650"/>
            <a:ext cx="1600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185"/>
          </a:bodyPr>
          <a:lstStyle xmlns:a="http://schemas.openxmlformats.org/drawingml/2006/main">
            <a:defPPr algn="ctr">
              <a:defRPr sz="1350" b="1">
                <a:solidFill>
                  <a:srgbClr val="2FD6D3"/>
                </a:solidFill>
                <a:latin typeface="Ubuntu Sans"/>
                <a:ea typeface="Ubuntu Sans"/>
                <a:cs typeface="Ubuntu Sans"/>
              </a:defRPr>
            </a:defPPr>
            <a:lvl1pPr algn="ctr">
              <a:defRPr sz="1350" b="1">
                <a:solidFill>
                  <a:srgbClr val="2FD6D3"/>
                </a:solidFill>
                <a:latin typeface="Ubuntu Sans"/>
                <a:ea typeface="Ubuntu Sans"/>
                <a:cs typeface="Ubuntu Sans"/>
              </a:defRPr>
            </a:lvl1pPr>
            <a:lvl2pPr algn="ctr">
              <a:defRPr sz="1350" b="1">
                <a:solidFill>
                  <a:srgbClr val="2FD6D3"/>
                </a:solidFill>
                <a:latin typeface="Ubuntu Sans"/>
                <a:ea typeface="Ubuntu Sans"/>
                <a:cs typeface="Ubuntu Sans"/>
              </a:defRPr>
            </a:lvl2pPr>
            <a:lvl3pPr algn="ctr">
              <a:defRPr sz="1350" b="1">
                <a:solidFill>
                  <a:srgbClr val="2FD6D3"/>
                </a:solidFill>
                <a:latin typeface="Ubuntu Sans"/>
                <a:ea typeface="Ubuntu Sans"/>
                <a:cs typeface="Ubuntu Sans"/>
              </a:defRPr>
            </a:lvl3pPr>
            <a:lvl4pPr algn="ctr">
              <a:defRPr sz="1350" b="1">
                <a:solidFill>
                  <a:srgbClr val="2FD6D3"/>
                </a:solidFill>
                <a:latin typeface="Ubuntu Sans"/>
                <a:ea typeface="Ubuntu Sans"/>
                <a:cs typeface="Ubuntu Sans"/>
              </a:defRPr>
            </a:lvl4pPr>
            <a:lvl5pPr algn="ctr">
              <a:defRPr sz="1350" b="1">
                <a:solidFill>
                  <a:srgbClr val="2FD6D3"/>
                </a:solidFill>
                <a:latin typeface="Ubuntu Sans"/>
                <a:ea typeface="Ubuntu Sans"/>
                <a:cs typeface="Ubuntu Sans"/>
              </a:defRPr>
            </a:lvl5pPr>
            <a:lvl6pPr algn="ctr">
              <a:defRPr sz="1350" b="1">
                <a:solidFill>
                  <a:srgbClr val="2FD6D3"/>
                </a:solidFill>
                <a:latin typeface="Ubuntu Sans"/>
                <a:ea typeface="Ubuntu Sans"/>
                <a:cs typeface="Ubuntu Sans"/>
              </a:defRPr>
            </a:lvl6pPr>
            <a:lvl7pPr algn="ctr">
              <a:defRPr sz="1350" b="1">
                <a:solidFill>
                  <a:srgbClr val="2FD6D3"/>
                </a:solidFill>
                <a:latin typeface="Ubuntu Sans"/>
                <a:ea typeface="Ubuntu Sans"/>
                <a:cs typeface="Ubuntu Sans"/>
              </a:defRPr>
            </a:lvl7pPr>
            <a:lvl8pPr algn="ctr">
              <a:defRPr sz="1350" b="1">
                <a:solidFill>
                  <a:srgbClr val="2FD6D3"/>
                </a:solidFill>
                <a:latin typeface="Ubuntu Sans"/>
                <a:ea typeface="Ubuntu Sans"/>
                <a:cs typeface="Ubuntu Sans"/>
              </a:defRPr>
            </a:lvl8pPr>
            <a:lvl9pPr algn="ctr">
              <a:defRPr sz="1350" b="1">
                <a:solidFill>
                  <a:srgbClr val="2FD6D3"/>
                </a:solidFill>
                <a:latin typeface="Ubuntu Sans"/>
                <a:ea typeface="Ubuntu Sans"/>
                <a:cs typeface="Ubuntu Sans"/>
              </a:defRPr>
            </a:lvl9pPr>
          </a:lstStyle>
          <a:p xmlns:a="http://schemas.openxmlformats.org/drawingml/2006/main">
            <a:pPr algn="ctr">
              <a:defRPr sz="1350" b="1">
                <a:solidFill>
                  <a:srgbClr val="2FD6D3"/>
                </a:solidFill>
                <a:latin typeface="Ubuntu Sans"/>
                <a:ea typeface="Ubuntu Sans"/>
                <a:cs typeface="Ubuntu Sans"/>
              </a:defRPr>
            </a:pPr>
            <a:r>
              <a:rPr sz="1350" b="1">
                <a:solidFill>
                  <a:srgbClr val="2FD6D3"/>
                </a:solidFill>
                <a:latin typeface="Ubuntu Sans"/>
                <a:ea typeface="Ubuntu Sans"/>
                <a:cs typeface="Ubuntu Sans"/>
              </a:rPr>
              <a:t>WebSockets</a:t>
            </a:r>
          </a:p>
        </p:txBody>
      </p:sp>
      <p:sp>
        <p:nvSpPr>
          <p:cNvPr id="46" name="">
            <a:extLst xmlns:a="http://schemas.openxmlformats.org/drawingml/2006/main">
              <a:ext uri="{FF2B5EF4-FFF2-40B4-BE49-F238E27FC236}">
                <a16:creationId xmlns:a16="http://schemas.microsoft.com/office/drawing/2014/main" id="{8A2B8C15-CD31-483A-904E-15479B065EE1}"/>
              </a:ext>
            </a:extLst>
          </p:cNvPr>
          <p:cNvSpPr>
            <a:spLocks xmlns:a="http://schemas.openxmlformats.org/drawingml/2006/main" noGrp="1"/>
          </p:cNvSpPr>
          <p:nvPr/>
        </p:nvSpPr>
        <p:spPr>
          <a:xfrm xmlns:a="http://schemas.openxmlformats.org/drawingml/2006/main">
            <a:off x="9944100" y="2419350"/>
            <a:ext cx="1600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ctr">
              <a:defRPr sz="1050" b="0">
                <a:solidFill>
                  <a:srgbClr val="A9BCD0"/>
                </a:solidFill>
                <a:latin typeface="Ubuntu Sans"/>
                <a:ea typeface="Ubuntu Sans"/>
                <a:cs typeface="Ubuntu Sans"/>
              </a:defRPr>
            </a:defPPr>
            <a:lvl1pPr algn="ctr">
              <a:defRPr sz="1050" b="0">
                <a:solidFill>
                  <a:srgbClr val="A9BCD0"/>
                </a:solidFill>
                <a:latin typeface="Ubuntu Sans"/>
                <a:ea typeface="Ubuntu Sans"/>
                <a:cs typeface="Ubuntu Sans"/>
              </a:defRPr>
            </a:lvl1pPr>
            <a:lvl2pPr algn="ctr">
              <a:defRPr sz="1050" b="0">
                <a:solidFill>
                  <a:srgbClr val="A9BCD0"/>
                </a:solidFill>
                <a:latin typeface="Ubuntu Sans"/>
                <a:ea typeface="Ubuntu Sans"/>
                <a:cs typeface="Ubuntu Sans"/>
              </a:defRPr>
            </a:lvl2pPr>
            <a:lvl3pPr algn="ctr">
              <a:defRPr sz="1050" b="0">
                <a:solidFill>
                  <a:srgbClr val="A9BCD0"/>
                </a:solidFill>
                <a:latin typeface="Ubuntu Sans"/>
                <a:ea typeface="Ubuntu Sans"/>
                <a:cs typeface="Ubuntu Sans"/>
              </a:defRPr>
            </a:lvl3pPr>
            <a:lvl4pPr algn="ctr">
              <a:defRPr sz="1050" b="0">
                <a:solidFill>
                  <a:srgbClr val="A9BCD0"/>
                </a:solidFill>
                <a:latin typeface="Ubuntu Sans"/>
                <a:ea typeface="Ubuntu Sans"/>
                <a:cs typeface="Ubuntu Sans"/>
              </a:defRPr>
            </a:lvl4pPr>
            <a:lvl5pPr algn="ctr">
              <a:defRPr sz="1050" b="0">
                <a:solidFill>
                  <a:srgbClr val="A9BCD0"/>
                </a:solidFill>
                <a:latin typeface="Ubuntu Sans"/>
                <a:ea typeface="Ubuntu Sans"/>
                <a:cs typeface="Ubuntu Sans"/>
              </a:defRPr>
            </a:lvl5pPr>
            <a:lvl6pPr algn="ctr">
              <a:defRPr sz="1050" b="0">
                <a:solidFill>
                  <a:srgbClr val="A9BCD0"/>
                </a:solidFill>
                <a:latin typeface="Ubuntu Sans"/>
                <a:ea typeface="Ubuntu Sans"/>
                <a:cs typeface="Ubuntu Sans"/>
              </a:defRPr>
            </a:lvl6pPr>
            <a:lvl7pPr algn="ctr">
              <a:defRPr sz="1050" b="0">
                <a:solidFill>
                  <a:srgbClr val="A9BCD0"/>
                </a:solidFill>
                <a:latin typeface="Ubuntu Sans"/>
                <a:ea typeface="Ubuntu Sans"/>
                <a:cs typeface="Ubuntu Sans"/>
              </a:defRPr>
            </a:lvl7pPr>
            <a:lvl8pPr algn="ctr">
              <a:defRPr sz="1050" b="0">
                <a:solidFill>
                  <a:srgbClr val="A9BCD0"/>
                </a:solidFill>
                <a:latin typeface="Ubuntu Sans"/>
                <a:ea typeface="Ubuntu Sans"/>
                <a:cs typeface="Ubuntu Sans"/>
              </a:defRPr>
            </a:lvl8pPr>
            <a:lvl9pPr algn="ctr">
              <a:defRPr sz="1050" b="0">
                <a:solidFill>
                  <a:srgbClr val="A9BCD0"/>
                </a:solidFill>
                <a:latin typeface="Ubuntu Sans"/>
                <a:ea typeface="Ubuntu Sans"/>
                <a:cs typeface="Ubuntu Sans"/>
              </a:defRPr>
            </a:lvl9pPr>
          </a:lstStyle>
          <a:p xmlns:a="http://schemas.openxmlformats.org/drawingml/2006/main">
            <a:pPr algn="ctr">
              <a:defRPr sz="1050" b="0">
                <a:solidFill>
                  <a:srgbClr val="A9BCD0"/>
                </a:solidFill>
                <a:latin typeface="Ubuntu Sans"/>
                <a:ea typeface="Ubuntu Sans"/>
                <a:cs typeface="Ubuntu Sans"/>
              </a:defRPr>
            </a:pPr>
            <a:r>
              <a:rPr sz="1050" b="0">
                <a:solidFill>
                  <a:srgbClr val="A9BCD0"/>
                </a:solidFill>
                <a:latin typeface="Ubuntu Sans"/>
                <a:ea typeface="Ubuntu Sans"/>
                <a:cs typeface="Ubuntu Sans"/>
              </a:rPr>
              <a:t>real-time chat</a:t>
            </a:r>
          </a:p>
        </p:txBody>
      </p:sp>
      <p:sp>
        <p:nvSpPr>
          <p:cNvPr id="47" name="">
            <a:extLst xmlns:a="http://schemas.openxmlformats.org/drawingml/2006/main">
              <a:ext uri="{FF2B5EF4-FFF2-40B4-BE49-F238E27FC236}">
                <a16:creationId xmlns:a16="http://schemas.microsoft.com/office/drawing/2014/main" id="{7F7D9530-50E0-4A47-ACF2-F6D5399DD7A5}"/>
              </a:ext>
            </a:extLst>
          </p:cNvPr>
          <p:cNvSpPr>
            <a:spLocks xmlns:a="http://schemas.openxmlformats.org/drawingml/2006/main" noGrp="1"/>
          </p:cNvSpPr>
          <p:nvPr/>
        </p:nvSpPr>
        <p:spPr>
          <a:xfrm xmlns:a="http://schemas.openxmlformats.org/drawingml/2006/main">
            <a:off x="6000750" y="2038350"/>
            <a:ext cx="0" cy="323850"/>
          </a:xfrm>
          <a:prstGeom xmlns:a="http://schemas.openxmlformats.org/drawingml/2006/main" prst="line">
            <a:avLst/>
          </a:prstGeom>
          <a:noFill xmlns:a="http://schemas.openxmlformats.org/drawingml/2006/main"/>
          <a:ln xmlns:a="http://schemas.openxmlformats.org/drawingml/2006/main" w="19050">
            <a:solidFill>
              <a:srgbClr val="2FD6D3"/>
            </a:solidFill>
            <a:prstDash val="solid"/>
          </a:ln>
        </p:spPr>
      </p:sp>
      <p:sp>
        <p:nvSpPr>
          <p:cNvPr id="48" name="">
            <a:extLst xmlns:a="http://schemas.openxmlformats.org/drawingml/2006/main">
              <a:ext uri="{FF2B5EF4-FFF2-40B4-BE49-F238E27FC236}">
                <a16:creationId xmlns:a16="http://schemas.microsoft.com/office/drawing/2014/main" id="{F92EAC68-76E3-409B-B071-433C21BA2CFA}"/>
              </a:ext>
            </a:extLst>
          </p:cNvPr>
          <p:cNvSpPr>
            <a:spLocks xmlns:a="http://schemas.openxmlformats.org/drawingml/2006/main" noGrp="1"/>
          </p:cNvSpPr>
          <p:nvPr/>
        </p:nvSpPr>
        <p:spPr>
          <a:xfrm xmlns:a="http://schemas.openxmlformats.org/drawingml/2006/main">
            <a:off x="6000750" y="2038350"/>
            <a:ext cx="4743450" cy="0"/>
          </a:xfrm>
          <a:prstGeom xmlns:a="http://schemas.openxmlformats.org/drawingml/2006/main" prst="line">
            <a:avLst/>
          </a:prstGeom>
          <a:noFill xmlns:a="http://schemas.openxmlformats.org/drawingml/2006/main"/>
          <a:ln xmlns:a="http://schemas.openxmlformats.org/drawingml/2006/main" w="19050">
            <a:solidFill>
              <a:srgbClr val="2FD6D3"/>
            </a:solidFill>
            <a:prstDash val="solid"/>
          </a:ln>
        </p:spPr>
      </p:sp>
      <p:sp>
        <p:nvSpPr>
          <p:cNvPr id="49" name="">
            <a:extLst xmlns:a="http://schemas.openxmlformats.org/drawingml/2006/main">
              <a:ext uri="{FF2B5EF4-FFF2-40B4-BE49-F238E27FC236}">
                <a16:creationId xmlns:a16="http://schemas.microsoft.com/office/drawing/2014/main" id="{D7C6D777-3B49-4DDF-9263-38E193FE7353}"/>
              </a:ext>
            </a:extLst>
          </p:cNvPr>
          <p:cNvSpPr>
            <a:spLocks xmlns:a="http://schemas.openxmlformats.org/drawingml/2006/main" noGrp="1"/>
          </p:cNvSpPr>
          <p:nvPr/>
        </p:nvSpPr>
        <p:spPr>
          <a:xfrm xmlns:a="http://schemas.openxmlformats.org/drawingml/2006/main">
            <a:off x="609600" y="651510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63636"/>
          </a:bodyPr>
          <a:lstStyle xmlns:a="http://schemas.openxmlformats.org/drawingml/2006/main">
            <a:defPPr algn="l">
              <a:defRPr sz="825" b="1">
                <a:solidFill>
                  <a:srgbClr val="66819E"/>
                </a:solidFill>
                <a:latin typeface="Ubuntu Sans"/>
                <a:ea typeface="Ubuntu Sans"/>
                <a:cs typeface="Ubuntu Sans"/>
              </a:defRPr>
            </a:defPPr>
            <a:lvl1pPr algn="l">
              <a:defRPr sz="825" b="1">
                <a:solidFill>
                  <a:srgbClr val="66819E"/>
                </a:solidFill>
                <a:latin typeface="Ubuntu Sans"/>
                <a:ea typeface="Ubuntu Sans"/>
                <a:cs typeface="Ubuntu Sans"/>
              </a:defRPr>
            </a:lvl1pPr>
            <a:lvl2pPr algn="l">
              <a:defRPr sz="825" b="1">
                <a:solidFill>
                  <a:srgbClr val="66819E"/>
                </a:solidFill>
                <a:latin typeface="Ubuntu Sans"/>
                <a:ea typeface="Ubuntu Sans"/>
                <a:cs typeface="Ubuntu Sans"/>
              </a:defRPr>
            </a:lvl2pPr>
            <a:lvl3pPr algn="l">
              <a:defRPr sz="825" b="1">
                <a:solidFill>
                  <a:srgbClr val="66819E"/>
                </a:solidFill>
                <a:latin typeface="Ubuntu Sans"/>
                <a:ea typeface="Ubuntu Sans"/>
                <a:cs typeface="Ubuntu Sans"/>
              </a:defRPr>
            </a:lvl3pPr>
            <a:lvl4pPr algn="l">
              <a:defRPr sz="825" b="1">
                <a:solidFill>
                  <a:srgbClr val="66819E"/>
                </a:solidFill>
                <a:latin typeface="Ubuntu Sans"/>
                <a:ea typeface="Ubuntu Sans"/>
                <a:cs typeface="Ubuntu Sans"/>
              </a:defRPr>
            </a:lvl4pPr>
            <a:lvl5pPr algn="l">
              <a:defRPr sz="825" b="1">
                <a:solidFill>
                  <a:srgbClr val="66819E"/>
                </a:solidFill>
                <a:latin typeface="Ubuntu Sans"/>
                <a:ea typeface="Ubuntu Sans"/>
                <a:cs typeface="Ubuntu Sans"/>
              </a:defRPr>
            </a:lvl5pPr>
            <a:lvl6pPr algn="l">
              <a:defRPr sz="825" b="1">
                <a:solidFill>
                  <a:srgbClr val="66819E"/>
                </a:solidFill>
                <a:latin typeface="Ubuntu Sans"/>
                <a:ea typeface="Ubuntu Sans"/>
                <a:cs typeface="Ubuntu Sans"/>
              </a:defRPr>
            </a:lvl6pPr>
            <a:lvl7pPr algn="l">
              <a:defRPr sz="825" b="1">
                <a:solidFill>
                  <a:srgbClr val="66819E"/>
                </a:solidFill>
                <a:latin typeface="Ubuntu Sans"/>
                <a:ea typeface="Ubuntu Sans"/>
                <a:cs typeface="Ubuntu Sans"/>
              </a:defRPr>
            </a:lvl7pPr>
            <a:lvl8pPr algn="l">
              <a:defRPr sz="825" b="1">
                <a:solidFill>
                  <a:srgbClr val="66819E"/>
                </a:solidFill>
                <a:latin typeface="Ubuntu Sans"/>
                <a:ea typeface="Ubuntu Sans"/>
                <a:cs typeface="Ubuntu Sans"/>
              </a:defRPr>
            </a:lvl8pPr>
            <a:lvl9pPr algn="l">
              <a:defRPr sz="825" b="1">
                <a:solidFill>
                  <a:srgbClr val="66819E"/>
                </a:solidFill>
                <a:latin typeface="Ubuntu Sans"/>
                <a:ea typeface="Ubuntu Sans"/>
                <a:cs typeface="Ubuntu Sans"/>
              </a:defRPr>
            </a:lvl9pPr>
          </a:lstStyle>
          <a:p xmlns:a="http://schemas.openxmlformats.org/drawingml/2006/main">
            <a:pPr algn="l">
              <a:defRPr sz="825" b="1">
                <a:solidFill>
                  <a:srgbClr val="66819E"/>
                </a:solidFill>
                <a:latin typeface="Ubuntu Sans"/>
                <a:ea typeface="Ubuntu Sans"/>
                <a:cs typeface="Ubuntu Sans"/>
              </a:defRPr>
            </a:pPr>
            <a:r>
              <a:rPr sz="825" b="1">
                <a:solidFill>
                  <a:srgbClr val="66819E"/>
                </a:solidFill>
                <a:latin typeface="Ubuntu Sans"/>
                <a:ea typeface="Ubuntu Sans"/>
                <a:cs typeface="Ubuntu Sans"/>
              </a:rPr>
              <a:t>CODITENT  •  BACKEND</a:t>
            </a:r>
          </a:p>
        </p:txBody>
      </p:sp>
    </p:spTree>
    <p:extLst>
      <p:ext uri="{BB962C8B-B14F-4D97-AF65-F5344CB8AC3E}">
        <p14:creationId xmlns:p14="http://schemas.microsoft.com/office/powerpoint/2010/main" val="932632361"/>
      </p:ext>
    </p:extLst>
  </p:cSld>
</p:sld>
</file>

<file path=ppt/slides/slide4.xml><?xml version="1.0" encoding="utf-8"?>
<p:sld xmlns:p="http://schemas.openxmlformats.org/presentationml/2006/main">
  <p:cSld>
    <p:bg>
      <p:bgPr>
        <a:solidFill xmlns:a="http://schemas.openxmlformats.org/drawingml/2006/main">
          <a:srgbClr val="07111F"/>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C30B37BB-67F0-4E37-8DF3-4DBAA4CB99DE}"/>
              </a:ext>
            </a:extLst>
          </p:cNvPr>
          <p:cNvSpPr>
            <a:spLocks xmlns:a="http://schemas.openxmlformats.org/drawingml/2006/main" noGrp="1"/>
          </p:cNvSpPr>
          <p:nvPr/>
        </p:nvSpPr>
        <p:spPr>
          <a:xfrm xmlns:a="http://schemas.openxmlformats.org/drawingml/2006/main">
            <a:off x="609600" y="3238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l">
              <a:defRPr sz="1050" b="1">
                <a:solidFill>
                  <a:srgbClr val="2FD6D3"/>
                </a:solidFill>
                <a:latin typeface="Ubuntu Sans"/>
                <a:ea typeface="Ubuntu Sans"/>
                <a:cs typeface="Ubuntu Sans"/>
              </a:defRPr>
            </a:defPPr>
            <a:lvl1pPr algn="l">
              <a:defRPr sz="1050" b="1">
                <a:solidFill>
                  <a:srgbClr val="2FD6D3"/>
                </a:solidFill>
                <a:latin typeface="Ubuntu Sans"/>
                <a:ea typeface="Ubuntu Sans"/>
                <a:cs typeface="Ubuntu Sans"/>
              </a:defRPr>
            </a:lvl1pPr>
            <a:lvl2pPr algn="l">
              <a:defRPr sz="1050" b="1">
                <a:solidFill>
                  <a:srgbClr val="2FD6D3"/>
                </a:solidFill>
                <a:latin typeface="Ubuntu Sans"/>
                <a:ea typeface="Ubuntu Sans"/>
                <a:cs typeface="Ubuntu Sans"/>
              </a:defRPr>
            </a:lvl2pPr>
            <a:lvl3pPr algn="l">
              <a:defRPr sz="1050" b="1">
                <a:solidFill>
                  <a:srgbClr val="2FD6D3"/>
                </a:solidFill>
                <a:latin typeface="Ubuntu Sans"/>
                <a:ea typeface="Ubuntu Sans"/>
                <a:cs typeface="Ubuntu Sans"/>
              </a:defRPr>
            </a:lvl3pPr>
            <a:lvl4pPr algn="l">
              <a:defRPr sz="1050" b="1">
                <a:solidFill>
                  <a:srgbClr val="2FD6D3"/>
                </a:solidFill>
                <a:latin typeface="Ubuntu Sans"/>
                <a:ea typeface="Ubuntu Sans"/>
                <a:cs typeface="Ubuntu Sans"/>
              </a:defRPr>
            </a:lvl4pPr>
            <a:lvl5pPr algn="l">
              <a:defRPr sz="1050" b="1">
                <a:solidFill>
                  <a:srgbClr val="2FD6D3"/>
                </a:solidFill>
                <a:latin typeface="Ubuntu Sans"/>
                <a:ea typeface="Ubuntu Sans"/>
                <a:cs typeface="Ubuntu Sans"/>
              </a:defRPr>
            </a:lvl5pPr>
            <a:lvl6pPr algn="l">
              <a:defRPr sz="1050" b="1">
                <a:solidFill>
                  <a:srgbClr val="2FD6D3"/>
                </a:solidFill>
                <a:latin typeface="Ubuntu Sans"/>
                <a:ea typeface="Ubuntu Sans"/>
                <a:cs typeface="Ubuntu Sans"/>
              </a:defRPr>
            </a:lvl6pPr>
            <a:lvl7pPr algn="l">
              <a:defRPr sz="1050" b="1">
                <a:solidFill>
                  <a:srgbClr val="2FD6D3"/>
                </a:solidFill>
                <a:latin typeface="Ubuntu Sans"/>
                <a:ea typeface="Ubuntu Sans"/>
                <a:cs typeface="Ubuntu Sans"/>
              </a:defRPr>
            </a:lvl7pPr>
            <a:lvl8pPr algn="l">
              <a:defRPr sz="1050" b="1">
                <a:solidFill>
                  <a:srgbClr val="2FD6D3"/>
                </a:solidFill>
                <a:latin typeface="Ubuntu Sans"/>
                <a:ea typeface="Ubuntu Sans"/>
                <a:cs typeface="Ubuntu Sans"/>
              </a:defRPr>
            </a:lvl8pPr>
            <a:lvl9pPr algn="l">
              <a:defRPr sz="1050" b="1">
                <a:solidFill>
                  <a:srgbClr val="2FD6D3"/>
                </a:solidFill>
                <a:latin typeface="Ubuntu Sans"/>
                <a:ea typeface="Ubuntu Sans"/>
                <a:cs typeface="Ubuntu Sans"/>
              </a:defRPr>
            </a:lvl9pPr>
          </a:lstStyle>
          <a:p xmlns:a="http://schemas.openxmlformats.org/drawingml/2006/main">
            <a:pPr algn="l">
              <a:defRPr sz="1050" b="1">
                <a:solidFill>
                  <a:srgbClr val="2FD6D3"/>
                </a:solidFill>
                <a:latin typeface="Ubuntu Sans"/>
                <a:ea typeface="Ubuntu Sans"/>
                <a:cs typeface="Ubuntu Sans"/>
              </a:defRPr>
            </a:pPr>
            <a:r>
              <a:rPr sz="1050" b="1">
                <a:solidFill>
                  <a:srgbClr val="2FD6D3"/>
                </a:solidFill>
                <a:latin typeface="Ubuntu Sans"/>
                <a:ea typeface="Ubuntu Sans"/>
                <a:cs typeface="Ubuntu Sans"/>
              </a:rPr>
              <a:t>ENGINEERING DECISIONS</a:t>
            </a:r>
          </a:p>
        </p:txBody>
      </p:sp>
      <p:sp>
        <p:nvSpPr>
          <p:cNvPr id="2" name="">
            <a:extLst xmlns:a="http://schemas.openxmlformats.org/drawingml/2006/main">
              <a:ext uri="{FF2B5EF4-FFF2-40B4-BE49-F238E27FC236}">
                <a16:creationId xmlns:a16="http://schemas.microsoft.com/office/drawing/2014/main" id="{BAADF46C-4AEF-4855-8E9D-A132D294DF9A}"/>
              </a:ext>
            </a:extLst>
          </p:cNvPr>
          <p:cNvSpPr>
            <a:spLocks xmlns:a="http://schemas.openxmlformats.org/drawingml/2006/main" noGrp="1"/>
          </p:cNvSpPr>
          <p:nvPr/>
        </p:nvSpPr>
        <p:spPr>
          <a:xfrm xmlns:a="http://schemas.openxmlformats.org/drawingml/2006/main">
            <a:off x="609600" y="590550"/>
            <a:ext cx="10382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6032"/>
          </a:bodyPr>
          <a:lstStyle xmlns:a="http://schemas.openxmlformats.org/drawingml/2006/main">
            <a:defPPr algn="l">
              <a:defRPr sz="3150" b="1">
                <a:solidFill>
                  <a:srgbClr val="F4F8FF"/>
                </a:solidFill>
                <a:latin typeface="Ubuntu Sans"/>
                <a:ea typeface="Ubuntu Sans"/>
                <a:cs typeface="Ubuntu Sans"/>
              </a:defRPr>
            </a:defPPr>
            <a:lvl1pPr algn="l">
              <a:defRPr sz="3150" b="1">
                <a:solidFill>
                  <a:srgbClr val="F4F8FF"/>
                </a:solidFill>
                <a:latin typeface="Ubuntu Sans"/>
                <a:ea typeface="Ubuntu Sans"/>
                <a:cs typeface="Ubuntu Sans"/>
              </a:defRPr>
            </a:lvl1pPr>
            <a:lvl2pPr algn="l">
              <a:defRPr sz="3150" b="1">
                <a:solidFill>
                  <a:srgbClr val="F4F8FF"/>
                </a:solidFill>
                <a:latin typeface="Ubuntu Sans"/>
                <a:ea typeface="Ubuntu Sans"/>
                <a:cs typeface="Ubuntu Sans"/>
              </a:defRPr>
            </a:lvl2pPr>
            <a:lvl3pPr algn="l">
              <a:defRPr sz="3150" b="1">
                <a:solidFill>
                  <a:srgbClr val="F4F8FF"/>
                </a:solidFill>
                <a:latin typeface="Ubuntu Sans"/>
                <a:ea typeface="Ubuntu Sans"/>
                <a:cs typeface="Ubuntu Sans"/>
              </a:defRPr>
            </a:lvl3pPr>
            <a:lvl4pPr algn="l">
              <a:defRPr sz="3150" b="1">
                <a:solidFill>
                  <a:srgbClr val="F4F8FF"/>
                </a:solidFill>
                <a:latin typeface="Ubuntu Sans"/>
                <a:ea typeface="Ubuntu Sans"/>
                <a:cs typeface="Ubuntu Sans"/>
              </a:defRPr>
            </a:lvl4pPr>
            <a:lvl5pPr algn="l">
              <a:defRPr sz="3150" b="1">
                <a:solidFill>
                  <a:srgbClr val="F4F8FF"/>
                </a:solidFill>
                <a:latin typeface="Ubuntu Sans"/>
                <a:ea typeface="Ubuntu Sans"/>
                <a:cs typeface="Ubuntu Sans"/>
              </a:defRPr>
            </a:lvl5pPr>
            <a:lvl6pPr algn="l">
              <a:defRPr sz="3150" b="1">
                <a:solidFill>
                  <a:srgbClr val="F4F8FF"/>
                </a:solidFill>
                <a:latin typeface="Ubuntu Sans"/>
                <a:ea typeface="Ubuntu Sans"/>
                <a:cs typeface="Ubuntu Sans"/>
              </a:defRPr>
            </a:lvl6pPr>
            <a:lvl7pPr algn="l">
              <a:defRPr sz="3150" b="1">
                <a:solidFill>
                  <a:srgbClr val="F4F8FF"/>
                </a:solidFill>
                <a:latin typeface="Ubuntu Sans"/>
                <a:ea typeface="Ubuntu Sans"/>
                <a:cs typeface="Ubuntu Sans"/>
              </a:defRPr>
            </a:lvl7pPr>
            <a:lvl8pPr algn="l">
              <a:defRPr sz="3150" b="1">
                <a:solidFill>
                  <a:srgbClr val="F4F8FF"/>
                </a:solidFill>
                <a:latin typeface="Ubuntu Sans"/>
                <a:ea typeface="Ubuntu Sans"/>
                <a:cs typeface="Ubuntu Sans"/>
              </a:defRPr>
            </a:lvl8pPr>
            <a:lvl9pPr algn="l">
              <a:defRPr sz="3150" b="1">
                <a:solidFill>
                  <a:srgbClr val="F4F8FF"/>
                </a:solidFill>
                <a:latin typeface="Ubuntu Sans"/>
                <a:ea typeface="Ubuntu Sans"/>
                <a:cs typeface="Ubuntu Sans"/>
              </a:defRPr>
            </a:lvl9pPr>
          </a:lstStyle>
          <a:p xmlns:a="http://schemas.openxmlformats.org/drawingml/2006/main">
            <a:pPr algn="l">
              <a:defRPr sz="3150" b="1">
                <a:solidFill>
                  <a:srgbClr val="F4F8FF"/>
                </a:solidFill>
                <a:latin typeface="Ubuntu Sans"/>
                <a:ea typeface="Ubuntu Sans"/>
                <a:cs typeface="Ubuntu Sans"/>
              </a:defRPr>
            </a:pPr>
            <a:r>
              <a:rPr sz="3150" b="1">
                <a:solidFill>
                  <a:srgbClr val="F4F8FF"/>
                </a:solidFill>
                <a:latin typeface="Ubuntu Sans"/>
                <a:ea typeface="Ubuntu Sans"/>
                <a:cs typeface="Ubuntu Sans"/>
              </a:rPr>
              <a:t>Technical choices and trade-offs</a:t>
            </a:r>
          </a:p>
        </p:txBody>
      </p:sp>
      <p:sp>
        <p:nvSpPr>
          <p:cNvPr id="3" name="">
            <a:extLst xmlns:a="http://schemas.openxmlformats.org/drawingml/2006/main">
              <a:ext uri="{FF2B5EF4-FFF2-40B4-BE49-F238E27FC236}">
                <a16:creationId xmlns:a16="http://schemas.microsoft.com/office/drawing/2014/main" id="{FD381489-E534-4AB4-81AA-BD999EF55C2B}"/>
              </a:ext>
            </a:extLst>
          </p:cNvPr>
          <p:cNvSpPr>
            <a:spLocks xmlns:a="http://schemas.openxmlformats.org/drawingml/2006/main" noGrp="1"/>
          </p:cNvSpPr>
          <p:nvPr/>
        </p:nvSpPr>
        <p:spPr>
          <a:xfrm xmlns:a="http://schemas.openxmlformats.org/drawingml/2006/main">
            <a:off x="11258550" y="419100"/>
            <a:ext cx="323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r">
              <a:defRPr sz="1050" b="1">
                <a:solidFill>
                  <a:srgbClr val="A9BCD0"/>
                </a:solidFill>
                <a:latin typeface="Ubuntu Sans"/>
                <a:ea typeface="Ubuntu Sans"/>
                <a:cs typeface="Ubuntu Sans"/>
              </a:defRPr>
            </a:defPPr>
            <a:lvl1pPr algn="r">
              <a:defRPr sz="1050" b="1">
                <a:solidFill>
                  <a:srgbClr val="A9BCD0"/>
                </a:solidFill>
                <a:latin typeface="Ubuntu Sans"/>
                <a:ea typeface="Ubuntu Sans"/>
                <a:cs typeface="Ubuntu Sans"/>
              </a:defRPr>
            </a:lvl1pPr>
            <a:lvl2pPr algn="r">
              <a:defRPr sz="1050" b="1">
                <a:solidFill>
                  <a:srgbClr val="A9BCD0"/>
                </a:solidFill>
                <a:latin typeface="Ubuntu Sans"/>
                <a:ea typeface="Ubuntu Sans"/>
                <a:cs typeface="Ubuntu Sans"/>
              </a:defRPr>
            </a:lvl2pPr>
            <a:lvl3pPr algn="r">
              <a:defRPr sz="1050" b="1">
                <a:solidFill>
                  <a:srgbClr val="A9BCD0"/>
                </a:solidFill>
                <a:latin typeface="Ubuntu Sans"/>
                <a:ea typeface="Ubuntu Sans"/>
                <a:cs typeface="Ubuntu Sans"/>
              </a:defRPr>
            </a:lvl3pPr>
            <a:lvl4pPr algn="r">
              <a:defRPr sz="1050" b="1">
                <a:solidFill>
                  <a:srgbClr val="A9BCD0"/>
                </a:solidFill>
                <a:latin typeface="Ubuntu Sans"/>
                <a:ea typeface="Ubuntu Sans"/>
                <a:cs typeface="Ubuntu Sans"/>
              </a:defRPr>
            </a:lvl4pPr>
            <a:lvl5pPr algn="r">
              <a:defRPr sz="1050" b="1">
                <a:solidFill>
                  <a:srgbClr val="A9BCD0"/>
                </a:solidFill>
                <a:latin typeface="Ubuntu Sans"/>
                <a:ea typeface="Ubuntu Sans"/>
                <a:cs typeface="Ubuntu Sans"/>
              </a:defRPr>
            </a:lvl5pPr>
            <a:lvl6pPr algn="r">
              <a:defRPr sz="1050" b="1">
                <a:solidFill>
                  <a:srgbClr val="A9BCD0"/>
                </a:solidFill>
                <a:latin typeface="Ubuntu Sans"/>
                <a:ea typeface="Ubuntu Sans"/>
                <a:cs typeface="Ubuntu Sans"/>
              </a:defRPr>
            </a:lvl6pPr>
            <a:lvl7pPr algn="r">
              <a:defRPr sz="1050" b="1">
                <a:solidFill>
                  <a:srgbClr val="A9BCD0"/>
                </a:solidFill>
                <a:latin typeface="Ubuntu Sans"/>
                <a:ea typeface="Ubuntu Sans"/>
                <a:cs typeface="Ubuntu Sans"/>
              </a:defRPr>
            </a:lvl7pPr>
            <a:lvl8pPr algn="r">
              <a:defRPr sz="1050" b="1">
                <a:solidFill>
                  <a:srgbClr val="A9BCD0"/>
                </a:solidFill>
                <a:latin typeface="Ubuntu Sans"/>
                <a:ea typeface="Ubuntu Sans"/>
                <a:cs typeface="Ubuntu Sans"/>
              </a:defRPr>
            </a:lvl8pPr>
            <a:lvl9pPr algn="r">
              <a:defRPr sz="1050" b="1">
                <a:solidFill>
                  <a:srgbClr val="A9BCD0"/>
                </a:solidFill>
                <a:latin typeface="Ubuntu Sans"/>
                <a:ea typeface="Ubuntu Sans"/>
                <a:cs typeface="Ubuntu Sans"/>
              </a:defRPr>
            </a:lvl9pPr>
          </a:lstStyle>
          <a:p xmlns:a="http://schemas.openxmlformats.org/drawingml/2006/main">
            <a:pPr algn="r">
              <a:defRPr sz="1050" b="1">
                <a:solidFill>
                  <a:srgbClr val="A9BCD0"/>
                </a:solidFill>
                <a:latin typeface="Ubuntu Sans"/>
                <a:ea typeface="Ubuntu Sans"/>
                <a:cs typeface="Ubuntu Sans"/>
              </a:defRPr>
            </a:pPr>
            <a:r>
              <a:rPr sz="1050" b="1">
                <a:solidFill>
                  <a:srgbClr val="A9BCD0"/>
                </a:solidFill>
                <a:latin typeface="Ubuntu Sans"/>
                <a:ea typeface="Ubuntu Sans"/>
                <a:cs typeface="Ubuntu Sans"/>
              </a:rPr>
              <a:t>04</a:t>
            </a:r>
          </a:p>
        </p:txBody>
      </p:sp>
      <p:sp>
        <p:nvSpPr>
          <p:cNvPr id="4" name="">
            <a:extLst xmlns:a="http://schemas.openxmlformats.org/drawingml/2006/main">
              <a:ext uri="{FF2B5EF4-FFF2-40B4-BE49-F238E27FC236}">
                <a16:creationId xmlns:a16="http://schemas.microsoft.com/office/drawing/2014/main" id="{23FAA2EA-C2A5-4CBB-9097-637982656B1D}"/>
              </a:ext>
            </a:extLst>
          </p:cNvPr>
          <p:cNvSpPr>
            <a:spLocks xmlns:a="http://schemas.openxmlformats.org/drawingml/2006/main" noGrp="1"/>
          </p:cNvSpPr>
          <p:nvPr/>
        </p:nvSpPr>
        <p:spPr>
          <a:xfrm xmlns:a="http://schemas.openxmlformats.org/drawingml/2006/main">
            <a:off x="609600" y="1219200"/>
            <a:ext cx="10972800" cy="0"/>
          </a:xfrm>
          <a:prstGeom xmlns:a="http://schemas.openxmlformats.org/drawingml/2006/main" prst="line">
            <a:avLst/>
          </a:prstGeom>
          <a:noFill xmlns:a="http://schemas.openxmlformats.org/drawingml/2006/main"/>
          <a:ln xmlns:a="http://schemas.openxmlformats.org/drawingml/2006/main" w="9525">
            <a:solidFill>
              <a:srgbClr val="2B4563"/>
            </a:solidFill>
            <a:prstDash val="solid"/>
          </a:ln>
        </p:spPr>
      </p:sp>
      <p:sp>
        <p:nvSpPr>
          <p:cNvPr id="5" name="">
            <a:extLst xmlns:a="http://schemas.openxmlformats.org/drawingml/2006/main">
              <a:ext uri="{FF2B5EF4-FFF2-40B4-BE49-F238E27FC236}">
                <a16:creationId xmlns:a16="http://schemas.microsoft.com/office/drawing/2014/main" id="{ADBDB733-B298-4A8F-9BDD-D62E5017C8AF}"/>
              </a:ext>
            </a:extLst>
          </p:cNvPr>
          <p:cNvSpPr>
            <a:spLocks xmlns:a="http://schemas.openxmlformats.org/drawingml/2006/main" noGrp="1"/>
          </p:cNvSpPr>
          <p:nvPr/>
        </p:nvSpPr>
        <p:spPr>
          <a:xfrm xmlns:a="http://schemas.openxmlformats.org/drawingml/2006/main">
            <a:off x="609600" y="1600200"/>
            <a:ext cx="5086350" cy="1143000"/>
          </a:xfrm>
          <a:prstGeom xmlns:a="http://schemas.openxmlformats.org/drawingml/2006/main" prst="roundRect">
            <a:avLst>
              <a:gd name="adj" fmla="val 10000"/>
            </a:avLst>
          </a:prstGeom>
          <a:solidFill xmlns:a="http://schemas.openxmlformats.org/drawingml/2006/main">
            <a:srgbClr val="10223A"/>
          </a:solidFill>
          <a:ln xmlns:a="http://schemas.openxmlformats.org/drawingml/2006/main" w="11430">
            <a:solidFill>
              <a:srgbClr val="2B4563"/>
            </a:solidFill>
            <a:prstDash val="solid"/>
          </a:ln>
        </p:spPr>
      </p:sp>
      <p:sp>
        <p:nvSpPr>
          <p:cNvPr id="6" name="">
            <a:extLst xmlns:a="http://schemas.openxmlformats.org/drawingml/2006/main">
              <a:ext uri="{FF2B5EF4-FFF2-40B4-BE49-F238E27FC236}">
                <a16:creationId xmlns:a16="http://schemas.microsoft.com/office/drawing/2014/main" id="{4896CD0D-F0AB-43E2-A115-46473D687EF2}"/>
              </a:ext>
            </a:extLst>
          </p:cNvPr>
          <p:cNvSpPr>
            <a:spLocks xmlns:a="http://schemas.openxmlformats.org/drawingml/2006/main" noGrp="1"/>
          </p:cNvSpPr>
          <p:nvPr/>
        </p:nvSpPr>
        <p:spPr>
          <a:xfrm xmlns:a="http://schemas.openxmlformats.org/drawingml/2006/main">
            <a:off x="609600" y="1600200"/>
            <a:ext cx="66675" cy="1143000"/>
          </a:xfrm>
          <a:prstGeom xmlns:a="http://schemas.openxmlformats.org/drawingml/2006/main" prst="roundRect">
            <a:avLst>
              <a:gd name="adj" fmla="val 50000"/>
            </a:avLst>
          </a:prstGeom>
          <a:solidFill xmlns:a="http://schemas.openxmlformats.org/drawingml/2006/main">
            <a:srgbClr val="2FD6D3"/>
          </a:solidFill>
          <a:ln xmlns:a="http://schemas.openxmlformats.org/drawingml/2006/main" w="0">
            <a:solidFill>
              <a:srgbClr val="2FD6D3"/>
            </a:solidFill>
            <a:prstDash val="solid"/>
          </a:ln>
        </p:spPr>
      </p:sp>
      <p:sp>
        <p:nvSpPr>
          <p:cNvPr id="7" name="">
            <a:extLst xmlns:a="http://schemas.openxmlformats.org/drawingml/2006/main">
              <a:ext uri="{FF2B5EF4-FFF2-40B4-BE49-F238E27FC236}">
                <a16:creationId xmlns:a16="http://schemas.microsoft.com/office/drawing/2014/main" id="{8BF1A5CB-6268-4A7B-A2A7-F412BB56BA8E}"/>
              </a:ext>
            </a:extLst>
          </p:cNvPr>
          <p:cNvSpPr>
            <a:spLocks xmlns:a="http://schemas.openxmlformats.org/drawingml/2006/main" noGrp="1"/>
          </p:cNvSpPr>
          <p:nvPr/>
        </p:nvSpPr>
        <p:spPr>
          <a:xfrm xmlns:a="http://schemas.openxmlformats.org/drawingml/2006/main">
            <a:off x="819150" y="1714500"/>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F4F8FF"/>
                </a:solidFill>
                <a:latin typeface="Ubuntu Sans"/>
                <a:ea typeface="Ubuntu Sans"/>
                <a:cs typeface="Ubuntu Sans"/>
              </a:defRPr>
            </a:defPPr>
            <a:lvl1pPr algn="l">
              <a:defRPr sz="1575" b="1">
                <a:solidFill>
                  <a:srgbClr val="F4F8FF"/>
                </a:solidFill>
                <a:latin typeface="Ubuntu Sans"/>
                <a:ea typeface="Ubuntu Sans"/>
                <a:cs typeface="Ubuntu Sans"/>
              </a:defRPr>
            </a:lvl1pPr>
            <a:lvl2pPr algn="l">
              <a:defRPr sz="1575" b="1">
                <a:solidFill>
                  <a:srgbClr val="F4F8FF"/>
                </a:solidFill>
                <a:latin typeface="Ubuntu Sans"/>
                <a:ea typeface="Ubuntu Sans"/>
                <a:cs typeface="Ubuntu Sans"/>
              </a:defRPr>
            </a:lvl2pPr>
            <a:lvl3pPr algn="l">
              <a:defRPr sz="1575" b="1">
                <a:solidFill>
                  <a:srgbClr val="F4F8FF"/>
                </a:solidFill>
                <a:latin typeface="Ubuntu Sans"/>
                <a:ea typeface="Ubuntu Sans"/>
                <a:cs typeface="Ubuntu Sans"/>
              </a:defRPr>
            </a:lvl3pPr>
            <a:lvl4pPr algn="l">
              <a:defRPr sz="1575" b="1">
                <a:solidFill>
                  <a:srgbClr val="F4F8FF"/>
                </a:solidFill>
                <a:latin typeface="Ubuntu Sans"/>
                <a:ea typeface="Ubuntu Sans"/>
                <a:cs typeface="Ubuntu Sans"/>
              </a:defRPr>
            </a:lvl4pPr>
            <a:lvl5pPr algn="l">
              <a:defRPr sz="1575" b="1">
                <a:solidFill>
                  <a:srgbClr val="F4F8FF"/>
                </a:solidFill>
                <a:latin typeface="Ubuntu Sans"/>
                <a:ea typeface="Ubuntu Sans"/>
                <a:cs typeface="Ubuntu Sans"/>
              </a:defRPr>
            </a:lvl5pPr>
            <a:lvl6pPr algn="l">
              <a:defRPr sz="1575" b="1">
                <a:solidFill>
                  <a:srgbClr val="F4F8FF"/>
                </a:solidFill>
                <a:latin typeface="Ubuntu Sans"/>
                <a:ea typeface="Ubuntu Sans"/>
                <a:cs typeface="Ubuntu Sans"/>
              </a:defRPr>
            </a:lvl6pPr>
            <a:lvl7pPr algn="l">
              <a:defRPr sz="1575" b="1">
                <a:solidFill>
                  <a:srgbClr val="F4F8FF"/>
                </a:solidFill>
                <a:latin typeface="Ubuntu Sans"/>
                <a:ea typeface="Ubuntu Sans"/>
                <a:cs typeface="Ubuntu Sans"/>
              </a:defRPr>
            </a:lvl7pPr>
            <a:lvl8pPr algn="l">
              <a:defRPr sz="1575" b="1">
                <a:solidFill>
                  <a:srgbClr val="F4F8FF"/>
                </a:solidFill>
                <a:latin typeface="Ubuntu Sans"/>
                <a:ea typeface="Ubuntu Sans"/>
                <a:cs typeface="Ubuntu Sans"/>
              </a:defRPr>
            </a:lvl8pPr>
            <a:lvl9pPr algn="l">
              <a:defRPr sz="1575" b="1">
                <a:solidFill>
                  <a:srgbClr val="F4F8FF"/>
                </a:solidFill>
                <a:latin typeface="Ubuntu Sans"/>
                <a:ea typeface="Ubuntu Sans"/>
                <a:cs typeface="Ubuntu Sans"/>
              </a:defRPr>
            </a:lvl9pPr>
          </a:lstStyle>
          <a:p xmlns:a="http://schemas.openxmlformats.org/drawingml/2006/main">
            <a:pPr algn="l">
              <a:defRPr sz="1575" b="1">
                <a:solidFill>
                  <a:srgbClr val="F4F8FF"/>
                </a:solidFill>
                <a:latin typeface="Ubuntu Sans"/>
                <a:ea typeface="Ubuntu Sans"/>
                <a:cs typeface="Ubuntu Sans"/>
              </a:defRPr>
            </a:pPr>
            <a:r>
              <a:rPr sz="1575" b="1">
                <a:solidFill>
                  <a:srgbClr val="F4F8FF"/>
                </a:solidFill>
                <a:latin typeface="Ubuntu Sans"/>
                <a:ea typeface="Ubuntu Sans"/>
                <a:cs typeface="Ubuntu Sans"/>
              </a:rPr>
              <a:t>FastAPI</a:t>
            </a:r>
          </a:p>
        </p:txBody>
      </p:sp>
      <p:sp>
        <p:nvSpPr>
          <p:cNvPr id="8" name="">
            <a:extLst xmlns:a="http://schemas.openxmlformats.org/drawingml/2006/main">
              <a:ext uri="{FF2B5EF4-FFF2-40B4-BE49-F238E27FC236}">
                <a16:creationId xmlns:a16="http://schemas.microsoft.com/office/drawing/2014/main" id="{26C213F8-C56C-417A-8B35-A2CAD84DB612}"/>
              </a:ext>
            </a:extLst>
          </p:cNvPr>
          <p:cNvSpPr>
            <a:spLocks xmlns:a="http://schemas.openxmlformats.org/drawingml/2006/main" noGrp="1"/>
          </p:cNvSpPr>
          <p:nvPr/>
        </p:nvSpPr>
        <p:spPr>
          <a:xfrm xmlns:a="http://schemas.openxmlformats.org/drawingml/2006/main">
            <a:off x="819150" y="2009775"/>
            <a:ext cx="47625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A9BCD0"/>
                </a:solidFill>
                <a:latin typeface="Ubuntu Sans"/>
                <a:ea typeface="Ubuntu Sans"/>
                <a:cs typeface="Ubuntu Sans"/>
              </a:defRPr>
            </a:defPPr>
            <a:lvl1pPr algn="l">
              <a:defRPr sz="1125" b="0">
                <a:solidFill>
                  <a:srgbClr val="A9BCD0"/>
                </a:solidFill>
                <a:latin typeface="Ubuntu Sans"/>
                <a:ea typeface="Ubuntu Sans"/>
                <a:cs typeface="Ubuntu Sans"/>
              </a:defRPr>
            </a:lvl1pPr>
            <a:lvl2pPr algn="l">
              <a:defRPr sz="1125" b="0">
                <a:solidFill>
                  <a:srgbClr val="A9BCD0"/>
                </a:solidFill>
                <a:latin typeface="Ubuntu Sans"/>
                <a:ea typeface="Ubuntu Sans"/>
                <a:cs typeface="Ubuntu Sans"/>
              </a:defRPr>
            </a:lvl2pPr>
            <a:lvl3pPr algn="l">
              <a:defRPr sz="1125" b="0">
                <a:solidFill>
                  <a:srgbClr val="A9BCD0"/>
                </a:solidFill>
                <a:latin typeface="Ubuntu Sans"/>
                <a:ea typeface="Ubuntu Sans"/>
                <a:cs typeface="Ubuntu Sans"/>
              </a:defRPr>
            </a:lvl3pPr>
            <a:lvl4pPr algn="l">
              <a:defRPr sz="1125" b="0">
                <a:solidFill>
                  <a:srgbClr val="A9BCD0"/>
                </a:solidFill>
                <a:latin typeface="Ubuntu Sans"/>
                <a:ea typeface="Ubuntu Sans"/>
                <a:cs typeface="Ubuntu Sans"/>
              </a:defRPr>
            </a:lvl4pPr>
            <a:lvl5pPr algn="l">
              <a:defRPr sz="1125" b="0">
                <a:solidFill>
                  <a:srgbClr val="A9BCD0"/>
                </a:solidFill>
                <a:latin typeface="Ubuntu Sans"/>
                <a:ea typeface="Ubuntu Sans"/>
                <a:cs typeface="Ubuntu Sans"/>
              </a:defRPr>
            </a:lvl5pPr>
            <a:lvl6pPr algn="l">
              <a:defRPr sz="1125" b="0">
                <a:solidFill>
                  <a:srgbClr val="A9BCD0"/>
                </a:solidFill>
                <a:latin typeface="Ubuntu Sans"/>
                <a:ea typeface="Ubuntu Sans"/>
                <a:cs typeface="Ubuntu Sans"/>
              </a:defRPr>
            </a:lvl6pPr>
            <a:lvl7pPr algn="l">
              <a:defRPr sz="1125" b="0">
                <a:solidFill>
                  <a:srgbClr val="A9BCD0"/>
                </a:solidFill>
                <a:latin typeface="Ubuntu Sans"/>
                <a:ea typeface="Ubuntu Sans"/>
                <a:cs typeface="Ubuntu Sans"/>
              </a:defRPr>
            </a:lvl7pPr>
            <a:lvl8pPr algn="l">
              <a:defRPr sz="1125" b="0">
                <a:solidFill>
                  <a:srgbClr val="A9BCD0"/>
                </a:solidFill>
                <a:latin typeface="Ubuntu Sans"/>
                <a:ea typeface="Ubuntu Sans"/>
                <a:cs typeface="Ubuntu Sans"/>
              </a:defRPr>
            </a:lvl8pPr>
            <a:lvl9pPr algn="l">
              <a:defRPr sz="1125" b="0">
                <a:solidFill>
                  <a:srgbClr val="A9BCD0"/>
                </a:solidFill>
                <a:latin typeface="Ubuntu Sans"/>
                <a:ea typeface="Ubuntu Sans"/>
                <a:cs typeface="Ubuntu Sans"/>
              </a:defRPr>
            </a:lvl9pPr>
          </a:lstStyle>
          <a:p xmlns:a="http://schemas.openxmlformats.org/drawingml/2006/main">
            <a:pPr algn="l">
              <a:defRPr sz="1125" b="0">
                <a:solidFill>
                  <a:srgbClr val="A9BCD0"/>
                </a:solidFill>
                <a:latin typeface="Ubuntu Sans"/>
                <a:ea typeface="Ubuntu Sans"/>
                <a:cs typeface="Ubuntu Sans"/>
              </a:defRPr>
            </a:pPr>
            <a:r>
              <a:rPr sz="1125" b="0">
                <a:solidFill>
                  <a:srgbClr val="A9BCD0"/>
                </a:solidFill>
                <a:latin typeface="Ubuntu Sans"/>
                <a:ea typeface="Ubuntu Sans"/>
                <a:cs typeface="Ubuntu Sans"/>
              </a:rPr>
              <a:t>Async request handling, dependency injection, validation and OpenAPI</a:t>
            </a:r>
          </a:p>
        </p:txBody>
      </p:sp>
      <p:sp>
        <p:nvSpPr>
          <p:cNvPr id="9" name="">
            <a:extLst xmlns:a="http://schemas.openxmlformats.org/drawingml/2006/main">
              <a:ext uri="{FF2B5EF4-FFF2-40B4-BE49-F238E27FC236}">
                <a16:creationId xmlns:a16="http://schemas.microsoft.com/office/drawing/2014/main" id="{67B74BF8-5565-4B82-B9FE-4591371FA2ED}"/>
              </a:ext>
            </a:extLst>
          </p:cNvPr>
          <p:cNvSpPr>
            <a:spLocks xmlns:a="http://schemas.openxmlformats.org/drawingml/2006/main" noGrp="1"/>
          </p:cNvSpPr>
          <p:nvPr/>
        </p:nvSpPr>
        <p:spPr>
          <a:xfrm xmlns:a="http://schemas.openxmlformats.org/drawingml/2006/main">
            <a:off x="6153150" y="1600200"/>
            <a:ext cx="5086350" cy="1143000"/>
          </a:xfrm>
          <a:prstGeom xmlns:a="http://schemas.openxmlformats.org/drawingml/2006/main" prst="roundRect">
            <a:avLst>
              <a:gd name="adj" fmla="val 10000"/>
            </a:avLst>
          </a:prstGeom>
          <a:solidFill xmlns:a="http://schemas.openxmlformats.org/drawingml/2006/main">
            <a:srgbClr val="10223A"/>
          </a:solidFill>
          <a:ln xmlns:a="http://schemas.openxmlformats.org/drawingml/2006/main" w="11430">
            <a:solidFill>
              <a:srgbClr val="2B4563"/>
            </a:solidFill>
            <a:prstDash val="solid"/>
          </a:ln>
        </p:spPr>
      </p:sp>
      <p:sp>
        <p:nvSpPr>
          <p:cNvPr id="10" name="">
            <a:extLst xmlns:a="http://schemas.openxmlformats.org/drawingml/2006/main">
              <a:ext uri="{FF2B5EF4-FFF2-40B4-BE49-F238E27FC236}">
                <a16:creationId xmlns:a16="http://schemas.microsoft.com/office/drawing/2014/main" id="{2A8B6C97-8AC9-4F97-9F31-D54A93E1CC04}"/>
              </a:ext>
            </a:extLst>
          </p:cNvPr>
          <p:cNvSpPr>
            <a:spLocks xmlns:a="http://schemas.openxmlformats.org/drawingml/2006/main" noGrp="1"/>
          </p:cNvSpPr>
          <p:nvPr/>
        </p:nvSpPr>
        <p:spPr>
          <a:xfrm xmlns:a="http://schemas.openxmlformats.org/drawingml/2006/main">
            <a:off x="6153150" y="1600200"/>
            <a:ext cx="66675" cy="1143000"/>
          </a:xfrm>
          <a:prstGeom xmlns:a="http://schemas.openxmlformats.org/drawingml/2006/main" prst="roundRect">
            <a:avLst>
              <a:gd name="adj" fmla="val 50000"/>
            </a:avLst>
          </a:prstGeom>
          <a:solidFill xmlns:a="http://schemas.openxmlformats.org/drawingml/2006/main">
            <a:srgbClr val="55D6A5"/>
          </a:solidFill>
          <a:ln xmlns:a="http://schemas.openxmlformats.org/drawingml/2006/main" w="0">
            <a:solidFill>
              <a:srgbClr val="55D6A5"/>
            </a:solidFill>
            <a:prstDash val="solid"/>
          </a:ln>
        </p:spPr>
      </p:sp>
      <p:sp>
        <p:nvSpPr>
          <p:cNvPr id="11" name="">
            <a:extLst xmlns:a="http://schemas.openxmlformats.org/drawingml/2006/main">
              <a:ext uri="{FF2B5EF4-FFF2-40B4-BE49-F238E27FC236}">
                <a16:creationId xmlns:a16="http://schemas.microsoft.com/office/drawing/2014/main" id="{A74CD4BE-A035-47BC-B7A4-768D67ED6EBA}"/>
              </a:ext>
            </a:extLst>
          </p:cNvPr>
          <p:cNvSpPr>
            <a:spLocks xmlns:a="http://schemas.openxmlformats.org/drawingml/2006/main" noGrp="1"/>
          </p:cNvSpPr>
          <p:nvPr/>
        </p:nvSpPr>
        <p:spPr>
          <a:xfrm xmlns:a="http://schemas.openxmlformats.org/drawingml/2006/main">
            <a:off x="6362700" y="1714500"/>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F4F8FF"/>
                </a:solidFill>
                <a:latin typeface="Ubuntu Sans"/>
                <a:ea typeface="Ubuntu Sans"/>
                <a:cs typeface="Ubuntu Sans"/>
              </a:defRPr>
            </a:defPPr>
            <a:lvl1pPr algn="l">
              <a:defRPr sz="1575" b="1">
                <a:solidFill>
                  <a:srgbClr val="F4F8FF"/>
                </a:solidFill>
                <a:latin typeface="Ubuntu Sans"/>
                <a:ea typeface="Ubuntu Sans"/>
                <a:cs typeface="Ubuntu Sans"/>
              </a:defRPr>
            </a:lvl1pPr>
            <a:lvl2pPr algn="l">
              <a:defRPr sz="1575" b="1">
                <a:solidFill>
                  <a:srgbClr val="F4F8FF"/>
                </a:solidFill>
                <a:latin typeface="Ubuntu Sans"/>
                <a:ea typeface="Ubuntu Sans"/>
                <a:cs typeface="Ubuntu Sans"/>
              </a:defRPr>
            </a:lvl2pPr>
            <a:lvl3pPr algn="l">
              <a:defRPr sz="1575" b="1">
                <a:solidFill>
                  <a:srgbClr val="F4F8FF"/>
                </a:solidFill>
                <a:latin typeface="Ubuntu Sans"/>
                <a:ea typeface="Ubuntu Sans"/>
                <a:cs typeface="Ubuntu Sans"/>
              </a:defRPr>
            </a:lvl3pPr>
            <a:lvl4pPr algn="l">
              <a:defRPr sz="1575" b="1">
                <a:solidFill>
                  <a:srgbClr val="F4F8FF"/>
                </a:solidFill>
                <a:latin typeface="Ubuntu Sans"/>
                <a:ea typeface="Ubuntu Sans"/>
                <a:cs typeface="Ubuntu Sans"/>
              </a:defRPr>
            </a:lvl4pPr>
            <a:lvl5pPr algn="l">
              <a:defRPr sz="1575" b="1">
                <a:solidFill>
                  <a:srgbClr val="F4F8FF"/>
                </a:solidFill>
                <a:latin typeface="Ubuntu Sans"/>
                <a:ea typeface="Ubuntu Sans"/>
                <a:cs typeface="Ubuntu Sans"/>
              </a:defRPr>
            </a:lvl5pPr>
            <a:lvl6pPr algn="l">
              <a:defRPr sz="1575" b="1">
                <a:solidFill>
                  <a:srgbClr val="F4F8FF"/>
                </a:solidFill>
                <a:latin typeface="Ubuntu Sans"/>
                <a:ea typeface="Ubuntu Sans"/>
                <a:cs typeface="Ubuntu Sans"/>
              </a:defRPr>
            </a:lvl6pPr>
            <a:lvl7pPr algn="l">
              <a:defRPr sz="1575" b="1">
                <a:solidFill>
                  <a:srgbClr val="F4F8FF"/>
                </a:solidFill>
                <a:latin typeface="Ubuntu Sans"/>
                <a:ea typeface="Ubuntu Sans"/>
                <a:cs typeface="Ubuntu Sans"/>
              </a:defRPr>
            </a:lvl7pPr>
            <a:lvl8pPr algn="l">
              <a:defRPr sz="1575" b="1">
                <a:solidFill>
                  <a:srgbClr val="F4F8FF"/>
                </a:solidFill>
                <a:latin typeface="Ubuntu Sans"/>
                <a:ea typeface="Ubuntu Sans"/>
                <a:cs typeface="Ubuntu Sans"/>
              </a:defRPr>
            </a:lvl8pPr>
            <a:lvl9pPr algn="l">
              <a:defRPr sz="1575" b="1">
                <a:solidFill>
                  <a:srgbClr val="F4F8FF"/>
                </a:solidFill>
                <a:latin typeface="Ubuntu Sans"/>
                <a:ea typeface="Ubuntu Sans"/>
                <a:cs typeface="Ubuntu Sans"/>
              </a:defRPr>
            </a:lvl9pPr>
          </a:lstStyle>
          <a:p xmlns:a="http://schemas.openxmlformats.org/drawingml/2006/main">
            <a:pPr algn="l">
              <a:defRPr sz="1575" b="1">
                <a:solidFill>
                  <a:srgbClr val="F4F8FF"/>
                </a:solidFill>
                <a:latin typeface="Ubuntu Sans"/>
                <a:ea typeface="Ubuntu Sans"/>
                <a:cs typeface="Ubuntu Sans"/>
              </a:defRPr>
            </a:pPr>
            <a:r>
              <a:rPr sz="1575" b="1">
                <a:solidFill>
                  <a:srgbClr val="F4F8FF"/>
                </a:solidFill>
                <a:latin typeface="Ubuntu Sans"/>
                <a:ea typeface="Ubuntu Sans"/>
                <a:cs typeface="Ubuntu Sans"/>
              </a:rPr>
              <a:t>PostgreSQL</a:t>
            </a:r>
          </a:p>
        </p:txBody>
      </p:sp>
      <p:sp>
        <p:nvSpPr>
          <p:cNvPr id="12" name="">
            <a:extLst xmlns:a="http://schemas.openxmlformats.org/drawingml/2006/main">
              <a:ext uri="{FF2B5EF4-FFF2-40B4-BE49-F238E27FC236}">
                <a16:creationId xmlns:a16="http://schemas.microsoft.com/office/drawing/2014/main" id="{06216AD9-A937-4237-89F2-7B8A2A2230B3}"/>
              </a:ext>
            </a:extLst>
          </p:cNvPr>
          <p:cNvSpPr>
            <a:spLocks xmlns:a="http://schemas.openxmlformats.org/drawingml/2006/main" noGrp="1"/>
          </p:cNvSpPr>
          <p:nvPr/>
        </p:nvSpPr>
        <p:spPr>
          <a:xfrm xmlns:a="http://schemas.openxmlformats.org/drawingml/2006/main">
            <a:off x="6362700" y="2009775"/>
            <a:ext cx="47625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A9BCD0"/>
                </a:solidFill>
                <a:latin typeface="Ubuntu Sans"/>
                <a:ea typeface="Ubuntu Sans"/>
                <a:cs typeface="Ubuntu Sans"/>
              </a:defRPr>
            </a:defPPr>
            <a:lvl1pPr algn="l">
              <a:defRPr sz="1125" b="0">
                <a:solidFill>
                  <a:srgbClr val="A9BCD0"/>
                </a:solidFill>
                <a:latin typeface="Ubuntu Sans"/>
                <a:ea typeface="Ubuntu Sans"/>
                <a:cs typeface="Ubuntu Sans"/>
              </a:defRPr>
            </a:lvl1pPr>
            <a:lvl2pPr algn="l">
              <a:defRPr sz="1125" b="0">
                <a:solidFill>
                  <a:srgbClr val="A9BCD0"/>
                </a:solidFill>
                <a:latin typeface="Ubuntu Sans"/>
                <a:ea typeface="Ubuntu Sans"/>
                <a:cs typeface="Ubuntu Sans"/>
              </a:defRPr>
            </a:lvl2pPr>
            <a:lvl3pPr algn="l">
              <a:defRPr sz="1125" b="0">
                <a:solidFill>
                  <a:srgbClr val="A9BCD0"/>
                </a:solidFill>
                <a:latin typeface="Ubuntu Sans"/>
                <a:ea typeface="Ubuntu Sans"/>
                <a:cs typeface="Ubuntu Sans"/>
              </a:defRPr>
            </a:lvl3pPr>
            <a:lvl4pPr algn="l">
              <a:defRPr sz="1125" b="0">
                <a:solidFill>
                  <a:srgbClr val="A9BCD0"/>
                </a:solidFill>
                <a:latin typeface="Ubuntu Sans"/>
                <a:ea typeface="Ubuntu Sans"/>
                <a:cs typeface="Ubuntu Sans"/>
              </a:defRPr>
            </a:lvl4pPr>
            <a:lvl5pPr algn="l">
              <a:defRPr sz="1125" b="0">
                <a:solidFill>
                  <a:srgbClr val="A9BCD0"/>
                </a:solidFill>
                <a:latin typeface="Ubuntu Sans"/>
                <a:ea typeface="Ubuntu Sans"/>
                <a:cs typeface="Ubuntu Sans"/>
              </a:defRPr>
            </a:lvl5pPr>
            <a:lvl6pPr algn="l">
              <a:defRPr sz="1125" b="0">
                <a:solidFill>
                  <a:srgbClr val="A9BCD0"/>
                </a:solidFill>
                <a:latin typeface="Ubuntu Sans"/>
                <a:ea typeface="Ubuntu Sans"/>
                <a:cs typeface="Ubuntu Sans"/>
              </a:defRPr>
            </a:lvl6pPr>
            <a:lvl7pPr algn="l">
              <a:defRPr sz="1125" b="0">
                <a:solidFill>
                  <a:srgbClr val="A9BCD0"/>
                </a:solidFill>
                <a:latin typeface="Ubuntu Sans"/>
                <a:ea typeface="Ubuntu Sans"/>
                <a:cs typeface="Ubuntu Sans"/>
              </a:defRPr>
            </a:lvl7pPr>
            <a:lvl8pPr algn="l">
              <a:defRPr sz="1125" b="0">
                <a:solidFill>
                  <a:srgbClr val="A9BCD0"/>
                </a:solidFill>
                <a:latin typeface="Ubuntu Sans"/>
                <a:ea typeface="Ubuntu Sans"/>
                <a:cs typeface="Ubuntu Sans"/>
              </a:defRPr>
            </a:lvl8pPr>
            <a:lvl9pPr algn="l">
              <a:defRPr sz="1125" b="0">
                <a:solidFill>
                  <a:srgbClr val="A9BCD0"/>
                </a:solidFill>
                <a:latin typeface="Ubuntu Sans"/>
                <a:ea typeface="Ubuntu Sans"/>
                <a:cs typeface="Ubuntu Sans"/>
              </a:defRPr>
            </a:lvl9pPr>
          </a:lstStyle>
          <a:p xmlns:a="http://schemas.openxmlformats.org/drawingml/2006/main">
            <a:pPr algn="l">
              <a:defRPr sz="1125" b="0">
                <a:solidFill>
                  <a:srgbClr val="A9BCD0"/>
                </a:solidFill>
                <a:latin typeface="Ubuntu Sans"/>
                <a:ea typeface="Ubuntu Sans"/>
                <a:cs typeface="Ubuntu Sans"/>
              </a:defRPr>
            </a:pPr>
            <a:r>
              <a:rPr sz="1125" b="0">
                <a:solidFill>
                  <a:srgbClr val="A9BCD0"/>
                </a:solidFill>
                <a:latin typeface="Ubuntu Sans"/>
                <a:ea typeface="Ubuntu Sans"/>
                <a:cs typeface="Ubuntu Sans"/>
              </a:rPr>
              <a:t>Transactions and relational integrity fit recruitment workflows</a:t>
            </a:r>
          </a:p>
        </p:txBody>
      </p:sp>
      <p:sp>
        <p:nvSpPr>
          <p:cNvPr id="13" name="">
            <a:extLst xmlns:a="http://schemas.openxmlformats.org/drawingml/2006/main">
              <a:ext uri="{FF2B5EF4-FFF2-40B4-BE49-F238E27FC236}">
                <a16:creationId xmlns:a16="http://schemas.microsoft.com/office/drawing/2014/main" id="{B1611466-5A44-43D4-9D4E-04C9C1E07B25}"/>
              </a:ext>
            </a:extLst>
          </p:cNvPr>
          <p:cNvSpPr>
            <a:spLocks xmlns:a="http://schemas.openxmlformats.org/drawingml/2006/main" noGrp="1"/>
          </p:cNvSpPr>
          <p:nvPr/>
        </p:nvSpPr>
        <p:spPr>
          <a:xfrm xmlns:a="http://schemas.openxmlformats.org/drawingml/2006/main">
            <a:off x="609600" y="3028950"/>
            <a:ext cx="5086350" cy="1143000"/>
          </a:xfrm>
          <a:prstGeom xmlns:a="http://schemas.openxmlformats.org/drawingml/2006/main" prst="roundRect">
            <a:avLst>
              <a:gd name="adj" fmla="val 10000"/>
            </a:avLst>
          </a:prstGeom>
          <a:solidFill xmlns:a="http://schemas.openxmlformats.org/drawingml/2006/main">
            <a:srgbClr val="10223A"/>
          </a:solidFill>
          <a:ln xmlns:a="http://schemas.openxmlformats.org/drawingml/2006/main" w="11430">
            <a:solidFill>
              <a:srgbClr val="2B4563"/>
            </a:solidFill>
            <a:prstDash val="solid"/>
          </a:ln>
        </p:spPr>
      </p:sp>
      <p:sp>
        <p:nvSpPr>
          <p:cNvPr id="14" name="">
            <a:extLst xmlns:a="http://schemas.openxmlformats.org/drawingml/2006/main">
              <a:ext uri="{FF2B5EF4-FFF2-40B4-BE49-F238E27FC236}">
                <a16:creationId xmlns:a16="http://schemas.microsoft.com/office/drawing/2014/main" id="{5FA73EB8-D867-418B-9116-6E570CC8E78C}"/>
              </a:ext>
            </a:extLst>
          </p:cNvPr>
          <p:cNvSpPr>
            <a:spLocks xmlns:a="http://schemas.openxmlformats.org/drawingml/2006/main" noGrp="1"/>
          </p:cNvSpPr>
          <p:nvPr/>
        </p:nvSpPr>
        <p:spPr>
          <a:xfrm xmlns:a="http://schemas.openxmlformats.org/drawingml/2006/main">
            <a:off x="609600" y="3028950"/>
            <a:ext cx="66675" cy="1143000"/>
          </a:xfrm>
          <a:prstGeom xmlns:a="http://schemas.openxmlformats.org/drawingml/2006/main" prst="roundRect">
            <a:avLst>
              <a:gd name="adj" fmla="val 50000"/>
            </a:avLst>
          </a:prstGeom>
          <a:solidFill xmlns:a="http://schemas.openxmlformats.org/drawingml/2006/main">
            <a:srgbClr val="4FA7FF"/>
          </a:solidFill>
          <a:ln xmlns:a="http://schemas.openxmlformats.org/drawingml/2006/main" w="0">
            <a:solidFill>
              <a:srgbClr val="4FA7FF"/>
            </a:solidFill>
            <a:prstDash val="solid"/>
          </a:ln>
        </p:spPr>
      </p:sp>
      <p:sp>
        <p:nvSpPr>
          <p:cNvPr id="15" name="">
            <a:extLst xmlns:a="http://schemas.openxmlformats.org/drawingml/2006/main">
              <a:ext uri="{FF2B5EF4-FFF2-40B4-BE49-F238E27FC236}">
                <a16:creationId xmlns:a16="http://schemas.microsoft.com/office/drawing/2014/main" id="{701FACEE-6CBA-483E-84BE-34B7D65599EB}"/>
              </a:ext>
            </a:extLst>
          </p:cNvPr>
          <p:cNvSpPr>
            <a:spLocks xmlns:a="http://schemas.openxmlformats.org/drawingml/2006/main" noGrp="1"/>
          </p:cNvSpPr>
          <p:nvPr/>
        </p:nvSpPr>
        <p:spPr>
          <a:xfrm xmlns:a="http://schemas.openxmlformats.org/drawingml/2006/main">
            <a:off x="819150" y="3143250"/>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F4F8FF"/>
                </a:solidFill>
                <a:latin typeface="Ubuntu Sans"/>
                <a:ea typeface="Ubuntu Sans"/>
                <a:cs typeface="Ubuntu Sans"/>
              </a:defRPr>
            </a:defPPr>
            <a:lvl1pPr algn="l">
              <a:defRPr sz="1575" b="1">
                <a:solidFill>
                  <a:srgbClr val="F4F8FF"/>
                </a:solidFill>
                <a:latin typeface="Ubuntu Sans"/>
                <a:ea typeface="Ubuntu Sans"/>
                <a:cs typeface="Ubuntu Sans"/>
              </a:defRPr>
            </a:lvl1pPr>
            <a:lvl2pPr algn="l">
              <a:defRPr sz="1575" b="1">
                <a:solidFill>
                  <a:srgbClr val="F4F8FF"/>
                </a:solidFill>
                <a:latin typeface="Ubuntu Sans"/>
                <a:ea typeface="Ubuntu Sans"/>
                <a:cs typeface="Ubuntu Sans"/>
              </a:defRPr>
            </a:lvl2pPr>
            <a:lvl3pPr algn="l">
              <a:defRPr sz="1575" b="1">
                <a:solidFill>
                  <a:srgbClr val="F4F8FF"/>
                </a:solidFill>
                <a:latin typeface="Ubuntu Sans"/>
                <a:ea typeface="Ubuntu Sans"/>
                <a:cs typeface="Ubuntu Sans"/>
              </a:defRPr>
            </a:lvl3pPr>
            <a:lvl4pPr algn="l">
              <a:defRPr sz="1575" b="1">
                <a:solidFill>
                  <a:srgbClr val="F4F8FF"/>
                </a:solidFill>
                <a:latin typeface="Ubuntu Sans"/>
                <a:ea typeface="Ubuntu Sans"/>
                <a:cs typeface="Ubuntu Sans"/>
              </a:defRPr>
            </a:lvl4pPr>
            <a:lvl5pPr algn="l">
              <a:defRPr sz="1575" b="1">
                <a:solidFill>
                  <a:srgbClr val="F4F8FF"/>
                </a:solidFill>
                <a:latin typeface="Ubuntu Sans"/>
                <a:ea typeface="Ubuntu Sans"/>
                <a:cs typeface="Ubuntu Sans"/>
              </a:defRPr>
            </a:lvl5pPr>
            <a:lvl6pPr algn="l">
              <a:defRPr sz="1575" b="1">
                <a:solidFill>
                  <a:srgbClr val="F4F8FF"/>
                </a:solidFill>
                <a:latin typeface="Ubuntu Sans"/>
                <a:ea typeface="Ubuntu Sans"/>
                <a:cs typeface="Ubuntu Sans"/>
              </a:defRPr>
            </a:lvl6pPr>
            <a:lvl7pPr algn="l">
              <a:defRPr sz="1575" b="1">
                <a:solidFill>
                  <a:srgbClr val="F4F8FF"/>
                </a:solidFill>
                <a:latin typeface="Ubuntu Sans"/>
                <a:ea typeface="Ubuntu Sans"/>
                <a:cs typeface="Ubuntu Sans"/>
              </a:defRPr>
            </a:lvl7pPr>
            <a:lvl8pPr algn="l">
              <a:defRPr sz="1575" b="1">
                <a:solidFill>
                  <a:srgbClr val="F4F8FF"/>
                </a:solidFill>
                <a:latin typeface="Ubuntu Sans"/>
                <a:ea typeface="Ubuntu Sans"/>
                <a:cs typeface="Ubuntu Sans"/>
              </a:defRPr>
            </a:lvl8pPr>
            <a:lvl9pPr algn="l">
              <a:defRPr sz="1575" b="1">
                <a:solidFill>
                  <a:srgbClr val="F4F8FF"/>
                </a:solidFill>
                <a:latin typeface="Ubuntu Sans"/>
                <a:ea typeface="Ubuntu Sans"/>
                <a:cs typeface="Ubuntu Sans"/>
              </a:defRPr>
            </a:lvl9pPr>
          </a:lstStyle>
          <a:p xmlns:a="http://schemas.openxmlformats.org/drawingml/2006/main">
            <a:pPr algn="l">
              <a:defRPr sz="1575" b="1">
                <a:solidFill>
                  <a:srgbClr val="F4F8FF"/>
                </a:solidFill>
                <a:latin typeface="Ubuntu Sans"/>
                <a:ea typeface="Ubuntu Sans"/>
                <a:cs typeface="Ubuntu Sans"/>
              </a:defRPr>
            </a:pPr>
            <a:r>
              <a:rPr sz="1575" b="1">
                <a:solidFill>
                  <a:srgbClr val="F4F8FF"/>
                </a:solidFill>
                <a:latin typeface="Ubuntu Sans"/>
                <a:ea typeface="Ubuntu Sans"/>
                <a:cs typeface="Ubuntu Sans"/>
              </a:rPr>
              <a:t>SQLAlchemy + Alembic</a:t>
            </a:r>
          </a:p>
        </p:txBody>
      </p:sp>
      <p:sp>
        <p:nvSpPr>
          <p:cNvPr id="16" name="">
            <a:extLst xmlns:a="http://schemas.openxmlformats.org/drawingml/2006/main">
              <a:ext uri="{FF2B5EF4-FFF2-40B4-BE49-F238E27FC236}">
                <a16:creationId xmlns:a16="http://schemas.microsoft.com/office/drawing/2014/main" id="{9A1AAD4B-BA74-4331-9A0C-2A12B289EF9B}"/>
              </a:ext>
            </a:extLst>
          </p:cNvPr>
          <p:cNvSpPr>
            <a:spLocks xmlns:a="http://schemas.openxmlformats.org/drawingml/2006/main" noGrp="1"/>
          </p:cNvSpPr>
          <p:nvPr/>
        </p:nvSpPr>
        <p:spPr>
          <a:xfrm xmlns:a="http://schemas.openxmlformats.org/drawingml/2006/main">
            <a:off x="819150" y="3438525"/>
            <a:ext cx="47625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A9BCD0"/>
                </a:solidFill>
                <a:latin typeface="Ubuntu Sans"/>
                <a:ea typeface="Ubuntu Sans"/>
                <a:cs typeface="Ubuntu Sans"/>
              </a:defRPr>
            </a:defPPr>
            <a:lvl1pPr algn="l">
              <a:defRPr sz="1125" b="0">
                <a:solidFill>
                  <a:srgbClr val="A9BCD0"/>
                </a:solidFill>
                <a:latin typeface="Ubuntu Sans"/>
                <a:ea typeface="Ubuntu Sans"/>
                <a:cs typeface="Ubuntu Sans"/>
              </a:defRPr>
            </a:lvl1pPr>
            <a:lvl2pPr algn="l">
              <a:defRPr sz="1125" b="0">
                <a:solidFill>
                  <a:srgbClr val="A9BCD0"/>
                </a:solidFill>
                <a:latin typeface="Ubuntu Sans"/>
                <a:ea typeface="Ubuntu Sans"/>
                <a:cs typeface="Ubuntu Sans"/>
              </a:defRPr>
            </a:lvl2pPr>
            <a:lvl3pPr algn="l">
              <a:defRPr sz="1125" b="0">
                <a:solidFill>
                  <a:srgbClr val="A9BCD0"/>
                </a:solidFill>
                <a:latin typeface="Ubuntu Sans"/>
                <a:ea typeface="Ubuntu Sans"/>
                <a:cs typeface="Ubuntu Sans"/>
              </a:defRPr>
            </a:lvl3pPr>
            <a:lvl4pPr algn="l">
              <a:defRPr sz="1125" b="0">
                <a:solidFill>
                  <a:srgbClr val="A9BCD0"/>
                </a:solidFill>
                <a:latin typeface="Ubuntu Sans"/>
                <a:ea typeface="Ubuntu Sans"/>
                <a:cs typeface="Ubuntu Sans"/>
              </a:defRPr>
            </a:lvl4pPr>
            <a:lvl5pPr algn="l">
              <a:defRPr sz="1125" b="0">
                <a:solidFill>
                  <a:srgbClr val="A9BCD0"/>
                </a:solidFill>
                <a:latin typeface="Ubuntu Sans"/>
                <a:ea typeface="Ubuntu Sans"/>
                <a:cs typeface="Ubuntu Sans"/>
              </a:defRPr>
            </a:lvl5pPr>
            <a:lvl6pPr algn="l">
              <a:defRPr sz="1125" b="0">
                <a:solidFill>
                  <a:srgbClr val="A9BCD0"/>
                </a:solidFill>
                <a:latin typeface="Ubuntu Sans"/>
                <a:ea typeface="Ubuntu Sans"/>
                <a:cs typeface="Ubuntu Sans"/>
              </a:defRPr>
            </a:lvl6pPr>
            <a:lvl7pPr algn="l">
              <a:defRPr sz="1125" b="0">
                <a:solidFill>
                  <a:srgbClr val="A9BCD0"/>
                </a:solidFill>
                <a:latin typeface="Ubuntu Sans"/>
                <a:ea typeface="Ubuntu Sans"/>
                <a:cs typeface="Ubuntu Sans"/>
              </a:defRPr>
            </a:lvl7pPr>
            <a:lvl8pPr algn="l">
              <a:defRPr sz="1125" b="0">
                <a:solidFill>
                  <a:srgbClr val="A9BCD0"/>
                </a:solidFill>
                <a:latin typeface="Ubuntu Sans"/>
                <a:ea typeface="Ubuntu Sans"/>
                <a:cs typeface="Ubuntu Sans"/>
              </a:defRPr>
            </a:lvl8pPr>
            <a:lvl9pPr algn="l">
              <a:defRPr sz="1125" b="0">
                <a:solidFill>
                  <a:srgbClr val="A9BCD0"/>
                </a:solidFill>
                <a:latin typeface="Ubuntu Sans"/>
                <a:ea typeface="Ubuntu Sans"/>
                <a:cs typeface="Ubuntu Sans"/>
              </a:defRPr>
            </a:lvl9pPr>
          </a:lstStyle>
          <a:p xmlns:a="http://schemas.openxmlformats.org/drawingml/2006/main">
            <a:pPr algn="l">
              <a:defRPr sz="1125" b="0">
                <a:solidFill>
                  <a:srgbClr val="A9BCD0"/>
                </a:solidFill>
                <a:latin typeface="Ubuntu Sans"/>
                <a:ea typeface="Ubuntu Sans"/>
                <a:cs typeface="Ubuntu Sans"/>
              </a:defRPr>
            </a:pPr>
            <a:r>
              <a:rPr sz="1125" b="0">
                <a:solidFill>
                  <a:srgbClr val="A9BCD0"/>
                </a:solidFill>
                <a:latin typeface="Ubuntu Sans"/>
                <a:ea typeface="Ubuntu Sans"/>
                <a:cs typeface="Ubuntu Sans"/>
              </a:rPr>
              <a:t>Async data access with versioned schema changes</a:t>
            </a:r>
          </a:p>
        </p:txBody>
      </p:sp>
      <p:sp>
        <p:nvSpPr>
          <p:cNvPr id="17" name="">
            <a:extLst xmlns:a="http://schemas.openxmlformats.org/drawingml/2006/main">
              <a:ext uri="{FF2B5EF4-FFF2-40B4-BE49-F238E27FC236}">
                <a16:creationId xmlns:a16="http://schemas.microsoft.com/office/drawing/2014/main" id="{AA0F5735-70B4-4824-86C4-43F2A64AA3D6}"/>
              </a:ext>
            </a:extLst>
          </p:cNvPr>
          <p:cNvSpPr>
            <a:spLocks xmlns:a="http://schemas.openxmlformats.org/drawingml/2006/main" noGrp="1"/>
          </p:cNvSpPr>
          <p:nvPr/>
        </p:nvSpPr>
        <p:spPr>
          <a:xfrm xmlns:a="http://schemas.openxmlformats.org/drawingml/2006/main">
            <a:off x="6153150" y="3028950"/>
            <a:ext cx="5086350" cy="1143000"/>
          </a:xfrm>
          <a:prstGeom xmlns:a="http://schemas.openxmlformats.org/drawingml/2006/main" prst="roundRect">
            <a:avLst>
              <a:gd name="adj" fmla="val 10000"/>
            </a:avLst>
          </a:prstGeom>
          <a:solidFill xmlns:a="http://schemas.openxmlformats.org/drawingml/2006/main">
            <a:srgbClr val="10223A"/>
          </a:solidFill>
          <a:ln xmlns:a="http://schemas.openxmlformats.org/drawingml/2006/main" w="11430">
            <a:solidFill>
              <a:srgbClr val="2B4563"/>
            </a:solidFill>
            <a:prstDash val="solid"/>
          </a:ln>
        </p:spPr>
      </p:sp>
      <p:sp>
        <p:nvSpPr>
          <p:cNvPr id="18" name="">
            <a:extLst xmlns:a="http://schemas.openxmlformats.org/drawingml/2006/main">
              <a:ext uri="{FF2B5EF4-FFF2-40B4-BE49-F238E27FC236}">
                <a16:creationId xmlns:a16="http://schemas.microsoft.com/office/drawing/2014/main" id="{FD4F5EAF-DFB1-4334-B399-FD077BE6E49E}"/>
              </a:ext>
            </a:extLst>
          </p:cNvPr>
          <p:cNvSpPr>
            <a:spLocks xmlns:a="http://schemas.openxmlformats.org/drawingml/2006/main" noGrp="1"/>
          </p:cNvSpPr>
          <p:nvPr/>
        </p:nvSpPr>
        <p:spPr>
          <a:xfrm xmlns:a="http://schemas.openxmlformats.org/drawingml/2006/main">
            <a:off x="6153150" y="3028950"/>
            <a:ext cx="66675" cy="1143000"/>
          </a:xfrm>
          <a:prstGeom xmlns:a="http://schemas.openxmlformats.org/drawingml/2006/main" prst="roundRect">
            <a:avLst>
              <a:gd name="adj" fmla="val 50000"/>
            </a:avLst>
          </a:prstGeom>
          <a:solidFill xmlns:a="http://schemas.openxmlformats.org/drawingml/2006/main">
            <a:srgbClr val="FF7B8A"/>
          </a:solidFill>
          <a:ln xmlns:a="http://schemas.openxmlformats.org/drawingml/2006/main" w="0">
            <a:solidFill>
              <a:srgbClr val="FF7B8A"/>
            </a:solidFill>
            <a:prstDash val="solid"/>
          </a:ln>
        </p:spPr>
      </p:sp>
      <p:sp>
        <p:nvSpPr>
          <p:cNvPr id="19" name="">
            <a:extLst xmlns:a="http://schemas.openxmlformats.org/drawingml/2006/main">
              <a:ext uri="{FF2B5EF4-FFF2-40B4-BE49-F238E27FC236}">
                <a16:creationId xmlns:a16="http://schemas.microsoft.com/office/drawing/2014/main" id="{AFF49EB5-16D0-495F-9795-5B6A528E2F1F}"/>
              </a:ext>
            </a:extLst>
          </p:cNvPr>
          <p:cNvSpPr>
            <a:spLocks xmlns:a="http://schemas.openxmlformats.org/drawingml/2006/main" noGrp="1"/>
          </p:cNvSpPr>
          <p:nvPr/>
        </p:nvSpPr>
        <p:spPr>
          <a:xfrm xmlns:a="http://schemas.openxmlformats.org/drawingml/2006/main">
            <a:off x="6362700" y="3143250"/>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F4F8FF"/>
                </a:solidFill>
                <a:latin typeface="Ubuntu Sans"/>
                <a:ea typeface="Ubuntu Sans"/>
                <a:cs typeface="Ubuntu Sans"/>
              </a:defRPr>
            </a:defPPr>
            <a:lvl1pPr algn="l">
              <a:defRPr sz="1575" b="1">
                <a:solidFill>
                  <a:srgbClr val="F4F8FF"/>
                </a:solidFill>
                <a:latin typeface="Ubuntu Sans"/>
                <a:ea typeface="Ubuntu Sans"/>
                <a:cs typeface="Ubuntu Sans"/>
              </a:defRPr>
            </a:lvl1pPr>
            <a:lvl2pPr algn="l">
              <a:defRPr sz="1575" b="1">
                <a:solidFill>
                  <a:srgbClr val="F4F8FF"/>
                </a:solidFill>
                <a:latin typeface="Ubuntu Sans"/>
                <a:ea typeface="Ubuntu Sans"/>
                <a:cs typeface="Ubuntu Sans"/>
              </a:defRPr>
            </a:lvl2pPr>
            <a:lvl3pPr algn="l">
              <a:defRPr sz="1575" b="1">
                <a:solidFill>
                  <a:srgbClr val="F4F8FF"/>
                </a:solidFill>
                <a:latin typeface="Ubuntu Sans"/>
                <a:ea typeface="Ubuntu Sans"/>
                <a:cs typeface="Ubuntu Sans"/>
              </a:defRPr>
            </a:lvl3pPr>
            <a:lvl4pPr algn="l">
              <a:defRPr sz="1575" b="1">
                <a:solidFill>
                  <a:srgbClr val="F4F8FF"/>
                </a:solidFill>
                <a:latin typeface="Ubuntu Sans"/>
                <a:ea typeface="Ubuntu Sans"/>
                <a:cs typeface="Ubuntu Sans"/>
              </a:defRPr>
            </a:lvl4pPr>
            <a:lvl5pPr algn="l">
              <a:defRPr sz="1575" b="1">
                <a:solidFill>
                  <a:srgbClr val="F4F8FF"/>
                </a:solidFill>
                <a:latin typeface="Ubuntu Sans"/>
                <a:ea typeface="Ubuntu Sans"/>
                <a:cs typeface="Ubuntu Sans"/>
              </a:defRPr>
            </a:lvl5pPr>
            <a:lvl6pPr algn="l">
              <a:defRPr sz="1575" b="1">
                <a:solidFill>
                  <a:srgbClr val="F4F8FF"/>
                </a:solidFill>
                <a:latin typeface="Ubuntu Sans"/>
                <a:ea typeface="Ubuntu Sans"/>
                <a:cs typeface="Ubuntu Sans"/>
              </a:defRPr>
            </a:lvl6pPr>
            <a:lvl7pPr algn="l">
              <a:defRPr sz="1575" b="1">
                <a:solidFill>
                  <a:srgbClr val="F4F8FF"/>
                </a:solidFill>
                <a:latin typeface="Ubuntu Sans"/>
                <a:ea typeface="Ubuntu Sans"/>
                <a:cs typeface="Ubuntu Sans"/>
              </a:defRPr>
            </a:lvl7pPr>
            <a:lvl8pPr algn="l">
              <a:defRPr sz="1575" b="1">
                <a:solidFill>
                  <a:srgbClr val="F4F8FF"/>
                </a:solidFill>
                <a:latin typeface="Ubuntu Sans"/>
                <a:ea typeface="Ubuntu Sans"/>
                <a:cs typeface="Ubuntu Sans"/>
              </a:defRPr>
            </a:lvl8pPr>
            <a:lvl9pPr algn="l">
              <a:defRPr sz="1575" b="1">
                <a:solidFill>
                  <a:srgbClr val="F4F8FF"/>
                </a:solidFill>
                <a:latin typeface="Ubuntu Sans"/>
                <a:ea typeface="Ubuntu Sans"/>
                <a:cs typeface="Ubuntu Sans"/>
              </a:defRPr>
            </a:lvl9pPr>
          </a:lstStyle>
          <a:p xmlns:a="http://schemas.openxmlformats.org/drawingml/2006/main">
            <a:pPr algn="l">
              <a:defRPr sz="1575" b="1">
                <a:solidFill>
                  <a:srgbClr val="F4F8FF"/>
                </a:solidFill>
                <a:latin typeface="Ubuntu Sans"/>
                <a:ea typeface="Ubuntu Sans"/>
                <a:cs typeface="Ubuntu Sans"/>
              </a:defRPr>
            </a:pPr>
            <a:r>
              <a:rPr sz="1575" b="1">
                <a:solidFill>
                  <a:srgbClr val="F4F8FF"/>
                </a:solidFill>
                <a:latin typeface="Ubuntu Sans"/>
                <a:ea typeface="Ubuntu Sans"/>
                <a:cs typeface="Ubuntu Sans"/>
              </a:rPr>
              <a:t>Redis + Celery</a:t>
            </a:r>
          </a:p>
        </p:txBody>
      </p:sp>
      <p:sp>
        <p:nvSpPr>
          <p:cNvPr id="20" name="">
            <a:extLst xmlns:a="http://schemas.openxmlformats.org/drawingml/2006/main">
              <a:ext uri="{FF2B5EF4-FFF2-40B4-BE49-F238E27FC236}">
                <a16:creationId xmlns:a16="http://schemas.microsoft.com/office/drawing/2014/main" id="{1039607C-EA42-4EBD-89B7-F1F439CF5DDE}"/>
              </a:ext>
            </a:extLst>
          </p:cNvPr>
          <p:cNvSpPr>
            <a:spLocks xmlns:a="http://schemas.openxmlformats.org/drawingml/2006/main" noGrp="1"/>
          </p:cNvSpPr>
          <p:nvPr/>
        </p:nvSpPr>
        <p:spPr>
          <a:xfrm xmlns:a="http://schemas.openxmlformats.org/drawingml/2006/main">
            <a:off x="6362700" y="3438525"/>
            <a:ext cx="47625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A9BCD0"/>
                </a:solidFill>
                <a:latin typeface="Ubuntu Sans"/>
                <a:ea typeface="Ubuntu Sans"/>
                <a:cs typeface="Ubuntu Sans"/>
              </a:defRPr>
            </a:defPPr>
            <a:lvl1pPr algn="l">
              <a:defRPr sz="1125" b="0">
                <a:solidFill>
                  <a:srgbClr val="A9BCD0"/>
                </a:solidFill>
                <a:latin typeface="Ubuntu Sans"/>
                <a:ea typeface="Ubuntu Sans"/>
                <a:cs typeface="Ubuntu Sans"/>
              </a:defRPr>
            </a:lvl1pPr>
            <a:lvl2pPr algn="l">
              <a:defRPr sz="1125" b="0">
                <a:solidFill>
                  <a:srgbClr val="A9BCD0"/>
                </a:solidFill>
                <a:latin typeface="Ubuntu Sans"/>
                <a:ea typeface="Ubuntu Sans"/>
                <a:cs typeface="Ubuntu Sans"/>
              </a:defRPr>
            </a:lvl2pPr>
            <a:lvl3pPr algn="l">
              <a:defRPr sz="1125" b="0">
                <a:solidFill>
                  <a:srgbClr val="A9BCD0"/>
                </a:solidFill>
                <a:latin typeface="Ubuntu Sans"/>
                <a:ea typeface="Ubuntu Sans"/>
                <a:cs typeface="Ubuntu Sans"/>
              </a:defRPr>
            </a:lvl3pPr>
            <a:lvl4pPr algn="l">
              <a:defRPr sz="1125" b="0">
                <a:solidFill>
                  <a:srgbClr val="A9BCD0"/>
                </a:solidFill>
                <a:latin typeface="Ubuntu Sans"/>
                <a:ea typeface="Ubuntu Sans"/>
                <a:cs typeface="Ubuntu Sans"/>
              </a:defRPr>
            </a:lvl4pPr>
            <a:lvl5pPr algn="l">
              <a:defRPr sz="1125" b="0">
                <a:solidFill>
                  <a:srgbClr val="A9BCD0"/>
                </a:solidFill>
                <a:latin typeface="Ubuntu Sans"/>
                <a:ea typeface="Ubuntu Sans"/>
                <a:cs typeface="Ubuntu Sans"/>
              </a:defRPr>
            </a:lvl5pPr>
            <a:lvl6pPr algn="l">
              <a:defRPr sz="1125" b="0">
                <a:solidFill>
                  <a:srgbClr val="A9BCD0"/>
                </a:solidFill>
                <a:latin typeface="Ubuntu Sans"/>
                <a:ea typeface="Ubuntu Sans"/>
                <a:cs typeface="Ubuntu Sans"/>
              </a:defRPr>
            </a:lvl6pPr>
            <a:lvl7pPr algn="l">
              <a:defRPr sz="1125" b="0">
                <a:solidFill>
                  <a:srgbClr val="A9BCD0"/>
                </a:solidFill>
                <a:latin typeface="Ubuntu Sans"/>
                <a:ea typeface="Ubuntu Sans"/>
                <a:cs typeface="Ubuntu Sans"/>
              </a:defRPr>
            </a:lvl7pPr>
            <a:lvl8pPr algn="l">
              <a:defRPr sz="1125" b="0">
                <a:solidFill>
                  <a:srgbClr val="A9BCD0"/>
                </a:solidFill>
                <a:latin typeface="Ubuntu Sans"/>
                <a:ea typeface="Ubuntu Sans"/>
                <a:cs typeface="Ubuntu Sans"/>
              </a:defRPr>
            </a:lvl8pPr>
            <a:lvl9pPr algn="l">
              <a:defRPr sz="1125" b="0">
                <a:solidFill>
                  <a:srgbClr val="A9BCD0"/>
                </a:solidFill>
                <a:latin typeface="Ubuntu Sans"/>
                <a:ea typeface="Ubuntu Sans"/>
                <a:cs typeface="Ubuntu Sans"/>
              </a:defRPr>
            </a:lvl9pPr>
          </a:lstStyle>
          <a:p xmlns:a="http://schemas.openxmlformats.org/drawingml/2006/main">
            <a:pPr algn="l">
              <a:defRPr sz="1125" b="0">
                <a:solidFill>
                  <a:srgbClr val="A9BCD0"/>
                </a:solidFill>
                <a:latin typeface="Ubuntu Sans"/>
                <a:ea typeface="Ubuntu Sans"/>
                <a:cs typeface="Ubuntu Sans"/>
              </a:defRPr>
            </a:pPr>
            <a:r>
              <a:rPr sz="1125" b="0">
                <a:solidFill>
                  <a:srgbClr val="A9BCD0"/>
                </a:solidFill>
                <a:latin typeface="Ubuntu Sans"/>
                <a:ea typeface="Ubuntu Sans"/>
                <a:cs typeface="Ubuntu Sans"/>
              </a:rPr>
              <a:t>Slow AI tasks leave the HTTP request path</a:t>
            </a:r>
          </a:p>
        </p:txBody>
      </p:sp>
      <p:sp>
        <p:nvSpPr>
          <p:cNvPr id="21" name="">
            <a:extLst xmlns:a="http://schemas.openxmlformats.org/drawingml/2006/main">
              <a:ext uri="{FF2B5EF4-FFF2-40B4-BE49-F238E27FC236}">
                <a16:creationId xmlns:a16="http://schemas.microsoft.com/office/drawing/2014/main" id="{549BAEE6-2B24-43A1-B202-EAA90E9127E1}"/>
              </a:ext>
            </a:extLst>
          </p:cNvPr>
          <p:cNvSpPr>
            <a:spLocks xmlns:a="http://schemas.openxmlformats.org/drawingml/2006/main" noGrp="1"/>
          </p:cNvSpPr>
          <p:nvPr/>
        </p:nvSpPr>
        <p:spPr>
          <a:xfrm xmlns:a="http://schemas.openxmlformats.org/drawingml/2006/main">
            <a:off x="609600" y="4457700"/>
            <a:ext cx="5086350" cy="1143000"/>
          </a:xfrm>
          <a:prstGeom xmlns:a="http://schemas.openxmlformats.org/drawingml/2006/main" prst="roundRect">
            <a:avLst>
              <a:gd name="adj" fmla="val 10000"/>
            </a:avLst>
          </a:prstGeom>
          <a:solidFill xmlns:a="http://schemas.openxmlformats.org/drawingml/2006/main">
            <a:srgbClr val="10223A"/>
          </a:solidFill>
          <a:ln xmlns:a="http://schemas.openxmlformats.org/drawingml/2006/main" w="11430">
            <a:solidFill>
              <a:srgbClr val="2B4563"/>
            </a:solidFill>
            <a:prstDash val="solid"/>
          </a:ln>
        </p:spPr>
      </p:sp>
      <p:sp>
        <p:nvSpPr>
          <p:cNvPr id="22" name="">
            <a:extLst xmlns:a="http://schemas.openxmlformats.org/drawingml/2006/main">
              <a:ext uri="{FF2B5EF4-FFF2-40B4-BE49-F238E27FC236}">
                <a16:creationId xmlns:a16="http://schemas.microsoft.com/office/drawing/2014/main" id="{4EEFA895-7329-4231-B5EB-2CDA134026EF}"/>
              </a:ext>
            </a:extLst>
          </p:cNvPr>
          <p:cNvSpPr>
            <a:spLocks xmlns:a="http://schemas.openxmlformats.org/drawingml/2006/main" noGrp="1"/>
          </p:cNvSpPr>
          <p:nvPr/>
        </p:nvSpPr>
        <p:spPr>
          <a:xfrm xmlns:a="http://schemas.openxmlformats.org/drawingml/2006/main">
            <a:off x="609600" y="4457700"/>
            <a:ext cx="66675" cy="1143000"/>
          </a:xfrm>
          <a:prstGeom xmlns:a="http://schemas.openxmlformats.org/drawingml/2006/main" prst="roundRect">
            <a:avLst>
              <a:gd name="adj" fmla="val 50000"/>
            </a:avLst>
          </a:prstGeom>
          <a:solidFill xmlns:a="http://schemas.openxmlformats.org/drawingml/2006/main">
            <a:srgbClr val="8A7CFF"/>
          </a:solidFill>
          <a:ln xmlns:a="http://schemas.openxmlformats.org/drawingml/2006/main" w="0">
            <a:solidFill>
              <a:srgbClr val="8A7CFF"/>
            </a:solidFill>
            <a:prstDash val="solid"/>
          </a:ln>
        </p:spPr>
      </p:sp>
      <p:sp>
        <p:nvSpPr>
          <p:cNvPr id="23" name="">
            <a:extLst xmlns:a="http://schemas.openxmlformats.org/drawingml/2006/main">
              <a:ext uri="{FF2B5EF4-FFF2-40B4-BE49-F238E27FC236}">
                <a16:creationId xmlns:a16="http://schemas.microsoft.com/office/drawing/2014/main" id="{038D7937-D7A1-4BDF-BEF5-AFB21B2DFA49}"/>
              </a:ext>
            </a:extLst>
          </p:cNvPr>
          <p:cNvSpPr>
            <a:spLocks xmlns:a="http://schemas.openxmlformats.org/drawingml/2006/main" noGrp="1"/>
          </p:cNvSpPr>
          <p:nvPr/>
        </p:nvSpPr>
        <p:spPr>
          <a:xfrm xmlns:a="http://schemas.openxmlformats.org/drawingml/2006/main">
            <a:off x="819150" y="4572000"/>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F4F8FF"/>
                </a:solidFill>
                <a:latin typeface="Ubuntu Sans"/>
                <a:ea typeface="Ubuntu Sans"/>
                <a:cs typeface="Ubuntu Sans"/>
              </a:defRPr>
            </a:defPPr>
            <a:lvl1pPr algn="l">
              <a:defRPr sz="1575" b="1">
                <a:solidFill>
                  <a:srgbClr val="F4F8FF"/>
                </a:solidFill>
                <a:latin typeface="Ubuntu Sans"/>
                <a:ea typeface="Ubuntu Sans"/>
                <a:cs typeface="Ubuntu Sans"/>
              </a:defRPr>
            </a:lvl1pPr>
            <a:lvl2pPr algn="l">
              <a:defRPr sz="1575" b="1">
                <a:solidFill>
                  <a:srgbClr val="F4F8FF"/>
                </a:solidFill>
                <a:latin typeface="Ubuntu Sans"/>
                <a:ea typeface="Ubuntu Sans"/>
                <a:cs typeface="Ubuntu Sans"/>
              </a:defRPr>
            </a:lvl2pPr>
            <a:lvl3pPr algn="l">
              <a:defRPr sz="1575" b="1">
                <a:solidFill>
                  <a:srgbClr val="F4F8FF"/>
                </a:solidFill>
                <a:latin typeface="Ubuntu Sans"/>
                <a:ea typeface="Ubuntu Sans"/>
                <a:cs typeface="Ubuntu Sans"/>
              </a:defRPr>
            </a:lvl3pPr>
            <a:lvl4pPr algn="l">
              <a:defRPr sz="1575" b="1">
                <a:solidFill>
                  <a:srgbClr val="F4F8FF"/>
                </a:solidFill>
                <a:latin typeface="Ubuntu Sans"/>
                <a:ea typeface="Ubuntu Sans"/>
                <a:cs typeface="Ubuntu Sans"/>
              </a:defRPr>
            </a:lvl4pPr>
            <a:lvl5pPr algn="l">
              <a:defRPr sz="1575" b="1">
                <a:solidFill>
                  <a:srgbClr val="F4F8FF"/>
                </a:solidFill>
                <a:latin typeface="Ubuntu Sans"/>
                <a:ea typeface="Ubuntu Sans"/>
                <a:cs typeface="Ubuntu Sans"/>
              </a:defRPr>
            </a:lvl5pPr>
            <a:lvl6pPr algn="l">
              <a:defRPr sz="1575" b="1">
                <a:solidFill>
                  <a:srgbClr val="F4F8FF"/>
                </a:solidFill>
                <a:latin typeface="Ubuntu Sans"/>
                <a:ea typeface="Ubuntu Sans"/>
                <a:cs typeface="Ubuntu Sans"/>
              </a:defRPr>
            </a:lvl6pPr>
            <a:lvl7pPr algn="l">
              <a:defRPr sz="1575" b="1">
                <a:solidFill>
                  <a:srgbClr val="F4F8FF"/>
                </a:solidFill>
                <a:latin typeface="Ubuntu Sans"/>
                <a:ea typeface="Ubuntu Sans"/>
                <a:cs typeface="Ubuntu Sans"/>
              </a:defRPr>
            </a:lvl7pPr>
            <a:lvl8pPr algn="l">
              <a:defRPr sz="1575" b="1">
                <a:solidFill>
                  <a:srgbClr val="F4F8FF"/>
                </a:solidFill>
                <a:latin typeface="Ubuntu Sans"/>
                <a:ea typeface="Ubuntu Sans"/>
                <a:cs typeface="Ubuntu Sans"/>
              </a:defRPr>
            </a:lvl8pPr>
            <a:lvl9pPr algn="l">
              <a:defRPr sz="1575" b="1">
                <a:solidFill>
                  <a:srgbClr val="F4F8FF"/>
                </a:solidFill>
                <a:latin typeface="Ubuntu Sans"/>
                <a:ea typeface="Ubuntu Sans"/>
                <a:cs typeface="Ubuntu Sans"/>
              </a:defRPr>
            </a:lvl9pPr>
          </a:lstStyle>
          <a:p xmlns:a="http://schemas.openxmlformats.org/drawingml/2006/main">
            <a:pPr algn="l">
              <a:defRPr sz="1575" b="1">
                <a:solidFill>
                  <a:srgbClr val="F4F8FF"/>
                </a:solidFill>
                <a:latin typeface="Ubuntu Sans"/>
                <a:ea typeface="Ubuntu Sans"/>
                <a:cs typeface="Ubuntu Sans"/>
              </a:defRPr>
            </a:pPr>
            <a:r>
              <a:rPr sz="1575" b="1">
                <a:solidFill>
                  <a:srgbClr val="F4F8FF"/>
                </a:solidFill>
                <a:latin typeface="Ubuntu Sans"/>
                <a:ea typeface="Ubuntu Sans"/>
                <a:cs typeface="Ubuntu Sans"/>
              </a:rPr>
              <a:t>Supabase private storage</a:t>
            </a:r>
          </a:p>
        </p:txBody>
      </p:sp>
      <p:sp>
        <p:nvSpPr>
          <p:cNvPr id="24" name="">
            <a:extLst xmlns:a="http://schemas.openxmlformats.org/drawingml/2006/main">
              <a:ext uri="{FF2B5EF4-FFF2-40B4-BE49-F238E27FC236}">
                <a16:creationId xmlns:a16="http://schemas.microsoft.com/office/drawing/2014/main" id="{1F36E750-B667-4C36-A3DA-AB7F93FABBD2}"/>
              </a:ext>
            </a:extLst>
          </p:cNvPr>
          <p:cNvSpPr>
            <a:spLocks xmlns:a="http://schemas.openxmlformats.org/drawingml/2006/main" noGrp="1"/>
          </p:cNvSpPr>
          <p:nvPr/>
        </p:nvSpPr>
        <p:spPr>
          <a:xfrm xmlns:a="http://schemas.openxmlformats.org/drawingml/2006/main">
            <a:off x="819150" y="4867275"/>
            <a:ext cx="47625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A9BCD0"/>
                </a:solidFill>
                <a:latin typeface="Ubuntu Sans"/>
                <a:ea typeface="Ubuntu Sans"/>
                <a:cs typeface="Ubuntu Sans"/>
              </a:defRPr>
            </a:defPPr>
            <a:lvl1pPr algn="l">
              <a:defRPr sz="1125" b="0">
                <a:solidFill>
                  <a:srgbClr val="A9BCD0"/>
                </a:solidFill>
                <a:latin typeface="Ubuntu Sans"/>
                <a:ea typeface="Ubuntu Sans"/>
                <a:cs typeface="Ubuntu Sans"/>
              </a:defRPr>
            </a:lvl1pPr>
            <a:lvl2pPr algn="l">
              <a:defRPr sz="1125" b="0">
                <a:solidFill>
                  <a:srgbClr val="A9BCD0"/>
                </a:solidFill>
                <a:latin typeface="Ubuntu Sans"/>
                <a:ea typeface="Ubuntu Sans"/>
                <a:cs typeface="Ubuntu Sans"/>
              </a:defRPr>
            </a:lvl2pPr>
            <a:lvl3pPr algn="l">
              <a:defRPr sz="1125" b="0">
                <a:solidFill>
                  <a:srgbClr val="A9BCD0"/>
                </a:solidFill>
                <a:latin typeface="Ubuntu Sans"/>
                <a:ea typeface="Ubuntu Sans"/>
                <a:cs typeface="Ubuntu Sans"/>
              </a:defRPr>
            </a:lvl3pPr>
            <a:lvl4pPr algn="l">
              <a:defRPr sz="1125" b="0">
                <a:solidFill>
                  <a:srgbClr val="A9BCD0"/>
                </a:solidFill>
                <a:latin typeface="Ubuntu Sans"/>
                <a:ea typeface="Ubuntu Sans"/>
                <a:cs typeface="Ubuntu Sans"/>
              </a:defRPr>
            </a:lvl4pPr>
            <a:lvl5pPr algn="l">
              <a:defRPr sz="1125" b="0">
                <a:solidFill>
                  <a:srgbClr val="A9BCD0"/>
                </a:solidFill>
                <a:latin typeface="Ubuntu Sans"/>
                <a:ea typeface="Ubuntu Sans"/>
                <a:cs typeface="Ubuntu Sans"/>
              </a:defRPr>
            </a:lvl5pPr>
            <a:lvl6pPr algn="l">
              <a:defRPr sz="1125" b="0">
                <a:solidFill>
                  <a:srgbClr val="A9BCD0"/>
                </a:solidFill>
                <a:latin typeface="Ubuntu Sans"/>
                <a:ea typeface="Ubuntu Sans"/>
                <a:cs typeface="Ubuntu Sans"/>
              </a:defRPr>
            </a:lvl6pPr>
            <a:lvl7pPr algn="l">
              <a:defRPr sz="1125" b="0">
                <a:solidFill>
                  <a:srgbClr val="A9BCD0"/>
                </a:solidFill>
                <a:latin typeface="Ubuntu Sans"/>
                <a:ea typeface="Ubuntu Sans"/>
                <a:cs typeface="Ubuntu Sans"/>
              </a:defRPr>
            </a:lvl7pPr>
            <a:lvl8pPr algn="l">
              <a:defRPr sz="1125" b="0">
                <a:solidFill>
                  <a:srgbClr val="A9BCD0"/>
                </a:solidFill>
                <a:latin typeface="Ubuntu Sans"/>
                <a:ea typeface="Ubuntu Sans"/>
                <a:cs typeface="Ubuntu Sans"/>
              </a:defRPr>
            </a:lvl8pPr>
            <a:lvl9pPr algn="l">
              <a:defRPr sz="1125" b="0">
                <a:solidFill>
                  <a:srgbClr val="A9BCD0"/>
                </a:solidFill>
                <a:latin typeface="Ubuntu Sans"/>
                <a:ea typeface="Ubuntu Sans"/>
                <a:cs typeface="Ubuntu Sans"/>
              </a:defRPr>
            </a:lvl9pPr>
          </a:lstStyle>
          <a:p xmlns:a="http://schemas.openxmlformats.org/drawingml/2006/main">
            <a:pPr algn="l">
              <a:defRPr sz="1125" b="0">
                <a:solidFill>
                  <a:srgbClr val="A9BCD0"/>
                </a:solidFill>
                <a:latin typeface="Ubuntu Sans"/>
                <a:ea typeface="Ubuntu Sans"/>
                <a:cs typeface="Ubuntu Sans"/>
              </a:defRPr>
            </a:pPr>
            <a:r>
              <a:rPr sz="1125" b="0">
                <a:solidFill>
                  <a:srgbClr val="A9BCD0"/>
                </a:solidFill>
                <a:latin typeface="Ubuntu Sans"/>
                <a:ea typeface="Ubuntu Sans"/>
                <a:cs typeface="Ubuntu Sans"/>
              </a:rPr>
              <a:t>Protected CV and image assets with backend-only credentials</a:t>
            </a:r>
          </a:p>
        </p:txBody>
      </p:sp>
      <p:sp>
        <p:nvSpPr>
          <p:cNvPr id="25" name="">
            <a:extLst xmlns:a="http://schemas.openxmlformats.org/drawingml/2006/main">
              <a:ext uri="{FF2B5EF4-FFF2-40B4-BE49-F238E27FC236}">
                <a16:creationId xmlns:a16="http://schemas.microsoft.com/office/drawing/2014/main" id="{B25C9D69-F1FF-4C3C-A671-05D9C2B9E331}"/>
              </a:ext>
            </a:extLst>
          </p:cNvPr>
          <p:cNvSpPr>
            <a:spLocks xmlns:a="http://schemas.openxmlformats.org/drawingml/2006/main" noGrp="1"/>
          </p:cNvSpPr>
          <p:nvPr/>
        </p:nvSpPr>
        <p:spPr>
          <a:xfrm xmlns:a="http://schemas.openxmlformats.org/drawingml/2006/main">
            <a:off x="6153150" y="4457700"/>
            <a:ext cx="5086350" cy="1143000"/>
          </a:xfrm>
          <a:prstGeom xmlns:a="http://schemas.openxmlformats.org/drawingml/2006/main" prst="roundRect">
            <a:avLst>
              <a:gd name="adj" fmla="val 10000"/>
            </a:avLst>
          </a:prstGeom>
          <a:solidFill xmlns:a="http://schemas.openxmlformats.org/drawingml/2006/main">
            <a:srgbClr val="10223A"/>
          </a:solidFill>
          <a:ln xmlns:a="http://schemas.openxmlformats.org/drawingml/2006/main" w="11430">
            <a:solidFill>
              <a:srgbClr val="2B4563"/>
            </a:solidFill>
            <a:prstDash val="solid"/>
          </a:ln>
        </p:spPr>
      </p:sp>
      <p:sp>
        <p:nvSpPr>
          <p:cNvPr id="26" name="">
            <a:extLst xmlns:a="http://schemas.openxmlformats.org/drawingml/2006/main">
              <a:ext uri="{FF2B5EF4-FFF2-40B4-BE49-F238E27FC236}">
                <a16:creationId xmlns:a16="http://schemas.microsoft.com/office/drawing/2014/main" id="{7271F1EB-48D4-4A6E-B59A-9E247E5BFD01}"/>
              </a:ext>
            </a:extLst>
          </p:cNvPr>
          <p:cNvSpPr>
            <a:spLocks xmlns:a="http://schemas.openxmlformats.org/drawingml/2006/main" noGrp="1"/>
          </p:cNvSpPr>
          <p:nvPr/>
        </p:nvSpPr>
        <p:spPr>
          <a:xfrm xmlns:a="http://schemas.openxmlformats.org/drawingml/2006/main">
            <a:off x="6153150" y="4457700"/>
            <a:ext cx="66675" cy="1143000"/>
          </a:xfrm>
          <a:prstGeom xmlns:a="http://schemas.openxmlformats.org/drawingml/2006/main" prst="roundRect">
            <a:avLst>
              <a:gd name="adj" fmla="val 50000"/>
            </a:avLst>
          </a:prstGeom>
          <a:solidFill xmlns:a="http://schemas.openxmlformats.org/drawingml/2006/main">
            <a:srgbClr val="FFCA6A"/>
          </a:solidFill>
          <a:ln xmlns:a="http://schemas.openxmlformats.org/drawingml/2006/main" w="0">
            <a:solidFill>
              <a:srgbClr val="FFCA6A"/>
            </a:solidFill>
            <a:prstDash val="solid"/>
          </a:ln>
        </p:spPr>
      </p:sp>
      <p:sp>
        <p:nvSpPr>
          <p:cNvPr id="27" name="">
            <a:extLst xmlns:a="http://schemas.openxmlformats.org/drawingml/2006/main">
              <a:ext uri="{FF2B5EF4-FFF2-40B4-BE49-F238E27FC236}">
                <a16:creationId xmlns:a16="http://schemas.microsoft.com/office/drawing/2014/main" id="{A2A4A6DB-D395-4FF7-A47A-E0C80F2CA38E}"/>
              </a:ext>
            </a:extLst>
          </p:cNvPr>
          <p:cNvSpPr>
            <a:spLocks xmlns:a="http://schemas.openxmlformats.org/drawingml/2006/main" noGrp="1"/>
          </p:cNvSpPr>
          <p:nvPr/>
        </p:nvSpPr>
        <p:spPr>
          <a:xfrm xmlns:a="http://schemas.openxmlformats.org/drawingml/2006/main">
            <a:off x="6362700" y="4572000"/>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F4F8FF"/>
                </a:solidFill>
                <a:latin typeface="Ubuntu Sans"/>
                <a:ea typeface="Ubuntu Sans"/>
                <a:cs typeface="Ubuntu Sans"/>
              </a:defRPr>
            </a:defPPr>
            <a:lvl1pPr algn="l">
              <a:defRPr sz="1575" b="1">
                <a:solidFill>
                  <a:srgbClr val="F4F8FF"/>
                </a:solidFill>
                <a:latin typeface="Ubuntu Sans"/>
                <a:ea typeface="Ubuntu Sans"/>
                <a:cs typeface="Ubuntu Sans"/>
              </a:defRPr>
            </a:lvl1pPr>
            <a:lvl2pPr algn="l">
              <a:defRPr sz="1575" b="1">
                <a:solidFill>
                  <a:srgbClr val="F4F8FF"/>
                </a:solidFill>
                <a:latin typeface="Ubuntu Sans"/>
                <a:ea typeface="Ubuntu Sans"/>
                <a:cs typeface="Ubuntu Sans"/>
              </a:defRPr>
            </a:lvl2pPr>
            <a:lvl3pPr algn="l">
              <a:defRPr sz="1575" b="1">
                <a:solidFill>
                  <a:srgbClr val="F4F8FF"/>
                </a:solidFill>
                <a:latin typeface="Ubuntu Sans"/>
                <a:ea typeface="Ubuntu Sans"/>
                <a:cs typeface="Ubuntu Sans"/>
              </a:defRPr>
            </a:lvl3pPr>
            <a:lvl4pPr algn="l">
              <a:defRPr sz="1575" b="1">
                <a:solidFill>
                  <a:srgbClr val="F4F8FF"/>
                </a:solidFill>
                <a:latin typeface="Ubuntu Sans"/>
                <a:ea typeface="Ubuntu Sans"/>
                <a:cs typeface="Ubuntu Sans"/>
              </a:defRPr>
            </a:lvl4pPr>
            <a:lvl5pPr algn="l">
              <a:defRPr sz="1575" b="1">
                <a:solidFill>
                  <a:srgbClr val="F4F8FF"/>
                </a:solidFill>
                <a:latin typeface="Ubuntu Sans"/>
                <a:ea typeface="Ubuntu Sans"/>
                <a:cs typeface="Ubuntu Sans"/>
              </a:defRPr>
            </a:lvl5pPr>
            <a:lvl6pPr algn="l">
              <a:defRPr sz="1575" b="1">
                <a:solidFill>
                  <a:srgbClr val="F4F8FF"/>
                </a:solidFill>
                <a:latin typeface="Ubuntu Sans"/>
                <a:ea typeface="Ubuntu Sans"/>
                <a:cs typeface="Ubuntu Sans"/>
              </a:defRPr>
            </a:lvl6pPr>
            <a:lvl7pPr algn="l">
              <a:defRPr sz="1575" b="1">
                <a:solidFill>
                  <a:srgbClr val="F4F8FF"/>
                </a:solidFill>
                <a:latin typeface="Ubuntu Sans"/>
                <a:ea typeface="Ubuntu Sans"/>
                <a:cs typeface="Ubuntu Sans"/>
              </a:defRPr>
            </a:lvl7pPr>
            <a:lvl8pPr algn="l">
              <a:defRPr sz="1575" b="1">
                <a:solidFill>
                  <a:srgbClr val="F4F8FF"/>
                </a:solidFill>
                <a:latin typeface="Ubuntu Sans"/>
                <a:ea typeface="Ubuntu Sans"/>
                <a:cs typeface="Ubuntu Sans"/>
              </a:defRPr>
            </a:lvl8pPr>
            <a:lvl9pPr algn="l">
              <a:defRPr sz="1575" b="1">
                <a:solidFill>
                  <a:srgbClr val="F4F8FF"/>
                </a:solidFill>
                <a:latin typeface="Ubuntu Sans"/>
                <a:ea typeface="Ubuntu Sans"/>
                <a:cs typeface="Ubuntu Sans"/>
              </a:defRPr>
            </a:lvl9pPr>
          </a:lstStyle>
          <a:p xmlns:a="http://schemas.openxmlformats.org/drawingml/2006/main">
            <a:pPr algn="l">
              <a:defRPr sz="1575" b="1">
                <a:solidFill>
                  <a:srgbClr val="F4F8FF"/>
                </a:solidFill>
                <a:latin typeface="Ubuntu Sans"/>
                <a:ea typeface="Ubuntu Sans"/>
                <a:cs typeface="Ubuntu Sans"/>
              </a:defRPr>
            </a:pPr>
            <a:r>
              <a:rPr sz="1575" b="1">
                <a:solidFill>
                  <a:srgbClr val="F4F8FF"/>
                </a:solidFill>
                <a:latin typeface="Ubuntu Sans"/>
                <a:ea typeface="Ubuntu Sans"/>
                <a:cs typeface="Ubuntu Sans"/>
              </a:rPr>
              <a:t>Docker + Ansible</a:t>
            </a:r>
          </a:p>
        </p:txBody>
      </p:sp>
      <p:sp>
        <p:nvSpPr>
          <p:cNvPr id="28" name="">
            <a:extLst xmlns:a="http://schemas.openxmlformats.org/drawingml/2006/main">
              <a:ext uri="{FF2B5EF4-FFF2-40B4-BE49-F238E27FC236}">
                <a16:creationId xmlns:a16="http://schemas.microsoft.com/office/drawing/2014/main" id="{CEFC866C-EDCD-465D-B852-424D3FBCB926}"/>
              </a:ext>
            </a:extLst>
          </p:cNvPr>
          <p:cNvSpPr>
            <a:spLocks xmlns:a="http://schemas.openxmlformats.org/drawingml/2006/main" noGrp="1"/>
          </p:cNvSpPr>
          <p:nvPr/>
        </p:nvSpPr>
        <p:spPr>
          <a:xfrm xmlns:a="http://schemas.openxmlformats.org/drawingml/2006/main">
            <a:off x="6362700" y="4867275"/>
            <a:ext cx="47625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A9BCD0"/>
                </a:solidFill>
                <a:latin typeface="Ubuntu Sans"/>
                <a:ea typeface="Ubuntu Sans"/>
                <a:cs typeface="Ubuntu Sans"/>
              </a:defRPr>
            </a:defPPr>
            <a:lvl1pPr algn="l">
              <a:defRPr sz="1125" b="0">
                <a:solidFill>
                  <a:srgbClr val="A9BCD0"/>
                </a:solidFill>
                <a:latin typeface="Ubuntu Sans"/>
                <a:ea typeface="Ubuntu Sans"/>
                <a:cs typeface="Ubuntu Sans"/>
              </a:defRPr>
            </a:lvl1pPr>
            <a:lvl2pPr algn="l">
              <a:defRPr sz="1125" b="0">
                <a:solidFill>
                  <a:srgbClr val="A9BCD0"/>
                </a:solidFill>
                <a:latin typeface="Ubuntu Sans"/>
                <a:ea typeface="Ubuntu Sans"/>
                <a:cs typeface="Ubuntu Sans"/>
              </a:defRPr>
            </a:lvl2pPr>
            <a:lvl3pPr algn="l">
              <a:defRPr sz="1125" b="0">
                <a:solidFill>
                  <a:srgbClr val="A9BCD0"/>
                </a:solidFill>
                <a:latin typeface="Ubuntu Sans"/>
                <a:ea typeface="Ubuntu Sans"/>
                <a:cs typeface="Ubuntu Sans"/>
              </a:defRPr>
            </a:lvl3pPr>
            <a:lvl4pPr algn="l">
              <a:defRPr sz="1125" b="0">
                <a:solidFill>
                  <a:srgbClr val="A9BCD0"/>
                </a:solidFill>
                <a:latin typeface="Ubuntu Sans"/>
                <a:ea typeface="Ubuntu Sans"/>
                <a:cs typeface="Ubuntu Sans"/>
              </a:defRPr>
            </a:lvl4pPr>
            <a:lvl5pPr algn="l">
              <a:defRPr sz="1125" b="0">
                <a:solidFill>
                  <a:srgbClr val="A9BCD0"/>
                </a:solidFill>
                <a:latin typeface="Ubuntu Sans"/>
                <a:ea typeface="Ubuntu Sans"/>
                <a:cs typeface="Ubuntu Sans"/>
              </a:defRPr>
            </a:lvl5pPr>
            <a:lvl6pPr algn="l">
              <a:defRPr sz="1125" b="0">
                <a:solidFill>
                  <a:srgbClr val="A9BCD0"/>
                </a:solidFill>
                <a:latin typeface="Ubuntu Sans"/>
                <a:ea typeface="Ubuntu Sans"/>
                <a:cs typeface="Ubuntu Sans"/>
              </a:defRPr>
            </a:lvl6pPr>
            <a:lvl7pPr algn="l">
              <a:defRPr sz="1125" b="0">
                <a:solidFill>
                  <a:srgbClr val="A9BCD0"/>
                </a:solidFill>
                <a:latin typeface="Ubuntu Sans"/>
                <a:ea typeface="Ubuntu Sans"/>
                <a:cs typeface="Ubuntu Sans"/>
              </a:defRPr>
            </a:lvl7pPr>
            <a:lvl8pPr algn="l">
              <a:defRPr sz="1125" b="0">
                <a:solidFill>
                  <a:srgbClr val="A9BCD0"/>
                </a:solidFill>
                <a:latin typeface="Ubuntu Sans"/>
                <a:ea typeface="Ubuntu Sans"/>
                <a:cs typeface="Ubuntu Sans"/>
              </a:defRPr>
            </a:lvl8pPr>
            <a:lvl9pPr algn="l">
              <a:defRPr sz="1125" b="0">
                <a:solidFill>
                  <a:srgbClr val="A9BCD0"/>
                </a:solidFill>
                <a:latin typeface="Ubuntu Sans"/>
                <a:ea typeface="Ubuntu Sans"/>
                <a:cs typeface="Ubuntu Sans"/>
              </a:defRPr>
            </a:lvl9pPr>
          </a:lstStyle>
          <a:p xmlns:a="http://schemas.openxmlformats.org/drawingml/2006/main">
            <a:pPr algn="l">
              <a:defRPr sz="1125" b="0">
                <a:solidFill>
                  <a:srgbClr val="A9BCD0"/>
                </a:solidFill>
                <a:latin typeface="Ubuntu Sans"/>
                <a:ea typeface="Ubuntu Sans"/>
                <a:cs typeface="Ubuntu Sans"/>
              </a:defRPr>
            </a:pPr>
            <a:r>
              <a:rPr sz="1125" b="0">
                <a:solidFill>
                  <a:srgbClr val="A9BCD0"/>
                </a:solidFill>
                <a:latin typeface="Ubuntu Sans"/>
                <a:ea typeface="Ubuntu Sans"/>
                <a:cs typeface="Ubuntu Sans"/>
              </a:rPr>
              <a:t>Repeatable environments and controlled production deployment</a:t>
            </a:r>
          </a:p>
        </p:txBody>
      </p:sp>
      <p:sp>
        <p:nvSpPr>
          <p:cNvPr id="29" name="">
            <a:extLst xmlns:a="http://schemas.openxmlformats.org/drawingml/2006/main">
              <a:ext uri="{FF2B5EF4-FFF2-40B4-BE49-F238E27FC236}">
                <a16:creationId xmlns:a16="http://schemas.microsoft.com/office/drawing/2014/main" id="{2CFFB609-3B55-4916-AC6C-B5161896AA7D}"/>
              </a:ext>
            </a:extLst>
          </p:cNvPr>
          <p:cNvSpPr>
            <a:spLocks xmlns:a="http://schemas.openxmlformats.org/drawingml/2006/main" noGrp="1"/>
          </p:cNvSpPr>
          <p:nvPr/>
        </p:nvSpPr>
        <p:spPr>
          <a:xfrm xmlns:a="http://schemas.openxmlformats.org/drawingml/2006/main">
            <a:off x="609600" y="5962650"/>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185"/>
          </a:bodyPr>
          <a:lstStyle xmlns:a="http://schemas.openxmlformats.org/drawingml/2006/main">
            <a:defPPr algn="l">
              <a:defRPr sz="1350" b="1">
                <a:solidFill>
                  <a:srgbClr val="FFCA6A"/>
                </a:solidFill>
                <a:latin typeface="Ubuntu Sans"/>
                <a:ea typeface="Ubuntu Sans"/>
                <a:cs typeface="Ubuntu Sans"/>
              </a:defRPr>
            </a:defPPr>
            <a:lvl1pPr algn="l">
              <a:defRPr sz="1350" b="1">
                <a:solidFill>
                  <a:srgbClr val="FFCA6A"/>
                </a:solidFill>
                <a:latin typeface="Ubuntu Sans"/>
                <a:ea typeface="Ubuntu Sans"/>
                <a:cs typeface="Ubuntu Sans"/>
              </a:defRPr>
            </a:lvl1pPr>
            <a:lvl2pPr algn="l">
              <a:defRPr sz="1350" b="1">
                <a:solidFill>
                  <a:srgbClr val="FFCA6A"/>
                </a:solidFill>
                <a:latin typeface="Ubuntu Sans"/>
                <a:ea typeface="Ubuntu Sans"/>
                <a:cs typeface="Ubuntu Sans"/>
              </a:defRPr>
            </a:lvl2pPr>
            <a:lvl3pPr algn="l">
              <a:defRPr sz="1350" b="1">
                <a:solidFill>
                  <a:srgbClr val="FFCA6A"/>
                </a:solidFill>
                <a:latin typeface="Ubuntu Sans"/>
                <a:ea typeface="Ubuntu Sans"/>
                <a:cs typeface="Ubuntu Sans"/>
              </a:defRPr>
            </a:lvl3pPr>
            <a:lvl4pPr algn="l">
              <a:defRPr sz="1350" b="1">
                <a:solidFill>
                  <a:srgbClr val="FFCA6A"/>
                </a:solidFill>
                <a:latin typeface="Ubuntu Sans"/>
                <a:ea typeface="Ubuntu Sans"/>
                <a:cs typeface="Ubuntu Sans"/>
              </a:defRPr>
            </a:lvl4pPr>
            <a:lvl5pPr algn="l">
              <a:defRPr sz="1350" b="1">
                <a:solidFill>
                  <a:srgbClr val="FFCA6A"/>
                </a:solidFill>
                <a:latin typeface="Ubuntu Sans"/>
                <a:ea typeface="Ubuntu Sans"/>
                <a:cs typeface="Ubuntu Sans"/>
              </a:defRPr>
            </a:lvl5pPr>
            <a:lvl6pPr algn="l">
              <a:defRPr sz="1350" b="1">
                <a:solidFill>
                  <a:srgbClr val="FFCA6A"/>
                </a:solidFill>
                <a:latin typeface="Ubuntu Sans"/>
                <a:ea typeface="Ubuntu Sans"/>
                <a:cs typeface="Ubuntu Sans"/>
              </a:defRPr>
            </a:lvl6pPr>
            <a:lvl7pPr algn="l">
              <a:defRPr sz="1350" b="1">
                <a:solidFill>
                  <a:srgbClr val="FFCA6A"/>
                </a:solidFill>
                <a:latin typeface="Ubuntu Sans"/>
                <a:ea typeface="Ubuntu Sans"/>
                <a:cs typeface="Ubuntu Sans"/>
              </a:defRPr>
            </a:lvl7pPr>
            <a:lvl8pPr algn="l">
              <a:defRPr sz="1350" b="1">
                <a:solidFill>
                  <a:srgbClr val="FFCA6A"/>
                </a:solidFill>
                <a:latin typeface="Ubuntu Sans"/>
                <a:ea typeface="Ubuntu Sans"/>
                <a:cs typeface="Ubuntu Sans"/>
              </a:defRPr>
            </a:lvl8pPr>
            <a:lvl9pPr algn="l">
              <a:defRPr sz="1350" b="1">
                <a:solidFill>
                  <a:srgbClr val="FFCA6A"/>
                </a:solidFill>
                <a:latin typeface="Ubuntu Sans"/>
                <a:ea typeface="Ubuntu Sans"/>
                <a:cs typeface="Ubuntu Sans"/>
              </a:defRPr>
            </a:lvl9pPr>
          </a:lstStyle>
          <a:p xmlns:a="http://schemas.openxmlformats.org/drawingml/2006/main">
            <a:pPr algn="l">
              <a:defRPr sz="1350" b="1">
                <a:solidFill>
                  <a:srgbClr val="FFCA6A"/>
                </a:solidFill>
                <a:latin typeface="Ubuntu Sans"/>
                <a:ea typeface="Ubuntu Sans"/>
                <a:cs typeface="Ubuntu Sans"/>
              </a:defRPr>
            </a:pPr>
            <a:r>
              <a:rPr sz="1350" b="1">
                <a:solidFill>
                  <a:srgbClr val="FFCA6A"/>
                </a:solidFill>
                <a:latin typeface="Ubuntu Sans"/>
                <a:ea typeface="Ubuntu Sans"/>
                <a:cs typeface="Ubuntu Sans"/>
              </a:rPr>
              <a:t>Main trade-off</a:t>
            </a:r>
          </a:p>
        </p:txBody>
      </p:sp>
      <p:sp>
        <p:nvSpPr>
          <p:cNvPr id="30" name="">
            <a:extLst xmlns:a="http://schemas.openxmlformats.org/drawingml/2006/main">
              <a:ext uri="{FF2B5EF4-FFF2-40B4-BE49-F238E27FC236}">
                <a16:creationId xmlns:a16="http://schemas.microsoft.com/office/drawing/2014/main" id="{F45CAD19-536A-4400-8D7C-1CC002C6A3DF}"/>
              </a:ext>
            </a:extLst>
          </p:cNvPr>
          <p:cNvSpPr>
            <a:spLocks xmlns:a="http://schemas.openxmlformats.org/drawingml/2006/main" noGrp="1"/>
          </p:cNvSpPr>
          <p:nvPr/>
        </p:nvSpPr>
        <p:spPr>
          <a:xfrm xmlns:a="http://schemas.openxmlformats.org/drawingml/2006/main">
            <a:off x="2305050" y="5905500"/>
            <a:ext cx="9144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5229"/>
          </a:bodyPr>
          <a:lstStyle xmlns:a="http://schemas.openxmlformats.org/drawingml/2006/main">
            <a:defPPr algn="l">
              <a:defRPr sz="1425" b="0">
                <a:solidFill>
                  <a:srgbClr val="A9BCD0"/>
                </a:solidFill>
                <a:latin typeface="Ubuntu Sans"/>
                <a:ea typeface="Ubuntu Sans"/>
                <a:cs typeface="Ubuntu Sans"/>
              </a:defRPr>
            </a:defPPr>
            <a:lvl1pPr algn="l">
              <a:defRPr sz="1425" b="0">
                <a:solidFill>
                  <a:srgbClr val="A9BCD0"/>
                </a:solidFill>
                <a:latin typeface="Ubuntu Sans"/>
                <a:ea typeface="Ubuntu Sans"/>
                <a:cs typeface="Ubuntu Sans"/>
              </a:defRPr>
            </a:lvl1pPr>
            <a:lvl2pPr algn="l">
              <a:defRPr sz="1425" b="0">
                <a:solidFill>
                  <a:srgbClr val="A9BCD0"/>
                </a:solidFill>
                <a:latin typeface="Ubuntu Sans"/>
                <a:ea typeface="Ubuntu Sans"/>
                <a:cs typeface="Ubuntu Sans"/>
              </a:defRPr>
            </a:lvl2pPr>
            <a:lvl3pPr algn="l">
              <a:defRPr sz="1425" b="0">
                <a:solidFill>
                  <a:srgbClr val="A9BCD0"/>
                </a:solidFill>
                <a:latin typeface="Ubuntu Sans"/>
                <a:ea typeface="Ubuntu Sans"/>
                <a:cs typeface="Ubuntu Sans"/>
              </a:defRPr>
            </a:lvl3pPr>
            <a:lvl4pPr algn="l">
              <a:defRPr sz="1425" b="0">
                <a:solidFill>
                  <a:srgbClr val="A9BCD0"/>
                </a:solidFill>
                <a:latin typeface="Ubuntu Sans"/>
                <a:ea typeface="Ubuntu Sans"/>
                <a:cs typeface="Ubuntu Sans"/>
              </a:defRPr>
            </a:lvl4pPr>
            <a:lvl5pPr algn="l">
              <a:defRPr sz="1425" b="0">
                <a:solidFill>
                  <a:srgbClr val="A9BCD0"/>
                </a:solidFill>
                <a:latin typeface="Ubuntu Sans"/>
                <a:ea typeface="Ubuntu Sans"/>
                <a:cs typeface="Ubuntu Sans"/>
              </a:defRPr>
            </a:lvl5pPr>
            <a:lvl6pPr algn="l">
              <a:defRPr sz="1425" b="0">
                <a:solidFill>
                  <a:srgbClr val="A9BCD0"/>
                </a:solidFill>
                <a:latin typeface="Ubuntu Sans"/>
                <a:ea typeface="Ubuntu Sans"/>
                <a:cs typeface="Ubuntu Sans"/>
              </a:defRPr>
            </a:lvl6pPr>
            <a:lvl7pPr algn="l">
              <a:defRPr sz="1425" b="0">
                <a:solidFill>
                  <a:srgbClr val="A9BCD0"/>
                </a:solidFill>
                <a:latin typeface="Ubuntu Sans"/>
                <a:ea typeface="Ubuntu Sans"/>
                <a:cs typeface="Ubuntu Sans"/>
              </a:defRPr>
            </a:lvl7pPr>
            <a:lvl8pPr algn="l">
              <a:defRPr sz="1425" b="0">
                <a:solidFill>
                  <a:srgbClr val="A9BCD0"/>
                </a:solidFill>
                <a:latin typeface="Ubuntu Sans"/>
                <a:ea typeface="Ubuntu Sans"/>
                <a:cs typeface="Ubuntu Sans"/>
              </a:defRPr>
            </a:lvl8pPr>
            <a:lvl9pPr algn="l">
              <a:defRPr sz="1425" b="0">
                <a:solidFill>
                  <a:srgbClr val="A9BCD0"/>
                </a:solidFill>
                <a:latin typeface="Ubuntu Sans"/>
                <a:ea typeface="Ubuntu Sans"/>
                <a:cs typeface="Ubuntu Sans"/>
              </a:defRPr>
            </a:lvl9pPr>
          </a:lstStyle>
          <a:p xmlns:a="http://schemas.openxmlformats.org/drawingml/2006/main">
            <a:pPr algn="l">
              <a:defRPr sz="1425" b="0">
                <a:solidFill>
                  <a:srgbClr val="A9BCD0"/>
                </a:solidFill>
                <a:latin typeface="Ubuntu Sans"/>
                <a:ea typeface="Ubuntu Sans"/>
                <a:cs typeface="Ubuntu Sans"/>
              </a:defRPr>
            </a:pPr>
            <a:r>
              <a:rPr sz="1425" b="0">
                <a:solidFill>
                  <a:srgbClr val="A9BCD0"/>
                </a:solidFill>
                <a:latin typeface="Ubuntu Sans"/>
                <a:ea typeface="Ubuntu Sans"/>
                <a:cs typeface="Ubuntu Sans"/>
              </a:rPr>
              <a:t>More infrastructure gives better reliability, but it also increases configuration, testing, and operational responsibility.</a:t>
            </a:r>
          </a:p>
        </p:txBody>
      </p:sp>
      <p:sp>
        <p:nvSpPr>
          <p:cNvPr id="31" name="">
            <a:extLst xmlns:a="http://schemas.openxmlformats.org/drawingml/2006/main">
              <a:ext uri="{FF2B5EF4-FFF2-40B4-BE49-F238E27FC236}">
                <a16:creationId xmlns:a16="http://schemas.microsoft.com/office/drawing/2014/main" id="{4C3FA712-DFC6-4D83-A47F-DAFE3FD60AA5}"/>
              </a:ext>
            </a:extLst>
          </p:cNvPr>
          <p:cNvSpPr>
            <a:spLocks xmlns:a="http://schemas.openxmlformats.org/drawingml/2006/main" noGrp="1"/>
          </p:cNvSpPr>
          <p:nvPr/>
        </p:nvSpPr>
        <p:spPr>
          <a:xfrm xmlns:a="http://schemas.openxmlformats.org/drawingml/2006/main">
            <a:off x="609600" y="651510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63636"/>
          </a:bodyPr>
          <a:lstStyle xmlns:a="http://schemas.openxmlformats.org/drawingml/2006/main">
            <a:defPPr algn="l">
              <a:defRPr sz="825" b="1">
                <a:solidFill>
                  <a:srgbClr val="66819E"/>
                </a:solidFill>
                <a:latin typeface="Ubuntu Sans"/>
                <a:ea typeface="Ubuntu Sans"/>
                <a:cs typeface="Ubuntu Sans"/>
              </a:defRPr>
            </a:defPPr>
            <a:lvl1pPr algn="l">
              <a:defRPr sz="825" b="1">
                <a:solidFill>
                  <a:srgbClr val="66819E"/>
                </a:solidFill>
                <a:latin typeface="Ubuntu Sans"/>
                <a:ea typeface="Ubuntu Sans"/>
                <a:cs typeface="Ubuntu Sans"/>
              </a:defRPr>
            </a:lvl1pPr>
            <a:lvl2pPr algn="l">
              <a:defRPr sz="825" b="1">
                <a:solidFill>
                  <a:srgbClr val="66819E"/>
                </a:solidFill>
                <a:latin typeface="Ubuntu Sans"/>
                <a:ea typeface="Ubuntu Sans"/>
                <a:cs typeface="Ubuntu Sans"/>
              </a:defRPr>
            </a:lvl2pPr>
            <a:lvl3pPr algn="l">
              <a:defRPr sz="825" b="1">
                <a:solidFill>
                  <a:srgbClr val="66819E"/>
                </a:solidFill>
                <a:latin typeface="Ubuntu Sans"/>
                <a:ea typeface="Ubuntu Sans"/>
                <a:cs typeface="Ubuntu Sans"/>
              </a:defRPr>
            </a:lvl3pPr>
            <a:lvl4pPr algn="l">
              <a:defRPr sz="825" b="1">
                <a:solidFill>
                  <a:srgbClr val="66819E"/>
                </a:solidFill>
                <a:latin typeface="Ubuntu Sans"/>
                <a:ea typeface="Ubuntu Sans"/>
                <a:cs typeface="Ubuntu Sans"/>
              </a:defRPr>
            </a:lvl4pPr>
            <a:lvl5pPr algn="l">
              <a:defRPr sz="825" b="1">
                <a:solidFill>
                  <a:srgbClr val="66819E"/>
                </a:solidFill>
                <a:latin typeface="Ubuntu Sans"/>
                <a:ea typeface="Ubuntu Sans"/>
                <a:cs typeface="Ubuntu Sans"/>
              </a:defRPr>
            </a:lvl5pPr>
            <a:lvl6pPr algn="l">
              <a:defRPr sz="825" b="1">
                <a:solidFill>
                  <a:srgbClr val="66819E"/>
                </a:solidFill>
                <a:latin typeface="Ubuntu Sans"/>
                <a:ea typeface="Ubuntu Sans"/>
                <a:cs typeface="Ubuntu Sans"/>
              </a:defRPr>
            </a:lvl6pPr>
            <a:lvl7pPr algn="l">
              <a:defRPr sz="825" b="1">
                <a:solidFill>
                  <a:srgbClr val="66819E"/>
                </a:solidFill>
                <a:latin typeface="Ubuntu Sans"/>
                <a:ea typeface="Ubuntu Sans"/>
                <a:cs typeface="Ubuntu Sans"/>
              </a:defRPr>
            </a:lvl7pPr>
            <a:lvl8pPr algn="l">
              <a:defRPr sz="825" b="1">
                <a:solidFill>
                  <a:srgbClr val="66819E"/>
                </a:solidFill>
                <a:latin typeface="Ubuntu Sans"/>
                <a:ea typeface="Ubuntu Sans"/>
                <a:cs typeface="Ubuntu Sans"/>
              </a:defRPr>
            </a:lvl8pPr>
            <a:lvl9pPr algn="l">
              <a:defRPr sz="825" b="1">
                <a:solidFill>
                  <a:srgbClr val="66819E"/>
                </a:solidFill>
                <a:latin typeface="Ubuntu Sans"/>
                <a:ea typeface="Ubuntu Sans"/>
                <a:cs typeface="Ubuntu Sans"/>
              </a:defRPr>
            </a:lvl9pPr>
          </a:lstStyle>
          <a:p xmlns:a="http://schemas.openxmlformats.org/drawingml/2006/main">
            <a:pPr algn="l">
              <a:defRPr sz="825" b="1">
                <a:solidFill>
                  <a:srgbClr val="66819E"/>
                </a:solidFill>
                <a:latin typeface="Ubuntu Sans"/>
                <a:ea typeface="Ubuntu Sans"/>
                <a:cs typeface="Ubuntu Sans"/>
              </a:defRPr>
            </a:pPr>
            <a:r>
              <a:rPr sz="825" b="1">
                <a:solidFill>
                  <a:srgbClr val="66819E"/>
                </a:solidFill>
                <a:latin typeface="Ubuntu Sans"/>
                <a:ea typeface="Ubuntu Sans"/>
                <a:cs typeface="Ubuntu Sans"/>
              </a:rPr>
              <a:t>CODITENT  •  BACKEND</a:t>
            </a:r>
          </a:p>
        </p:txBody>
      </p:sp>
    </p:spTree>
    <p:extLst>
      <p:ext uri="{BB962C8B-B14F-4D97-AF65-F5344CB8AC3E}">
        <p14:creationId xmlns:p14="http://schemas.microsoft.com/office/powerpoint/2010/main" val="47171158"/>
      </p:ext>
    </p:extLst>
  </p:cSld>
</p:sld>
</file>

<file path=ppt/slides/slide5.xml><?xml version="1.0" encoding="utf-8"?>
<p:sld xmlns:p="http://schemas.openxmlformats.org/presentationml/2006/main">
  <p:cSld>
    <p:bg>
      <p:bgPr>
        <a:solidFill xmlns:a="http://schemas.openxmlformats.org/drawingml/2006/main">
          <a:srgbClr val="07111F"/>
        </a:solidFill>
      </p:bgPr>
    </p:bg>
    <p:spTree>
      <p:nvGrpSpPr>
        <p:cNvPr id="1" name=""/>
        <p:cNvGrpSpPr/>
        <p:nvPr/>
      </p:nvGrpSpPr>
      <p:grpSpPr>
        <a:xfrm xmlns:a="http://schemas.openxmlformats.org/drawingml/2006/main"/>
      </p:grpSpPr>
      <p:sp>
        <p:nvSpPr>
          <p:cNvPr id="44" name="">
            <a:extLst xmlns:a="http://schemas.openxmlformats.org/drawingml/2006/main">
              <a:ext uri="{FF2B5EF4-FFF2-40B4-BE49-F238E27FC236}">
                <a16:creationId xmlns:a16="http://schemas.microsoft.com/office/drawing/2014/main" id="{9F6D5FDF-EBE9-460D-9EA5-4C97CAD83E2A}"/>
              </a:ext>
            </a:extLst>
          </p:cNvPr>
          <p:cNvSpPr>
            <a:spLocks xmlns:a="http://schemas.openxmlformats.org/drawingml/2006/main" noGrp="1"/>
          </p:cNvSpPr>
          <p:nvPr/>
        </p:nvSpPr>
        <p:spPr>
          <a:xfrm xmlns:a="http://schemas.openxmlformats.org/drawingml/2006/main">
            <a:off x="609600" y="3238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l">
              <a:defRPr sz="1050" b="1">
                <a:solidFill>
                  <a:srgbClr val="2FD6D3"/>
                </a:solidFill>
                <a:latin typeface="Ubuntu Sans"/>
                <a:ea typeface="Ubuntu Sans"/>
                <a:cs typeface="Ubuntu Sans"/>
              </a:defRPr>
            </a:defPPr>
            <a:lvl1pPr algn="l">
              <a:defRPr sz="1050" b="1">
                <a:solidFill>
                  <a:srgbClr val="2FD6D3"/>
                </a:solidFill>
                <a:latin typeface="Ubuntu Sans"/>
                <a:ea typeface="Ubuntu Sans"/>
                <a:cs typeface="Ubuntu Sans"/>
              </a:defRPr>
            </a:lvl1pPr>
            <a:lvl2pPr algn="l">
              <a:defRPr sz="1050" b="1">
                <a:solidFill>
                  <a:srgbClr val="2FD6D3"/>
                </a:solidFill>
                <a:latin typeface="Ubuntu Sans"/>
                <a:ea typeface="Ubuntu Sans"/>
                <a:cs typeface="Ubuntu Sans"/>
              </a:defRPr>
            </a:lvl2pPr>
            <a:lvl3pPr algn="l">
              <a:defRPr sz="1050" b="1">
                <a:solidFill>
                  <a:srgbClr val="2FD6D3"/>
                </a:solidFill>
                <a:latin typeface="Ubuntu Sans"/>
                <a:ea typeface="Ubuntu Sans"/>
                <a:cs typeface="Ubuntu Sans"/>
              </a:defRPr>
            </a:lvl3pPr>
            <a:lvl4pPr algn="l">
              <a:defRPr sz="1050" b="1">
                <a:solidFill>
                  <a:srgbClr val="2FD6D3"/>
                </a:solidFill>
                <a:latin typeface="Ubuntu Sans"/>
                <a:ea typeface="Ubuntu Sans"/>
                <a:cs typeface="Ubuntu Sans"/>
              </a:defRPr>
            </a:lvl4pPr>
            <a:lvl5pPr algn="l">
              <a:defRPr sz="1050" b="1">
                <a:solidFill>
                  <a:srgbClr val="2FD6D3"/>
                </a:solidFill>
                <a:latin typeface="Ubuntu Sans"/>
                <a:ea typeface="Ubuntu Sans"/>
                <a:cs typeface="Ubuntu Sans"/>
              </a:defRPr>
            </a:lvl5pPr>
            <a:lvl6pPr algn="l">
              <a:defRPr sz="1050" b="1">
                <a:solidFill>
                  <a:srgbClr val="2FD6D3"/>
                </a:solidFill>
                <a:latin typeface="Ubuntu Sans"/>
                <a:ea typeface="Ubuntu Sans"/>
                <a:cs typeface="Ubuntu Sans"/>
              </a:defRPr>
            </a:lvl6pPr>
            <a:lvl7pPr algn="l">
              <a:defRPr sz="1050" b="1">
                <a:solidFill>
                  <a:srgbClr val="2FD6D3"/>
                </a:solidFill>
                <a:latin typeface="Ubuntu Sans"/>
                <a:ea typeface="Ubuntu Sans"/>
                <a:cs typeface="Ubuntu Sans"/>
              </a:defRPr>
            </a:lvl7pPr>
            <a:lvl8pPr algn="l">
              <a:defRPr sz="1050" b="1">
                <a:solidFill>
                  <a:srgbClr val="2FD6D3"/>
                </a:solidFill>
                <a:latin typeface="Ubuntu Sans"/>
                <a:ea typeface="Ubuntu Sans"/>
                <a:cs typeface="Ubuntu Sans"/>
              </a:defRPr>
            </a:lvl8pPr>
            <a:lvl9pPr algn="l">
              <a:defRPr sz="1050" b="1">
                <a:solidFill>
                  <a:srgbClr val="2FD6D3"/>
                </a:solidFill>
                <a:latin typeface="Ubuntu Sans"/>
                <a:ea typeface="Ubuntu Sans"/>
                <a:cs typeface="Ubuntu Sans"/>
              </a:defRPr>
            </a:lvl9pPr>
          </a:lstStyle>
          <a:p xmlns:a="http://schemas.openxmlformats.org/drawingml/2006/main">
            <a:pPr algn="l">
              <a:defRPr sz="1050" b="1">
                <a:solidFill>
                  <a:srgbClr val="2FD6D3"/>
                </a:solidFill>
                <a:latin typeface="Ubuntu Sans"/>
                <a:ea typeface="Ubuntu Sans"/>
                <a:cs typeface="Ubuntu Sans"/>
              </a:defRPr>
            </a:pPr>
            <a:r>
              <a:rPr sz="1050" b="1">
                <a:solidFill>
                  <a:srgbClr val="2FD6D3"/>
                </a:solidFill>
                <a:latin typeface="Ubuntu Sans"/>
                <a:ea typeface="Ubuntu Sans"/>
                <a:cs typeface="Ubuntu Sans"/>
              </a:rPr>
              <a:t>REQUEST LIFECYCLE</a:t>
            </a:r>
          </a:p>
        </p:txBody>
      </p:sp>
      <p:sp>
        <p:nvSpPr>
          <p:cNvPr id="2" name="">
            <a:extLst xmlns:a="http://schemas.openxmlformats.org/drawingml/2006/main">
              <a:ext uri="{FF2B5EF4-FFF2-40B4-BE49-F238E27FC236}">
                <a16:creationId xmlns:a16="http://schemas.microsoft.com/office/drawing/2014/main" id="{F4F99250-1D48-4C7B-8146-9F6FF5B8A788}"/>
              </a:ext>
            </a:extLst>
          </p:cNvPr>
          <p:cNvSpPr>
            <a:spLocks xmlns:a="http://schemas.openxmlformats.org/drawingml/2006/main" noGrp="1"/>
          </p:cNvSpPr>
          <p:nvPr/>
        </p:nvSpPr>
        <p:spPr>
          <a:xfrm xmlns:a="http://schemas.openxmlformats.org/drawingml/2006/main">
            <a:off x="609600" y="590550"/>
            <a:ext cx="10382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6032"/>
          </a:bodyPr>
          <a:lstStyle xmlns:a="http://schemas.openxmlformats.org/drawingml/2006/main">
            <a:defPPr algn="l">
              <a:defRPr sz="3150" b="1">
                <a:solidFill>
                  <a:srgbClr val="F4F8FF"/>
                </a:solidFill>
                <a:latin typeface="Ubuntu Sans"/>
                <a:ea typeface="Ubuntu Sans"/>
                <a:cs typeface="Ubuntu Sans"/>
              </a:defRPr>
            </a:defPPr>
            <a:lvl1pPr algn="l">
              <a:defRPr sz="3150" b="1">
                <a:solidFill>
                  <a:srgbClr val="F4F8FF"/>
                </a:solidFill>
                <a:latin typeface="Ubuntu Sans"/>
                <a:ea typeface="Ubuntu Sans"/>
                <a:cs typeface="Ubuntu Sans"/>
              </a:defRPr>
            </a:lvl1pPr>
            <a:lvl2pPr algn="l">
              <a:defRPr sz="3150" b="1">
                <a:solidFill>
                  <a:srgbClr val="F4F8FF"/>
                </a:solidFill>
                <a:latin typeface="Ubuntu Sans"/>
                <a:ea typeface="Ubuntu Sans"/>
                <a:cs typeface="Ubuntu Sans"/>
              </a:defRPr>
            </a:lvl2pPr>
            <a:lvl3pPr algn="l">
              <a:defRPr sz="3150" b="1">
                <a:solidFill>
                  <a:srgbClr val="F4F8FF"/>
                </a:solidFill>
                <a:latin typeface="Ubuntu Sans"/>
                <a:ea typeface="Ubuntu Sans"/>
                <a:cs typeface="Ubuntu Sans"/>
              </a:defRPr>
            </a:lvl3pPr>
            <a:lvl4pPr algn="l">
              <a:defRPr sz="3150" b="1">
                <a:solidFill>
                  <a:srgbClr val="F4F8FF"/>
                </a:solidFill>
                <a:latin typeface="Ubuntu Sans"/>
                <a:ea typeface="Ubuntu Sans"/>
                <a:cs typeface="Ubuntu Sans"/>
              </a:defRPr>
            </a:lvl4pPr>
            <a:lvl5pPr algn="l">
              <a:defRPr sz="3150" b="1">
                <a:solidFill>
                  <a:srgbClr val="F4F8FF"/>
                </a:solidFill>
                <a:latin typeface="Ubuntu Sans"/>
                <a:ea typeface="Ubuntu Sans"/>
                <a:cs typeface="Ubuntu Sans"/>
              </a:defRPr>
            </a:lvl5pPr>
            <a:lvl6pPr algn="l">
              <a:defRPr sz="3150" b="1">
                <a:solidFill>
                  <a:srgbClr val="F4F8FF"/>
                </a:solidFill>
                <a:latin typeface="Ubuntu Sans"/>
                <a:ea typeface="Ubuntu Sans"/>
                <a:cs typeface="Ubuntu Sans"/>
              </a:defRPr>
            </a:lvl6pPr>
            <a:lvl7pPr algn="l">
              <a:defRPr sz="3150" b="1">
                <a:solidFill>
                  <a:srgbClr val="F4F8FF"/>
                </a:solidFill>
                <a:latin typeface="Ubuntu Sans"/>
                <a:ea typeface="Ubuntu Sans"/>
                <a:cs typeface="Ubuntu Sans"/>
              </a:defRPr>
            </a:lvl7pPr>
            <a:lvl8pPr algn="l">
              <a:defRPr sz="3150" b="1">
                <a:solidFill>
                  <a:srgbClr val="F4F8FF"/>
                </a:solidFill>
                <a:latin typeface="Ubuntu Sans"/>
                <a:ea typeface="Ubuntu Sans"/>
                <a:cs typeface="Ubuntu Sans"/>
              </a:defRPr>
            </a:lvl8pPr>
            <a:lvl9pPr algn="l">
              <a:defRPr sz="3150" b="1">
                <a:solidFill>
                  <a:srgbClr val="F4F8FF"/>
                </a:solidFill>
                <a:latin typeface="Ubuntu Sans"/>
                <a:ea typeface="Ubuntu Sans"/>
                <a:cs typeface="Ubuntu Sans"/>
              </a:defRPr>
            </a:lvl9pPr>
          </a:lstStyle>
          <a:p xmlns:a="http://schemas.openxmlformats.org/drawingml/2006/main">
            <a:pPr algn="l">
              <a:defRPr sz="3150" b="1">
                <a:solidFill>
                  <a:srgbClr val="F4F8FF"/>
                </a:solidFill>
                <a:latin typeface="Ubuntu Sans"/>
                <a:ea typeface="Ubuntu Sans"/>
                <a:cs typeface="Ubuntu Sans"/>
              </a:defRPr>
            </a:pPr>
            <a:r>
              <a:rPr sz="3150" b="1">
                <a:solidFill>
                  <a:srgbClr val="F4F8FF"/>
                </a:solidFill>
                <a:latin typeface="Ubuntu Sans"/>
                <a:ea typeface="Ubuntu Sans"/>
                <a:cs typeface="Ubuntu Sans"/>
              </a:rPr>
              <a:t>A protected API request</a:t>
            </a:r>
          </a:p>
        </p:txBody>
      </p:sp>
      <p:sp>
        <p:nvSpPr>
          <p:cNvPr id="3" name="">
            <a:extLst xmlns:a="http://schemas.openxmlformats.org/drawingml/2006/main">
              <a:ext uri="{FF2B5EF4-FFF2-40B4-BE49-F238E27FC236}">
                <a16:creationId xmlns:a16="http://schemas.microsoft.com/office/drawing/2014/main" id="{05BD5081-FBE8-4F2A-B403-0360FA056236}"/>
              </a:ext>
            </a:extLst>
          </p:cNvPr>
          <p:cNvSpPr>
            <a:spLocks xmlns:a="http://schemas.openxmlformats.org/drawingml/2006/main" noGrp="1"/>
          </p:cNvSpPr>
          <p:nvPr/>
        </p:nvSpPr>
        <p:spPr>
          <a:xfrm xmlns:a="http://schemas.openxmlformats.org/drawingml/2006/main">
            <a:off x="11258550" y="419100"/>
            <a:ext cx="323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r">
              <a:defRPr sz="1050" b="1">
                <a:solidFill>
                  <a:srgbClr val="A9BCD0"/>
                </a:solidFill>
                <a:latin typeface="Ubuntu Sans"/>
                <a:ea typeface="Ubuntu Sans"/>
                <a:cs typeface="Ubuntu Sans"/>
              </a:defRPr>
            </a:defPPr>
            <a:lvl1pPr algn="r">
              <a:defRPr sz="1050" b="1">
                <a:solidFill>
                  <a:srgbClr val="A9BCD0"/>
                </a:solidFill>
                <a:latin typeface="Ubuntu Sans"/>
                <a:ea typeface="Ubuntu Sans"/>
                <a:cs typeface="Ubuntu Sans"/>
              </a:defRPr>
            </a:lvl1pPr>
            <a:lvl2pPr algn="r">
              <a:defRPr sz="1050" b="1">
                <a:solidFill>
                  <a:srgbClr val="A9BCD0"/>
                </a:solidFill>
                <a:latin typeface="Ubuntu Sans"/>
                <a:ea typeface="Ubuntu Sans"/>
                <a:cs typeface="Ubuntu Sans"/>
              </a:defRPr>
            </a:lvl2pPr>
            <a:lvl3pPr algn="r">
              <a:defRPr sz="1050" b="1">
                <a:solidFill>
                  <a:srgbClr val="A9BCD0"/>
                </a:solidFill>
                <a:latin typeface="Ubuntu Sans"/>
                <a:ea typeface="Ubuntu Sans"/>
                <a:cs typeface="Ubuntu Sans"/>
              </a:defRPr>
            </a:lvl3pPr>
            <a:lvl4pPr algn="r">
              <a:defRPr sz="1050" b="1">
                <a:solidFill>
                  <a:srgbClr val="A9BCD0"/>
                </a:solidFill>
                <a:latin typeface="Ubuntu Sans"/>
                <a:ea typeface="Ubuntu Sans"/>
                <a:cs typeface="Ubuntu Sans"/>
              </a:defRPr>
            </a:lvl4pPr>
            <a:lvl5pPr algn="r">
              <a:defRPr sz="1050" b="1">
                <a:solidFill>
                  <a:srgbClr val="A9BCD0"/>
                </a:solidFill>
                <a:latin typeface="Ubuntu Sans"/>
                <a:ea typeface="Ubuntu Sans"/>
                <a:cs typeface="Ubuntu Sans"/>
              </a:defRPr>
            </a:lvl5pPr>
            <a:lvl6pPr algn="r">
              <a:defRPr sz="1050" b="1">
                <a:solidFill>
                  <a:srgbClr val="A9BCD0"/>
                </a:solidFill>
                <a:latin typeface="Ubuntu Sans"/>
                <a:ea typeface="Ubuntu Sans"/>
                <a:cs typeface="Ubuntu Sans"/>
              </a:defRPr>
            </a:lvl6pPr>
            <a:lvl7pPr algn="r">
              <a:defRPr sz="1050" b="1">
                <a:solidFill>
                  <a:srgbClr val="A9BCD0"/>
                </a:solidFill>
                <a:latin typeface="Ubuntu Sans"/>
                <a:ea typeface="Ubuntu Sans"/>
                <a:cs typeface="Ubuntu Sans"/>
              </a:defRPr>
            </a:lvl7pPr>
            <a:lvl8pPr algn="r">
              <a:defRPr sz="1050" b="1">
                <a:solidFill>
                  <a:srgbClr val="A9BCD0"/>
                </a:solidFill>
                <a:latin typeface="Ubuntu Sans"/>
                <a:ea typeface="Ubuntu Sans"/>
                <a:cs typeface="Ubuntu Sans"/>
              </a:defRPr>
            </a:lvl8pPr>
            <a:lvl9pPr algn="r">
              <a:defRPr sz="1050" b="1">
                <a:solidFill>
                  <a:srgbClr val="A9BCD0"/>
                </a:solidFill>
                <a:latin typeface="Ubuntu Sans"/>
                <a:ea typeface="Ubuntu Sans"/>
                <a:cs typeface="Ubuntu Sans"/>
              </a:defRPr>
            </a:lvl9pPr>
          </a:lstStyle>
          <a:p xmlns:a="http://schemas.openxmlformats.org/drawingml/2006/main">
            <a:pPr algn="r">
              <a:defRPr sz="1050" b="1">
                <a:solidFill>
                  <a:srgbClr val="A9BCD0"/>
                </a:solidFill>
                <a:latin typeface="Ubuntu Sans"/>
                <a:ea typeface="Ubuntu Sans"/>
                <a:cs typeface="Ubuntu Sans"/>
              </a:defRPr>
            </a:pPr>
            <a:r>
              <a:rPr sz="1050" b="1">
                <a:solidFill>
                  <a:srgbClr val="A9BCD0"/>
                </a:solidFill>
                <a:latin typeface="Ubuntu Sans"/>
                <a:ea typeface="Ubuntu Sans"/>
                <a:cs typeface="Ubuntu Sans"/>
              </a:rPr>
              <a:t>05</a:t>
            </a:r>
          </a:p>
        </p:txBody>
      </p:sp>
      <p:sp>
        <p:nvSpPr>
          <p:cNvPr id="4" name="">
            <a:extLst xmlns:a="http://schemas.openxmlformats.org/drawingml/2006/main">
              <a:ext uri="{FF2B5EF4-FFF2-40B4-BE49-F238E27FC236}">
                <a16:creationId xmlns:a16="http://schemas.microsoft.com/office/drawing/2014/main" id="{B6CB8723-8100-46A1-905B-AC8CF512CD03}"/>
              </a:ext>
            </a:extLst>
          </p:cNvPr>
          <p:cNvSpPr>
            <a:spLocks xmlns:a="http://schemas.openxmlformats.org/drawingml/2006/main" noGrp="1"/>
          </p:cNvSpPr>
          <p:nvPr/>
        </p:nvSpPr>
        <p:spPr>
          <a:xfrm xmlns:a="http://schemas.openxmlformats.org/drawingml/2006/main">
            <a:off x="609600" y="1219200"/>
            <a:ext cx="10972800" cy="0"/>
          </a:xfrm>
          <a:prstGeom xmlns:a="http://schemas.openxmlformats.org/drawingml/2006/main" prst="line">
            <a:avLst/>
          </a:prstGeom>
          <a:noFill xmlns:a="http://schemas.openxmlformats.org/drawingml/2006/main"/>
          <a:ln xmlns:a="http://schemas.openxmlformats.org/drawingml/2006/main" w="9525">
            <a:solidFill>
              <a:srgbClr val="2B4563"/>
            </a:solidFill>
            <a:prstDash val="solid"/>
          </a:ln>
        </p:spPr>
      </p:sp>
      <p:sp>
        <p:nvSpPr>
          <p:cNvPr id="5" name="">
            <a:extLst xmlns:a="http://schemas.openxmlformats.org/drawingml/2006/main">
              <a:ext uri="{FF2B5EF4-FFF2-40B4-BE49-F238E27FC236}">
                <a16:creationId xmlns:a16="http://schemas.microsoft.com/office/drawing/2014/main" id="{0BF88085-C98C-499C-A7C7-5C83353F6C21}"/>
              </a:ext>
            </a:extLst>
          </p:cNvPr>
          <p:cNvSpPr>
            <a:spLocks xmlns:a="http://schemas.openxmlformats.org/drawingml/2006/main" noGrp="1"/>
          </p:cNvSpPr>
          <p:nvPr/>
        </p:nvSpPr>
        <p:spPr>
          <a:xfrm xmlns:a="http://schemas.openxmlformats.org/drawingml/2006/main">
            <a:off x="609600" y="1390650"/>
            <a:ext cx="9525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8889"/>
          </a:bodyPr>
          <a:lstStyle xmlns:a="http://schemas.openxmlformats.org/drawingml/2006/main">
            <a:defPPr algn="l">
              <a:defRPr sz="1575" b="0">
                <a:solidFill>
                  <a:srgbClr val="A9BCD0"/>
                </a:solidFill>
                <a:latin typeface="Ubuntu Sans"/>
                <a:ea typeface="Ubuntu Sans"/>
                <a:cs typeface="Ubuntu Sans"/>
              </a:defRPr>
            </a:defPPr>
            <a:lvl1pPr algn="l">
              <a:defRPr sz="1575" b="0">
                <a:solidFill>
                  <a:srgbClr val="A9BCD0"/>
                </a:solidFill>
                <a:latin typeface="Ubuntu Sans"/>
                <a:ea typeface="Ubuntu Sans"/>
                <a:cs typeface="Ubuntu Sans"/>
              </a:defRPr>
            </a:lvl1pPr>
            <a:lvl2pPr algn="l">
              <a:defRPr sz="1575" b="0">
                <a:solidFill>
                  <a:srgbClr val="A9BCD0"/>
                </a:solidFill>
                <a:latin typeface="Ubuntu Sans"/>
                <a:ea typeface="Ubuntu Sans"/>
                <a:cs typeface="Ubuntu Sans"/>
              </a:defRPr>
            </a:lvl2pPr>
            <a:lvl3pPr algn="l">
              <a:defRPr sz="1575" b="0">
                <a:solidFill>
                  <a:srgbClr val="A9BCD0"/>
                </a:solidFill>
                <a:latin typeface="Ubuntu Sans"/>
                <a:ea typeface="Ubuntu Sans"/>
                <a:cs typeface="Ubuntu Sans"/>
              </a:defRPr>
            </a:lvl3pPr>
            <a:lvl4pPr algn="l">
              <a:defRPr sz="1575" b="0">
                <a:solidFill>
                  <a:srgbClr val="A9BCD0"/>
                </a:solidFill>
                <a:latin typeface="Ubuntu Sans"/>
                <a:ea typeface="Ubuntu Sans"/>
                <a:cs typeface="Ubuntu Sans"/>
              </a:defRPr>
            </a:lvl4pPr>
            <a:lvl5pPr algn="l">
              <a:defRPr sz="1575" b="0">
                <a:solidFill>
                  <a:srgbClr val="A9BCD0"/>
                </a:solidFill>
                <a:latin typeface="Ubuntu Sans"/>
                <a:ea typeface="Ubuntu Sans"/>
                <a:cs typeface="Ubuntu Sans"/>
              </a:defRPr>
            </a:lvl5pPr>
            <a:lvl6pPr algn="l">
              <a:defRPr sz="1575" b="0">
                <a:solidFill>
                  <a:srgbClr val="A9BCD0"/>
                </a:solidFill>
                <a:latin typeface="Ubuntu Sans"/>
                <a:ea typeface="Ubuntu Sans"/>
                <a:cs typeface="Ubuntu Sans"/>
              </a:defRPr>
            </a:lvl6pPr>
            <a:lvl7pPr algn="l">
              <a:defRPr sz="1575" b="0">
                <a:solidFill>
                  <a:srgbClr val="A9BCD0"/>
                </a:solidFill>
                <a:latin typeface="Ubuntu Sans"/>
                <a:ea typeface="Ubuntu Sans"/>
                <a:cs typeface="Ubuntu Sans"/>
              </a:defRPr>
            </a:lvl7pPr>
            <a:lvl8pPr algn="l">
              <a:defRPr sz="1575" b="0">
                <a:solidFill>
                  <a:srgbClr val="A9BCD0"/>
                </a:solidFill>
                <a:latin typeface="Ubuntu Sans"/>
                <a:ea typeface="Ubuntu Sans"/>
                <a:cs typeface="Ubuntu Sans"/>
              </a:defRPr>
            </a:lvl8pPr>
            <a:lvl9pPr algn="l">
              <a:defRPr sz="1575" b="0">
                <a:solidFill>
                  <a:srgbClr val="A9BCD0"/>
                </a:solidFill>
                <a:latin typeface="Ubuntu Sans"/>
                <a:ea typeface="Ubuntu Sans"/>
                <a:cs typeface="Ubuntu Sans"/>
              </a:defRPr>
            </a:lvl9pPr>
          </a:lstStyle>
          <a:p xmlns:a="http://schemas.openxmlformats.org/drawingml/2006/main">
            <a:pPr algn="l">
              <a:defRPr sz="1575" b="0">
                <a:solidFill>
                  <a:srgbClr val="A9BCD0"/>
                </a:solidFill>
                <a:latin typeface="Ubuntu Sans"/>
                <a:ea typeface="Ubuntu Sans"/>
                <a:cs typeface="Ubuntu Sans"/>
              </a:defRPr>
            </a:pPr>
            <a:r>
              <a:rPr sz="1575" b="0">
                <a:solidFill>
                  <a:srgbClr val="A9BCD0"/>
                </a:solidFill>
                <a:latin typeface="Ubuntu Sans"/>
                <a:ea typeface="Ubuntu Sans"/>
                <a:cs typeface="Ubuntu Sans"/>
              </a:rPr>
              <a:t>Every request passes through the same security and validation boundary.</a:t>
            </a:r>
          </a:p>
        </p:txBody>
      </p:sp>
      <p:sp>
        <p:nvSpPr>
          <p:cNvPr id="6" name="">
            <a:extLst xmlns:a="http://schemas.openxmlformats.org/drawingml/2006/main">
              <a:ext uri="{FF2B5EF4-FFF2-40B4-BE49-F238E27FC236}">
                <a16:creationId xmlns:a16="http://schemas.microsoft.com/office/drawing/2014/main" id="{5E1AFC3C-D7FA-4CDC-BD35-CB276018A122}"/>
              </a:ext>
            </a:extLst>
          </p:cNvPr>
          <p:cNvSpPr>
            <a:spLocks xmlns:a="http://schemas.openxmlformats.org/drawingml/2006/main" noGrp="1"/>
          </p:cNvSpPr>
          <p:nvPr/>
        </p:nvSpPr>
        <p:spPr>
          <a:xfrm xmlns:a="http://schemas.openxmlformats.org/drawingml/2006/main">
            <a:off x="609600" y="2000250"/>
            <a:ext cx="3257550" cy="895350"/>
          </a:xfrm>
          <a:prstGeom xmlns:a="http://schemas.openxmlformats.org/drawingml/2006/main" prst="roundRect">
            <a:avLst>
              <a:gd name="adj" fmla="val 12766"/>
            </a:avLst>
          </a:prstGeom>
          <a:solidFill xmlns:a="http://schemas.openxmlformats.org/drawingml/2006/main">
            <a:srgbClr val="10223A"/>
          </a:solidFill>
          <a:ln xmlns:a="http://schemas.openxmlformats.org/drawingml/2006/main" w="11430">
            <a:solidFill>
              <a:srgbClr val="2B4563"/>
            </a:solidFill>
            <a:prstDash val="solid"/>
          </a:ln>
        </p:spPr>
      </p:sp>
      <p:sp>
        <p:nvSpPr>
          <p:cNvPr id="7" name="">
            <a:extLst xmlns:a="http://schemas.openxmlformats.org/drawingml/2006/main">
              <a:ext uri="{FF2B5EF4-FFF2-40B4-BE49-F238E27FC236}">
                <a16:creationId xmlns:a16="http://schemas.microsoft.com/office/drawing/2014/main" id="{AC54D475-F1D7-4C29-BCD2-4917AA239520}"/>
              </a:ext>
            </a:extLst>
          </p:cNvPr>
          <p:cNvSpPr>
            <a:spLocks xmlns:a="http://schemas.openxmlformats.org/drawingml/2006/main" noGrp="1"/>
          </p:cNvSpPr>
          <p:nvPr/>
        </p:nvSpPr>
        <p:spPr>
          <a:xfrm xmlns:a="http://schemas.openxmlformats.org/drawingml/2006/main">
            <a:off x="762000" y="2171700"/>
            <a:ext cx="438150" cy="438150"/>
          </a:xfrm>
          <a:prstGeom xmlns:a="http://schemas.openxmlformats.org/drawingml/2006/main" prst="ellipse">
            <a:avLst/>
          </a:prstGeom>
          <a:solidFill xmlns:a="http://schemas.openxmlformats.org/drawingml/2006/main">
            <a:srgbClr val="2FD6D3"/>
          </a:solidFill>
          <a:ln xmlns:a="http://schemas.openxmlformats.org/drawingml/2006/main" w="11430">
            <a:solidFill>
              <a:srgbClr val="2FD6D3"/>
            </a:solidFill>
            <a:prstDash val="solid"/>
          </a:ln>
        </p:spPr>
      </p:sp>
      <p:sp>
        <p:nvSpPr>
          <p:cNvPr id="8" name="">
            <a:extLst xmlns:a="http://schemas.openxmlformats.org/drawingml/2006/main">
              <a:ext uri="{FF2B5EF4-FFF2-40B4-BE49-F238E27FC236}">
                <a16:creationId xmlns:a16="http://schemas.microsoft.com/office/drawing/2014/main" id="{6AA6380C-0440-4466-90E9-62060A5FF87D}"/>
              </a:ext>
            </a:extLst>
          </p:cNvPr>
          <p:cNvSpPr>
            <a:spLocks xmlns:a="http://schemas.openxmlformats.org/drawingml/2006/main" noGrp="1"/>
          </p:cNvSpPr>
          <p:nvPr/>
        </p:nvSpPr>
        <p:spPr>
          <a:xfrm xmlns:a="http://schemas.openxmlformats.org/drawingml/2006/main">
            <a:off x="762000" y="2171700"/>
            <a:ext cx="4381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ctr">
              <a:defRPr sz="1575" b="1">
                <a:solidFill>
                  <a:srgbClr val="07111F"/>
                </a:solidFill>
                <a:latin typeface="Ubuntu Sans"/>
                <a:ea typeface="Ubuntu Sans"/>
                <a:cs typeface="Ubuntu Sans"/>
              </a:defRPr>
            </a:defPPr>
            <a:lvl1pPr algn="ctr">
              <a:defRPr sz="1575" b="1">
                <a:solidFill>
                  <a:srgbClr val="07111F"/>
                </a:solidFill>
                <a:latin typeface="Ubuntu Sans"/>
                <a:ea typeface="Ubuntu Sans"/>
                <a:cs typeface="Ubuntu Sans"/>
              </a:defRPr>
            </a:lvl1pPr>
            <a:lvl2pPr algn="ctr">
              <a:defRPr sz="1575" b="1">
                <a:solidFill>
                  <a:srgbClr val="07111F"/>
                </a:solidFill>
                <a:latin typeface="Ubuntu Sans"/>
                <a:ea typeface="Ubuntu Sans"/>
                <a:cs typeface="Ubuntu Sans"/>
              </a:defRPr>
            </a:lvl2pPr>
            <a:lvl3pPr algn="ctr">
              <a:defRPr sz="1575" b="1">
                <a:solidFill>
                  <a:srgbClr val="07111F"/>
                </a:solidFill>
                <a:latin typeface="Ubuntu Sans"/>
                <a:ea typeface="Ubuntu Sans"/>
                <a:cs typeface="Ubuntu Sans"/>
              </a:defRPr>
            </a:lvl3pPr>
            <a:lvl4pPr algn="ctr">
              <a:defRPr sz="1575" b="1">
                <a:solidFill>
                  <a:srgbClr val="07111F"/>
                </a:solidFill>
                <a:latin typeface="Ubuntu Sans"/>
                <a:ea typeface="Ubuntu Sans"/>
                <a:cs typeface="Ubuntu Sans"/>
              </a:defRPr>
            </a:lvl4pPr>
            <a:lvl5pPr algn="ctr">
              <a:defRPr sz="1575" b="1">
                <a:solidFill>
                  <a:srgbClr val="07111F"/>
                </a:solidFill>
                <a:latin typeface="Ubuntu Sans"/>
                <a:ea typeface="Ubuntu Sans"/>
                <a:cs typeface="Ubuntu Sans"/>
              </a:defRPr>
            </a:lvl5pPr>
            <a:lvl6pPr algn="ctr">
              <a:defRPr sz="1575" b="1">
                <a:solidFill>
                  <a:srgbClr val="07111F"/>
                </a:solidFill>
                <a:latin typeface="Ubuntu Sans"/>
                <a:ea typeface="Ubuntu Sans"/>
                <a:cs typeface="Ubuntu Sans"/>
              </a:defRPr>
            </a:lvl6pPr>
            <a:lvl7pPr algn="ctr">
              <a:defRPr sz="1575" b="1">
                <a:solidFill>
                  <a:srgbClr val="07111F"/>
                </a:solidFill>
                <a:latin typeface="Ubuntu Sans"/>
                <a:ea typeface="Ubuntu Sans"/>
                <a:cs typeface="Ubuntu Sans"/>
              </a:defRPr>
            </a:lvl7pPr>
            <a:lvl8pPr algn="ctr">
              <a:defRPr sz="1575" b="1">
                <a:solidFill>
                  <a:srgbClr val="07111F"/>
                </a:solidFill>
                <a:latin typeface="Ubuntu Sans"/>
                <a:ea typeface="Ubuntu Sans"/>
                <a:cs typeface="Ubuntu Sans"/>
              </a:defRPr>
            </a:lvl8pPr>
            <a:lvl9pPr algn="ctr">
              <a:defRPr sz="1575" b="1">
                <a:solidFill>
                  <a:srgbClr val="07111F"/>
                </a:solidFill>
                <a:latin typeface="Ubuntu Sans"/>
                <a:ea typeface="Ubuntu Sans"/>
                <a:cs typeface="Ubuntu Sans"/>
              </a:defRPr>
            </a:lvl9pPr>
          </a:lstStyle>
          <a:p xmlns:a="http://schemas.openxmlformats.org/drawingml/2006/main">
            <a:pPr algn="ctr">
              <a:defRPr sz="1575" b="1">
                <a:solidFill>
                  <a:srgbClr val="07111F"/>
                </a:solidFill>
                <a:latin typeface="Ubuntu Sans"/>
                <a:ea typeface="Ubuntu Sans"/>
                <a:cs typeface="Ubuntu Sans"/>
              </a:defRPr>
            </a:pPr>
            <a:r>
              <a:rPr sz="1575" b="1">
                <a:solidFill>
                  <a:srgbClr val="07111F"/>
                </a:solidFill>
                <a:latin typeface="Ubuntu Sans"/>
                <a:ea typeface="Ubuntu Sans"/>
                <a:cs typeface="Ubuntu Sans"/>
              </a:rPr>
              <a:t>1</a:t>
            </a:r>
          </a:p>
        </p:txBody>
      </p:sp>
      <p:sp>
        <p:nvSpPr>
          <p:cNvPr id="9" name="">
            <a:extLst xmlns:a="http://schemas.openxmlformats.org/drawingml/2006/main">
              <a:ext uri="{FF2B5EF4-FFF2-40B4-BE49-F238E27FC236}">
                <a16:creationId xmlns:a16="http://schemas.microsoft.com/office/drawing/2014/main" id="{BAEF5B77-F201-4309-93B0-85348FB84604}"/>
              </a:ext>
            </a:extLst>
          </p:cNvPr>
          <p:cNvSpPr>
            <a:spLocks xmlns:a="http://schemas.openxmlformats.org/drawingml/2006/main" noGrp="1"/>
          </p:cNvSpPr>
          <p:nvPr/>
        </p:nvSpPr>
        <p:spPr>
          <a:xfrm xmlns:a="http://schemas.openxmlformats.org/drawingml/2006/main">
            <a:off x="1333500" y="2114550"/>
            <a:ext cx="2400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000"/>
          </a:bodyPr>
          <a:lstStyle xmlns:a="http://schemas.openxmlformats.org/drawingml/2006/main">
            <a:defPPr algn="l">
              <a:defRPr sz="1500" b="1">
                <a:solidFill>
                  <a:srgbClr val="F4F8FF"/>
                </a:solidFill>
                <a:latin typeface="Ubuntu Sans"/>
                <a:ea typeface="Ubuntu Sans"/>
                <a:cs typeface="Ubuntu Sans"/>
              </a:defRPr>
            </a:defPPr>
            <a:lvl1pPr algn="l">
              <a:defRPr sz="1500" b="1">
                <a:solidFill>
                  <a:srgbClr val="F4F8FF"/>
                </a:solidFill>
                <a:latin typeface="Ubuntu Sans"/>
                <a:ea typeface="Ubuntu Sans"/>
                <a:cs typeface="Ubuntu Sans"/>
              </a:defRPr>
            </a:lvl1pPr>
            <a:lvl2pPr algn="l">
              <a:defRPr sz="1500" b="1">
                <a:solidFill>
                  <a:srgbClr val="F4F8FF"/>
                </a:solidFill>
                <a:latin typeface="Ubuntu Sans"/>
                <a:ea typeface="Ubuntu Sans"/>
                <a:cs typeface="Ubuntu Sans"/>
              </a:defRPr>
            </a:lvl2pPr>
            <a:lvl3pPr algn="l">
              <a:defRPr sz="1500" b="1">
                <a:solidFill>
                  <a:srgbClr val="F4F8FF"/>
                </a:solidFill>
                <a:latin typeface="Ubuntu Sans"/>
                <a:ea typeface="Ubuntu Sans"/>
                <a:cs typeface="Ubuntu Sans"/>
              </a:defRPr>
            </a:lvl3pPr>
            <a:lvl4pPr algn="l">
              <a:defRPr sz="1500" b="1">
                <a:solidFill>
                  <a:srgbClr val="F4F8FF"/>
                </a:solidFill>
                <a:latin typeface="Ubuntu Sans"/>
                <a:ea typeface="Ubuntu Sans"/>
                <a:cs typeface="Ubuntu Sans"/>
              </a:defRPr>
            </a:lvl4pPr>
            <a:lvl5pPr algn="l">
              <a:defRPr sz="1500" b="1">
                <a:solidFill>
                  <a:srgbClr val="F4F8FF"/>
                </a:solidFill>
                <a:latin typeface="Ubuntu Sans"/>
                <a:ea typeface="Ubuntu Sans"/>
                <a:cs typeface="Ubuntu Sans"/>
              </a:defRPr>
            </a:lvl5pPr>
            <a:lvl6pPr algn="l">
              <a:defRPr sz="1500" b="1">
                <a:solidFill>
                  <a:srgbClr val="F4F8FF"/>
                </a:solidFill>
                <a:latin typeface="Ubuntu Sans"/>
                <a:ea typeface="Ubuntu Sans"/>
                <a:cs typeface="Ubuntu Sans"/>
              </a:defRPr>
            </a:lvl6pPr>
            <a:lvl7pPr algn="l">
              <a:defRPr sz="1500" b="1">
                <a:solidFill>
                  <a:srgbClr val="F4F8FF"/>
                </a:solidFill>
                <a:latin typeface="Ubuntu Sans"/>
                <a:ea typeface="Ubuntu Sans"/>
                <a:cs typeface="Ubuntu Sans"/>
              </a:defRPr>
            </a:lvl7pPr>
            <a:lvl8pPr algn="l">
              <a:defRPr sz="1500" b="1">
                <a:solidFill>
                  <a:srgbClr val="F4F8FF"/>
                </a:solidFill>
                <a:latin typeface="Ubuntu Sans"/>
                <a:ea typeface="Ubuntu Sans"/>
                <a:cs typeface="Ubuntu Sans"/>
              </a:defRPr>
            </a:lvl8pPr>
            <a:lvl9pPr algn="l">
              <a:defRPr sz="1500" b="1">
                <a:solidFill>
                  <a:srgbClr val="F4F8FF"/>
                </a:solidFill>
                <a:latin typeface="Ubuntu Sans"/>
                <a:ea typeface="Ubuntu Sans"/>
                <a:cs typeface="Ubuntu Sans"/>
              </a:defRPr>
            </a:lvl9pPr>
          </a:lstStyle>
          <a:p xmlns:a="http://schemas.openxmlformats.org/drawingml/2006/main">
            <a:pPr algn="l">
              <a:defRPr sz="1500" b="1">
                <a:solidFill>
                  <a:srgbClr val="F4F8FF"/>
                </a:solidFill>
                <a:latin typeface="Ubuntu Sans"/>
                <a:ea typeface="Ubuntu Sans"/>
                <a:cs typeface="Ubuntu Sans"/>
              </a:defRPr>
            </a:pPr>
            <a:r>
              <a:rPr sz="1500" b="1">
                <a:solidFill>
                  <a:srgbClr val="F4F8FF"/>
                </a:solidFill>
                <a:latin typeface="Ubuntu Sans"/>
                <a:ea typeface="Ubuntu Sans"/>
                <a:cs typeface="Ubuntu Sans"/>
              </a:rPr>
              <a:t>Route</a:t>
            </a:r>
          </a:p>
        </p:txBody>
      </p:sp>
      <p:sp>
        <p:nvSpPr>
          <p:cNvPr id="10" name="">
            <a:extLst xmlns:a="http://schemas.openxmlformats.org/drawingml/2006/main">
              <a:ext uri="{FF2B5EF4-FFF2-40B4-BE49-F238E27FC236}">
                <a16:creationId xmlns:a16="http://schemas.microsoft.com/office/drawing/2014/main" id="{E728BF88-8936-4927-9806-02F99A28DB13}"/>
              </a:ext>
            </a:extLst>
          </p:cNvPr>
          <p:cNvSpPr>
            <a:spLocks xmlns:a="http://schemas.openxmlformats.org/drawingml/2006/main" noGrp="1"/>
          </p:cNvSpPr>
          <p:nvPr/>
        </p:nvSpPr>
        <p:spPr>
          <a:xfrm xmlns:a="http://schemas.openxmlformats.org/drawingml/2006/main">
            <a:off x="1333500" y="2419350"/>
            <a:ext cx="24003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050" b="0">
                <a:solidFill>
                  <a:srgbClr val="A9BCD0"/>
                </a:solidFill>
                <a:latin typeface="Ubuntu Sans"/>
                <a:ea typeface="Ubuntu Sans"/>
                <a:cs typeface="Ubuntu Sans"/>
              </a:defRPr>
            </a:defPPr>
            <a:lvl1pPr algn="l">
              <a:defRPr sz="1050" b="0">
                <a:solidFill>
                  <a:srgbClr val="A9BCD0"/>
                </a:solidFill>
                <a:latin typeface="Ubuntu Sans"/>
                <a:ea typeface="Ubuntu Sans"/>
                <a:cs typeface="Ubuntu Sans"/>
              </a:defRPr>
            </a:lvl1pPr>
            <a:lvl2pPr algn="l">
              <a:defRPr sz="1050" b="0">
                <a:solidFill>
                  <a:srgbClr val="A9BCD0"/>
                </a:solidFill>
                <a:latin typeface="Ubuntu Sans"/>
                <a:ea typeface="Ubuntu Sans"/>
                <a:cs typeface="Ubuntu Sans"/>
              </a:defRPr>
            </a:lvl2pPr>
            <a:lvl3pPr algn="l">
              <a:defRPr sz="1050" b="0">
                <a:solidFill>
                  <a:srgbClr val="A9BCD0"/>
                </a:solidFill>
                <a:latin typeface="Ubuntu Sans"/>
                <a:ea typeface="Ubuntu Sans"/>
                <a:cs typeface="Ubuntu Sans"/>
              </a:defRPr>
            </a:lvl3pPr>
            <a:lvl4pPr algn="l">
              <a:defRPr sz="1050" b="0">
                <a:solidFill>
                  <a:srgbClr val="A9BCD0"/>
                </a:solidFill>
                <a:latin typeface="Ubuntu Sans"/>
                <a:ea typeface="Ubuntu Sans"/>
                <a:cs typeface="Ubuntu Sans"/>
              </a:defRPr>
            </a:lvl4pPr>
            <a:lvl5pPr algn="l">
              <a:defRPr sz="1050" b="0">
                <a:solidFill>
                  <a:srgbClr val="A9BCD0"/>
                </a:solidFill>
                <a:latin typeface="Ubuntu Sans"/>
                <a:ea typeface="Ubuntu Sans"/>
                <a:cs typeface="Ubuntu Sans"/>
              </a:defRPr>
            </a:lvl5pPr>
            <a:lvl6pPr algn="l">
              <a:defRPr sz="1050" b="0">
                <a:solidFill>
                  <a:srgbClr val="A9BCD0"/>
                </a:solidFill>
                <a:latin typeface="Ubuntu Sans"/>
                <a:ea typeface="Ubuntu Sans"/>
                <a:cs typeface="Ubuntu Sans"/>
              </a:defRPr>
            </a:lvl6pPr>
            <a:lvl7pPr algn="l">
              <a:defRPr sz="1050" b="0">
                <a:solidFill>
                  <a:srgbClr val="A9BCD0"/>
                </a:solidFill>
                <a:latin typeface="Ubuntu Sans"/>
                <a:ea typeface="Ubuntu Sans"/>
                <a:cs typeface="Ubuntu Sans"/>
              </a:defRPr>
            </a:lvl7pPr>
            <a:lvl8pPr algn="l">
              <a:defRPr sz="1050" b="0">
                <a:solidFill>
                  <a:srgbClr val="A9BCD0"/>
                </a:solidFill>
                <a:latin typeface="Ubuntu Sans"/>
                <a:ea typeface="Ubuntu Sans"/>
                <a:cs typeface="Ubuntu Sans"/>
              </a:defRPr>
            </a:lvl8pPr>
            <a:lvl9pPr algn="l">
              <a:defRPr sz="1050" b="0">
                <a:solidFill>
                  <a:srgbClr val="A9BCD0"/>
                </a:solidFill>
                <a:latin typeface="Ubuntu Sans"/>
                <a:ea typeface="Ubuntu Sans"/>
                <a:cs typeface="Ubuntu Sans"/>
              </a:defRPr>
            </a:lvl9pPr>
          </a:lstStyle>
          <a:p xmlns:a="http://schemas.openxmlformats.org/drawingml/2006/main">
            <a:pPr algn="l">
              <a:defRPr sz="1050" b="0">
                <a:solidFill>
                  <a:srgbClr val="A9BCD0"/>
                </a:solidFill>
                <a:latin typeface="Ubuntu Sans"/>
                <a:ea typeface="Ubuntu Sans"/>
                <a:cs typeface="Ubuntu Sans"/>
              </a:defRPr>
            </a:pPr>
            <a:r>
              <a:rPr sz="1050" b="0">
                <a:solidFill>
                  <a:srgbClr val="A9BCD0"/>
                </a:solidFill>
                <a:latin typeface="Ubuntu Sans"/>
                <a:ea typeface="Ubuntu Sans"/>
                <a:cs typeface="Ubuntu Sans"/>
              </a:rPr>
              <a:t>FastAPI matches the endpoint</a:t>
            </a:r>
          </a:p>
        </p:txBody>
      </p:sp>
      <p:sp>
        <p:nvSpPr>
          <p:cNvPr id="11" name="">
            <a:extLst xmlns:a="http://schemas.openxmlformats.org/drawingml/2006/main">
              <a:ext uri="{FF2B5EF4-FFF2-40B4-BE49-F238E27FC236}">
                <a16:creationId xmlns:a16="http://schemas.microsoft.com/office/drawing/2014/main" id="{E96971A3-DA46-4C1E-AB8E-918C685E1AA9}"/>
              </a:ext>
            </a:extLst>
          </p:cNvPr>
          <p:cNvSpPr>
            <a:spLocks xmlns:a="http://schemas.openxmlformats.org/drawingml/2006/main" noGrp="1"/>
          </p:cNvSpPr>
          <p:nvPr/>
        </p:nvSpPr>
        <p:spPr>
          <a:xfrm xmlns:a="http://schemas.openxmlformats.org/drawingml/2006/main">
            <a:off x="3867150" y="2438400"/>
            <a:ext cx="419100" cy="0"/>
          </a:xfrm>
          <a:prstGeom xmlns:a="http://schemas.openxmlformats.org/drawingml/2006/main" prst="line">
            <a:avLst/>
          </a:prstGeom>
          <a:noFill xmlns:a="http://schemas.openxmlformats.org/drawingml/2006/main"/>
          <a:ln xmlns:a="http://schemas.openxmlformats.org/drawingml/2006/main" w="19050">
            <a:solidFill>
              <a:srgbClr val="2B4563"/>
            </a:solidFill>
            <a:prstDash val="solid"/>
          </a:ln>
        </p:spPr>
      </p:sp>
      <p:sp>
        <p:nvSpPr>
          <p:cNvPr id="12" name="">
            <a:extLst xmlns:a="http://schemas.openxmlformats.org/drawingml/2006/main">
              <a:ext uri="{FF2B5EF4-FFF2-40B4-BE49-F238E27FC236}">
                <a16:creationId xmlns:a16="http://schemas.microsoft.com/office/drawing/2014/main" id="{D0ED2153-93FC-4993-81F6-0A850D12BFFA}"/>
              </a:ext>
            </a:extLst>
          </p:cNvPr>
          <p:cNvSpPr>
            <a:spLocks xmlns:a="http://schemas.openxmlformats.org/drawingml/2006/main" noGrp="1"/>
          </p:cNvSpPr>
          <p:nvPr/>
        </p:nvSpPr>
        <p:spPr>
          <a:xfrm xmlns:a="http://schemas.openxmlformats.org/drawingml/2006/main">
            <a:off x="4286250" y="2000250"/>
            <a:ext cx="3257550" cy="895350"/>
          </a:xfrm>
          <a:prstGeom xmlns:a="http://schemas.openxmlformats.org/drawingml/2006/main" prst="roundRect">
            <a:avLst>
              <a:gd name="adj" fmla="val 12766"/>
            </a:avLst>
          </a:prstGeom>
          <a:solidFill xmlns:a="http://schemas.openxmlformats.org/drawingml/2006/main">
            <a:srgbClr val="10223A"/>
          </a:solidFill>
          <a:ln xmlns:a="http://schemas.openxmlformats.org/drawingml/2006/main" w="11430">
            <a:solidFill>
              <a:srgbClr val="2B4563"/>
            </a:solidFill>
            <a:prstDash val="solid"/>
          </a:ln>
        </p:spPr>
      </p:sp>
      <p:sp>
        <p:nvSpPr>
          <p:cNvPr id="13" name="">
            <a:extLst xmlns:a="http://schemas.openxmlformats.org/drawingml/2006/main">
              <a:ext uri="{FF2B5EF4-FFF2-40B4-BE49-F238E27FC236}">
                <a16:creationId xmlns:a16="http://schemas.microsoft.com/office/drawing/2014/main" id="{6B20BDD6-19EE-4EBE-B099-2E99A276D5E3}"/>
              </a:ext>
            </a:extLst>
          </p:cNvPr>
          <p:cNvSpPr>
            <a:spLocks xmlns:a="http://schemas.openxmlformats.org/drawingml/2006/main" noGrp="1"/>
          </p:cNvSpPr>
          <p:nvPr/>
        </p:nvSpPr>
        <p:spPr>
          <a:xfrm xmlns:a="http://schemas.openxmlformats.org/drawingml/2006/main">
            <a:off x="4438650" y="2171700"/>
            <a:ext cx="438150" cy="438150"/>
          </a:xfrm>
          <a:prstGeom xmlns:a="http://schemas.openxmlformats.org/drawingml/2006/main" prst="ellipse">
            <a:avLst/>
          </a:prstGeom>
          <a:solidFill xmlns:a="http://schemas.openxmlformats.org/drawingml/2006/main">
            <a:srgbClr val="8A7CFF"/>
          </a:solidFill>
          <a:ln xmlns:a="http://schemas.openxmlformats.org/drawingml/2006/main" w="11430">
            <a:solidFill>
              <a:srgbClr val="8A7CFF"/>
            </a:solidFill>
            <a:prstDash val="solid"/>
          </a:ln>
        </p:spPr>
      </p:sp>
      <p:sp>
        <p:nvSpPr>
          <p:cNvPr id="14" name="">
            <a:extLst xmlns:a="http://schemas.openxmlformats.org/drawingml/2006/main">
              <a:ext uri="{FF2B5EF4-FFF2-40B4-BE49-F238E27FC236}">
                <a16:creationId xmlns:a16="http://schemas.microsoft.com/office/drawing/2014/main" id="{850CC4F5-E574-4C80-8AC9-55EC53C8AE31}"/>
              </a:ext>
            </a:extLst>
          </p:cNvPr>
          <p:cNvSpPr>
            <a:spLocks xmlns:a="http://schemas.openxmlformats.org/drawingml/2006/main" noGrp="1"/>
          </p:cNvSpPr>
          <p:nvPr/>
        </p:nvSpPr>
        <p:spPr>
          <a:xfrm xmlns:a="http://schemas.openxmlformats.org/drawingml/2006/main">
            <a:off x="4438650" y="2171700"/>
            <a:ext cx="4381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ctr">
              <a:defRPr sz="1575" b="1">
                <a:solidFill>
                  <a:srgbClr val="07111F"/>
                </a:solidFill>
                <a:latin typeface="Ubuntu Sans"/>
                <a:ea typeface="Ubuntu Sans"/>
                <a:cs typeface="Ubuntu Sans"/>
              </a:defRPr>
            </a:defPPr>
            <a:lvl1pPr algn="ctr">
              <a:defRPr sz="1575" b="1">
                <a:solidFill>
                  <a:srgbClr val="07111F"/>
                </a:solidFill>
                <a:latin typeface="Ubuntu Sans"/>
                <a:ea typeface="Ubuntu Sans"/>
                <a:cs typeface="Ubuntu Sans"/>
              </a:defRPr>
            </a:lvl1pPr>
            <a:lvl2pPr algn="ctr">
              <a:defRPr sz="1575" b="1">
                <a:solidFill>
                  <a:srgbClr val="07111F"/>
                </a:solidFill>
                <a:latin typeface="Ubuntu Sans"/>
                <a:ea typeface="Ubuntu Sans"/>
                <a:cs typeface="Ubuntu Sans"/>
              </a:defRPr>
            </a:lvl2pPr>
            <a:lvl3pPr algn="ctr">
              <a:defRPr sz="1575" b="1">
                <a:solidFill>
                  <a:srgbClr val="07111F"/>
                </a:solidFill>
                <a:latin typeface="Ubuntu Sans"/>
                <a:ea typeface="Ubuntu Sans"/>
                <a:cs typeface="Ubuntu Sans"/>
              </a:defRPr>
            </a:lvl3pPr>
            <a:lvl4pPr algn="ctr">
              <a:defRPr sz="1575" b="1">
                <a:solidFill>
                  <a:srgbClr val="07111F"/>
                </a:solidFill>
                <a:latin typeface="Ubuntu Sans"/>
                <a:ea typeface="Ubuntu Sans"/>
                <a:cs typeface="Ubuntu Sans"/>
              </a:defRPr>
            </a:lvl4pPr>
            <a:lvl5pPr algn="ctr">
              <a:defRPr sz="1575" b="1">
                <a:solidFill>
                  <a:srgbClr val="07111F"/>
                </a:solidFill>
                <a:latin typeface="Ubuntu Sans"/>
                <a:ea typeface="Ubuntu Sans"/>
                <a:cs typeface="Ubuntu Sans"/>
              </a:defRPr>
            </a:lvl5pPr>
            <a:lvl6pPr algn="ctr">
              <a:defRPr sz="1575" b="1">
                <a:solidFill>
                  <a:srgbClr val="07111F"/>
                </a:solidFill>
                <a:latin typeface="Ubuntu Sans"/>
                <a:ea typeface="Ubuntu Sans"/>
                <a:cs typeface="Ubuntu Sans"/>
              </a:defRPr>
            </a:lvl6pPr>
            <a:lvl7pPr algn="ctr">
              <a:defRPr sz="1575" b="1">
                <a:solidFill>
                  <a:srgbClr val="07111F"/>
                </a:solidFill>
                <a:latin typeface="Ubuntu Sans"/>
                <a:ea typeface="Ubuntu Sans"/>
                <a:cs typeface="Ubuntu Sans"/>
              </a:defRPr>
            </a:lvl7pPr>
            <a:lvl8pPr algn="ctr">
              <a:defRPr sz="1575" b="1">
                <a:solidFill>
                  <a:srgbClr val="07111F"/>
                </a:solidFill>
                <a:latin typeface="Ubuntu Sans"/>
                <a:ea typeface="Ubuntu Sans"/>
                <a:cs typeface="Ubuntu Sans"/>
              </a:defRPr>
            </a:lvl8pPr>
            <a:lvl9pPr algn="ctr">
              <a:defRPr sz="1575" b="1">
                <a:solidFill>
                  <a:srgbClr val="07111F"/>
                </a:solidFill>
                <a:latin typeface="Ubuntu Sans"/>
                <a:ea typeface="Ubuntu Sans"/>
                <a:cs typeface="Ubuntu Sans"/>
              </a:defRPr>
            </a:lvl9pPr>
          </a:lstStyle>
          <a:p xmlns:a="http://schemas.openxmlformats.org/drawingml/2006/main">
            <a:pPr algn="ctr">
              <a:defRPr sz="1575" b="1">
                <a:solidFill>
                  <a:srgbClr val="07111F"/>
                </a:solidFill>
                <a:latin typeface="Ubuntu Sans"/>
                <a:ea typeface="Ubuntu Sans"/>
                <a:cs typeface="Ubuntu Sans"/>
              </a:defRPr>
            </a:pPr>
            <a:r>
              <a:rPr sz="1575" b="1">
                <a:solidFill>
                  <a:srgbClr val="07111F"/>
                </a:solidFill>
                <a:latin typeface="Ubuntu Sans"/>
                <a:ea typeface="Ubuntu Sans"/>
                <a:cs typeface="Ubuntu Sans"/>
              </a:rPr>
              <a:t>2</a:t>
            </a:r>
          </a:p>
        </p:txBody>
      </p:sp>
      <p:sp>
        <p:nvSpPr>
          <p:cNvPr id="15" name="">
            <a:extLst xmlns:a="http://schemas.openxmlformats.org/drawingml/2006/main">
              <a:ext uri="{FF2B5EF4-FFF2-40B4-BE49-F238E27FC236}">
                <a16:creationId xmlns:a16="http://schemas.microsoft.com/office/drawing/2014/main" id="{C1C40DDF-E390-41AD-A458-5B805B03DDF8}"/>
              </a:ext>
            </a:extLst>
          </p:cNvPr>
          <p:cNvSpPr>
            <a:spLocks xmlns:a="http://schemas.openxmlformats.org/drawingml/2006/main" noGrp="1"/>
          </p:cNvSpPr>
          <p:nvPr/>
        </p:nvSpPr>
        <p:spPr>
          <a:xfrm xmlns:a="http://schemas.openxmlformats.org/drawingml/2006/main">
            <a:off x="5010150" y="2114550"/>
            <a:ext cx="2400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000"/>
          </a:bodyPr>
          <a:lstStyle xmlns:a="http://schemas.openxmlformats.org/drawingml/2006/main">
            <a:defPPr algn="l">
              <a:defRPr sz="1500" b="1">
                <a:solidFill>
                  <a:srgbClr val="F4F8FF"/>
                </a:solidFill>
                <a:latin typeface="Ubuntu Sans"/>
                <a:ea typeface="Ubuntu Sans"/>
                <a:cs typeface="Ubuntu Sans"/>
              </a:defRPr>
            </a:defPPr>
            <a:lvl1pPr algn="l">
              <a:defRPr sz="1500" b="1">
                <a:solidFill>
                  <a:srgbClr val="F4F8FF"/>
                </a:solidFill>
                <a:latin typeface="Ubuntu Sans"/>
                <a:ea typeface="Ubuntu Sans"/>
                <a:cs typeface="Ubuntu Sans"/>
              </a:defRPr>
            </a:lvl1pPr>
            <a:lvl2pPr algn="l">
              <a:defRPr sz="1500" b="1">
                <a:solidFill>
                  <a:srgbClr val="F4F8FF"/>
                </a:solidFill>
                <a:latin typeface="Ubuntu Sans"/>
                <a:ea typeface="Ubuntu Sans"/>
                <a:cs typeface="Ubuntu Sans"/>
              </a:defRPr>
            </a:lvl2pPr>
            <a:lvl3pPr algn="l">
              <a:defRPr sz="1500" b="1">
                <a:solidFill>
                  <a:srgbClr val="F4F8FF"/>
                </a:solidFill>
                <a:latin typeface="Ubuntu Sans"/>
                <a:ea typeface="Ubuntu Sans"/>
                <a:cs typeface="Ubuntu Sans"/>
              </a:defRPr>
            </a:lvl3pPr>
            <a:lvl4pPr algn="l">
              <a:defRPr sz="1500" b="1">
                <a:solidFill>
                  <a:srgbClr val="F4F8FF"/>
                </a:solidFill>
                <a:latin typeface="Ubuntu Sans"/>
                <a:ea typeface="Ubuntu Sans"/>
                <a:cs typeface="Ubuntu Sans"/>
              </a:defRPr>
            </a:lvl4pPr>
            <a:lvl5pPr algn="l">
              <a:defRPr sz="1500" b="1">
                <a:solidFill>
                  <a:srgbClr val="F4F8FF"/>
                </a:solidFill>
                <a:latin typeface="Ubuntu Sans"/>
                <a:ea typeface="Ubuntu Sans"/>
                <a:cs typeface="Ubuntu Sans"/>
              </a:defRPr>
            </a:lvl5pPr>
            <a:lvl6pPr algn="l">
              <a:defRPr sz="1500" b="1">
                <a:solidFill>
                  <a:srgbClr val="F4F8FF"/>
                </a:solidFill>
                <a:latin typeface="Ubuntu Sans"/>
                <a:ea typeface="Ubuntu Sans"/>
                <a:cs typeface="Ubuntu Sans"/>
              </a:defRPr>
            </a:lvl6pPr>
            <a:lvl7pPr algn="l">
              <a:defRPr sz="1500" b="1">
                <a:solidFill>
                  <a:srgbClr val="F4F8FF"/>
                </a:solidFill>
                <a:latin typeface="Ubuntu Sans"/>
                <a:ea typeface="Ubuntu Sans"/>
                <a:cs typeface="Ubuntu Sans"/>
              </a:defRPr>
            </a:lvl7pPr>
            <a:lvl8pPr algn="l">
              <a:defRPr sz="1500" b="1">
                <a:solidFill>
                  <a:srgbClr val="F4F8FF"/>
                </a:solidFill>
                <a:latin typeface="Ubuntu Sans"/>
                <a:ea typeface="Ubuntu Sans"/>
                <a:cs typeface="Ubuntu Sans"/>
              </a:defRPr>
            </a:lvl8pPr>
            <a:lvl9pPr algn="l">
              <a:defRPr sz="1500" b="1">
                <a:solidFill>
                  <a:srgbClr val="F4F8FF"/>
                </a:solidFill>
                <a:latin typeface="Ubuntu Sans"/>
                <a:ea typeface="Ubuntu Sans"/>
                <a:cs typeface="Ubuntu Sans"/>
              </a:defRPr>
            </a:lvl9pPr>
          </a:lstStyle>
          <a:p xmlns:a="http://schemas.openxmlformats.org/drawingml/2006/main">
            <a:pPr algn="l">
              <a:defRPr sz="1500" b="1">
                <a:solidFill>
                  <a:srgbClr val="F4F8FF"/>
                </a:solidFill>
                <a:latin typeface="Ubuntu Sans"/>
                <a:ea typeface="Ubuntu Sans"/>
                <a:cs typeface="Ubuntu Sans"/>
              </a:defRPr>
            </a:pPr>
            <a:r>
              <a:rPr sz="1500" b="1">
                <a:solidFill>
                  <a:srgbClr val="F4F8FF"/>
                </a:solidFill>
                <a:latin typeface="Ubuntu Sans"/>
                <a:ea typeface="Ubuntu Sans"/>
                <a:cs typeface="Ubuntu Sans"/>
              </a:rPr>
              <a:t>Validate</a:t>
            </a:r>
          </a:p>
        </p:txBody>
      </p:sp>
      <p:sp>
        <p:nvSpPr>
          <p:cNvPr id="16" name="">
            <a:extLst xmlns:a="http://schemas.openxmlformats.org/drawingml/2006/main">
              <a:ext uri="{FF2B5EF4-FFF2-40B4-BE49-F238E27FC236}">
                <a16:creationId xmlns:a16="http://schemas.microsoft.com/office/drawing/2014/main" id="{06AC1BDB-EA75-41DD-85B8-9FA40D98C418}"/>
              </a:ext>
            </a:extLst>
          </p:cNvPr>
          <p:cNvSpPr>
            <a:spLocks xmlns:a="http://schemas.openxmlformats.org/drawingml/2006/main" noGrp="1"/>
          </p:cNvSpPr>
          <p:nvPr/>
        </p:nvSpPr>
        <p:spPr>
          <a:xfrm xmlns:a="http://schemas.openxmlformats.org/drawingml/2006/main">
            <a:off x="5010150" y="2419350"/>
            <a:ext cx="24003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050" b="0">
                <a:solidFill>
                  <a:srgbClr val="A9BCD0"/>
                </a:solidFill>
                <a:latin typeface="Ubuntu Sans"/>
                <a:ea typeface="Ubuntu Sans"/>
                <a:cs typeface="Ubuntu Sans"/>
              </a:defRPr>
            </a:defPPr>
            <a:lvl1pPr algn="l">
              <a:defRPr sz="1050" b="0">
                <a:solidFill>
                  <a:srgbClr val="A9BCD0"/>
                </a:solidFill>
                <a:latin typeface="Ubuntu Sans"/>
                <a:ea typeface="Ubuntu Sans"/>
                <a:cs typeface="Ubuntu Sans"/>
              </a:defRPr>
            </a:lvl1pPr>
            <a:lvl2pPr algn="l">
              <a:defRPr sz="1050" b="0">
                <a:solidFill>
                  <a:srgbClr val="A9BCD0"/>
                </a:solidFill>
                <a:latin typeface="Ubuntu Sans"/>
                <a:ea typeface="Ubuntu Sans"/>
                <a:cs typeface="Ubuntu Sans"/>
              </a:defRPr>
            </a:lvl2pPr>
            <a:lvl3pPr algn="l">
              <a:defRPr sz="1050" b="0">
                <a:solidFill>
                  <a:srgbClr val="A9BCD0"/>
                </a:solidFill>
                <a:latin typeface="Ubuntu Sans"/>
                <a:ea typeface="Ubuntu Sans"/>
                <a:cs typeface="Ubuntu Sans"/>
              </a:defRPr>
            </a:lvl3pPr>
            <a:lvl4pPr algn="l">
              <a:defRPr sz="1050" b="0">
                <a:solidFill>
                  <a:srgbClr val="A9BCD0"/>
                </a:solidFill>
                <a:latin typeface="Ubuntu Sans"/>
                <a:ea typeface="Ubuntu Sans"/>
                <a:cs typeface="Ubuntu Sans"/>
              </a:defRPr>
            </a:lvl4pPr>
            <a:lvl5pPr algn="l">
              <a:defRPr sz="1050" b="0">
                <a:solidFill>
                  <a:srgbClr val="A9BCD0"/>
                </a:solidFill>
                <a:latin typeface="Ubuntu Sans"/>
                <a:ea typeface="Ubuntu Sans"/>
                <a:cs typeface="Ubuntu Sans"/>
              </a:defRPr>
            </a:lvl5pPr>
            <a:lvl6pPr algn="l">
              <a:defRPr sz="1050" b="0">
                <a:solidFill>
                  <a:srgbClr val="A9BCD0"/>
                </a:solidFill>
                <a:latin typeface="Ubuntu Sans"/>
                <a:ea typeface="Ubuntu Sans"/>
                <a:cs typeface="Ubuntu Sans"/>
              </a:defRPr>
            </a:lvl6pPr>
            <a:lvl7pPr algn="l">
              <a:defRPr sz="1050" b="0">
                <a:solidFill>
                  <a:srgbClr val="A9BCD0"/>
                </a:solidFill>
                <a:latin typeface="Ubuntu Sans"/>
                <a:ea typeface="Ubuntu Sans"/>
                <a:cs typeface="Ubuntu Sans"/>
              </a:defRPr>
            </a:lvl7pPr>
            <a:lvl8pPr algn="l">
              <a:defRPr sz="1050" b="0">
                <a:solidFill>
                  <a:srgbClr val="A9BCD0"/>
                </a:solidFill>
                <a:latin typeface="Ubuntu Sans"/>
                <a:ea typeface="Ubuntu Sans"/>
                <a:cs typeface="Ubuntu Sans"/>
              </a:defRPr>
            </a:lvl8pPr>
            <a:lvl9pPr algn="l">
              <a:defRPr sz="1050" b="0">
                <a:solidFill>
                  <a:srgbClr val="A9BCD0"/>
                </a:solidFill>
                <a:latin typeface="Ubuntu Sans"/>
                <a:ea typeface="Ubuntu Sans"/>
                <a:cs typeface="Ubuntu Sans"/>
              </a:defRPr>
            </a:lvl9pPr>
          </a:lstStyle>
          <a:p xmlns:a="http://schemas.openxmlformats.org/drawingml/2006/main">
            <a:pPr algn="l">
              <a:defRPr sz="1050" b="0">
                <a:solidFill>
                  <a:srgbClr val="A9BCD0"/>
                </a:solidFill>
                <a:latin typeface="Ubuntu Sans"/>
                <a:ea typeface="Ubuntu Sans"/>
                <a:cs typeface="Ubuntu Sans"/>
              </a:defRPr>
            </a:pPr>
            <a:r>
              <a:rPr sz="1050" b="0">
                <a:solidFill>
                  <a:srgbClr val="A9BCD0"/>
                </a:solidFill>
                <a:latin typeface="Ubuntu Sans"/>
                <a:ea typeface="Ubuntu Sans"/>
                <a:cs typeface="Ubuntu Sans"/>
              </a:rPr>
              <a:t>Pydantic checks input</a:t>
            </a:r>
          </a:p>
        </p:txBody>
      </p:sp>
      <p:sp>
        <p:nvSpPr>
          <p:cNvPr id="17" name="">
            <a:extLst xmlns:a="http://schemas.openxmlformats.org/drawingml/2006/main">
              <a:ext uri="{FF2B5EF4-FFF2-40B4-BE49-F238E27FC236}">
                <a16:creationId xmlns:a16="http://schemas.microsoft.com/office/drawing/2014/main" id="{DD418B72-D521-49CE-8944-3E3F6D80A771}"/>
              </a:ext>
            </a:extLst>
          </p:cNvPr>
          <p:cNvSpPr>
            <a:spLocks xmlns:a="http://schemas.openxmlformats.org/drawingml/2006/main" noGrp="1"/>
          </p:cNvSpPr>
          <p:nvPr/>
        </p:nvSpPr>
        <p:spPr>
          <a:xfrm xmlns:a="http://schemas.openxmlformats.org/drawingml/2006/main">
            <a:off x="7543800" y="2438400"/>
            <a:ext cx="419100" cy="0"/>
          </a:xfrm>
          <a:prstGeom xmlns:a="http://schemas.openxmlformats.org/drawingml/2006/main" prst="line">
            <a:avLst/>
          </a:prstGeom>
          <a:noFill xmlns:a="http://schemas.openxmlformats.org/drawingml/2006/main"/>
          <a:ln xmlns:a="http://schemas.openxmlformats.org/drawingml/2006/main" w="19050">
            <a:solidFill>
              <a:srgbClr val="2B4563"/>
            </a:solidFill>
            <a:prstDash val="solid"/>
          </a:ln>
        </p:spPr>
      </p:sp>
      <p:sp>
        <p:nvSpPr>
          <p:cNvPr id="18" name="">
            <a:extLst xmlns:a="http://schemas.openxmlformats.org/drawingml/2006/main">
              <a:ext uri="{FF2B5EF4-FFF2-40B4-BE49-F238E27FC236}">
                <a16:creationId xmlns:a16="http://schemas.microsoft.com/office/drawing/2014/main" id="{EEB83151-8F4B-45A1-991B-09BABB5A69EE}"/>
              </a:ext>
            </a:extLst>
          </p:cNvPr>
          <p:cNvSpPr>
            <a:spLocks xmlns:a="http://schemas.openxmlformats.org/drawingml/2006/main" noGrp="1"/>
          </p:cNvSpPr>
          <p:nvPr/>
        </p:nvSpPr>
        <p:spPr>
          <a:xfrm xmlns:a="http://schemas.openxmlformats.org/drawingml/2006/main">
            <a:off x="7962900" y="2000250"/>
            <a:ext cx="3257550" cy="895350"/>
          </a:xfrm>
          <a:prstGeom xmlns:a="http://schemas.openxmlformats.org/drawingml/2006/main" prst="roundRect">
            <a:avLst>
              <a:gd name="adj" fmla="val 12766"/>
            </a:avLst>
          </a:prstGeom>
          <a:solidFill xmlns:a="http://schemas.openxmlformats.org/drawingml/2006/main">
            <a:srgbClr val="10223A"/>
          </a:solidFill>
          <a:ln xmlns:a="http://schemas.openxmlformats.org/drawingml/2006/main" w="11430">
            <a:solidFill>
              <a:srgbClr val="2B4563"/>
            </a:solidFill>
            <a:prstDash val="solid"/>
          </a:ln>
        </p:spPr>
      </p:sp>
      <p:sp>
        <p:nvSpPr>
          <p:cNvPr id="19" name="">
            <a:extLst xmlns:a="http://schemas.openxmlformats.org/drawingml/2006/main">
              <a:ext uri="{FF2B5EF4-FFF2-40B4-BE49-F238E27FC236}">
                <a16:creationId xmlns:a16="http://schemas.microsoft.com/office/drawing/2014/main" id="{9C6110C9-BF67-49CF-A9C1-220C950702F5}"/>
              </a:ext>
            </a:extLst>
          </p:cNvPr>
          <p:cNvSpPr>
            <a:spLocks xmlns:a="http://schemas.openxmlformats.org/drawingml/2006/main" noGrp="1"/>
          </p:cNvSpPr>
          <p:nvPr/>
        </p:nvSpPr>
        <p:spPr>
          <a:xfrm xmlns:a="http://schemas.openxmlformats.org/drawingml/2006/main">
            <a:off x="8115300" y="2171700"/>
            <a:ext cx="438150" cy="438150"/>
          </a:xfrm>
          <a:prstGeom xmlns:a="http://schemas.openxmlformats.org/drawingml/2006/main" prst="ellipse">
            <a:avLst/>
          </a:prstGeom>
          <a:solidFill xmlns:a="http://schemas.openxmlformats.org/drawingml/2006/main">
            <a:srgbClr val="2FD6D3"/>
          </a:solidFill>
          <a:ln xmlns:a="http://schemas.openxmlformats.org/drawingml/2006/main" w="11430">
            <a:solidFill>
              <a:srgbClr val="2FD6D3"/>
            </a:solidFill>
            <a:prstDash val="solid"/>
          </a:ln>
        </p:spPr>
      </p:sp>
      <p:sp>
        <p:nvSpPr>
          <p:cNvPr id="20" name="">
            <a:extLst xmlns:a="http://schemas.openxmlformats.org/drawingml/2006/main">
              <a:ext uri="{FF2B5EF4-FFF2-40B4-BE49-F238E27FC236}">
                <a16:creationId xmlns:a16="http://schemas.microsoft.com/office/drawing/2014/main" id="{485E8569-5FD3-4181-9ACF-088B385ED93E}"/>
              </a:ext>
            </a:extLst>
          </p:cNvPr>
          <p:cNvSpPr>
            <a:spLocks xmlns:a="http://schemas.openxmlformats.org/drawingml/2006/main" noGrp="1"/>
          </p:cNvSpPr>
          <p:nvPr/>
        </p:nvSpPr>
        <p:spPr>
          <a:xfrm xmlns:a="http://schemas.openxmlformats.org/drawingml/2006/main">
            <a:off x="8115300" y="2171700"/>
            <a:ext cx="4381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ctr">
              <a:defRPr sz="1575" b="1">
                <a:solidFill>
                  <a:srgbClr val="07111F"/>
                </a:solidFill>
                <a:latin typeface="Ubuntu Sans"/>
                <a:ea typeface="Ubuntu Sans"/>
                <a:cs typeface="Ubuntu Sans"/>
              </a:defRPr>
            </a:defPPr>
            <a:lvl1pPr algn="ctr">
              <a:defRPr sz="1575" b="1">
                <a:solidFill>
                  <a:srgbClr val="07111F"/>
                </a:solidFill>
                <a:latin typeface="Ubuntu Sans"/>
                <a:ea typeface="Ubuntu Sans"/>
                <a:cs typeface="Ubuntu Sans"/>
              </a:defRPr>
            </a:lvl1pPr>
            <a:lvl2pPr algn="ctr">
              <a:defRPr sz="1575" b="1">
                <a:solidFill>
                  <a:srgbClr val="07111F"/>
                </a:solidFill>
                <a:latin typeface="Ubuntu Sans"/>
                <a:ea typeface="Ubuntu Sans"/>
                <a:cs typeface="Ubuntu Sans"/>
              </a:defRPr>
            </a:lvl2pPr>
            <a:lvl3pPr algn="ctr">
              <a:defRPr sz="1575" b="1">
                <a:solidFill>
                  <a:srgbClr val="07111F"/>
                </a:solidFill>
                <a:latin typeface="Ubuntu Sans"/>
                <a:ea typeface="Ubuntu Sans"/>
                <a:cs typeface="Ubuntu Sans"/>
              </a:defRPr>
            </a:lvl3pPr>
            <a:lvl4pPr algn="ctr">
              <a:defRPr sz="1575" b="1">
                <a:solidFill>
                  <a:srgbClr val="07111F"/>
                </a:solidFill>
                <a:latin typeface="Ubuntu Sans"/>
                <a:ea typeface="Ubuntu Sans"/>
                <a:cs typeface="Ubuntu Sans"/>
              </a:defRPr>
            </a:lvl4pPr>
            <a:lvl5pPr algn="ctr">
              <a:defRPr sz="1575" b="1">
                <a:solidFill>
                  <a:srgbClr val="07111F"/>
                </a:solidFill>
                <a:latin typeface="Ubuntu Sans"/>
                <a:ea typeface="Ubuntu Sans"/>
                <a:cs typeface="Ubuntu Sans"/>
              </a:defRPr>
            </a:lvl5pPr>
            <a:lvl6pPr algn="ctr">
              <a:defRPr sz="1575" b="1">
                <a:solidFill>
                  <a:srgbClr val="07111F"/>
                </a:solidFill>
                <a:latin typeface="Ubuntu Sans"/>
                <a:ea typeface="Ubuntu Sans"/>
                <a:cs typeface="Ubuntu Sans"/>
              </a:defRPr>
            </a:lvl6pPr>
            <a:lvl7pPr algn="ctr">
              <a:defRPr sz="1575" b="1">
                <a:solidFill>
                  <a:srgbClr val="07111F"/>
                </a:solidFill>
                <a:latin typeface="Ubuntu Sans"/>
                <a:ea typeface="Ubuntu Sans"/>
                <a:cs typeface="Ubuntu Sans"/>
              </a:defRPr>
            </a:lvl7pPr>
            <a:lvl8pPr algn="ctr">
              <a:defRPr sz="1575" b="1">
                <a:solidFill>
                  <a:srgbClr val="07111F"/>
                </a:solidFill>
                <a:latin typeface="Ubuntu Sans"/>
                <a:ea typeface="Ubuntu Sans"/>
                <a:cs typeface="Ubuntu Sans"/>
              </a:defRPr>
            </a:lvl8pPr>
            <a:lvl9pPr algn="ctr">
              <a:defRPr sz="1575" b="1">
                <a:solidFill>
                  <a:srgbClr val="07111F"/>
                </a:solidFill>
                <a:latin typeface="Ubuntu Sans"/>
                <a:ea typeface="Ubuntu Sans"/>
                <a:cs typeface="Ubuntu Sans"/>
              </a:defRPr>
            </a:lvl9pPr>
          </a:lstStyle>
          <a:p xmlns:a="http://schemas.openxmlformats.org/drawingml/2006/main">
            <a:pPr algn="ctr">
              <a:defRPr sz="1575" b="1">
                <a:solidFill>
                  <a:srgbClr val="07111F"/>
                </a:solidFill>
                <a:latin typeface="Ubuntu Sans"/>
                <a:ea typeface="Ubuntu Sans"/>
                <a:cs typeface="Ubuntu Sans"/>
              </a:defRPr>
            </a:pPr>
            <a:r>
              <a:rPr sz="1575" b="1">
                <a:solidFill>
                  <a:srgbClr val="07111F"/>
                </a:solidFill>
                <a:latin typeface="Ubuntu Sans"/>
                <a:ea typeface="Ubuntu Sans"/>
                <a:cs typeface="Ubuntu Sans"/>
              </a:rPr>
              <a:t>3</a:t>
            </a:r>
          </a:p>
        </p:txBody>
      </p:sp>
      <p:sp>
        <p:nvSpPr>
          <p:cNvPr id="21" name="">
            <a:extLst xmlns:a="http://schemas.openxmlformats.org/drawingml/2006/main">
              <a:ext uri="{FF2B5EF4-FFF2-40B4-BE49-F238E27FC236}">
                <a16:creationId xmlns:a16="http://schemas.microsoft.com/office/drawing/2014/main" id="{6FF453AD-DF7E-4321-87A3-ED5228730D25}"/>
              </a:ext>
            </a:extLst>
          </p:cNvPr>
          <p:cNvSpPr>
            <a:spLocks xmlns:a="http://schemas.openxmlformats.org/drawingml/2006/main" noGrp="1"/>
          </p:cNvSpPr>
          <p:nvPr/>
        </p:nvSpPr>
        <p:spPr>
          <a:xfrm xmlns:a="http://schemas.openxmlformats.org/drawingml/2006/main">
            <a:off x="8686800" y="2114550"/>
            <a:ext cx="2400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000"/>
          </a:bodyPr>
          <a:lstStyle xmlns:a="http://schemas.openxmlformats.org/drawingml/2006/main">
            <a:defPPr algn="l">
              <a:defRPr sz="1500" b="1">
                <a:solidFill>
                  <a:srgbClr val="F4F8FF"/>
                </a:solidFill>
                <a:latin typeface="Ubuntu Sans"/>
                <a:ea typeface="Ubuntu Sans"/>
                <a:cs typeface="Ubuntu Sans"/>
              </a:defRPr>
            </a:defPPr>
            <a:lvl1pPr algn="l">
              <a:defRPr sz="1500" b="1">
                <a:solidFill>
                  <a:srgbClr val="F4F8FF"/>
                </a:solidFill>
                <a:latin typeface="Ubuntu Sans"/>
                <a:ea typeface="Ubuntu Sans"/>
                <a:cs typeface="Ubuntu Sans"/>
              </a:defRPr>
            </a:lvl1pPr>
            <a:lvl2pPr algn="l">
              <a:defRPr sz="1500" b="1">
                <a:solidFill>
                  <a:srgbClr val="F4F8FF"/>
                </a:solidFill>
                <a:latin typeface="Ubuntu Sans"/>
                <a:ea typeface="Ubuntu Sans"/>
                <a:cs typeface="Ubuntu Sans"/>
              </a:defRPr>
            </a:lvl2pPr>
            <a:lvl3pPr algn="l">
              <a:defRPr sz="1500" b="1">
                <a:solidFill>
                  <a:srgbClr val="F4F8FF"/>
                </a:solidFill>
                <a:latin typeface="Ubuntu Sans"/>
                <a:ea typeface="Ubuntu Sans"/>
                <a:cs typeface="Ubuntu Sans"/>
              </a:defRPr>
            </a:lvl3pPr>
            <a:lvl4pPr algn="l">
              <a:defRPr sz="1500" b="1">
                <a:solidFill>
                  <a:srgbClr val="F4F8FF"/>
                </a:solidFill>
                <a:latin typeface="Ubuntu Sans"/>
                <a:ea typeface="Ubuntu Sans"/>
                <a:cs typeface="Ubuntu Sans"/>
              </a:defRPr>
            </a:lvl4pPr>
            <a:lvl5pPr algn="l">
              <a:defRPr sz="1500" b="1">
                <a:solidFill>
                  <a:srgbClr val="F4F8FF"/>
                </a:solidFill>
                <a:latin typeface="Ubuntu Sans"/>
                <a:ea typeface="Ubuntu Sans"/>
                <a:cs typeface="Ubuntu Sans"/>
              </a:defRPr>
            </a:lvl5pPr>
            <a:lvl6pPr algn="l">
              <a:defRPr sz="1500" b="1">
                <a:solidFill>
                  <a:srgbClr val="F4F8FF"/>
                </a:solidFill>
                <a:latin typeface="Ubuntu Sans"/>
                <a:ea typeface="Ubuntu Sans"/>
                <a:cs typeface="Ubuntu Sans"/>
              </a:defRPr>
            </a:lvl6pPr>
            <a:lvl7pPr algn="l">
              <a:defRPr sz="1500" b="1">
                <a:solidFill>
                  <a:srgbClr val="F4F8FF"/>
                </a:solidFill>
                <a:latin typeface="Ubuntu Sans"/>
                <a:ea typeface="Ubuntu Sans"/>
                <a:cs typeface="Ubuntu Sans"/>
              </a:defRPr>
            </a:lvl7pPr>
            <a:lvl8pPr algn="l">
              <a:defRPr sz="1500" b="1">
                <a:solidFill>
                  <a:srgbClr val="F4F8FF"/>
                </a:solidFill>
                <a:latin typeface="Ubuntu Sans"/>
                <a:ea typeface="Ubuntu Sans"/>
                <a:cs typeface="Ubuntu Sans"/>
              </a:defRPr>
            </a:lvl8pPr>
            <a:lvl9pPr algn="l">
              <a:defRPr sz="1500" b="1">
                <a:solidFill>
                  <a:srgbClr val="F4F8FF"/>
                </a:solidFill>
                <a:latin typeface="Ubuntu Sans"/>
                <a:ea typeface="Ubuntu Sans"/>
                <a:cs typeface="Ubuntu Sans"/>
              </a:defRPr>
            </a:lvl9pPr>
          </a:lstStyle>
          <a:p xmlns:a="http://schemas.openxmlformats.org/drawingml/2006/main">
            <a:pPr algn="l">
              <a:defRPr sz="1500" b="1">
                <a:solidFill>
                  <a:srgbClr val="F4F8FF"/>
                </a:solidFill>
                <a:latin typeface="Ubuntu Sans"/>
                <a:ea typeface="Ubuntu Sans"/>
                <a:cs typeface="Ubuntu Sans"/>
              </a:defRPr>
            </a:pPr>
            <a:r>
              <a:rPr sz="1500" b="1">
                <a:solidFill>
                  <a:srgbClr val="F4F8FF"/>
                </a:solidFill>
                <a:latin typeface="Ubuntu Sans"/>
                <a:ea typeface="Ubuntu Sans"/>
                <a:cs typeface="Ubuntu Sans"/>
              </a:rPr>
              <a:t>Authenticate</a:t>
            </a:r>
          </a:p>
        </p:txBody>
      </p:sp>
      <p:sp>
        <p:nvSpPr>
          <p:cNvPr id="22" name="">
            <a:extLst xmlns:a="http://schemas.openxmlformats.org/drawingml/2006/main">
              <a:ext uri="{FF2B5EF4-FFF2-40B4-BE49-F238E27FC236}">
                <a16:creationId xmlns:a16="http://schemas.microsoft.com/office/drawing/2014/main" id="{D8A9C432-02BF-4AEF-89F4-03ABE5AE84AD}"/>
              </a:ext>
            </a:extLst>
          </p:cNvPr>
          <p:cNvSpPr>
            <a:spLocks xmlns:a="http://schemas.openxmlformats.org/drawingml/2006/main" noGrp="1"/>
          </p:cNvSpPr>
          <p:nvPr/>
        </p:nvSpPr>
        <p:spPr>
          <a:xfrm xmlns:a="http://schemas.openxmlformats.org/drawingml/2006/main">
            <a:off x="8686800" y="2419350"/>
            <a:ext cx="24003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050" b="0">
                <a:solidFill>
                  <a:srgbClr val="A9BCD0"/>
                </a:solidFill>
                <a:latin typeface="Ubuntu Sans"/>
                <a:ea typeface="Ubuntu Sans"/>
                <a:cs typeface="Ubuntu Sans"/>
              </a:defRPr>
            </a:defPPr>
            <a:lvl1pPr algn="l">
              <a:defRPr sz="1050" b="0">
                <a:solidFill>
                  <a:srgbClr val="A9BCD0"/>
                </a:solidFill>
                <a:latin typeface="Ubuntu Sans"/>
                <a:ea typeface="Ubuntu Sans"/>
                <a:cs typeface="Ubuntu Sans"/>
              </a:defRPr>
            </a:lvl1pPr>
            <a:lvl2pPr algn="l">
              <a:defRPr sz="1050" b="0">
                <a:solidFill>
                  <a:srgbClr val="A9BCD0"/>
                </a:solidFill>
                <a:latin typeface="Ubuntu Sans"/>
                <a:ea typeface="Ubuntu Sans"/>
                <a:cs typeface="Ubuntu Sans"/>
              </a:defRPr>
            </a:lvl2pPr>
            <a:lvl3pPr algn="l">
              <a:defRPr sz="1050" b="0">
                <a:solidFill>
                  <a:srgbClr val="A9BCD0"/>
                </a:solidFill>
                <a:latin typeface="Ubuntu Sans"/>
                <a:ea typeface="Ubuntu Sans"/>
                <a:cs typeface="Ubuntu Sans"/>
              </a:defRPr>
            </a:lvl3pPr>
            <a:lvl4pPr algn="l">
              <a:defRPr sz="1050" b="0">
                <a:solidFill>
                  <a:srgbClr val="A9BCD0"/>
                </a:solidFill>
                <a:latin typeface="Ubuntu Sans"/>
                <a:ea typeface="Ubuntu Sans"/>
                <a:cs typeface="Ubuntu Sans"/>
              </a:defRPr>
            </a:lvl4pPr>
            <a:lvl5pPr algn="l">
              <a:defRPr sz="1050" b="0">
                <a:solidFill>
                  <a:srgbClr val="A9BCD0"/>
                </a:solidFill>
                <a:latin typeface="Ubuntu Sans"/>
                <a:ea typeface="Ubuntu Sans"/>
                <a:cs typeface="Ubuntu Sans"/>
              </a:defRPr>
            </a:lvl5pPr>
            <a:lvl6pPr algn="l">
              <a:defRPr sz="1050" b="0">
                <a:solidFill>
                  <a:srgbClr val="A9BCD0"/>
                </a:solidFill>
                <a:latin typeface="Ubuntu Sans"/>
                <a:ea typeface="Ubuntu Sans"/>
                <a:cs typeface="Ubuntu Sans"/>
              </a:defRPr>
            </a:lvl6pPr>
            <a:lvl7pPr algn="l">
              <a:defRPr sz="1050" b="0">
                <a:solidFill>
                  <a:srgbClr val="A9BCD0"/>
                </a:solidFill>
                <a:latin typeface="Ubuntu Sans"/>
                <a:ea typeface="Ubuntu Sans"/>
                <a:cs typeface="Ubuntu Sans"/>
              </a:defRPr>
            </a:lvl7pPr>
            <a:lvl8pPr algn="l">
              <a:defRPr sz="1050" b="0">
                <a:solidFill>
                  <a:srgbClr val="A9BCD0"/>
                </a:solidFill>
                <a:latin typeface="Ubuntu Sans"/>
                <a:ea typeface="Ubuntu Sans"/>
                <a:cs typeface="Ubuntu Sans"/>
              </a:defRPr>
            </a:lvl8pPr>
            <a:lvl9pPr algn="l">
              <a:defRPr sz="1050" b="0">
                <a:solidFill>
                  <a:srgbClr val="A9BCD0"/>
                </a:solidFill>
                <a:latin typeface="Ubuntu Sans"/>
                <a:ea typeface="Ubuntu Sans"/>
                <a:cs typeface="Ubuntu Sans"/>
              </a:defRPr>
            </a:lvl9pPr>
          </a:lstStyle>
          <a:p xmlns:a="http://schemas.openxmlformats.org/drawingml/2006/main">
            <a:pPr algn="l">
              <a:defRPr sz="1050" b="0">
                <a:solidFill>
                  <a:srgbClr val="A9BCD0"/>
                </a:solidFill>
                <a:latin typeface="Ubuntu Sans"/>
                <a:ea typeface="Ubuntu Sans"/>
                <a:cs typeface="Ubuntu Sans"/>
              </a:defRPr>
            </a:pPr>
            <a:r>
              <a:rPr sz="1050" b="0">
                <a:solidFill>
                  <a:srgbClr val="A9BCD0"/>
                </a:solidFill>
                <a:latin typeface="Ubuntu Sans"/>
                <a:ea typeface="Ubuntu Sans"/>
                <a:cs typeface="Ubuntu Sans"/>
              </a:rPr>
              <a:t>Resolve the current user</a:t>
            </a:r>
          </a:p>
        </p:txBody>
      </p:sp>
      <p:sp>
        <p:nvSpPr>
          <p:cNvPr id="23" name="">
            <a:extLst xmlns:a="http://schemas.openxmlformats.org/drawingml/2006/main">
              <a:ext uri="{FF2B5EF4-FFF2-40B4-BE49-F238E27FC236}">
                <a16:creationId xmlns:a16="http://schemas.microsoft.com/office/drawing/2014/main" id="{4C81BE55-25BF-4A69-A5A6-34EF030C402E}"/>
              </a:ext>
            </a:extLst>
          </p:cNvPr>
          <p:cNvSpPr>
            <a:spLocks xmlns:a="http://schemas.openxmlformats.org/drawingml/2006/main" noGrp="1"/>
          </p:cNvSpPr>
          <p:nvPr/>
        </p:nvSpPr>
        <p:spPr>
          <a:xfrm xmlns:a="http://schemas.openxmlformats.org/drawingml/2006/main">
            <a:off x="609600" y="3714750"/>
            <a:ext cx="3257550" cy="895350"/>
          </a:xfrm>
          <a:prstGeom xmlns:a="http://schemas.openxmlformats.org/drawingml/2006/main" prst="roundRect">
            <a:avLst>
              <a:gd name="adj" fmla="val 12766"/>
            </a:avLst>
          </a:prstGeom>
          <a:solidFill xmlns:a="http://schemas.openxmlformats.org/drawingml/2006/main">
            <a:srgbClr val="10223A"/>
          </a:solidFill>
          <a:ln xmlns:a="http://schemas.openxmlformats.org/drawingml/2006/main" w="11430">
            <a:solidFill>
              <a:srgbClr val="2B4563"/>
            </a:solidFill>
            <a:prstDash val="solid"/>
          </a:ln>
        </p:spPr>
      </p:sp>
      <p:sp>
        <p:nvSpPr>
          <p:cNvPr id="24" name="">
            <a:extLst xmlns:a="http://schemas.openxmlformats.org/drawingml/2006/main">
              <a:ext uri="{FF2B5EF4-FFF2-40B4-BE49-F238E27FC236}">
                <a16:creationId xmlns:a16="http://schemas.microsoft.com/office/drawing/2014/main" id="{F3BDA0ED-620A-4355-910E-0C99A6DA1E6B}"/>
              </a:ext>
            </a:extLst>
          </p:cNvPr>
          <p:cNvSpPr>
            <a:spLocks xmlns:a="http://schemas.openxmlformats.org/drawingml/2006/main" noGrp="1"/>
          </p:cNvSpPr>
          <p:nvPr/>
        </p:nvSpPr>
        <p:spPr>
          <a:xfrm xmlns:a="http://schemas.openxmlformats.org/drawingml/2006/main">
            <a:off x="762000" y="3886200"/>
            <a:ext cx="438150" cy="438150"/>
          </a:xfrm>
          <a:prstGeom xmlns:a="http://schemas.openxmlformats.org/drawingml/2006/main" prst="ellipse">
            <a:avLst/>
          </a:prstGeom>
          <a:solidFill xmlns:a="http://schemas.openxmlformats.org/drawingml/2006/main">
            <a:srgbClr val="8A7CFF"/>
          </a:solidFill>
          <a:ln xmlns:a="http://schemas.openxmlformats.org/drawingml/2006/main" w="11430">
            <a:solidFill>
              <a:srgbClr val="8A7CFF"/>
            </a:solidFill>
            <a:prstDash val="solid"/>
          </a:ln>
        </p:spPr>
      </p:sp>
      <p:sp>
        <p:nvSpPr>
          <p:cNvPr id="25" name="">
            <a:extLst xmlns:a="http://schemas.openxmlformats.org/drawingml/2006/main">
              <a:ext uri="{FF2B5EF4-FFF2-40B4-BE49-F238E27FC236}">
                <a16:creationId xmlns:a16="http://schemas.microsoft.com/office/drawing/2014/main" id="{2D53D0C7-DE8A-4868-9A3E-43992B32B6FD}"/>
              </a:ext>
            </a:extLst>
          </p:cNvPr>
          <p:cNvSpPr>
            <a:spLocks xmlns:a="http://schemas.openxmlformats.org/drawingml/2006/main" noGrp="1"/>
          </p:cNvSpPr>
          <p:nvPr/>
        </p:nvSpPr>
        <p:spPr>
          <a:xfrm xmlns:a="http://schemas.openxmlformats.org/drawingml/2006/main">
            <a:off x="762000" y="3886200"/>
            <a:ext cx="4381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ctr">
              <a:defRPr sz="1575" b="1">
                <a:solidFill>
                  <a:srgbClr val="07111F"/>
                </a:solidFill>
                <a:latin typeface="Ubuntu Sans"/>
                <a:ea typeface="Ubuntu Sans"/>
                <a:cs typeface="Ubuntu Sans"/>
              </a:defRPr>
            </a:defPPr>
            <a:lvl1pPr algn="ctr">
              <a:defRPr sz="1575" b="1">
                <a:solidFill>
                  <a:srgbClr val="07111F"/>
                </a:solidFill>
                <a:latin typeface="Ubuntu Sans"/>
                <a:ea typeface="Ubuntu Sans"/>
                <a:cs typeface="Ubuntu Sans"/>
              </a:defRPr>
            </a:lvl1pPr>
            <a:lvl2pPr algn="ctr">
              <a:defRPr sz="1575" b="1">
                <a:solidFill>
                  <a:srgbClr val="07111F"/>
                </a:solidFill>
                <a:latin typeface="Ubuntu Sans"/>
                <a:ea typeface="Ubuntu Sans"/>
                <a:cs typeface="Ubuntu Sans"/>
              </a:defRPr>
            </a:lvl2pPr>
            <a:lvl3pPr algn="ctr">
              <a:defRPr sz="1575" b="1">
                <a:solidFill>
                  <a:srgbClr val="07111F"/>
                </a:solidFill>
                <a:latin typeface="Ubuntu Sans"/>
                <a:ea typeface="Ubuntu Sans"/>
                <a:cs typeface="Ubuntu Sans"/>
              </a:defRPr>
            </a:lvl3pPr>
            <a:lvl4pPr algn="ctr">
              <a:defRPr sz="1575" b="1">
                <a:solidFill>
                  <a:srgbClr val="07111F"/>
                </a:solidFill>
                <a:latin typeface="Ubuntu Sans"/>
                <a:ea typeface="Ubuntu Sans"/>
                <a:cs typeface="Ubuntu Sans"/>
              </a:defRPr>
            </a:lvl4pPr>
            <a:lvl5pPr algn="ctr">
              <a:defRPr sz="1575" b="1">
                <a:solidFill>
                  <a:srgbClr val="07111F"/>
                </a:solidFill>
                <a:latin typeface="Ubuntu Sans"/>
                <a:ea typeface="Ubuntu Sans"/>
                <a:cs typeface="Ubuntu Sans"/>
              </a:defRPr>
            </a:lvl5pPr>
            <a:lvl6pPr algn="ctr">
              <a:defRPr sz="1575" b="1">
                <a:solidFill>
                  <a:srgbClr val="07111F"/>
                </a:solidFill>
                <a:latin typeface="Ubuntu Sans"/>
                <a:ea typeface="Ubuntu Sans"/>
                <a:cs typeface="Ubuntu Sans"/>
              </a:defRPr>
            </a:lvl6pPr>
            <a:lvl7pPr algn="ctr">
              <a:defRPr sz="1575" b="1">
                <a:solidFill>
                  <a:srgbClr val="07111F"/>
                </a:solidFill>
                <a:latin typeface="Ubuntu Sans"/>
                <a:ea typeface="Ubuntu Sans"/>
                <a:cs typeface="Ubuntu Sans"/>
              </a:defRPr>
            </a:lvl7pPr>
            <a:lvl8pPr algn="ctr">
              <a:defRPr sz="1575" b="1">
                <a:solidFill>
                  <a:srgbClr val="07111F"/>
                </a:solidFill>
                <a:latin typeface="Ubuntu Sans"/>
                <a:ea typeface="Ubuntu Sans"/>
                <a:cs typeface="Ubuntu Sans"/>
              </a:defRPr>
            </a:lvl8pPr>
            <a:lvl9pPr algn="ctr">
              <a:defRPr sz="1575" b="1">
                <a:solidFill>
                  <a:srgbClr val="07111F"/>
                </a:solidFill>
                <a:latin typeface="Ubuntu Sans"/>
                <a:ea typeface="Ubuntu Sans"/>
                <a:cs typeface="Ubuntu Sans"/>
              </a:defRPr>
            </a:lvl9pPr>
          </a:lstStyle>
          <a:p xmlns:a="http://schemas.openxmlformats.org/drawingml/2006/main">
            <a:pPr algn="ctr">
              <a:defRPr sz="1575" b="1">
                <a:solidFill>
                  <a:srgbClr val="07111F"/>
                </a:solidFill>
                <a:latin typeface="Ubuntu Sans"/>
                <a:ea typeface="Ubuntu Sans"/>
                <a:cs typeface="Ubuntu Sans"/>
              </a:defRPr>
            </a:pPr>
            <a:r>
              <a:rPr sz="1575" b="1">
                <a:solidFill>
                  <a:srgbClr val="07111F"/>
                </a:solidFill>
                <a:latin typeface="Ubuntu Sans"/>
                <a:ea typeface="Ubuntu Sans"/>
                <a:cs typeface="Ubuntu Sans"/>
              </a:rPr>
              <a:t>4</a:t>
            </a:r>
          </a:p>
        </p:txBody>
      </p:sp>
      <p:sp>
        <p:nvSpPr>
          <p:cNvPr id="26" name="">
            <a:extLst xmlns:a="http://schemas.openxmlformats.org/drawingml/2006/main">
              <a:ext uri="{FF2B5EF4-FFF2-40B4-BE49-F238E27FC236}">
                <a16:creationId xmlns:a16="http://schemas.microsoft.com/office/drawing/2014/main" id="{3429A504-349A-4DEB-99E1-0F6FAF4D3253}"/>
              </a:ext>
            </a:extLst>
          </p:cNvPr>
          <p:cNvSpPr>
            <a:spLocks xmlns:a="http://schemas.openxmlformats.org/drawingml/2006/main" noGrp="1"/>
          </p:cNvSpPr>
          <p:nvPr/>
        </p:nvSpPr>
        <p:spPr>
          <a:xfrm xmlns:a="http://schemas.openxmlformats.org/drawingml/2006/main">
            <a:off x="1333500" y="3829050"/>
            <a:ext cx="2400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000"/>
          </a:bodyPr>
          <a:lstStyle xmlns:a="http://schemas.openxmlformats.org/drawingml/2006/main">
            <a:defPPr algn="l">
              <a:defRPr sz="1500" b="1">
                <a:solidFill>
                  <a:srgbClr val="F4F8FF"/>
                </a:solidFill>
                <a:latin typeface="Ubuntu Sans"/>
                <a:ea typeface="Ubuntu Sans"/>
                <a:cs typeface="Ubuntu Sans"/>
              </a:defRPr>
            </a:defPPr>
            <a:lvl1pPr algn="l">
              <a:defRPr sz="1500" b="1">
                <a:solidFill>
                  <a:srgbClr val="F4F8FF"/>
                </a:solidFill>
                <a:latin typeface="Ubuntu Sans"/>
                <a:ea typeface="Ubuntu Sans"/>
                <a:cs typeface="Ubuntu Sans"/>
              </a:defRPr>
            </a:lvl1pPr>
            <a:lvl2pPr algn="l">
              <a:defRPr sz="1500" b="1">
                <a:solidFill>
                  <a:srgbClr val="F4F8FF"/>
                </a:solidFill>
                <a:latin typeface="Ubuntu Sans"/>
                <a:ea typeface="Ubuntu Sans"/>
                <a:cs typeface="Ubuntu Sans"/>
              </a:defRPr>
            </a:lvl2pPr>
            <a:lvl3pPr algn="l">
              <a:defRPr sz="1500" b="1">
                <a:solidFill>
                  <a:srgbClr val="F4F8FF"/>
                </a:solidFill>
                <a:latin typeface="Ubuntu Sans"/>
                <a:ea typeface="Ubuntu Sans"/>
                <a:cs typeface="Ubuntu Sans"/>
              </a:defRPr>
            </a:lvl3pPr>
            <a:lvl4pPr algn="l">
              <a:defRPr sz="1500" b="1">
                <a:solidFill>
                  <a:srgbClr val="F4F8FF"/>
                </a:solidFill>
                <a:latin typeface="Ubuntu Sans"/>
                <a:ea typeface="Ubuntu Sans"/>
                <a:cs typeface="Ubuntu Sans"/>
              </a:defRPr>
            </a:lvl4pPr>
            <a:lvl5pPr algn="l">
              <a:defRPr sz="1500" b="1">
                <a:solidFill>
                  <a:srgbClr val="F4F8FF"/>
                </a:solidFill>
                <a:latin typeface="Ubuntu Sans"/>
                <a:ea typeface="Ubuntu Sans"/>
                <a:cs typeface="Ubuntu Sans"/>
              </a:defRPr>
            </a:lvl5pPr>
            <a:lvl6pPr algn="l">
              <a:defRPr sz="1500" b="1">
                <a:solidFill>
                  <a:srgbClr val="F4F8FF"/>
                </a:solidFill>
                <a:latin typeface="Ubuntu Sans"/>
                <a:ea typeface="Ubuntu Sans"/>
                <a:cs typeface="Ubuntu Sans"/>
              </a:defRPr>
            </a:lvl6pPr>
            <a:lvl7pPr algn="l">
              <a:defRPr sz="1500" b="1">
                <a:solidFill>
                  <a:srgbClr val="F4F8FF"/>
                </a:solidFill>
                <a:latin typeface="Ubuntu Sans"/>
                <a:ea typeface="Ubuntu Sans"/>
                <a:cs typeface="Ubuntu Sans"/>
              </a:defRPr>
            </a:lvl7pPr>
            <a:lvl8pPr algn="l">
              <a:defRPr sz="1500" b="1">
                <a:solidFill>
                  <a:srgbClr val="F4F8FF"/>
                </a:solidFill>
                <a:latin typeface="Ubuntu Sans"/>
                <a:ea typeface="Ubuntu Sans"/>
                <a:cs typeface="Ubuntu Sans"/>
              </a:defRPr>
            </a:lvl8pPr>
            <a:lvl9pPr algn="l">
              <a:defRPr sz="1500" b="1">
                <a:solidFill>
                  <a:srgbClr val="F4F8FF"/>
                </a:solidFill>
                <a:latin typeface="Ubuntu Sans"/>
                <a:ea typeface="Ubuntu Sans"/>
                <a:cs typeface="Ubuntu Sans"/>
              </a:defRPr>
            </a:lvl9pPr>
          </a:lstStyle>
          <a:p xmlns:a="http://schemas.openxmlformats.org/drawingml/2006/main">
            <a:pPr algn="l">
              <a:defRPr sz="1500" b="1">
                <a:solidFill>
                  <a:srgbClr val="F4F8FF"/>
                </a:solidFill>
                <a:latin typeface="Ubuntu Sans"/>
                <a:ea typeface="Ubuntu Sans"/>
                <a:cs typeface="Ubuntu Sans"/>
              </a:defRPr>
            </a:pPr>
            <a:r>
              <a:rPr sz="1500" b="1">
                <a:solidFill>
                  <a:srgbClr val="F4F8FF"/>
                </a:solidFill>
                <a:latin typeface="Ubuntu Sans"/>
                <a:ea typeface="Ubuntu Sans"/>
                <a:cs typeface="Ubuntu Sans"/>
              </a:rPr>
              <a:t>Authorize</a:t>
            </a:r>
          </a:p>
        </p:txBody>
      </p:sp>
      <p:sp>
        <p:nvSpPr>
          <p:cNvPr id="27" name="">
            <a:extLst xmlns:a="http://schemas.openxmlformats.org/drawingml/2006/main">
              <a:ext uri="{FF2B5EF4-FFF2-40B4-BE49-F238E27FC236}">
                <a16:creationId xmlns:a16="http://schemas.microsoft.com/office/drawing/2014/main" id="{1F3086FA-7913-4200-B231-EF2F57AE4361}"/>
              </a:ext>
            </a:extLst>
          </p:cNvPr>
          <p:cNvSpPr>
            <a:spLocks xmlns:a="http://schemas.openxmlformats.org/drawingml/2006/main" noGrp="1"/>
          </p:cNvSpPr>
          <p:nvPr/>
        </p:nvSpPr>
        <p:spPr>
          <a:xfrm xmlns:a="http://schemas.openxmlformats.org/drawingml/2006/main">
            <a:off x="1333500" y="4133850"/>
            <a:ext cx="24003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050" b="0">
                <a:solidFill>
                  <a:srgbClr val="A9BCD0"/>
                </a:solidFill>
                <a:latin typeface="Ubuntu Sans"/>
                <a:ea typeface="Ubuntu Sans"/>
                <a:cs typeface="Ubuntu Sans"/>
              </a:defRPr>
            </a:defPPr>
            <a:lvl1pPr algn="l">
              <a:defRPr sz="1050" b="0">
                <a:solidFill>
                  <a:srgbClr val="A9BCD0"/>
                </a:solidFill>
                <a:latin typeface="Ubuntu Sans"/>
                <a:ea typeface="Ubuntu Sans"/>
                <a:cs typeface="Ubuntu Sans"/>
              </a:defRPr>
            </a:lvl1pPr>
            <a:lvl2pPr algn="l">
              <a:defRPr sz="1050" b="0">
                <a:solidFill>
                  <a:srgbClr val="A9BCD0"/>
                </a:solidFill>
                <a:latin typeface="Ubuntu Sans"/>
                <a:ea typeface="Ubuntu Sans"/>
                <a:cs typeface="Ubuntu Sans"/>
              </a:defRPr>
            </a:lvl2pPr>
            <a:lvl3pPr algn="l">
              <a:defRPr sz="1050" b="0">
                <a:solidFill>
                  <a:srgbClr val="A9BCD0"/>
                </a:solidFill>
                <a:latin typeface="Ubuntu Sans"/>
                <a:ea typeface="Ubuntu Sans"/>
                <a:cs typeface="Ubuntu Sans"/>
              </a:defRPr>
            </a:lvl3pPr>
            <a:lvl4pPr algn="l">
              <a:defRPr sz="1050" b="0">
                <a:solidFill>
                  <a:srgbClr val="A9BCD0"/>
                </a:solidFill>
                <a:latin typeface="Ubuntu Sans"/>
                <a:ea typeface="Ubuntu Sans"/>
                <a:cs typeface="Ubuntu Sans"/>
              </a:defRPr>
            </a:lvl4pPr>
            <a:lvl5pPr algn="l">
              <a:defRPr sz="1050" b="0">
                <a:solidFill>
                  <a:srgbClr val="A9BCD0"/>
                </a:solidFill>
                <a:latin typeface="Ubuntu Sans"/>
                <a:ea typeface="Ubuntu Sans"/>
                <a:cs typeface="Ubuntu Sans"/>
              </a:defRPr>
            </a:lvl5pPr>
            <a:lvl6pPr algn="l">
              <a:defRPr sz="1050" b="0">
                <a:solidFill>
                  <a:srgbClr val="A9BCD0"/>
                </a:solidFill>
                <a:latin typeface="Ubuntu Sans"/>
                <a:ea typeface="Ubuntu Sans"/>
                <a:cs typeface="Ubuntu Sans"/>
              </a:defRPr>
            </a:lvl6pPr>
            <a:lvl7pPr algn="l">
              <a:defRPr sz="1050" b="0">
                <a:solidFill>
                  <a:srgbClr val="A9BCD0"/>
                </a:solidFill>
                <a:latin typeface="Ubuntu Sans"/>
                <a:ea typeface="Ubuntu Sans"/>
                <a:cs typeface="Ubuntu Sans"/>
              </a:defRPr>
            </a:lvl7pPr>
            <a:lvl8pPr algn="l">
              <a:defRPr sz="1050" b="0">
                <a:solidFill>
                  <a:srgbClr val="A9BCD0"/>
                </a:solidFill>
                <a:latin typeface="Ubuntu Sans"/>
                <a:ea typeface="Ubuntu Sans"/>
                <a:cs typeface="Ubuntu Sans"/>
              </a:defRPr>
            </a:lvl8pPr>
            <a:lvl9pPr algn="l">
              <a:defRPr sz="1050" b="0">
                <a:solidFill>
                  <a:srgbClr val="A9BCD0"/>
                </a:solidFill>
                <a:latin typeface="Ubuntu Sans"/>
                <a:ea typeface="Ubuntu Sans"/>
                <a:cs typeface="Ubuntu Sans"/>
              </a:defRPr>
            </a:lvl9pPr>
          </a:lstStyle>
          <a:p xmlns:a="http://schemas.openxmlformats.org/drawingml/2006/main">
            <a:pPr algn="l">
              <a:defRPr sz="1050" b="0">
                <a:solidFill>
                  <a:srgbClr val="A9BCD0"/>
                </a:solidFill>
                <a:latin typeface="Ubuntu Sans"/>
                <a:ea typeface="Ubuntu Sans"/>
                <a:cs typeface="Ubuntu Sans"/>
              </a:defRPr>
            </a:pPr>
            <a:r>
              <a:rPr sz="1050" b="0">
                <a:solidFill>
                  <a:srgbClr val="A9BCD0"/>
                </a:solidFill>
                <a:latin typeface="Ubuntu Sans"/>
                <a:ea typeface="Ubuntu Sans"/>
                <a:cs typeface="Ubuntu Sans"/>
              </a:rPr>
              <a:t>Check role, tenant and ownership</a:t>
            </a:r>
          </a:p>
        </p:txBody>
      </p:sp>
      <p:sp>
        <p:nvSpPr>
          <p:cNvPr id="28" name="">
            <a:extLst xmlns:a="http://schemas.openxmlformats.org/drawingml/2006/main">
              <a:ext uri="{FF2B5EF4-FFF2-40B4-BE49-F238E27FC236}">
                <a16:creationId xmlns:a16="http://schemas.microsoft.com/office/drawing/2014/main" id="{FE94AD75-1119-4CBF-AFCB-93853A7926EA}"/>
              </a:ext>
            </a:extLst>
          </p:cNvPr>
          <p:cNvSpPr>
            <a:spLocks xmlns:a="http://schemas.openxmlformats.org/drawingml/2006/main" noGrp="1"/>
          </p:cNvSpPr>
          <p:nvPr/>
        </p:nvSpPr>
        <p:spPr>
          <a:xfrm xmlns:a="http://schemas.openxmlformats.org/drawingml/2006/main">
            <a:off x="3867150" y="4152900"/>
            <a:ext cx="419100" cy="0"/>
          </a:xfrm>
          <a:prstGeom xmlns:a="http://schemas.openxmlformats.org/drawingml/2006/main" prst="line">
            <a:avLst/>
          </a:prstGeom>
          <a:noFill xmlns:a="http://schemas.openxmlformats.org/drawingml/2006/main"/>
          <a:ln xmlns:a="http://schemas.openxmlformats.org/drawingml/2006/main" w="19050">
            <a:solidFill>
              <a:srgbClr val="2B4563"/>
            </a:solidFill>
            <a:prstDash val="solid"/>
          </a:ln>
        </p:spPr>
      </p:sp>
      <p:sp>
        <p:nvSpPr>
          <p:cNvPr id="29" name="">
            <a:extLst xmlns:a="http://schemas.openxmlformats.org/drawingml/2006/main">
              <a:ext uri="{FF2B5EF4-FFF2-40B4-BE49-F238E27FC236}">
                <a16:creationId xmlns:a16="http://schemas.microsoft.com/office/drawing/2014/main" id="{EDD30732-51AE-4EDE-8CE1-C0BB9AC1C769}"/>
              </a:ext>
            </a:extLst>
          </p:cNvPr>
          <p:cNvSpPr>
            <a:spLocks xmlns:a="http://schemas.openxmlformats.org/drawingml/2006/main" noGrp="1"/>
          </p:cNvSpPr>
          <p:nvPr/>
        </p:nvSpPr>
        <p:spPr>
          <a:xfrm xmlns:a="http://schemas.openxmlformats.org/drawingml/2006/main">
            <a:off x="4286250" y="3714750"/>
            <a:ext cx="3257550" cy="895350"/>
          </a:xfrm>
          <a:prstGeom xmlns:a="http://schemas.openxmlformats.org/drawingml/2006/main" prst="roundRect">
            <a:avLst>
              <a:gd name="adj" fmla="val 12766"/>
            </a:avLst>
          </a:prstGeom>
          <a:solidFill xmlns:a="http://schemas.openxmlformats.org/drawingml/2006/main">
            <a:srgbClr val="10223A"/>
          </a:solidFill>
          <a:ln xmlns:a="http://schemas.openxmlformats.org/drawingml/2006/main" w="11430">
            <a:solidFill>
              <a:srgbClr val="2B4563"/>
            </a:solidFill>
            <a:prstDash val="solid"/>
          </a:ln>
        </p:spPr>
      </p:sp>
      <p:sp>
        <p:nvSpPr>
          <p:cNvPr id="30" name="">
            <a:extLst xmlns:a="http://schemas.openxmlformats.org/drawingml/2006/main">
              <a:ext uri="{FF2B5EF4-FFF2-40B4-BE49-F238E27FC236}">
                <a16:creationId xmlns:a16="http://schemas.microsoft.com/office/drawing/2014/main" id="{B28BCC93-577E-46D1-9AAD-A9D0122FC99F}"/>
              </a:ext>
            </a:extLst>
          </p:cNvPr>
          <p:cNvSpPr>
            <a:spLocks xmlns:a="http://schemas.openxmlformats.org/drawingml/2006/main" noGrp="1"/>
          </p:cNvSpPr>
          <p:nvPr/>
        </p:nvSpPr>
        <p:spPr>
          <a:xfrm xmlns:a="http://schemas.openxmlformats.org/drawingml/2006/main">
            <a:off x="4438650" y="3886200"/>
            <a:ext cx="438150" cy="438150"/>
          </a:xfrm>
          <a:prstGeom xmlns:a="http://schemas.openxmlformats.org/drawingml/2006/main" prst="ellipse">
            <a:avLst/>
          </a:prstGeom>
          <a:solidFill xmlns:a="http://schemas.openxmlformats.org/drawingml/2006/main">
            <a:srgbClr val="2FD6D3"/>
          </a:solidFill>
          <a:ln xmlns:a="http://schemas.openxmlformats.org/drawingml/2006/main" w="11430">
            <a:solidFill>
              <a:srgbClr val="2FD6D3"/>
            </a:solidFill>
            <a:prstDash val="solid"/>
          </a:ln>
        </p:spPr>
      </p:sp>
      <p:sp>
        <p:nvSpPr>
          <p:cNvPr id="31" name="">
            <a:extLst xmlns:a="http://schemas.openxmlformats.org/drawingml/2006/main">
              <a:ext uri="{FF2B5EF4-FFF2-40B4-BE49-F238E27FC236}">
                <a16:creationId xmlns:a16="http://schemas.microsoft.com/office/drawing/2014/main" id="{C2BA76B4-9DE1-4688-81FC-1EF26DE05ED3}"/>
              </a:ext>
            </a:extLst>
          </p:cNvPr>
          <p:cNvSpPr>
            <a:spLocks xmlns:a="http://schemas.openxmlformats.org/drawingml/2006/main" noGrp="1"/>
          </p:cNvSpPr>
          <p:nvPr/>
        </p:nvSpPr>
        <p:spPr>
          <a:xfrm xmlns:a="http://schemas.openxmlformats.org/drawingml/2006/main">
            <a:off x="4438650" y="3886200"/>
            <a:ext cx="4381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ctr">
              <a:defRPr sz="1575" b="1">
                <a:solidFill>
                  <a:srgbClr val="07111F"/>
                </a:solidFill>
                <a:latin typeface="Ubuntu Sans"/>
                <a:ea typeface="Ubuntu Sans"/>
                <a:cs typeface="Ubuntu Sans"/>
              </a:defRPr>
            </a:defPPr>
            <a:lvl1pPr algn="ctr">
              <a:defRPr sz="1575" b="1">
                <a:solidFill>
                  <a:srgbClr val="07111F"/>
                </a:solidFill>
                <a:latin typeface="Ubuntu Sans"/>
                <a:ea typeface="Ubuntu Sans"/>
                <a:cs typeface="Ubuntu Sans"/>
              </a:defRPr>
            </a:lvl1pPr>
            <a:lvl2pPr algn="ctr">
              <a:defRPr sz="1575" b="1">
                <a:solidFill>
                  <a:srgbClr val="07111F"/>
                </a:solidFill>
                <a:latin typeface="Ubuntu Sans"/>
                <a:ea typeface="Ubuntu Sans"/>
                <a:cs typeface="Ubuntu Sans"/>
              </a:defRPr>
            </a:lvl2pPr>
            <a:lvl3pPr algn="ctr">
              <a:defRPr sz="1575" b="1">
                <a:solidFill>
                  <a:srgbClr val="07111F"/>
                </a:solidFill>
                <a:latin typeface="Ubuntu Sans"/>
                <a:ea typeface="Ubuntu Sans"/>
                <a:cs typeface="Ubuntu Sans"/>
              </a:defRPr>
            </a:lvl3pPr>
            <a:lvl4pPr algn="ctr">
              <a:defRPr sz="1575" b="1">
                <a:solidFill>
                  <a:srgbClr val="07111F"/>
                </a:solidFill>
                <a:latin typeface="Ubuntu Sans"/>
                <a:ea typeface="Ubuntu Sans"/>
                <a:cs typeface="Ubuntu Sans"/>
              </a:defRPr>
            </a:lvl4pPr>
            <a:lvl5pPr algn="ctr">
              <a:defRPr sz="1575" b="1">
                <a:solidFill>
                  <a:srgbClr val="07111F"/>
                </a:solidFill>
                <a:latin typeface="Ubuntu Sans"/>
                <a:ea typeface="Ubuntu Sans"/>
                <a:cs typeface="Ubuntu Sans"/>
              </a:defRPr>
            </a:lvl5pPr>
            <a:lvl6pPr algn="ctr">
              <a:defRPr sz="1575" b="1">
                <a:solidFill>
                  <a:srgbClr val="07111F"/>
                </a:solidFill>
                <a:latin typeface="Ubuntu Sans"/>
                <a:ea typeface="Ubuntu Sans"/>
                <a:cs typeface="Ubuntu Sans"/>
              </a:defRPr>
            </a:lvl6pPr>
            <a:lvl7pPr algn="ctr">
              <a:defRPr sz="1575" b="1">
                <a:solidFill>
                  <a:srgbClr val="07111F"/>
                </a:solidFill>
                <a:latin typeface="Ubuntu Sans"/>
                <a:ea typeface="Ubuntu Sans"/>
                <a:cs typeface="Ubuntu Sans"/>
              </a:defRPr>
            </a:lvl7pPr>
            <a:lvl8pPr algn="ctr">
              <a:defRPr sz="1575" b="1">
                <a:solidFill>
                  <a:srgbClr val="07111F"/>
                </a:solidFill>
                <a:latin typeface="Ubuntu Sans"/>
                <a:ea typeface="Ubuntu Sans"/>
                <a:cs typeface="Ubuntu Sans"/>
              </a:defRPr>
            </a:lvl8pPr>
            <a:lvl9pPr algn="ctr">
              <a:defRPr sz="1575" b="1">
                <a:solidFill>
                  <a:srgbClr val="07111F"/>
                </a:solidFill>
                <a:latin typeface="Ubuntu Sans"/>
                <a:ea typeface="Ubuntu Sans"/>
                <a:cs typeface="Ubuntu Sans"/>
              </a:defRPr>
            </a:lvl9pPr>
          </a:lstStyle>
          <a:p xmlns:a="http://schemas.openxmlformats.org/drawingml/2006/main">
            <a:pPr algn="ctr">
              <a:defRPr sz="1575" b="1">
                <a:solidFill>
                  <a:srgbClr val="07111F"/>
                </a:solidFill>
                <a:latin typeface="Ubuntu Sans"/>
                <a:ea typeface="Ubuntu Sans"/>
                <a:cs typeface="Ubuntu Sans"/>
              </a:defRPr>
            </a:pPr>
            <a:r>
              <a:rPr sz="1575" b="1">
                <a:solidFill>
                  <a:srgbClr val="07111F"/>
                </a:solidFill>
                <a:latin typeface="Ubuntu Sans"/>
                <a:ea typeface="Ubuntu Sans"/>
                <a:cs typeface="Ubuntu Sans"/>
              </a:rPr>
              <a:t>5</a:t>
            </a:r>
          </a:p>
        </p:txBody>
      </p:sp>
      <p:sp>
        <p:nvSpPr>
          <p:cNvPr id="32" name="">
            <a:extLst xmlns:a="http://schemas.openxmlformats.org/drawingml/2006/main">
              <a:ext uri="{FF2B5EF4-FFF2-40B4-BE49-F238E27FC236}">
                <a16:creationId xmlns:a16="http://schemas.microsoft.com/office/drawing/2014/main" id="{F3A15342-DDFC-4BCF-B020-295ABD16B220}"/>
              </a:ext>
            </a:extLst>
          </p:cNvPr>
          <p:cNvSpPr>
            <a:spLocks xmlns:a="http://schemas.openxmlformats.org/drawingml/2006/main" noGrp="1"/>
          </p:cNvSpPr>
          <p:nvPr/>
        </p:nvSpPr>
        <p:spPr>
          <a:xfrm xmlns:a="http://schemas.openxmlformats.org/drawingml/2006/main">
            <a:off x="5010150" y="3829050"/>
            <a:ext cx="2400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000"/>
          </a:bodyPr>
          <a:lstStyle xmlns:a="http://schemas.openxmlformats.org/drawingml/2006/main">
            <a:defPPr algn="l">
              <a:defRPr sz="1500" b="1">
                <a:solidFill>
                  <a:srgbClr val="F4F8FF"/>
                </a:solidFill>
                <a:latin typeface="Ubuntu Sans"/>
                <a:ea typeface="Ubuntu Sans"/>
                <a:cs typeface="Ubuntu Sans"/>
              </a:defRPr>
            </a:defPPr>
            <a:lvl1pPr algn="l">
              <a:defRPr sz="1500" b="1">
                <a:solidFill>
                  <a:srgbClr val="F4F8FF"/>
                </a:solidFill>
                <a:latin typeface="Ubuntu Sans"/>
                <a:ea typeface="Ubuntu Sans"/>
                <a:cs typeface="Ubuntu Sans"/>
              </a:defRPr>
            </a:lvl1pPr>
            <a:lvl2pPr algn="l">
              <a:defRPr sz="1500" b="1">
                <a:solidFill>
                  <a:srgbClr val="F4F8FF"/>
                </a:solidFill>
                <a:latin typeface="Ubuntu Sans"/>
                <a:ea typeface="Ubuntu Sans"/>
                <a:cs typeface="Ubuntu Sans"/>
              </a:defRPr>
            </a:lvl2pPr>
            <a:lvl3pPr algn="l">
              <a:defRPr sz="1500" b="1">
                <a:solidFill>
                  <a:srgbClr val="F4F8FF"/>
                </a:solidFill>
                <a:latin typeface="Ubuntu Sans"/>
                <a:ea typeface="Ubuntu Sans"/>
                <a:cs typeface="Ubuntu Sans"/>
              </a:defRPr>
            </a:lvl3pPr>
            <a:lvl4pPr algn="l">
              <a:defRPr sz="1500" b="1">
                <a:solidFill>
                  <a:srgbClr val="F4F8FF"/>
                </a:solidFill>
                <a:latin typeface="Ubuntu Sans"/>
                <a:ea typeface="Ubuntu Sans"/>
                <a:cs typeface="Ubuntu Sans"/>
              </a:defRPr>
            </a:lvl4pPr>
            <a:lvl5pPr algn="l">
              <a:defRPr sz="1500" b="1">
                <a:solidFill>
                  <a:srgbClr val="F4F8FF"/>
                </a:solidFill>
                <a:latin typeface="Ubuntu Sans"/>
                <a:ea typeface="Ubuntu Sans"/>
                <a:cs typeface="Ubuntu Sans"/>
              </a:defRPr>
            </a:lvl5pPr>
            <a:lvl6pPr algn="l">
              <a:defRPr sz="1500" b="1">
                <a:solidFill>
                  <a:srgbClr val="F4F8FF"/>
                </a:solidFill>
                <a:latin typeface="Ubuntu Sans"/>
                <a:ea typeface="Ubuntu Sans"/>
                <a:cs typeface="Ubuntu Sans"/>
              </a:defRPr>
            </a:lvl6pPr>
            <a:lvl7pPr algn="l">
              <a:defRPr sz="1500" b="1">
                <a:solidFill>
                  <a:srgbClr val="F4F8FF"/>
                </a:solidFill>
                <a:latin typeface="Ubuntu Sans"/>
                <a:ea typeface="Ubuntu Sans"/>
                <a:cs typeface="Ubuntu Sans"/>
              </a:defRPr>
            </a:lvl7pPr>
            <a:lvl8pPr algn="l">
              <a:defRPr sz="1500" b="1">
                <a:solidFill>
                  <a:srgbClr val="F4F8FF"/>
                </a:solidFill>
                <a:latin typeface="Ubuntu Sans"/>
                <a:ea typeface="Ubuntu Sans"/>
                <a:cs typeface="Ubuntu Sans"/>
              </a:defRPr>
            </a:lvl8pPr>
            <a:lvl9pPr algn="l">
              <a:defRPr sz="1500" b="1">
                <a:solidFill>
                  <a:srgbClr val="F4F8FF"/>
                </a:solidFill>
                <a:latin typeface="Ubuntu Sans"/>
                <a:ea typeface="Ubuntu Sans"/>
                <a:cs typeface="Ubuntu Sans"/>
              </a:defRPr>
            </a:lvl9pPr>
          </a:lstStyle>
          <a:p xmlns:a="http://schemas.openxmlformats.org/drawingml/2006/main">
            <a:pPr algn="l">
              <a:defRPr sz="1500" b="1">
                <a:solidFill>
                  <a:srgbClr val="F4F8FF"/>
                </a:solidFill>
                <a:latin typeface="Ubuntu Sans"/>
                <a:ea typeface="Ubuntu Sans"/>
                <a:cs typeface="Ubuntu Sans"/>
              </a:defRPr>
            </a:pPr>
            <a:r>
              <a:rPr sz="1500" b="1">
                <a:solidFill>
                  <a:srgbClr val="F4F8FF"/>
                </a:solidFill>
                <a:latin typeface="Ubuntu Sans"/>
                <a:ea typeface="Ubuntu Sans"/>
                <a:cs typeface="Ubuntu Sans"/>
              </a:rPr>
              <a:t>Execute</a:t>
            </a:r>
          </a:p>
        </p:txBody>
      </p:sp>
      <p:sp>
        <p:nvSpPr>
          <p:cNvPr id="33" name="">
            <a:extLst xmlns:a="http://schemas.openxmlformats.org/drawingml/2006/main">
              <a:ext uri="{FF2B5EF4-FFF2-40B4-BE49-F238E27FC236}">
                <a16:creationId xmlns:a16="http://schemas.microsoft.com/office/drawing/2014/main" id="{21DD8AD3-C907-47DE-A829-9C3C20B86E68}"/>
              </a:ext>
            </a:extLst>
          </p:cNvPr>
          <p:cNvSpPr>
            <a:spLocks xmlns:a="http://schemas.openxmlformats.org/drawingml/2006/main" noGrp="1"/>
          </p:cNvSpPr>
          <p:nvPr/>
        </p:nvSpPr>
        <p:spPr>
          <a:xfrm xmlns:a="http://schemas.openxmlformats.org/drawingml/2006/main">
            <a:off x="5010150" y="4133850"/>
            <a:ext cx="24003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050" b="0">
                <a:solidFill>
                  <a:srgbClr val="A9BCD0"/>
                </a:solidFill>
                <a:latin typeface="Ubuntu Sans"/>
                <a:ea typeface="Ubuntu Sans"/>
                <a:cs typeface="Ubuntu Sans"/>
              </a:defRPr>
            </a:defPPr>
            <a:lvl1pPr algn="l">
              <a:defRPr sz="1050" b="0">
                <a:solidFill>
                  <a:srgbClr val="A9BCD0"/>
                </a:solidFill>
                <a:latin typeface="Ubuntu Sans"/>
                <a:ea typeface="Ubuntu Sans"/>
                <a:cs typeface="Ubuntu Sans"/>
              </a:defRPr>
            </a:lvl1pPr>
            <a:lvl2pPr algn="l">
              <a:defRPr sz="1050" b="0">
                <a:solidFill>
                  <a:srgbClr val="A9BCD0"/>
                </a:solidFill>
                <a:latin typeface="Ubuntu Sans"/>
                <a:ea typeface="Ubuntu Sans"/>
                <a:cs typeface="Ubuntu Sans"/>
              </a:defRPr>
            </a:lvl2pPr>
            <a:lvl3pPr algn="l">
              <a:defRPr sz="1050" b="0">
                <a:solidFill>
                  <a:srgbClr val="A9BCD0"/>
                </a:solidFill>
                <a:latin typeface="Ubuntu Sans"/>
                <a:ea typeface="Ubuntu Sans"/>
                <a:cs typeface="Ubuntu Sans"/>
              </a:defRPr>
            </a:lvl3pPr>
            <a:lvl4pPr algn="l">
              <a:defRPr sz="1050" b="0">
                <a:solidFill>
                  <a:srgbClr val="A9BCD0"/>
                </a:solidFill>
                <a:latin typeface="Ubuntu Sans"/>
                <a:ea typeface="Ubuntu Sans"/>
                <a:cs typeface="Ubuntu Sans"/>
              </a:defRPr>
            </a:lvl4pPr>
            <a:lvl5pPr algn="l">
              <a:defRPr sz="1050" b="0">
                <a:solidFill>
                  <a:srgbClr val="A9BCD0"/>
                </a:solidFill>
                <a:latin typeface="Ubuntu Sans"/>
                <a:ea typeface="Ubuntu Sans"/>
                <a:cs typeface="Ubuntu Sans"/>
              </a:defRPr>
            </a:lvl5pPr>
            <a:lvl6pPr algn="l">
              <a:defRPr sz="1050" b="0">
                <a:solidFill>
                  <a:srgbClr val="A9BCD0"/>
                </a:solidFill>
                <a:latin typeface="Ubuntu Sans"/>
                <a:ea typeface="Ubuntu Sans"/>
                <a:cs typeface="Ubuntu Sans"/>
              </a:defRPr>
            </a:lvl6pPr>
            <a:lvl7pPr algn="l">
              <a:defRPr sz="1050" b="0">
                <a:solidFill>
                  <a:srgbClr val="A9BCD0"/>
                </a:solidFill>
                <a:latin typeface="Ubuntu Sans"/>
                <a:ea typeface="Ubuntu Sans"/>
                <a:cs typeface="Ubuntu Sans"/>
              </a:defRPr>
            </a:lvl7pPr>
            <a:lvl8pPr algn="l">
              <a:defRPr sz="1050" b="0">
                <a:solidFill>
                  <a:srgbClr val="A9BCD0"/>
                </a:solidFill>
                <a:latin typeface="Ubuntu Sans"/>
                <a:ea typeface="Ubuntu Sans"/>
                <a:cs typeface="Ubuntu Sans"/>
              </a:defRPr>
            </a:lvl8pPr>
            <a:lvl9pPr algn="l">
              <a:defRPr sz="1050" b="0">
                <a:solidFill>
                  <a:srgbClr val="A9BCD0"/>
                </a:solidFill>
                <a:latin typeface="Ubuntu Sans"/>
                <a:ea typeface="Ubuntu Sans"/>
                <a:cs typeface="Ubuntu Sans"/>
              </a:defRPr>
            </a:lvl9pPr>
          </a:lstStyle>
          <a:p xmlns:a="http://schemas.openxmlformats.org/drawingml/2006/main">
            <a:pPr algn="l">
              <a:defRPr sz="1050" b="0">
                <a:solidFill>
                  <a:srgbClr val="A9BCD0"/>
                </a:solidFill>
                <a:latin typeface="Ubuntu Sans"/>
                <a:ea typeface="Ubuntu Sans"/>
                <a:cs typeface="Ubuntu Sans"/>
              </a:defRPr>
            </a:pPr>
            <a:r>
              <a:rPr sz="1050" b="0">
                <a:solidFill>
                  <a:srgbClr val="A9BCD0"/>
                </a:solidFill>
                <a:latin typeface="Ubuntu Sans"/>
                <a:ea typeface="Ubuntu Sans"/>
                <a:cs typeface="Ubuntu Sans"/>
              </a:rPr>
              <a:t>Service logic and transaction</a:t>
            </a:r>
          </a:p>
        </p:txBody>
      </p:sp>
      <p:sp>
        <p:nvSpPr>
          <p:cNvPr id="34" name="">
            <a:extLst xmlns:a="http://schemas.openxmlformats.org/drawingml/2006/main">
              <a:ext uri="{FF2B5EF4-FFF2-40B4-BE49-F238E27FC236}">
                <a16:creationId xmlns:a16="http://schemas.microsoft.com/office/drawing/2014/main" id="{7BB9FE95-26DB-4C4C-85C5-73BDF0100D75}"/>
              </a:ext>
            </a:extLst>
          </p:cNvPr>
          <p:cNvSpPr>
            <a:spLocks xmlns:a="http://schemas.openxmlformats.org/drawingml/2006/main" noGrp="1"/>
          </p:cNvSpPr>
          <p:nvPr/>
        </p:nvSpPr>
        <p:spPr>
          <a:xfrm xmlns:a="http://schemas.openxmlformats.org/drawingml/2006/main">
            <a:off x="7543800" y="4152900"/>
            <a:ext cx="419100" cy="0"/>
          </a:xfrm>
          <a:prstGeom xmlns:a="http://schemas.openxmlformats.org/drawingml/2006/main" prst="line">
            <a:avLst/>
          </a:prstGeom>
          <a:noFill xmlns:a="http://schemas.openxmlformats.org/drawingml/2006/main"/>
          <a:ln xmlns:a="http://schemas.openxmlformats.org/drawingml/2006/main" w="19050">
            <a:solidFill>
              <a:srgbClr val="2B4563"/>
            </a:solidFill>
            <a:prstDash val="solid"/>
          </a:ln>
        </p:spPr>
      </p:sp>
      <p:sp>
        <p:nvSpPr>
          <p:cNvPr id="35" name="">
            <a:extLst xmlns:a="http://schemas.openxmlformats.org/drawingml/2006/main">
              <a:ext uri="{FF2B5EF4-FFF2-40B4-BE49-F238E27FC236}">
                <a16:creationId xmlns:a16="http://schemas.microsoft.com/office/drawing/2014/main" id="{2086BB2C-7265-48F8-ABA6-F243E1737536}"/>
              </a:ext>
            </a:extLst>
          </p:cNvPr>
          <p:cNvSpPr>
            <a:spLocks xmlns:a="http://schemas.openxmlformats.org/drawingml/2006/main" noGrp="1"/>
          </p:cNvSpPr>
          <p:nvPr/>
        </p:nvSpPr>
        <p:spPr>
          <a:xfrm xmlns:a="http://schemas.openxmlformats.org/drawingml/2006/main">
            <a:off x="7962900" y="3714750"/>
            <a:ext cx="3257550" cy="895350"/>
          </a:xfrm>
          <a:prstGeom xmlns:a="http://schemas.openxmlformats.org/drawingml/2006/main" prst="roundRect">
            <a:avLst>
              <a:gd name="adj" fmla="val 12766"/>
            </a:avLst>
          </a:prstGeom>
          <a:solidFill xmlns:a="http://schemas.openxmlformats.org/drawingml/2006/main">
            <a:srgbClr val="10223A"/>
          </a:solidFill>
          <a:ln xmlns:a="http://schemas.openxmlformats.org/drawingml/2006/main" w="11430">
            <a:solidFill>
              <a:srgbClr val="2B4563"/>
            </a:solidFill>
            <a:prstDash val="solid"/>
          </a:ln>
        </p:spPr>
      </p:sp>
      <p:sp>
        <p:nvSpPr>
          <p:cNvPr id="36" name="">
            <a:extLst xmlns:a="http://schemas.openxmlformats.org/drawingml/2006/main">
              <a:ext uri="{FF2B5EF4-FFF2-40B4-BE49-F238E27FC236}">
                <a16:creationId xmlns:a16="http://schemas.microsoft.com/office/drawing/2014/main" id="{03F2DB1C-0413-4C05-A4DF-66C73E48388E}"/>
              </a:ext>
            </a:extLst>
          </p:cNvPr>
          <p:cNvSpPr>
            <a:spLocks xmlns:a="http://schemas.openxmlformats.org/drawingml/2006/main" noGrp="1"/>
          </p:cNvSpPr>
          <p:nvPr/>
        </p:nvSpPr>
        <p:spPr>
          <a:xfrm xmlns:a="http://schemas.openxmlformats.org/drawingml/2006/main">
            <a:off x="8115300" y="3886200"/>
            <a:ext cx="438150" cy="438150"/>
          </a:xfrm>
          <a:prstGeom xmlns:a="http://schemas.openxmlformats.org/drawingml/2006/main" prst="ellipse">
            <a:avLst/>
          </a:prstGeom>
          <a:solidFill xmlns:a="http://schemas.openxmlformats.org/drawingml/2006/main">
            <a:srgbClr val="8A7CFF"/>
          </a:solidFill>
          <a:ln xmlns:a="http://schemas.openxmlformats.org/drawingml/2006/main" w="11430">
            <a:solidFill>
              <a:srgbClr val="8A7CFF"/>
            </a:solidFill>
            <a:prstDash val="solid"/>
          </a:ln>
        </p:spPr>
      </p:sp>
      <p:sp>
        <p:nvSpPr>
          <p:cNvPr id="37" name="">
            <a:extLst xmlns:a="http://schemas.openxmlformats.org/drawingml/2006/main">
              <a:ext uri="{FF2B5EF4-FFF2-40B4-BE49-F238E27FC236}">
                <a16:creationId xmlns:a16="http://schemas.microsoft.com/office/drawing/2014/main" id="{5384878F-C4F6-44DD-9556-BCACD22597CE}"/>
              </a:ext>
            </a:extLst>
          </p:cNvPr>
          <p:cNvSpPr>
            <a:spLocks xmlns:a="http://schemas.openxmlformats.org/drawingml/2006/main" noGrp="1"/>
          </p:cNvSpPr>
          <p:nvPr/>
        </p:nvSpPr>
        <p:spPr>
          <a:xfrm xmlns:a="http://schemas.openxmlformats.org/drawingml/2006/main">
            <a:off x="8115300" y="3886200"/>
            <a:ext cx="4381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ctr">
              <a:defRPr sz="1575" b="1">
                <a:solidFill>
                  <a:srgbClr val="07111F"/>
                </a:solidFill>
                <a:latin typeface="Ubuntu Sans"/>
                <a:ea typeface="Ubuntu Sans"/>
                <a:cs typeface="Ubuntu Sans"/>
              </a:defRPr>
            </a:defPPr>
            <a:lvl1pPr algn="ctr">
              <a:defRPr sz="1575" b="1">
                <a:solidFill>
                  <a:srgbClr val="07111F"/>
                </a:solidFill>
                <a:latin typeface="Ubuntu Sans"/>
                <a:ea typeface="Ubuntu Sans"/>
                <a:cs typeface="Ubuntu Sans"/>
              </a:defRPr>
            </a:lvl1pPr>
            <a:lvl2pPr algn="ctr">
              <a:defRPr sz="1575" b="1">
                <a:solidFill>
                  <a:srgbClr val="07111F"/>
                </a:solidFill>
                <a:latin typeface="Ubuntu Sans"/>
                <a:ea typeface="Ubuntu Sans"/>
                <a:cs typeface="Ubuntu Sans"/>
              </a:defRPr>
            </a:lvl2pPr>
            <a:lvl3pPr algn="ctr">
              <a:defRPr sz="1575" b="1">
                <a:solidFill>
                  <a:srgbClr val="07111F"/>
                </a:solidFill>
                <a:latin typeface="Ubuntu Sans"/>
                <a:ea typeface="Ubuntu Sans"/>
                <a:cs typeface="Ubuntu Sans"/>
              </a:defRPr>
            </a:lvl3pPr>
            <a:lvl4pPr algn="ctr">
              <a:defRPr sz="1575" b="1">
                <a:solidFill>
                  <a:srgbClr val="07111F"/>
                </a:solidFill>
                <a:latin typeface="Ubuntu Sans"/>
                <a:ea typeface="Ubuntu Sans"/>
                <a:cs typeface="Ubuntu Sans"/>
              </a:defRPr>
            </a:lvl4pPr>
            <a:lvl5pPr algn="ctr">
              <a:defRPr sz="1575" b="1">
                <a:solidFill>
                  <a:srgbClr val="07111F"/>
                </a:solidFill>
                <a:latin typeface="Ubuntu Sans"/>
                <a:ea typeface="Ubuntu Sans"/>
                <a:cs typeface="Ubuntu Sans"/>
              </a:defRPr>
            </a:lvl5pPr>
            <a:lvl6pPr algn="ctr">
              <a:defRPr sz="1575" b="1">
                <a:solidFill>
                  <a:srgbClr val="07111F"/>
                </a:solidFill>
                <a:latin typeface="Ubuntu Sans"/>
                <a:ea typeface="Ubuntu Sans"/>
                <a:cs typeface="Ubuntu Sans"/>
              </a:defRPr>
            </a:lvl6pPr>
            <a:lvl7pPr algn="ctr">
              <a:defRPr sz="1575" b="1">
                <a:solidFill>
                  <a:srgbClr val="07111F"/>
                </a:solidFill>
                <a:latin typeface="Ubuntu Sans"/>
                <a:ea typeface="Ubuntu Sans"/>
                <a:cs typeface="Ubuntu Sans"/>
              </a:defRPr>
            </a:lvl7pPr>
            <a:lvl8pPr algn="ctr">
              <a:defRPr sz="1575" b="1">
                <a:solidFill>
                  <a:srgbClr val="07111F"/>
                </a:solidFill>
                <a:latin typeface="Ubuntu Sans"/>
                <a:ea typeface="Ubuntu Sans"/>
                <a:cs typeface="Ubuntu Sans"/>
              </a:defRPr>
            </a:lvl8pPr>
            <a:lvl9pPr algn="ctr">
              <a:defRPr sz="1575" b="1">
                <a:solidFill>
                  <a:srgbClr val="07111F"/>
                </a:solidFill>
                <a:latin typeface="Ubuntu Sans"/>
                <a:ea typeface="Ubuntu Sans"/>
                <a:cs typeface="Ubuntu Sans"/>
              </a:defRPr>
            </a:lvl9pPr>
          </a:lstStyle>
          <a:p xmlns:a="http://schemas.openxmlformats.org/drawingml/2006/main">
            <a:pPr algn="ctr">
              <a:defRPr sz="1575" b="1">
                <a:solidFill>
                  <a:srgbClr val="07111F"/>
                </a:solidFill>
                <a:latin typeface="Ubuntu Sans"/>
                <a:ea typeface="Ubuntu Sans"/>
                <a:cs typeface="Ubuntu Sans"/>
              </a:defRPr>
            </a:pPr>
            <a:r>
              <a:rPr sz="1575" b="1">
                <a:solidFill>
                  <a:srgbClr val="07111F"/>
                </a:solidFill>
                <a:latin typeface="Ubuntu Sans"/>
                <a:ea typeface="Ubuntu Sans"/>
                <a:cs typeface="Ubuntu Sans"/>
              </a:rPr>
              <a:t>6</a:t>
            </a:r>
          </a:p>
        </p:txBody>
      </p:sp>
      <p:sp>
        <p:nvSpPr>
          <p:cNvPr id="38" name="">
            <a:extLst xmlns:a="http://schemas.openxmlformats.org/drawingml/2006/main">
              <a:ext uri="{FF2B5EF4-FFF2-40B4-BE49-F238E27FC236}">
                <a16:creationId xmlns:a16="http://schemas.microsoft.com/office/drawing/2014/main" id="{17D1D106-0AA6-495E-90A3-3366D534C889}"/>
              </a:ext>
            </a:extLst>
          </p:cNvPr>
          <p:cNvSpPr>
            <a:spLocks xmlns:a="http://schemas.openxmlformats.org/drawingml/2006/main" noGrp="1"/>
          </p:cNvSpPr>
          <p:nvPr/>
        </p:nvSpPr>
        <p:spPr>
          <a:xfrm xmlns:a="http://schemas.openxmlformats.org/drawingml/2006/main">
            <a:off x="8686800" y="3829050"/>
            <a:ext cx="2400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000"/>
          </a:bodyPr>
          <a:lstStyle xmlns:a="http://schemas.openxmlformats.org/drawingml/2006/main">
            <a:defPPr algn="l">
              <a:defRPr sz="1500" b="1">
                <a:solidFill>
                  <a:srgbClr val="F4F8FF"/>
                </a:solidFill>
                <a:latin typeface="Ubuntu Sans"/>
                <a:ea typeface="Ubuntu Sans"/>
                <a:cs typeface="Ubuntu Sans"/>
              </a:defRPr>
            </a:defPPr>
            <a:lvl1pPr algn="l">
              <a:defRPr sz="1500" b="1">
                <a:solidFill>
                  <a:srgbClr val="F4F8FF"/>
                </a:solidFill>
                <a:latin typeface="Ubuntu Sans"/>
                <a:ea typeface="Ubuntu Sans"/>
                <a:cs typeface="Ubuntu Sans"/>
              </a:defRPr>
            </a:lvl1pPr>
            <a:lvl2pPr algn="l">
              <a:defRPr sz="1500" b="1">
                <a:solidFill>
                  <a:srgbClr val="F4F8FF"/>
                </a:solidFill>
                <a:latin typeface="Ubuntu Sans"/>
                <a:ea typeface="Ubuntu Sans"/>
                <a:cs typeface="Ubuntu Sans"/>
              </a:defRPr>
            </a:lvl2pPr>
            <a:lvl3pPr algn="l">
              <a:defRPr sz="1500" b="1">
                <a:solidFill>
                  <a:srgbClr val="F4F8FF"/>
                </a:solidFill>
                <a:latin typeface="Ubuntu Sans"/>
                <a:ea typeface="Ubuntu Sans"/>
                <a:cs typeface="Ubuntu Sans"/>
              </a:defRPr>
            </a:lvl3pPr>
            <a:lvl4pPr algn="l">
              <a:defRPr sz="1500" b="1">
                <a:solidFill>
                  <a:srgbClr val="F4F8FF"/>
                </a:solidFill>
                <a:latin typeface="Ubuntu Sans"/>
                <a:ea typeface="Ubuntu Sans"/>
                <a:cs typeface="Ubuntu Sans"/>
              </a:defRPr>
            </a:lvl4pPr>
            <a:lvl5pPr algn="l">
              <a:defRPr sz="1500" b="1">
                <a:solidFill>
                  <a:srgbClr val="F4F8FF"/>
                </a:solidFill>
                <a:latin typeface="Ubuntu Sans"/>
                <a:ea typeface="Ubuntu Sans"/>
                <a:cs typeface="Ubuntu Sans"/>
              </a:defRPr>
            </a:lvl5pPr>
            <a:lvl6pPr algn="l">
              <a:defRPr sz="1500" b="1">
                <a:solidFill>
                  <a:srgbClr val="F4F8FF"/>
                </a:solidFill>
                <a:latin typeface="Ubuntu Sans"/>
                <a:ea typeface="Ubuntu Sans"/>
                <a:cs typeface="Ubuntu Sans"/>
              </a:defRPr>
            </a:lvl6pPr>
            <a:lvl7pPr algn="l">
              <a:defRPr sz="1500" b="1">
                <a:solidFill>
                  <a:srgbClr val="F4F8FF"/>
                </a:solidFill>
                <a:latin typeface="Ubuntu Sans"/>
                <a:ea typeface="Ubuntu Sans"/>
                <a:cs typeface="Ubuntu Sans"/>
              </a:defRPr>
            </a:lvl7pPr>
            <a:lvl8pPr algn="l">
              <a:defRPr sz="1500" b="1">
                <a:solidFill>
                  <a:srgbClr val="F4F8FF"/>
                </a:solidFill>
                <a:latin typeface="Ubuntu Sans"/>
                <a:ea typeface="Ubuntu Sans"/>
                <a:cs typeface="Ubuntu Sans"/>
              </a:defRPr>
            </a:lvl8pPr>
            <a:lvl9pPr algn="l">
              <a:defRPr sz="1500" b="1">
                <a:solidFill>
                  <a:srgbClr val="F4F8FF"/>
                </a:solidFill>
                <a:latin typeface="Ubuntu Sans"/>
                <a:ea typeface="Ubuntu Sans"/>
                <a:cs typeface="Ubuntu Sans"/>
              </a:defRPr>
            </a:lvl9pPr>
          </a:lstStyle>
          <a:p xmlns:a="http://schemas.openxmlformats.org/drawingml/2006/main">
            <a:pPr algn="l">
              <a:defRPr sz="1500" b="1">
                <a:solidFill>
                  <a:srgbClr val="F4F8FF"/>
                </a:solidFill>
                <a:latin typeface="Ubuntu Sans"/>
                <a:ea typeface="Ubuntu Sans"/>
                <a:cs typeface="Ubuntu Sans"/>
              </a:defRPr>
            </a:pPr>
            <a:r>
              <a:rPr sz="1500" b="1">
                <a:solidFill>
                  <a:srgbClr val="F4F8FF"/>
                </a:solidFill>
                <a:latin typeface="Ubuntu Sans"/>
                <a:ea typeface="Ubuntu Sans"/>
                <a:cs typeface="Ubuntu Sans"/>
              </a:rPr>
              <a:t>Respond</a:t>
            </a:r>
          </a:p>
        </p:txBody>
      </p:sp>
      <p:sp>
        <p:nvSpPr>
          <p:cNvPr id="39" name="">
            <a:extLst xmlns:a="http://schemas.openxmlformats.org/drawingml/2006/main">
              <a:ext uri="{FF2B5EF4-FFF2-40B4-BE49-F238E27FC236}">
                <a16:creationId xmlns:a16="http://schemas.microsoft.com/office/drawing/2014/main" id="{D681149F-0202-4185-A511-0504799F2921}"/>
              </a:ext>
            </a:extLst>
          </p:cNvPr>
          <p:cNvSpPr>
            <a:spLocks xmlns:a="http://schemas.openxmlformats.org/drawingml/2006/main" noGrp="1"/>
          </p:cNvSpPr>
          <p:nvPr/>
        </p:nvSpPr>
        <p:spPr>
          <a:xfrm xmlns:a="http://schemas.openxmlformats.org/drawingml/2006/main">
            <a:off x="8686800" y="4133850"/>
            <a:ext cx="24003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050" b="0">
                <a:solidFill>
                  <a:srgbClr val="A9BCD0"/>
                </a:solidFill>
                <a:latin typeface="Ubuntu Sans"/>
                <a:ea typeface="Ubuntu Sans"/>
                <a:cs typeface="Ubuntu Sans"/>
              </a:defRPr>
            </a:defPPr>
            <a:lvl1pPr algn="l">
              <a:defRPr sz="1050" b="0">
                <a:solidFill>
                  <a:srgbClr val="A9BCD0"/>
                </a:solidFill>
                <a:latin typeface="Ubuntu Sans"/>
                <a:ea typeface="Ubuntu Sans"/>
                <a:cs typeface="Ubuntu Sans"/>
              </a:defRPr>
            </a:lvl1pPr>
            <a:lvl2pPr algn="l">
              <a:defRPr sz="1050" b="0">
                <a:solidFill>
                  <a:srgbClr val="A9BCD0"/>
                </a:solidFill>
                <a:latin typeface="Ubuntu Sans"/>
                <a:ea typeface="Ubuntu Sans"/>
                <a:cs typeface="Ubuntu Sans"/>
              </a:defRPr>
            </a:lvl2pPr>
            <a:lvl3pPr algn="l">
              <a:defRPr sz="1050" b="0">
                <a:solidFill>
                  <a:srgbClr val="A9BCD0"/>
                </a:solidFill>
                <a:latin typeface="Ubuntu Sans"/>
                <a:ea typeface="Ubuntu Sans"/>
                <a:cs typeface="Ubuntu Sans"/>
              </a:defRPr>
            </a:lvl3pPr>
            <a:lvl4pPr algn="l">
              <a:defRPr sz="1050" b="0">
                <a:solidFill>
                  <a:srgbClr val="A9BCD0"/>
                </a:solidFill>
                <a:latin typeface="Ubuntu Sans"/>
                <a:ea typeface="Ubuntu Sans"/>
                <a:cs typeface="Ubuntu Sans"/>
              </a:defRPr>
            </a:lvl4pPr>
            <a:lvl5pPr algn="l">
              <a:defRPr sz="1050" b="0">
                <a:solidFill>
                  <a:srgbClr val="A9BCD0"/>
                </a:solidFill>
                <a:latin typeface="Ubuntu Sans"/>
                <a:ea typeface="Ubuntu Sans"/>
                <a:cs typeface="Ubuntu Sans"/>
              </a:defRPr>
            </a:lvl5pPr>
            <a:lvl6pPr algn="l">
              <a:defRPr sz="1050" b="0">
                <a:solidFill>
                  <a:srgbClr val="A9BCD0"/>
                </a:solidFill>
                <a:latin typeface="Ubuntu Sans"/>
                <a:ea typeface="Ubuntu Sans"/>
                <a:cs typeface="Ubuntu Sans"/>
              </a:defRPr>
            </a:lvl6pPr>
            <a:lvl7pPr algn="l">
              <a:defRPr sz="1050" b="0">
                <a:solidFill>
                  <a:srgbClr val="A9BCD0"/>
                </a:solidFill>
                <a:latin typeface="Ubuntu Sans"/>
                <a:ea typeface="Ubuntu Sans"/>
                <a:cs typeface="Ubuntu Sans"/>
              </a:defRPr>
            </a:lvl7pPr>
            <a:lvl8pPr algn="l">
              <a:defRPr sz="1050" b="0">
                <a:solidFill>
                  <a:srgbClr val="A9BCD0"/>
                </a:solidFill>
                <a:latin typeface="Ubuntu Sans"/>
                <a:ea typeface="Ubuntu Sans"/>
                <a:cs typeface="Ubuntu Sans"/>
              </a:defRPr>
            </a:lvl8pPr>
            <a:lvl9pPr algn="l">
              <a:defRPr sz="1050" b="0">
                <a:solidFill>
                  <a:srgbClr val="A9BCD0"/>
                </a:solidFill>
                <a:latin typeface="Ubuntu Sans"/>
                <a:ea typeface="Ubuntu Sans"/>
                <a:cs typeface="Ubuntu Sans"/>
              </a:defRPr>
            </a:lvl9pPr>
          </a:lstStyle>
          <a:p xmlns:a="http://schemas.openxmlformats.org/drawingml/2006/main">
            <a:pPr algn="l">
              <a:defRPr sz="1050" b="0">
                <a:solidFill>
                  <a:srgbClr val="A9BCD0"/>
                </a:solidFill>
                <a:latin typeface="Ubuntu Sans"/>
                <a:ea typeface="Ubuntu Sans"/>
                <a:cs typeface="Ubuntu Sans"/>
              </a:defRPr>
            </a:pPr>
            <a:r>
              <a:rPr sz="1050" b="0">
                <a:solidFill>
                  <a:srgbClr val="A9BCD0"/>
                </a:solidFill>
                <a:latin typeface="Ubuntu Sans"/>
                <a:ea typeface="Ubuntu Sans"/>
                <a:cs typeface="Ubuntu Sans"/>
              </a:rPr>
              <a:t>Typed output or safe error</a:t>
            </a:r>
          </a:p>
        </p:txBody>
      </p:sp>
      <p:sp>
        <p:nvSpPr>
          <p:cNvPr id="40" name="">
            <a:extLst xmlns:a="http://schemas.openxmlformats.org/drawingml/2006/main">
              <a:ext uri="{FF2B5EF4-FFF2-40B4-BE49-F238E27FC236}">
                <a16:creationId xmlns:a16="http://schemas.microsoft.com/office/drawing/2014/main" id="{E5065782-B47A-4946-9300-E358500DD7D3}"/>
              </a:ext>
            </a:extLst>
          </p:cNvPr>
          <p:cNvSpPr>
            <a:spLocks xmlns:a="http://schemas.openxmlformats.org/drawingml/2006/main" noGrp="1"/>
          </p:cNvSpPr>
          <p:nvPr/>
        </p:nvSpPr>
        <p:spPr>
          <a:xfrm xmlns:a="http://schemas.openxmlformats.org/drawingml/2006/main">
            <a:off x="609600" y="5219700"/>
            <a:ext cx="10610850" cy="723900"/>
          </a:xfrm>
          <a:prstGeom xmlns:a="http://schemas.openxmlformats.org/drawingml/2006/main" prst="roundRect">
            <a:avLst>
              <a:gd name="adj" fmla="val 15789"/>
            </a:avLst>
          </a:prstGeom>
          <a:solidFill xmlns:a="http://schemas.openxmlformats.org/drawingml/2006/main">
            <a:srgbClr val="0B182B"/>
          </a:solidFill>
          <a:ln xmlns:a="http://schemas.openxmlformats.org/drawingml/2006/main" w="11430">
            <a:solidFill>
              <a:srgbClr val="2B4563"/>
            </a:solidFill>
            <a:prstDash val="solid"/>
          </a:ln>
        </p:spPr>
      </p:sp>
      <p:sp>
        <p:nvSpPr>
          <p:cNvPr id="41" name="">
            <a:extLst xmlns:a="http://schemas.openxmlformats.org/drawingml/2006/main">
              <a:ext uri="{FF2B5EF4-FFF2-40B4-BE49-F238E27FC236}">
                <a16:creationId xmlns:a16="http://schemas.microsoft.com/office/drawing/2014/main" id="{3E46A974-2B68-45AA-93DB-601FBB4954AD}"/>
              </a:ext>
            </a:extLst>
          </p:cNvPr>
          <p:cNvSpPr>
            <a:spLocks xmlns:a="http://schemas.openxmlformats.org/drawingml/2006/main" noGrp="1"/>
          </p:cNvSpPr>
          <p:nvPr/>
        </p:nvSpPr>
        <p:spPr>
          <a:xfrm xmlns:a="http://schemas.openxmlformats.org/drawingml/2006/main">
            <a:off x="800100" y="5381625"/>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0702"/>
          </a:bodyPr>
          <a:lstStyle xmlns:a="http://schemas.openxmlformats.org/drawingml/2006/main">
            <a:defPPr algn="l">
              <a:defRPr sz="1425" b="1">
                <a:solidFill>
                  <a:srgbClr val="FF7B8A"/>
                </a:solidFill>
                <a:latin typeface="Ubuntu Sans"/>
                <a:ea typeface="Ubuntu Sans"/>
                <a:cs typeface="Ubuntu Sans"/>
              </a:defRPr>
            </a:defPPr>
            <a:lvl1pPr algn="l">
              <a:defRPr sz="1425" b="1">
                <a:solidFill>
                  <a:srgbClr val="FF7B8A"/>
                </a:solidFill>
                <a:latin typeface="Ubuntu Sans"/>
                <a:ea typeface="Ubuntu Sans"/>
                <a:cs typeface="Ubuntu Sans"/>
              </a:defRPr>
            </a:lvl1pPr>
            <a:lvl2pPr algn="l">
              <a:defRPr sz="1425" b="1">
                <a:solidFill>
                  <a:srgbClr val="FF7B8A"/>
                </a:solidFill>
                <a:latin typeface="Ubuntu Sans"/>
                <a:ea typeface="Ubuntu Sans"/>
                <a:cs typeface="Ubuntu Sans"/>
              </a:defRPr>
            </a:lvl2pPr>
            <a:lvl3pPr algn="l">
              <a:defRPr sz="1425" b="1">
                <a:solidFill>
                  <a:srgbClr val="FF7B8A"/>
                </a:solidFill>
                <a:latin typeface="Ubuntu Sans"/>
                <a:ea typeface="Ubuntu Sans"/>
                <a:cs typeface="Ubuntu Sans"/>
              </a:defRPr>
            </a:lvl3pPr>
            <a:lvl4pPr algn="l">
              <a:defRPr sz="1425" b="1">
                <a:solidFill>
                  <a:srgbClr val="FF7B8A"/>
                </a:solidFill>
                <a:latin typeface="Ubuntu Sans"/>
                <a:ea typeface="Ubuntu Sans"/>
                <a:cs typeface="Ubuntu Sans"/>
              </a:defRPr>
            </a:lvl4pPr>
            <a:lvl5pPr algn="l">
              <a:defRPr sz="1425" b="1">
                <a:solidFill>
                  <a:srgbClr val="FF7B8A"/>
                </a:solidFill>
                <a:latin typeface="Ubuntu Sans"/>
                <a:ea typeface="Ubuntu Sans"/>
                <a:cs typeface="Ubuntu Sans"/>
              </a:defRPr>
            </a:lvl5pPr>
            <a:lvl6pPr algn="l">
              <a:defRPr sz="1425" b="1">
                <a:solidFill>
                  <a:srgbClr val="FF7B8A"/>
                </a:solidFill>
                <a:latin typeface="Ubuntu Sans"/>
                <a:ea typeface="Ubuntu Sans"/>
                <a:cs typeface="Ubuntu Sans"/>
              </a:defRPr>
            </a:lvl6pPr>
            <a:lvl7pPr algn="l">
              <a:defRPr sz="1425" b="1">
                <a:solidFill>
                  <a:srgbClr val="FF7B8A"/>
                </a:solidFill>
                <a:latin typeface="Ubuntu Sans"/>
                <a:ea typeface="Ubuntu Sans"/>
                <a:cs typeface="Ubuntu Sans"/>
              </a:defRPr>
            </a:lvl7pPr>
            <a:lvl8pPr algn="l">
              <a:defRPr sz="1425" b="1">
                <a:solidFill>
                  <a:srgbClr val="FF7B8A"/>
                </a:solidFill>
                <a:latin typeface="Ubuntu Sans"/>
                <a:ea typeface="Ubuntu Sans"/>
                <a:cs typeface="Ubuntu Sans"/>
              </a:defRPr>
            </a:lvl8pPr>
            <a:lvl9pPr algn="l">
              <a:defRPr sz="1425" b="1">
                <a:solidFill>
                  <a:srgbClr val="FF7B8A"/>
                </a:solidFill>
                <a:latin typeface="Ubuntu Sans"/>
                <a:ea typeface="Ubuntu Sans"/>
                <a:cs typeface="Ubuntu Sans"/>
              </a:defRPr>
            </a:lvl9pPr>
          </a:lstStyle>
          <a:p xmlns:a="http://schemas.openxmlformats.org/drawingml/2006/main">
            <a:pPr algn="l">
              <a:defRPr sz="1425" b="1">
                <a:solidFill>
                  <a:srgbClr val="FF7B8A"/>
                </a:solidFill>
                <a:latin typeface="Ubuntu Sans"/>
                <a:ea typeface="Ubuntu Sans"/>
                <a:cs typeface="Ubuntu Sans"/>
              </a:defRPr>
            </a:pPr>
            <a:r>
              <a:rPr sz="1425" b="1">
                <a:solidFill>
                  <a:srgbClr val="FF7B8A"/>
                </a:solidFill>
                <a:latin typeface="Ubuntu Sans"/>
                <a:ea typeface="Ubuntu Sans"/>
                <a:cs typeface="Ubuntu Sans"/>
              </a:rPr>
              <a:t>Failure behavior</a:t>
            </a:r>
          </a:p>
        </p:txBody>
      </p:sp>
      <p:sp>
        <p:nvSpPr>
          <p:cNvPr id="42" name="">
            <a:extLst xmlns:a="http://schemas.openxmlformats.org/drawingml/2006/main">
              <a:ext uri="{FF2B5EF4-FFF2-40B4-BE49-F238E27FC236}">
                <a16:creationId xmlns:a16="http://schemas.microsoft.com/office/drawing/2014/main" id="{F1B4ABDA-FCEC-4E27-B038-014344004B0B}"/>
              </a:ext>
            </a:extLst>
          </p:cNvPr>
          <p:cNvSpPr>
            <a:spLocks xmlns:a="http://schemas.openxmlformats.org/drawingml/2006/main" noGrp="1"/>
          </p:cNvSpPr>
          <p:nvPr/>
        </p:nvSpPr>
        <p:spPr>
          <a:xfrm xmlns:a="http://schemas.openxmlformats.org/drawingml/2006/main">
            <a:off x="2609850" y="5314950"/>
            <a:ext cx="83629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425" b="0">
                <a:solidFill>
                  <a:srgbClr val="A9BCD0"/>
                </a:solidFill>
                <a:latin typeface="Ubuntu Sans"/>
                <a:ea typeface="Ubuntu Sans"/>
                <a:cs typeface="Ubuntu Sans"/>
              </a:defRPr>
            </a:defPPr>
            <a:lvl1pPr algn="l">
              <a:defRPr sz="1425" b="0">
                <a:solidFill>
                  <a:srgbClr val="A9BCD0"/>
                </a:solidFill>
                <a:latin typeface="Ubuntu Sans"/>
                <a:ea typeface="Ubuntu Sans"/>
                <a:cs typeface="Ubuntu Sans"/>
              </a:defRPr>
            </a:lvl1pPr>
            <a:lvl2pPr algn="l">
              <a:defRPr sz="1425" b="0">
                <a:solidFill>
                  <a:srgbClr val="A9BCD0"/>
                </a:solidFill>
                <a:latin typeface="Ubuntu Sans"/>
                <a:ea typeface="Ubuntu Sans"/>
                <a:cs typeface="Ubuntu Sans"/>
              </a:defRPr>
            </a:lvl2pPr>
            <a:lvl3pPr algn="l">
              <a:defRPr sz="1425" b="0">
                <a:solidFill>
                  <a:srgbClr val="A9BCD0"/>
                </a:solidFill>
                <a:latin typeface="Ubuntu Sans"/>
                <a:ea typeface="Ubuntu Sans"/>
                <a:cs typeface="Ubuntu Sans"/>
              </a:defRPr>
            </a:lvl3pPr>
            <a:lvl4pPr algn="l">
              <a:defRPr sz="1425" b="0">
                <a:solidFill>
                  <a:srgbClr val="A9BCD0"/>
                </a:solidFill>
                <a:latin typeface="Ubuntu Sans"/>
                <a:ea typeface="Ubuntu Sans"/>
                <a:cs typeface="Ubuntu Sans"/>
              </a:defRPr>
            </a:lvl4pPr>
            <a:lvl5pPr algn="l">
              <a:defRPr sz="1425" b="0">
                <a:solidFill>
                  <a:srgbClr val="A9BCD0"/>
                </a:solidFill>
                <a:latin typeface="Ubuntu Sans"/>
                <a:ea typeface="Ubuntu Sans"/>
                <a:cs typeface="Ubuntu Sans"/>
              </a:defRPr>
            </a:lvl5pPr>
            <a:lvl6pPr algn="l">
              <a:defRPr sz="1425" b="0">
                <a:solidFill>
                  <a:srgbClr val="A9BCD0"/>
                </a:solidFill>
                <a:latin typeface="Ubuntu Sans"/>
                <a:ea typeface="Ubuntu Sans"/>
                <a:cs typeface="Ubuntu Sans"/>
              </a:defRPr>
            </a:lvl6pPr>
            <a:lvl7pPr algn="l">
              <a:defRPr sz="1425" b="0">
                <a:solidFill>
                  <a:srgbClr val="A9BCD0"/>
                </a:solidFill>
                <a:latin typeface="Ubuntu Sans"/>
                <a:ea typeface="Ubuntu Sans"/>
                <a:cs typeface="Ubuntu Sans"/>
              </a:defRPr>
            </a:lvl7pPr>
            <a:lvl8pPr algn="l">
              <a:defRPr sz="1425" b="0">
                <a:solidFill>
                  <a:srgbClr val="A9BCD0"/>
                </a:solidFill>
                <a:latin typeface="Ubuntu Sans"/>
                <a:ea typeface="Ubuntu Sans"/>
                <a:cs typeface="Ubuntu Sans"/>
              </a:defRPr>
            </a:lvl8pPr>
            <a:lvl9pPr algn="l">
              <a:defRPr sz="1425" b="0">
                <a:solidFill>
                  <a:srgbClr val="A9BCD0"/>
                </a:solidFill>
                <a:latin typeface="Ubuntu Sans"/>
                <a:ea typeface="Ubuntu Sans"/>
                <a:cs typeface="Ubuntu Sans"/>
              </a:defRPr>
            </a:lvl9pPr>
          </a:lstStyle>
          <a:p xmlns:a="http://schemas.openxmlformats.org/drawingml/2006/main">
            <a:pPr algn="l">
              <a:defRPr sz="1425" b="0">
                <a:solidFill>
                  <a:srgbClr val="A9BCD0"/>
                </a:solidFill>
                <a:latin typeface="Ubuntu Sans"/>
                <a:ea typeface="Ubuntu Sans"/>
                <a:cs typeface="Ubuntu Sans"/>
              </a:defRPr>
            </a:pPr>
            <a:r>
              <a:rPr sz="1425" b="0">
                <a:solidFill>
                  <a:srgbClr val="A9BCD0"/>
                </a:solidFill>
                <a:latin typeface="Ubuntu Sans"/>
                <a:ea typeface="Ubuntu Sans"/>
                <a:cs typeface="Ubuntu Sans"/>
              </a:rPr>
              <a:t>Validation errors stay explicit. Unexpected failures return a safe message and a traceable error ID.</a:t>
            </a:r>
          </a:p>
        </p:txBody>
      </p:sp>
      <p:sp>
        <p:nvSpPr>
          <p:cNvPr id="43" name="">
            <a:extLst xmlns:a="http://schemas.openxmlformats.org/drawingml/2006/main">
              <a:ext uri="{FF2B5EF4-FFF2-40B4-BE49-F238E27FC236}">
                <a16:creationId xmlns:a16="http://schemas.microsoft.com/office/drawing/2014/main" id="{71781489-9CD7-4A43-B9D9-0D78EFB31491}"/>
              </a:ext>
            </a:extLst>
          </p:cNvPr>
          <p:cNvSpPr>
            <a:spLocks xmlns:a="http://schemas.openxmlformats.org/drawingml/2006/main" noGrp="1"/>
          </p:cNvSpPr>
          <p:nvPr/>
        </p:nvSpPr>
        <p:spPr>
          <a:xfrm xmlns:a="http://schemas.openxmlformats.org/drawingml/2006/main">
            <a:off x="609600" y="651510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63636"/>
          </a:bodyPr>
          <a:lstStyle xmlns:a="http://schemas.openxmlformats.org/drawingml/2006/main">
            <a:defPPr algn="l">
              <a:defRPr sz="825" b="1">
                <a:solidFill>
                  <a:srgbClr val="66819E"/>
                </a:solidFill>
                <a:latin typeface="Ubuntu Sans"/>
                <a:ea typeface="Ubuntu Sans"/>
                <a:cs typeface="Ubuntu Sans"/>
              </a:defRPr>
            </a:defPPr>
            <a:lvl1pPr algn="l">
              <a:defRPr sz="825" b="1">
                <a:solidFill>
                  <a:srgbClr val="66819E"/>
                </a:solidFill>
                <a:latin typeface="Ubuntu Sans"/>
                <a:ea typeface="Ubuntu Sans"/>
                <a:cs typeface="Ubuntu Sans"/>
              </a:defRPr>
            </a:lvl1pPr>
            <a:lvl2pPr algn="l">
              <a:defRPr sz="825" b="1">
                <a:solidFill>
                  <a:srgbClr val="66819E"/>
                </a:solidFill>
                <a:latin typeface="Ubuntu Sans"/>
                <a:ea typeface="Ubuntu Sans"/>
                <a:cs typeface="Ubuntu Sans"/>
              </a:defRPr>
            </a:lvl2pPr>
            <a:lvl3pPr algn="l">
              <a:defRPr sz="825" b="1">
                <a:solidFill>
                  <a:srgbClr val="66819E"/>
                </a:solidFill>
                <a:latin typeface="Ubuntu Sans"/>
                <a:ea typeface="Ubuntu Sans"/>
                <a:cs typeface="Ubuntu Sans"/>
              </a:defRPr>
            </a:lvl3pPr>
            <a:lvl4pPr algn="l">
              <a:defRPr sz="825" b="1">
                <a:solidFill>
                  <a:srgbClr val="66819E"/>
                </a:solidFill>
                <a:latin typeface="Ubuntu Sans"/>
                <a:ea typeface="Ubuntu Sans"/>
                <a:cs typeface="Ubuntu Sans"/>
              </a:defRPr>
            </a:lvl4pPr>
            <a:lvl5pPr algn="l">
              <a:defRPr sz="825" b="1">
                <a:solidFill>
                  <a:srgbClr val="66819E"/>
                </a:solidFill>
                <a:latin typeface="Ubuntu Sans"/>
                <a:ea typeface="Ubuntu Sans"/>
                <a:cs typeface="Ubuntu Sans"/>
              </a:defRPr>
            </a:lvl5pPr>
            <a:lvl6pPr algn="l">
              <a:defRPr sz="825" b="1">
                <a:solidFill>
                  <a:srgbClr val="66819E"/>
                </a:solidFill>
                <a:latin typeface="Ubuntu Sans"/>
                <a:ea typeface="Ubuntu Sans"/>
                <a:cs typeface="Ubuntu Sans"/>
              </a:defRPr>
            </a:lvl6pPr>
            <a:lvl7pPr algn="l">
              <a:defRPr sz="825" b="1">
                <a:solidFill>
                  <a:srgbClr val="66819E"/>
                </a:solidFill>
                <a:latin typeface="Ubuntu Sans"/>
                <a:ea typeface="Ubuntu Sans"/>
                <a:cs typeface="Ubuntu Sans"/>
              </a:defRPr>
            </a:lvl7pPr>
            <a:lvl8pPr algn="l">
              <a:defRPr sz="825" b="1">
                <a:solidFill>
                  <a:srgbClr val="66819E"/>
                </a:solidFill>
                <a:latin typeface="Ubuntu Sans"/>
                <a:ea typeface="Ubuntu Sans"/>
                <a:cs typeface="Ubuntu Sans"/>
              </a:defRPr>
            </a:lvl8pPr>
            <a:lvl9pPr algn="l">
              <a:defRPr sz="825" b="1">
                <a:solidFill>
                  <a:srgbClr val="66819E"/>
                </a:solidFill>
                <a:latin typeface="Ubuntu Sans"/>
                <a:ea typeface="Ubuntu Sans"/>
                <a:cs typeface="Ubuntu Sans"/>
              </a:defRPr>
            </a:lvl9pPr>
          </a:lstStyle>
          <a:p xmlns:a="http://schemas.openxmlformats.org/drawingml/2006/main">
            <a:pPr algn="l">
              <a:defRPr sz="825" b="1">
                <a:solidFill>
                  <a:srgbClr val="66819E"/>
                </a:solidFill>
                <a:latin typeface="Ubuntu Sans"/>
                <a:ea typeface="Ubuntu Sans"/>
                <a:cs typeface="Ubuntu Sans"/>
              </a:defRPr>
            </a:pPr>
            <a:r>
              <a:rPr sz="825" b="1">
                <a:solidFill>
                  <a:srgbClr val="66819E"/>
                </a:solidFill>
                <a:latin typeface="Ubuntu Sans"/>
                <a:ea typeface="Ubuntu Sans"/>
                <a:cs typeface="Ubuntu Sans"/>
              </a:rPr>
              <a:t>CODITENT  •  BACKEND</a:t>
            </a:r>
          </a:p>
        </p:txBody>
      </p:sp>
    </p:spTree>
    <p:extLst>
      <p:ext uri="{BB962C8B-B14F-4D97-AF65-F5344CB8AC3E}">
        <p14:creationId xmlns:p14="http://schemas.microsoft.com/office/powerpoint/2010/main" val="314002255"/>
      </p:ext>
    </p:extLst>
  </p:cSld>
</p:sld>
</file>

<file path=ppt/slides/slide6.xml><?xml version="1.0" encoding="utf-8"?>
<p:sld xmlns:p="http://schemas.openxmlformats.org/presentationml/2006/main">
  <p:cSld>
    <p:bg>
      <p:bgPr>
        <a:solidFill xmlns:a="http://schemas.openxmlformats.org/drawingml/2006/main">
          <a:srgbClr val="07111F"/>
        </a:solidFill>
      </p:bgPr>
    </p:bg>
    <p:spTree>
      <p:nvGrpSpPr>
        <p:cNvPr id="1" name=""/>
        <p:cNvGrpSpPr/>
        <p:nvPr/>
      </p:nvGrpSpPr>
      <p:grpSpPr>
        <a:xfrm xmlns:a="http://schemas.openxmlformats.org/drawingml/2006/main"/>
      </p:grpSpPr>
      <p:sp>
        <p:nvSpPr>
          <p:cNvPr id="50" name="">
            <a:extLst xmlns:a="http://schemas.openxmlformats.org/drawingml/2006/main">
              <a:ext uri="{FF2B5EF4-FFF2-40B4-BE49-F238E27FC236}">
                <a16:creationId xmlns:a16="http://schemas.microsoft.com/office/drawing/2014/main" id="{CAEB0C5C-A92E-4C22-ABEC-CDD0EE6873D3}"/>
              </a:ext>
            </a:extLst>
          </p:cNvPr>
          <p:cNvSpPr>
            <a:spLocks xmlns:a="http://schemas.openxmlformats.org/drawingml/2006/main" noGrp="1"/>
          </p:cNvSpPr>
          <p:nvPr/>
        </p:nvSpPr>
        <p:spPr>
          <a:xfrm xmlns:a="http://schemas.openxmlformats.org/drawingml/2006/main">
            <a:off x="609600" y="3238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l">
              <a:defRPr sz="1050" b="1">
                <a:solidFill>
                  <a:srgbClr val="2FD6D3"/>
                </a:solidFill>
                <a:latin typeface="Ubuntu Sans"/>
                <a:ea typeface="Ubuntu Sans"/>
                <a:cs typeface="Ubuntu Sans"/>
              </a:defRPr>
            </a:defPPr>
            <a:lvl1pPr algn="l">
              <a:defRPr sz="1050" b="1">
                <a:solidFill>
                  <a:srgbClr val="2FD6D3"/>
                </a:solidFill>
                <a:latin typeface="Ubuntu Sans"/>
                <a:ea typeface="Ubuntu Sans"/>
                <a:cs typeface="Ubuntu Sans"/>
              </a:defRPr>
            </a:lvl1pPr>
            <a:lvl2pPr algn="l">
              <a:defRPr sz="1050" b="1">
                <a:solidFill>
                  <a:srgbClr val="2FD6D3"/>
                </a:solidFill>
                <a:latin typeface="Ubuntu Sans"/>
                <a:ea typeface="Ubuntu Sans"/>
                <a:cs typeface="Ubuntu Sans"/>
              </a:defRPr>
            </a:lvl2pPr>
            <a:lvl3pPr algn="l">
              <a:defRPr sz="1050" b="1">
                <a:solidFill>
                  <a:srgbClr val="2FD6D3"/>
                </a:solidFill>
                <a:latin typeface="Ubuntu Sans"/>
                <a:ea typeface="Ubuntu Sans"/>
                <a:cs typeface="Ubuntu Sans"/>
              </a:defRPr>
            </a:lvl3pPr>
            <a:lvl4pPr algn="l">
              <a:defRPr sz="1050" b="1">
                <a:solidFill>
                  <a:srgbClr val="2FD6D3"/>
                </a:solidFill>
                <a:latin typeface="Ubuntu Sans"/>
                <a:ea typeface="Ubuntu Sans"/>
                <a:cs typeface="Ubuntu Sans"/>
              </a:defRPr>
            </a:lvl4pPr>
            <a:lvl5pPr algn="l">
              <a:defRPr sz="1050" b="1">
                <a:solidFill>
                  <a:srgbClr val="2FD6D3"/>
                </a:solidFill>
                <a:latin typeface="Ubuntu Sans"/>
                <a:ea typeface="Ubuntu Sans"/>
                <a:cs typeface="Ubuntu Sans"/>
              </a:defRPr>
            </a:lvl5pPr>
            <a:lvl6pPr algn="l">
              <a:defRPr sz="1050" b="1">
                <a:solidFill>
                  <a:srgbClr val="2FD6D3"/>
                </a:solidFill>
                <a:latin typeface="Ubuntu Sans"/>
                <a:ea typeface="Ubuntu Sans"/>
                <a:cs typeface="Ubuntu Sans"/>
              </a:defRPr>
            </a:lvl6pPr>
            <a:lvl7pPr algn="l">
              <a:defRPr sz="1050" b="1">
                <a:solidFill>
                  <a:srgbClr val="2FD6D3"/>
                </a:solidFill>
                <a:latin typeface="Ubuntu Sans"/>
                <a:ea typeface="Ubuntu Sans"/>
                <a:cs typeface="Ubuntu Sans"/>
              </a:defRPr>
            </a:lvl7pPr>
            <a:lvl8pPr algn="l">
              <a:defRPr sz="1050" b="1">
                <a:solidFill>
                  <a:srgbClr val="2FD6D3"/>
                </a:solidFill>
                <a:latin typeface="Ubuntu Sans"/>
                <a:ea typeface="Ubuntu Sans"/>
                <a:cs typeface="Ubuntu Sans"/>
              </a:defRPr>
            </a:lvl8pPr>
            <a:lvl9pPr algn="l">
              <a:defRPr sz="1050" b="1">
                <a:solidFill>
                  <a:srgbClr val="2FD6D3"/>
                </a:solidFill>
                <a:latin typeface="Ubuntu Sans"/>
                <a:ea typeface="Ubuntu Sans"/>
                <a:cs typeface="Ubuntu Sans"/>
              </a:defRPr>
            </a:lvl9pPr>
          </a:lstStyle>
          <a:p xmlns:a="http://schemas.openxmlformats.org/drawingml/2006/main">
            <a:pPr algn="l">
              <a:defRPr sz="1050" b="1">
                <a:solidFill>
                  <a:srgbClr val="2FD6D3"/>
                </a:solidFill>
                <a:latin typeface="Ubuntu Sans"/>
                <a:ea typeface="Ubuntu Sans"/>
                <a:cs typeface="Ubuntu Sans"/>
              </a:defRPr>
            </a:pPr>
            <a:r>
              <a:rPr sz="1050" b="1">
                <a:solidFill>
                  <a:srgbClr val="2FD6D3"/>
                </a:solidFill>
                <a:latin typeface="Ubuntu Sans"/>
                <a:ea typeface="Ubuntu Sans"/>
                <a:cs typeface="Ubuntu Sans"/>
              </a:rPr>
              <a:t>DATABASE DESIGN</a:t>
            </a:r>
          </a:p>
        </p:txBody>
      </p:sp>
      <p:sp>
        <p:nvSpPr>
          <p:cNvPr id="2" name="">
            <a:extLst xmlns:a="http://schemas.openxmlformats.org/drawingml/2006/main">
              <a:ext uri="{FF2B5EF4-FFF2-40B4-BE49-F238E27FC236}">
                <a16:creationId xmlns:a16="http://schemas.microsoft.com/office/drawing/2014/main" id="{89D4167F-930E-42D1-B211-0F58AC495ED2}"/>
              </a:ext>
            </a:extLst>
          </p:cNvPr>
          <p:cNvSpPr>
            <a:spLocks xmlns:a="http://schemas.openxmlformats.org/drawingml/2006/main" noGrp="1"/>
          </p:cNvSpPr>
          <p:nvPr/>
        </p:nvSpPr>
        <p:spPr>
          <a:xfrm xmlns:a="http://schemas.openxmlformats.org/drawingml/2006/main">
            <a:off x="609600" y="590550"/>
            <a:ext cx="10382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6032"/>
          </a:bodyPr>
          <a:lstStyle xmlns:a="http://schemas.openxmlformats.org/drawingml/2006/main">
            <a:defPPr algn="l">
              <a:defRPr sz="3150" b="1">
                <a:solidFill>
                  <a:srgbClr val="F4F8FF"/>
                </a:solidFill>
                <a:latin typeface="Ubuntu Sans"/>
                <a:ea typeface="Ubuntu Sans"/>
                <a:cs typeface="Ubuntu Sans"/>
              </a:defRPr>
            </a:defPPr>
            <a:lvl1pPr algn="l">
              <a:defRPr sz="3150" b="1">
                <a:solidFill>
                  <a:srgbClr val="F4F8FF"/>
                </a:solidFill>
                <a:latin typeface="Ubuntu Sans"/>
                <a:ea typeface="Ubuntu Sans"/>
                <a:cs typeface="Ubuntu Sans"/>
              </a:defRPr>
            </a:lvl1pPr>
            <a:lvl2pPr algn="l">
              <a:defRPr sz="3150" b="1">
                <a:solidFill>
                  <a:srgbClr val="F4F8FF"/>
                </a:solidFill>
                <a:latin typeface="Ubuntu Sans"/>
                <a:ea typeface="Ubuntu Sans"/>
                <a:cs typeface="Ubuntu Sans"/>
              </a:defRPr>
            </a:lvl2pPr>
            <a:lvl3pPr algn="l">
              <a:defRPr sz="3150" b="1">
                <a:solidFill>
                  <a:srgbClr val="F4F8FF"/>
                </a:solidFill>
                <a:latin typeface="Ubuntu Sans"/>
                <a:ea typeface="Ubuntu Sans"/>
                <a:cs typeface="Ubuntu Sans"/>
              </a:defRPr>
            </a:lvl3pPr>
            <a:lvl4pPr algn="l">
              <a:defRPr sz="3150" b="1">
                <a:solidFill>
                  <a:srgbClr val="F4F8FF"/>
                </a:solidFill>
                <a:latin typeface="Ubuntu Sans"/>
                <a:ea typeface="Ubuntu Sans"/>
                <a:cs typeface="Ubuntu Sans"/>
              </a:defRPr>
            </a:lvl4pPr>
            <a:lvl5pPr algn="l">
              <a:defRPr sz="3150" b="1">
                <a:solidFill>
                  <a:srgbClr val="F4F8FF"/>
                </a:solidFill>
                <a:latin typeface="Ubuntu Sans"/>
                <a:ea typeface="Ubuntu Sans"/>
                <a:cs typeface="Ubuntu Sans"/>
              </a:defRPr>
            </a:lvl5pPr>
            <a:lvl6pPr algn="l">
              <a:defRPr sz="3150" b="1">
                <a:solidFill>
                  <a:srgbClr val="F4F8FF"/>
                </a:solidFill>
                <a:latin typeface="Ubuntu Sans"/>
                <a:ea typeface="Ubuntu Sans"/>
                <a:cs typeface="Ubuntu Sans"/>
              </a:defRPr>
            </a:lvl6pPr>
            <a:lvl7pPr algn="l">
              <a:defRPr sz="3150" b="1">
                <a:solidFill>
                  <a:srgbClr val="F4F8FF"/>
                </a:solidFill>
                <a:latin typeface="Ubuntu Sans"/>
                <a:ea typeface="Ubuntu Sans"/>
                <a:cs typeface="Ubuntu Sans"/>
              </a:defRPr>
            </a:lvl7pPr>
            <a:lvl8pPr algn="l">
              <a:defRPr sz="3150" b="1">
                <a:solidFill>
                  <a:srgbClr val="F4F8FF"/>
                </a:solidFill>
                <a:latin typeface="Ubuntu Sans"/>
                <a:ea typeface="Ubuntu Sans"/>
                <a:cs typeface="Ubuntu Sans"/>
              </a:defRPr>
            </a:lvl8pPr>
            <a:lvl9pPr algn="l">
              <a:defRPr sz="3150" b="1">
                <a:solidFill>
                  <a:srgbClr val="F4F8FF"/>
                </a:solidFill>
                <a:latin typeface="Ubuntu Sans"/>
                <a:ea typeface="Ubuntu Sans"/>
                <a:cs typeface="Ubuntu Sans"/>
              </a:defRPr>
            </a:lvl9pPr>
          </a:lstStyle>
          <a:p xmlns:a="http://schemas.openxmlformats.org/drawingml/2006/main">
            <a:pPr algn="l">
              <a:defRPr sz="3150" b="1">
                <a:solidFill>
                  <a:srgbClr val="F4F8FF"/>
                </a:solidFill>
                <a:latin typeface="Ubuntu Sans"/>
                <a:ea typeface="Ubuntu Sans"/>
                <a:cs typeface="Ubuntu Sans"/>
              </a:defRPr>
            </a:pPr>
            <a:r>
              <a:rPr sz="3150" b="1">
                <a:solidFill>
                  <a:srgbClr val="F4F8FF"/>
                </a:solidFill>
                <a:latin typeface="Ubuntu Sans"/>
                <a:ea typeface="Ubuntu Sans"/>
                <a:cs typeface="Ubuntu Sans"/>
              </a:rPr>
              <a:t>Recruitment data model</a:t>
            </a:r>
          </a:p>
        </p:txBody>
      </p:sp>
      <p:sp>
        <p:nvSpPr>
          <p:cNvPr id="3" name="">
            <a:extLst xmlns:a="http://schemas.openxmlformats.org/drawingml/2006/main">
              <a:ext uri="{FF2B5EF4-FFF2-40B4-BE49-F238E27FC236}">
                <a16:creationId xmlns:a16="http://schemas.microsoft.com/office/drawing/2014/main" id="{D9D47931-8B36-403B-8360-F2C71C0C84AA}"/>
              </a:ext>
            </a:extLst>
          </p:cNvPr>
          <p:cNvSpPr>
            <a:spLocks xmlns:a="http://schemas.openxmlformats.org/drawingml/2006/main" noGrp="1"/>
          </p:cNvSpPr>
          <p:nvPr/>
        </p:nvSpPr>
        <p:spPr>
          <a:xfrm xmlns:a="http://schemas.openxmlformats.org/drawingml/2006/main">
            <a:off x="11258550" y="419100"/>
            <a:ext cx="323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r">
              <a:defRPr sz="1050" b="1">
                <a:solidFill>
                  <a:srgbClr val="A9BCD0"/>
                </a:solidFill>
                <a:latin typeface="Ubuntu Sans"/>
                <a:ea typeface="Ubuntu Sans"/>
                <a:cs typeface="Ubuntu Sans"/>
              </a:defRPr>
            </a:defPPr>
            <a:lvl1pPr algn="r">
              <a:defRPr sz="1050" b="1">
                <a:solidFill>
                  <a:srgbClr val="A9BCD0"/>
                </a:solidFill>
                <a:latin typeface="Ubuntu Sans"/>
                <a:ea typeface="Ubuntu Sans"/>
                <a:cs typeface="Ubuntu Sans"/>
              </a:defRPr>
            </a:lvl1pPr>
            <a:lvl2pPr algn="r">
              <a:defRPr sz="1050" b="1">
                <a:solidFill>
                  <a:srgbClr val="A9BCD0"/>
                </a:solidFill>
                <a:latin typeface="Ubuntu Sans"/>
                <a:ea typeface="Ubuntu Sans"/>
                <a:cs typeface="Ubuntu Sans"/>
              </a:defRPr>
            </a:lvl2pPr>
            <a:lvl3pPr algn="r">
              <a:defRPr sz="1050" b="1">
                <a:solidFill>
                  <a:srgbClr val="A9BCD0"/>
                </a:solidFill>
                <a:latin typeface="Ubuntu Sans"/>
                <a:ea typeface="Ubuntu Sans"/>
                <a:cs typeface="Ubuntu Sans"/>
              </a:defRPr>
            </a:lvl3pPr>
            <a:lvl4pPr algn="r">
              <a:defRPr sz="1050" b="1">
                <a:solidFill>
                  <a:srgbClr val="A9BCD0"/>
                </a:solidFill>
                <a:latin typeface="Ubuntu Sans"/>
                <a:ea typeface="Ubuntu Sans"/>
                <a:cs typeface="Ubuntu Sans"/>
              </a:defRPr>
            </a:lvl4pPr>
            <a:lvl5pPr algn="r">
              <a:defRPr sz="1050" b="1">
                <a:solidFill>
                  <a:srgbClr val="A9BCD0"/>
                </a:solidFill>
                <a:latin typeface="Ubuntu Sans"/>
                <a:ea typeface="Ubuntu Sans"/>
                <a:cs typeface="Ubuntu Sans"/>
              </a:defRPr>
            </a:lvl5pPr>
            <a:lvl6pPr algn="r">
              <a:defRPr sz="1050" b="1">
                <a:solidFill>
                  <a:srgbClr val="A9BCD0"/>
                </a:solidFill>
                <a:latin typeface="Ubuntu Sans"/>
                <a:ea typeface="Ubuntu Sans"/>
                <a:cs typeface="Ubuntu Sans"/>
              </a:defRPr>
            </a:lvl6pPr>
            <a:lvl7pPr algn="r">
              <a:defRPr sz="1050" b="1">
                <a:solidFill>
                  <a:srgbClr val="A9BCD0"/>
                </a:solidFill>
                <a:latin typeface="Ubuntu Sans"/>
                <a:ea typeface="Ubuntu Sans"/>
                <a:cs typeface="Ubuntu Sans"/>
              </a:defRPr>
            </a:lvl7pPr>
            <a:lvl8pPr algn="r">
              <a:defRPr sz="1050" b="1">
                <a:solidFill>
                  <a:srgbClr val="A9BCD0"/>
                </a:solidFill>
                <a:latin typeface="Ubuntu Sans"/>
                <a:ea typeface="Ubuntu Sans"/>
                <a:cs typeface="Ubuntu Sans"/>
              </a:defRPr>
            </a:lvl8pPr>
            <a:lvl9pPr algn="r">
              <a:defRPr sz="1050" b="1">
                <a:solidFill>
                  <a:srgbClr val="A9BCD0"/>
                </a:solidFill>
                <a:latin typeface="Ubuntu Sans"/>
                <a:ea typeface="Ubuntu Sans"/>
                <a:cs typeface="Ubuntu Sans"/>
              </a:defRPr>
            </a:lvl9pPr>
          </a:lstStyle>
          <a:p xmlns:a="http://schemas.openxmlformats.org/drawingml/2006/main">
            <a:pPr algn="r">
              <a:defRPr sz="1050" b="1">
                <a:solidFill>
                  <a:srgbClr val="A9BCD0"/>
                </a:solidFill>
                <a:latin typeface="Ubuntu Sans"/>
                <a:ea typeface="Ubuntu Sans"/>
                <a:cs typeface="Ubuntu Sans"/>
              </a:defRPr>
            </a:pPr>
            <a:r>
              <a:rPr sz="1050" b="1">
                <a:solidFill>
                  <a:srgbClr val="A9BCD0"/>
                </a:solidFill>
                <a:latin typeface="Ubuntu Sans"/>
                <a:ea typeface="Ubuntu Sans"/>
                <a:cs typeface="Ubuntu Sans"/>
              </a:rPr>
              <a:t>06</a:t>
            </a:r>
          </a:p>
        </p:txBody>
      </p:sp>
      <p:sp>
        <p:nvSpPr>
          <p:cNvPr id="4" name="">
            <a:extLst xmlns:a="http://schemas.openxmlformats.org/drawingml/2006/main">
              <a:ext uri="{FF2B5EF4-FFF2-40B4-BE49-F238E27FC236}">
                <a16:creationId xmlns:a16="http://schemas.microsoft.com/office/drawing/2014/main" id="{3E2F1E66-BA13-4422-A7F5-08566B117A53}"/>
              </a:ext>
            </a:extLst>
          </p:cNvPr>
          <p:cNvSpPr>
            <a:spLocks xmlns:a="http://schemas.openxmlformats.org/drawingml/2006/main" noGrp="1"/>
          </p:cNvSpPr>
          <p:nvPr/>
        </p:nvSpPr>
        <p:spPr>
          <a:xfrm xmlns:a="http://schemas.openxmlformats.org/drawingml/2006/main">
            <a:off x="609600" y="1219200"/>
            <a:ext cx="10972800" cy="0"/>
          </a:xfrm>
          <a:prstGeom xmlns:a="http://schemas.openxmlformats.org/drawingml/2006/main" prst="line">
            <a:avLst/>
          </a:prstGeom>
          <a:noFill xmlns:a="http://schemas.openxmlformats.org/drawingml/2006/main"/>
          <a:ln xmlns:a="http://schemas.openxmlformats.org/drawingml/2006/main" w="9525">
            <a:solidFill>
              <a:srgbClr val="2B4563"/>
            </a:solidFill>
            <a:prstDash val="solid"/>
          </a:ln>
        </p:spPr>
      </p:sp>
      <p:sp>
        <p:nvSpPr>
          <p:cNvPr id="5" name="">
            <a:extLst xmlns:a="http://schemas.openxmlformats.org/drawingml/2006/main">
              <a:ext uri="{FF2B5EF4-FFF2-40B4-BE49-F238E27FC236}">
                <a16:creationId xmlns:a16="http://schemas.microsoft.com/office/drawing/2014/main" id="{3ACC6A8F-A56A-4438-B7F3-FB7075BC887A}"/>
              </a:ext>
            </a:extLst>
          </p:cNvPr>
          <p:cNvSpPr>
            <a:spLocks xmlns:a="http://schemas.openxmlformats.org/drawingml/2006/main" noGrp="1"/>
          </p:cNvSpPr>
          <p:nvPr/>
        </p:nvSpPr>
        <p:spPr>
          <a:xfrm xmlns:a="http://schemas.openxmlformats.org/drawingml/2006/main">
            <a:off x="609600" y="1381125"/>
            <a:ext cx="1066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2424"/>
          </a:bodyPr>
          <a:lstStyle xmlns:a="http://schemas.openxmlformats.org/drawingml/2006/main">
            <a:defPPr algn="l">
              <a:defRPr sz="1650" b="0">
                <a:solidFill>
                  <a:srgbClr val="A9BCD0"/>
                </a:solidFill>
                <a:latin typeface="Ubuntu Sans"/>
                <a:ea typeface="Ubuntu Sans"/>
                <a:cs typeface="Ubuntu Sans"/>
              </a:defRPr>
            </a:defPPr>
            <a:lvl1pPr algn="l">
              <a:defRPr sz="1650" b="0">
                <a:solidFill>
                  <a:srgbClr val="A9BCD0"/>
                </a:solidFill>
                <a:latin typeface="Ubuntu Sans"/>
                <a:ea typeface="Ubuntu Sans"/>
                <a:cs typeface="Ubuntu Sans"/>
              </a:defRPr>
            </a:lvl1pPr>
            <a:lvl2pPr algn="l">
              <a:defRPr sz="1650" b="0">
                <a:solidFill>
                  <a:srgbClr val="A9BCD0"/>
                </a:solidFill>
                <a:latin typeface="Ubuntu Sans"/>
                <a:ea typeface="Ubuntu Sans"/>
                <a:cs typeface="Ubuntu Sans"/>
              </a:defRPr>
            </a:lvl2pPr>
            <a:lvl3pPr algn="l">
              <a:defRPr sz="1650" b="0">
                <a:solidFill>
                  <a:srgbClr val="A9BCD0"/>
                </a:solidFill>
                <a:latin typeface="Ubuntu Sans"/>
                <a:ea typeface="Ubuntu Sans"/>
                <a:cs typeface="Ubuntu Sans"/>
              </a:defRPr>
            </a:lvl3pPr>
            <a:lvl4pPr algn="l">
              <a:defRPr sz="1650" b="0">
                <a:solidFill>
                  <a:srgbClr val="A9BCD0"/>
                </a:solidFill>
                <a:latin typeface="Ubuntu Sans"/>
                <a:ea typeface="Ubuntu Sans"/>
                <a:cs typeface="Ubuntu Sans"/>
              </a:defRPr>
            </a:lvl4pPr>
            <a:lvl5pPr algn="l">
              <a:defRPr sz="1650" b="0">
                <a:solidFill>
                  <a:srgbClr val="A9BCD0"/>
                </a:solidFill>
                <a:latin typeface="Ubuntu Sans"/>
                <a:ea typeface="Ubuntu Sans"/>
                <a:cs typeface="Ubuntu Sans"/>
              </a:defRPr>
            </a:lvl5pPr>
            <a:lvl6pPr algn="l">
              <a:defRPr sz="1650" b="0">
                <a:solidFill>
                  <a:srgbClr val="A9BCD0"/>
                </a:solidFill>
                <a:latin typeface="Ubuntu Sans"/>
                <a:ea typeface="Ubuntu Sans"/>
                <a:cs typeface="Ubuntu Sans"/>
              </a:defRPr>
            </a:lvl6pPr>
            <a:lvl7pPr algn="l">
              <a:defRPr sz="1650" b="0">
                <a:solidFill>
                  <a:srgbClr val="A9BCD0"/>
                </a:solidFill>
                <a:latin typeface="Ubuntu Sans"/>
                <a:ea typeface="Ubuntu Sans"/>
                <a:cs typeface="Ubuntu Sans"/>
              </a:defRPr>
            </a:lvl7pPr>
            <a:lvl8pPr algn="l">
              <a:defRPr sz="1650" b="0">
                <a:solidFill>
                  <a:srgbClr val="A9BCD0"/>
                </a:solidFill>
                <a:latin typeface="Ubuntu Sans"/>
                <a:ea typeface="Ubuntu Sans"/>
                <a:cs typeface="Ubuntu Sans"/>
              </a:defRPr>
            </a:lvl8pPr>
            <a:lvl9pPr algn="l">
              <a:defRPr sz="1650" b="0">
                <a:solidFill>
                  <a:srgbClr val="A9BCD0"/>
                </a:solidFill>
                <a:latin typeface="Ubuntu Sans"/>
                <a:ea typeface="Ubuntu Sans"/>
                <a:cs typeface="Ubuntu Sans"/>
              </a:defRPr>
            </a:lvl9pPr>
          </a:lstStyle>
          <a:p xmlns:a="http://schemas.openxmlformats.org/drawingml/2006/main">
            <a:pPr algn="l">
              <a:defRPr sz="1650" b="0">
                <a:solidFill>
                  <a:srgbClr val="A9BCD0"/>
                </a:solidFill>
                <a:latin typeface="Ubuntu Sans"/>
                <a:ea typeface="Ubuntu Sans"/>
                <a:cs typeface="Ubuntu Sans"/>
              </a:defRPr>
            </a:pPr>
            <a:r>
              <a:rPr sz="1650" b="0">
                <a:solidFill>
                  <a:srgbClr val="A9BCD0"/>
                </a:solidFill>
                <a:latin typeface="Ubuntu Sans"/>
                <a:ea typeface="Ubuntu Sans"/>
                <a:cs typeface="Ubuntu Sans"/>
              </a:rPr>
              <a:t>The application record connects the candidate, offer, workflow, and conversation.</a:t>
            </a:r>
          </a:p>
        </p:txBody>
      </p:sp>
      <p:sp>
        <p:nvSpPr>
          <p:cNvPr id="6" name="">
            <a:extLst xmlns:a="http://schemas.openxmlformats.org/drawingml/2006/main">
              <a:ext uri="{FF2B5EF4-FFF2-40B4-BE49-F238E27FC236}">
                <a16:creationId xmlns:a16="http://schemas.microsoft.com/office/drawing/2014/main" id="{46B7011E-99E1-421B-A630-707C9A362D86}"/>
              </a:ext>
            </a:extLst>
          </p:cNvPr>
          <p:cNvSpPr>
            <a:spLocks xmlns:a="http://schemas.openxmlformats.org/drawingml/2006/main" noGrp="1"/>
          </p:cNvSpPr>
          <p:nvPr/>
        </p:nvSpPr>
        <p:spPr>
          <a:xfrm xmlns:a="http://schemas.openxmlformats.org/drawingml/2006/main">
            <a:off x="723900" y="2171700"/>
            <a:ext cx="2000250" cy="1009650"/>
          </a:xfrm>
          <a:prstGeom xmlns:a="http://schemas.openxmlformats.org/drawingml/2006/main" prst="roundRect">
            <a:avLst>
              <a:gd name="adj" fmla="val 11321"/>
            </a:avLst>
          </a:prstGeom>
          <a:solidFill xmlns:a="http://schemas.openxmlformats.org/drawingml/2006/main">
            <a:srgbClr val="10223A"/>
          </a:solidFill>
          <a:ln xmlns:a="http://schemas.openxmlformats.org/drawingml/2006/main" w="11430">
            <a:solidFill>
              <a:srgbClr val="2B4563"/>
            </a:solidFill>
            <a:prstDash val="solid"/>
          </a:ln>
        </p:spPr>
      </p:sp>
      <p:sp>
        <p:nvSpPr>
          <p:cNvPr id="7" name="">
            <a:extLst xmlns:a="http://schemas.openxmlformats.org/drawingml/2006/main">
              <a:ext uri="{FF2B5EF4-FFF2-40B4-BE49-F238E27FC236}">
                <a16:creationId xmlns:a16="http://schemas.microsoft.com/office/drawing/2014/main" id="{E71B444E-095E-4504-8AC5-70A2D39CE3BB}"/>
              </a:ext>
            </a:extLst>
          </p:cNvPr>
          <p:cNvSpPr>
            <a:spLocks xmlns:a="http://schemas.openxmlformats.org/drawingml/2006/main" noGrp="1"/>
          </p:cNvSpPr>
          <p:nvPr/>
        </p:nvSpPr>
        <p:spPr>
          <a:xfrm xmlns:a="http://schemas.openxmlformats.org/drawingml/2006/main">
            <a:off x="723900" y="2171700"/>
            <a:ext cx="66675" cy="1009650"/>
          </a:xfrm>
          <a:prstGeom xmlns:a="http://schemas.openxmlformats.org/drawingml/2006/main" prst="roundRect">
            <a:avLst>
              <a:gd name="adj" fmla="val 50000"/>
            </a:avLst>
          </a:prstGeom>
          <a:solidFill xmlns:a="http://schemas.openxmlformats.org/drawingml/2006/main">
            <a:srgbClr val="2FD6D3"/>
          </a:solidFill>
          <a:ln xmlns:a="http://schemas.openxmlformats.org/drawingml/2006/main" w="0">
            <a:solidFill>
              <a:srgbClr val="2FD6D3"/>
            </a:solidFill>
            <a:prstDash val="solid"/>
          </a:ln>
        </p:spPr>
      </p:sp>
      <p:sp>
        <p:nvSpPr>
          <p:cNvPr id="8" name="">
            <a:extLst xmlns:a="http://schemas.openxmlformats.org/drawingml/2006/main">
              <a:ext uri="{FF2B5EF4-FFF2-40B4-BE49-F238E27FC236}">
                <a16:creationId xmlns:a16="http://schemas.microsoft.com/office/drawing/2014/main" id="{89093A68-6C96-433A-A7D6-34DDEC5BAE28}"/>
              </a:ext>
            </a:extLst>
          </p:cNvPr>
          <p:cNvSpPr>
            <a:spLocks xmlns:a="http://schemas.openxmlformats.org/drawingml/2006/main" noGrp="1"/>
          </p:cNvSpPr>
          <p:nvPr/>
        </p:nvSpPr>
        <p:spPr>
          <a:xfrm xmlns:a="http://schemas.openxmlformats.org/drawingml/2006/main">
            <a:off x="933450" y="2286000"/>
            <a:ext cx="1676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F4F8FF"/>
                </a:solidFill>
                <a:latin typeface="Ubuntu Sans"/>
                <a:ea typeface="Ubuntu Sans"/>
                <a:cs typeface="Ubuntu Sans"/>
              </a:defRPr>
            </a:defPPr>
            <a:lvl1pPr algn="l">
              <a:defRPr sz="1575" b="1">
                <a:solidFill>
                  <a:srgbClr val="F4F8FF"/>
                </a:solidFill>
                <a:latin typeface="Ubuntu Sans"/>
                <a:ea typeface="Ubuntu Sans"/>
                <a:cs typeface="Ubuntu Sans"/>
              </a:defRPr>
            </a:lvl1pPr>
            <a:lvl2pPr algn="l">
              <a:defRPr sz="1575" b="1">
                <a:solidFill>
                  <a:srgbClr val="F4F8FF"/>
                </a:solidFill>
                <a:latin typeface="Ubuntu Sans"/>
                <a:ea typeface="Ubuntu Sans"/>
                <a:cs typeface="Ubuntu Sans"/>
              </a:defRPr>
            </a:lvl2pPr>
            <a:lvl3pPr algn="l">
              <a:defRPr sz="1575" b="1">
                <a:solidFill>
                  <a:srgbClr val="F4F8FF"/>
                </a:solidFill>
                <a:latin typeface="Ubuntu Sans"/>
                <a:ea typeface="Ubuntu Sans"/>
                <a:cs typeface="Ubuntu Sans"/>
              </a:defRPr>
            </a:lvl3pPr>
            <a:lvl4pPr algn="l">
              <a:defRPr sz="1575" b="1">
                <a:solidFill>
                  <a:srgbClr val="F4F8FF"/>
                </a:solidFill>
                <a:latin typeface="Ubuntu Sans"/>
                <a:ea typeface="Ubuntu Sans"/>
                <a:cs typeface="Ubuntu Sans"/>
              </a:defRPr>
            </a:lvl4pPr>
            <a:lvl5pPr algn="l">
              <a:defRPr sz="1575" b="1">
                <a:solidFill>
                  <a:srgbClr val="F4F8FF"/>
                </a:solidFill>
                <a:latin typeface="Ubuntu Sans"/>
                <a:ea typeface="Ubuntu Sans"/>
                <a:cs typeface="Ubuntu Sans"/>
              </a:defRPr>
            </a:lvl5pPr>
            <a:lvl6pPr algn="l">
              <a:defRPr sz="1575" b="1">
                <a:solidFill>
                  <a:srgbClr val="F4F8FF"/>
                </a:solidFill>
                <a:latin typeface="Ubuntu Sans"/>
                <a:ea typeface="Ubuntu Sans"/>
                <a:cs typeface="Ubuntu Sans"/>
              </a:defRPr>
            </a:lvl6pPr>
            <a:lvl7pPr algn="l">
              <a:defRPr sz="1575" b="1">
                <a:solidFill>
                  <a:srgbClr val="F4F8FF"/>
                </a:solidFill>
                <a:latin typeface="Ubuntu Sans"/>
                <a:ea typeface="Ubuntu Sans"/>
                <a:cs typeface="Ubuntu Sans"/>
              </a:defRPr>
            </a:lvl7pPr>
            <a:lvl8pPr algn="l">
              <a:defRPr sz="1575" b="1">
                <a:solidFill>
                  <a:srgbClr val="F4F8FF"/>
                </a:solidFill>
                <a:latin typeface="Ubuntu Sans"/>
                <a:ea typeface="Ubuntu Sans"/>
                <a:cs typeface="Ubuntu Sans"/>
              </a:defRPr>
            </a:lvl8pPr>
            <a:lvl9pPr algn="l">
              <a:defRPr sz="1575" b="1">
                <a:solidFill>
                  <a:srgbClr val="F4F8FF"/>
                </a:solidFill>
                <a:latin typeface="Ubuntu Sans"/>
                <a:ea typeface="Ubuntu Sans"/>
                <a:cs typeface="Ubuntu Sans"/>
              </a:defRPr>
            </a:lvl9pPr>
          </a:lstStyle>
          <a:p xmlns:a="http://schemas.openxmlformats.org/drawingml/2006/main">
            <a:pPr algn="l">
              <a:defRPr sz="1575" b="1">
                <a:solidFill>
                  <a:srgbClr val="F4F8FF"/>
                </a:solidFill>
                <a:latin typeface="Ubuntu Sans"/>
                <a:ea typeface="Ubuntu Sans"/>
                <a:cs typeface="Ubuntu Sans"/>
              </a:defRPr>
            </a:pPr>
            <a:r>
              <a:rPr sz="1575" b="1">
                <a:solidFill>
                  <a:srgbClr val="F4F8FF"/>
                </a:solidFill>
                <a:latin typeface="Ubuntu Sans"/>
                <a:ea typeface="Ubuntu Sans"/>
                <a:cs typeface="Ubuntu Sans"/>
              </a:rPr>
              <a:t>User</a:t>
            </a:r>
          </a:p>
        </p:txBody>
      </p:sp>
      <p:sp>
        <p:nvSpPr>
          <p:cNvPr id="9" name="">
            <a:extLst xmlns:a="http://schemas.openxmlformats.org/drawingml/2006/main">
              <a:ext uri="{FF2B5EF4-FFF2-40B4-BE49-F238E27FC236}">
                <a16:creationId xmlns:a16="http://schemas.microsoft.com/office/drawing/2014/main" id="{D7560E3E-E33F-444F-986C-252DB5BD07EE}"/>
              </a:ext>
            </a:extLst>
          </p:cNvPr>
          <p:cNvSpPr>
            <a:spLocks xmlns:a="http://schemas.openxmlformats.org/drawingml/2006/main" noGrp="1"/>
          </p:cNvSpPr>
          <p:nvPr/>
        </p:nvSpPr>
        <p:spPr>
          <a:xfrm xmlns:a="http://schemas.openxmlformats.org/drawingml/2006/main">
            <a:off x="933450" y="2581275"/>
            <a:ext cx="16764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A9BCD0"/>
                </a:solidFill>
                <a:latin typeface="Ubuntu Sans"/>
                <a:ea typeface="Ubuntu Sans"/>
                <a:cs typeface="Ubuntu Sans"/>
              </a:defRPr>
            </a:defPPr>
            <a:lvl1pPr algn="l">
              <a:defRPr sz="1125" b="0">
                <a:solidFill>
                  <a:srgbClr val="A9BCD0"/>
                </a:solidFill>
                <a:latin typeface="Ubuntu Sans"/>
                <a:ea typeface="Ubuntu Sans"/>
                <a:cs typeface="Ubuntu Sans"/>
              </a:defRPr>
            </a:lvl1pPr>
            <a:lvl2pPr algn="l">
              <a:defRPr sz="1125" b="0">
                <a:solidFill>
                  <a:srgbClr val="A9BCD0"/>
                </a:solidFill>
                <a:latin typeface="Ubuntu Sans"/>
                <a:ea typeface="Ubuntu Sans"/>
                <a:cs typeface="Ubuntu Sans"/>
              </a:defRPr>
            </a:lvl2pPr>
            <a:lvl3pPr algn="l">
              <a:defRPr sz="1125" b="0">
                <a:solidFill>
                  <a:srgbClr val="A9BCD0"/>
                </a:solidFill>
                <a:latin typeface="Ubuntu Sans"/>
                <a:ea typeface="Ubuntu Sans"/>
                <a:cs typeface="Ubuntu Sans"/>
              </a:defRPr>
            </a:lvl3pPr>
            <a:lvl4pPr algn="l">
              <a:defRPr sz="1125" b="0">
                <a:solidFill>
                  <a:srgbClr val="A9BCD0"/>
                </a:solidFill>
                <a:latin typeface="Ubuntu Sans"/>
                <a:ea typeface="Ubuntu Sans"/>
                <a:cs typeface="Ubuntu Sans"/>
              </a:defRPr>
            </a:lvl4pPr>
            <a:lvl5pPr algn="l">
              <a:defRPr sz="1125" b="0">
                <a:solidFill>
                  <a:srgbClr val="A9BCD0"/>
                </a:solidFill>
                <a:latin typeface="Ubuntu Sans"/>
                <a:ea typeface="Ubuntu Sans"/>
                <a:cs typeface="Ubuntu Sans"/>
              </a:defRPr>
            </a:lvl5pPr>
            <a:lvl6pPr algn="l">
              <a:defRPr sz="1125" b="0">
                <a:solidFill>
                  <a:srgbClr val="A9BCD0"/>
                </a:solidFill>
                <a:latin typeface="Ubuntu Sans"/>
                <a:ea typeface="Ubuntu Sans"/>
                <a:cs typeface="Ubuntu Sans"/>
              </a:defRPr>
            </a:lvl6pPr>
            <a:lvl7pPr algn="l">
              <a:defRPr sz="1125" b="0">
                <a:solidFill>
                  <a:srgbClr val="A9BCD0"/>
                </a:solidFill>
                <a:latin typeface="Ubuntu Sans"/>
                <a:ea typeface="Ubuntu Sans"/>
                <a:cs typeface="Ubuntu Sans"/>
              </a:defRPr>
            </a:lvl7pPr>
            <a:lvl8pPr algn="l">
              <a:defRPr sz="1125" b="0">
                <a:solidFill>
                  <a:srgbClr val="A9BCD0"/>
                </a:solidFill>
                <a:latin typeface="Ubuntu Sans"/>
                <a:ea typeface="Ubuntu Sans"/>
                <a:cs typeface="Ubuntu Sans"/>
              </a:defRPr>
            </a:lvl8pPr>
            <a:lvl9pPr algn="l">
              <a:defRPr sz="1125" b="0">
                <a:solidFill>
                  <a:srgbClr val="A9BCD0"/>
                </a:solidFill>
                <a:latin typeface="Ubuntu Sans"/>
                <a:ea typeface="Ubuntu Sans"/>
                <a:cs typeface="Ubuntu Sans"/>
              </a:defRPr>
            </a:lvl9pPr>
          </a:lstStyle>
          <a:p xmlns:a="http://schemas.openxmlformats.org/drawingml/2006/main">
            <a:pPr algn="l">
              <a:defRPr sz="1125" b="0">
                <a:solidFill>
                  <a:srgbClr val="A9BCD0"/>
                </a:solidFill>
                <a:latin typeface="Ubuntu Sans"/>
                <a:ea typeface="Ubuntu Sans"/>
                <a:cs typeface="Ubuntu Sans"/>
              </a:defRPr>
            </a:pPr>
            <a:r>
              <a:rPr sz="1125" b="0">
                <a:solidFill>
                  <a:srgbClr val="A9BCD0"/>
                </a:solidFill>
                <a:latin typeface="Ubuntu Sans"/>
                <a:ea typeface="Ubuntu Sans"/>
                <a:cs typeface="Ubuntu Sans"/>
              </a:rPr>
              <a:t>Identity, role, security state</a:t>
            </a:r>
          </a:p>
        </p:txBody>
      </p:sp>
      <p:sp>
        <p:nvSpPr>
          <p:cNvPr id="10" name="">
            <a:extLst xmlns:a="http://schemas.openxmlformats.org/drawingml/2006/main">
              <a:ext uri="{FF2B5EF4-FFF2-40B4-BE49-F238E27FC236}">
                <a16:creationId xmlns:a16="http://schemas.microsoft.com/office/drawing/2014/main" id="{A2A17462-30D9-4F54-A51E-4442E21C028E}"/>
              </a:ext>
            </a:extLst>
          </p:cNvPr>
          <p:cNvSpPr>
            <a:spLocks xmlns:a="http://schemas.openxmlformats.org/drawingml/2006/main" noGrp="1"/>
          </p:cNvSpPr>
          <p:nvPr/>
        </p:nvSpPr>
        <p:spPr>
          <a:xfrm xmlns:a="http://schemas.openxmlformats.org/drawingml/2006/main">
            <a:off x="723900" y="3829050"/>
            <a:ext cx="2000250" cy="1009650"/>
          </a:xfrm>
          <a:prstGeom xmlns:a="http://schemas.openxmlformats.org/drawingml/2006/main" prst="roundRect">
            <a:avLst>
              <a:gd name="adj" fmla="val 11321"/>
            </a:avLst>
          </a:prstGeom>
          <a:solidFill xmlns:a="http://schemas.openxmlformats.org/drawingml/2006/main">
            <a:srgbClr val="10223A"/>
          </a:solidFill>
          <a:ln xmlns:a="http://schemas.openxmlformats.org/drawingml/2006/main" w="11430">
            <a:solidFill>
              <a:srgbClr val="2B4563"/>
            </a:solidFill>
            <a:prstDash val="solid"/>
          </a:ln>
        </p:spPr>
      </p:sp>
      <p:sp>
        <p:nvSpPr>
          <p:cNvPr id="11" name="">
            <a:extLst xmlns:a="http://schemas.openxmlformats.org/drawingml/2006/main">
              <a:ext uri="{FF2B5EF4-FFF2-40B4-BE49-F238E27FC236}">
                <a16:creationId xmlns:a16="http://schemas.microsoft.com/office/drawing/2014/main" id="{EE4AADE6-5032-4313-BE1D-298B9562884F}"/>
              </a:ext>
            </a:extLst>
          </p:cNvPr>
          <p:cNvSpPr>
            <a:spLocks xmlns:a="http://schemas.openxmlformats.org/drawingml/2006/main" noGrp="1"/>
          </p:cNvSpPr>
          <p:nvPr/>
        </p:nvSpPr>
        <p:spPr>
          <a:xfrm xmlns:a="http://schemas.openxmlformats.org/drawingml/2006/main">
            <a:off x="723900" y="3829050"/>
            <a:ext cx="66675" cy="1009650"/>
          </a:xfrm>
          <a:prstGeom xmlns:a="http://schemas.openxmlformats.org/drawingml/2006/main" prst="roundRect">
            <a:avLst>
              <a:gd name="adj" fmla="val 50000"/>
            </a:avLst>
          </a:prstGeom>
          <a:solidFill xmlns:a="http://schemas.openxmlformats.org/drawingml/2006/main">
            <a:srgbClr val="2FD6D3"/>
          </a:solidFill>
          <a:ln xmlns:a="http://schemas.openxmlformats.org/drawingml/2006/main" w="0">
            <a:solidFill>
              <a:srgbClr val="2FD6D3"/>
            </a:solidFill>
            <a:prstDash val="solid"/>
          </a:ln>
        </p:spPr>
      </p:sp>
      <p:sp>
        <p:nvSpPr>
          <p:cNvPr id="12" name="">
            <a:extLst xmlns:a="http://schemas.openxmlformats.org/drawingml/2006/main">
              <a:ext uri="{FF2B5EF4-FFF2-40B4-BE49-F238E27FC236}">
                <a16:creationId xmlns:a16="http://schemas.microsoft.com/office/drawing/2014/main" id="{DA29AE13-3AF0-4BDF-AE69-AEC7E1DDC7DC}"/>
              </a:ext>
            </a:extLst>
          </p:cNvPr>
          <p:cNvSpPr>
            <a:spLocks xmlns:a="http://schemas.openxmlformats.org/drawingml/2006/main" noGrp="1"/>
          </p:cNvSpPr>
          <p:nvPr/>
        </p:nvSpPr>
        <p:spPr>
          <a:xfrm xmlns:a="http://schemas.openxmlformats.org/drawingml/2006/main">
            <a:off x="933450" y="3943350"/>
            <a:ext cx="1676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F4F8FF"/>
                </a:solidFill>
                <a:latin typeface="Ubuntu Sans"/>
                <a:ea typeface="Ubuntu Sans"/>
                <a:cs typeface="Ubuntu Sans"/>
              </a:defRPr>
            </a:defPPr>
            <a:lvl1pPr algn="l">
              <a:defRPr sz="1575" b="1">
                <a:solidFill>
                  <a:srgbClr val="F4F8FF"/>
                </a:solidFill>
                <a:latin typeface="Ubuntu Sans"/>
                <a:ea typeface="Ubuntu Sans"/>
                <a:cs typeface="Ubuntu Sans"/>
              </a:defRPr>
            </a:lvl1pPr>
            <a:lvl2pPr algn="l">
              <a:defRPr sz="1575" b="1">
                <a:solidFill>
                  <a:srgbClr val="F4F8FF"/>
                </a:solidFill>
                <a:latin typeface="Ubuntu Sans"/>
                <a:ea typeface="Ubuntu Sans"/>
                <a:cs typeface="Ubuntu Sans"/>
              </a:defRPr>
            </a:lvl2pPr>
            <a:lvl3pPr algn="l">
              <a:defRPr sz="1575" b="1">
                <a:solidFill>
                  <a:srgbClr val="F4F8FF"/>
                </a:solidFill>
                <a:latin typeface="Ubuntu Sans"/>
                <a:ea typeface="Ubuntu Sans"/>
                <a:cs typeface="Ubuntu Sans"/>
              </a:defRPr>
            </a:lvl3pPr>
            <a:lvl4pPr algn="l">
              <a:defRPr sz="1575" b="1">
                <a:solidFill>
                  <a:srgbClr val="F4F8FF"/>
                </a:solidFill>
                <a:latin typeface="Ubuntu Sans"/>
                <a:ea typeface="Ubuntu Sans"/>
                <a:cs typeface="Ubuntu Sans"/>
              </a:defRPr>
            </a:lvl4pPr>
            <a:lvl5pPr algn="l">
              <a:defRPr sz="1575" b="1">
                <a:solidFill>
                  <a:srgbClr val="F4F8FF"/>
                </a:solidFill>
                <a:latin typeface="Ubuntu Sans"/>
                <a:ea typeface="Ubuntu Sans"/>
                <a:cs typeface="Ubuntu Sans"/>
              </a:defRPr>
            </a:lvl5pPr>
            <a:lvl6pPr algn="l">
              <a:defRPr sz="1575" b="1">
                <a:solidFill>
                  <a:srgbClr val="F4F8FF"/>
                </a:solidFill>
                <a:latin typeface="Ubuntu Sans"/>
                <a:ea typeface="Ubuntu Sans"/>
                <a:cs typeface="Ubuntu Sans"/>
              </a:defRPr>
            </a:lvl6pPr>
            <a:lvl7pPr algn="l">
              <a:defRPr sz="1575" b="1">
                <a:solidFill>
                  <a:srgbClr val="F4F8FF"/>
                </a:solidFill>
                <a:latin typeface="Ubuntu Sans"/>
                <a:ea typeface="Ubuntu Sans"/>
                <a:cs typeface="Ubuntu Sans"/>
              </a:defRPr>
            </a:lvl7pPr>
            <a:lvl8pPr algn="l">
              <a:defRPr sz="1575" b="1">
                <a:solidFill>
                  <a:srgbClr val="F4F8FF"/>
                </a:solidFill>
                <a:latin typeface="Ubuntu Sans"/>
                <a:ea typeface="Ubuntu Sans"/>
                <a:cs typeface="Ubuntu Sans"/>
              </a:defRPr>
            </a:lvl8pPr>
            <a:lvl9pPr algn="l">
              <a:defRPr sz="1575" b="1">
                <a:solidFill>
                  <a:srgbClr val="F4F8FF"/>
                </a:solidFill>
                <a:latin typeface="Ubuntu Sans"/>
                <a:ea typeface="Ubuntu Sans"/>
                <a:cs typeface="Ubuntu Sans"/>
              </a:defRPr>
            </a:lvl9pPr>
          </a:lstStyle>
          <a:p xmlns:a="http://schemas.openxmlformats.org/drawingml/2006/main">
            <a:pPr algn="l">
              <a:defRPr sz="1575" b="1">
                <a:solidFill>
                  <a:srgbClr val="F4F8FF"/>
                </a:solidFill>
                <a:latin typeface="Ubuntu Sans"/>
                <a:ea typeface="Ubuntu Sans"/>
                <a:cs typeface="Ubuntu Sans"/>
              </a:defRPr>
            </a:pPr>
            <a:r>
              <a:rPr sz="1575" b="1">
                <a:solidFill>
                  <a:srgbClr val="F4F8FF"/>
                </a:solidFill>
                <a:latin typeface="Ubuntu Sans"/>
                <a:ea typeface="Ubuntu Sans"/>
                <a:cs typeface="Ubuntu Sans"/>
              </a:rPr>
              <a:t>Candidate profile</a:t>
            </a:r>
          </a:p>
        </p:txBody>
      </p:sp>
      <p:sp>
        <p:nvSpPr>
          <p:cNvPr id="13" name="">
            <a:extLst xmlns:a="http://schemas.openxmlformats.org/drawingml/2006/main">
              <a:ext uri="{FF2B5EF4-FFF2-40B4-BE49-F238E27FC236}">
                <a16:creationId xmlns:a16="http://schemas.microsoft.com/office/drawing/2014/main" id="{A60B4B3C-B15A-4DD4-AB3B-4EBC7FE851F8}"/>
              </a:ext>
            </a:extLst>
          </p:cNvPr>
          <p:cNvSpPr>
            <a:spLocks xmlns:a="http://schemas.openxmlformats.org/drawingml/2006/main" noGrp="1"/>
          </p:cNvSpPr>
          <p:nvPr/>
        </p:nvSpPr>
        <p:spPr>
          <a:xfrm xmlns:a="http://schemas.openxmlformats.org/drawingml/2006/main">
            <a:off x="933450" y="4238625"/>
            <a:ext cx="16764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A9BCD0"/>
                </a:solidFill>
                <a:latin typeface="Ubuntu Sans"/>
                <a:ea typeface="Ubuntu Sans"/>
                <a:cs typeface="Ubuntu Sans"/>
              </a:defRPr>
            </a:defPPr>
            <a:lvl1pPr algn="l">
              <a:defRPr sz="1125" b="0">
                <a:solidFill>
                  <a:srgbClr val="A9BCD0"/>
                </a:solidFill>
                <a:latin typeface="Ubuntu Sans"/>
                <a:ea typeface="Ubuntu Sans"/>
                <a:cs typeface="Ubuntu Sans"/>
              </a:defRPr>
            </a:lvl1pPr>
            <a:lvl2pPr algn="l">
              <a:defRPr sz="1125" b="0">
                <a:solidFill>
                  <a:srgbClr val="A9BCD0"/>
                </a:solidFill>
                <a:latin typeface="Ubuntu Sans"/>
                <a:ea typeface="Ubuntu Sans"/>
                <a:cs typeface="Ubuntu Sans"/>
              </a:defRPr>
            </a:lvl2pPr>
            <a:lvl3pPr algn="l">
              <a:defRPr sz="1125" b="0">
                <a:solidFill>
                  <a:srgbClr val="A9BCD0"/>
                </a:solidFill>
                <a:latin typeface="Ubuntu Sans"/>
                <a:ea typeface="Ubuntu Sans"/>
                <a:cs typeface="Ubuntu Sans"/>
              </a:defRPr>
            </a:lvl3pPr>
            <a:lvl4pPr algn="l">
              <a:defRPr sz="1125" b="0">
                <a:solidFill>
                  <a:srgbClr val="A9BCD0"/>
                </a:solidFill>
                <a:latin typeface="Ubuntu Sans"/>
                <a:ea typeface="Ubuntu Sans"/>
                <a:cs typeface="Ubuntu Sans"/>
              </a:defRPr>
            </a:lvl4pPr>
            <a:lvl5pPr algn="l">
              <a:defRPr sz="1125" b="0">
                <a:solidFill>
                  <a:srgbClr val="A9BCD0"/>
                </a:solidFill>
                <a:latin typeface="Ubuntu Sans"/>
                <a:ea typeface="Ubuntu Sans"/>
                <a:cs typeface="Ubuntu Sans"/>
              </a:defRPr>
            </a:lvl5pPr>
            <a:lvl6pPr algn="l">
              <a:defRPr sz="1125" b="0">
                <a:solidFill>
                  <a:srgbClr val="A9BCD0"/>
                </a:solidFill>
                <a:latin typeface="Ubuntu Sans"/>
                <a:ea typeface="Ubuntu Sans"/>
                <a:cs typeface="Ubuntu Sans"/>
              </a:defRPr>
            </a:lvl6pPr>
            <a:lvl7pPr algn="l">
              <a:defRPr sz="1125" b="0">
                <a:solidFill>
                  <a:srgbClr val="A9BCD0"/>
                </a:solidFill>
                <a:latin typeface="Ubuntu Sans"/>
                <a:ea typeface="Ubuntu Sans"/>
                <a:cs typeface="Ubuntu Sans"/>
              </a:defRPr>
            </a:lvl7pPr>
            <a:lvl8pPr algn="l">
              <a:defRPr sz="1125" b="0">
                <a:solidFill>
                  <a:srgbClr val="A9BCD0"/>
                </a:solidFill>
                <a:latin typeface="Ubuntu Sans"/>
                <a:ea typeface="Ubuntu Sans"/>
                <a:cs typeface="Ubuntu Sans"/>
              </a:defRPr>
            </a:lvl8pPr>
            <a:lvl9pPr algn="l">
              <a:defRPr sz="1125" b="0">
                <a:solidFill>
                  <a:srgbClr val="A9BCD0"/>
                </a:solidFill>
                <a:latin typeface="Ubuntu Sans"/>
                <a:ea typeface="Ubuntu Sans"/>
                <a:cs typeface="Ubuntu Sans"/>
              </a:defRPr>
            </a:lvl9pPr>
          </a:lstStyle>
          <a:p xmlns:a="http://schemas.openxmlformats.org/drawingml/2006/main">
            <a:pPr algn="l">
              <a:defRPr sz="1125" b="0">
                <a:solidFill>
                  <a:srgbClr val="A9BCD0"/>
                </a:solidFill>
                <a:latin typeface="Ubuntu Sans"/>
                <a:ea typeface="Ubuntu Sans"/>
                <a:cs typeface="Ubuntu Sans"/>
              </a:defRPr>
            </a:pPr>
            <a:r>
              <a:rPr sz="1125" b="0">
                <a:solidFill>
                  <a:srgbClr val="A9BCD0"/>
                </a:solidFill>
                <a:latin typeface="Ubuntu Sans"/>
                <a:ea typeface="Ubuntu Sans"/>
                <a:cs typeface="Ubuntu Sans"/>
              </a:rPr>
              <a:t>Skills, experience, CV assets</a:t>
            </a:r>
          </a:p>
        </p:txBody>
      </p:sp>
      <p:sp>
        <p:nvSpPr>
          <p:cNvPr id="14" name="">
            <a:extLst xmlns:a="http://schemas.openxmlformats.org/drawingml/2006/main">
              <a:ext uri="{FF2B5EF4-FFF2-40B4-BE49-F238E27FC236}">
                <a16:creationId xmlns:a16="http://schemas.microsoft.com/office/drawing/2014/main" id="{CF23FE9F-77FC-4F5E-8EAB-D30A66DEE096}"/>
              </a:ext>
            </a:extLst>
          </p:cNvPr>
          <p:cNvSpPr>
            <a:spLocks xmlns:a="http://schemas.openxmlformats.org/drawingml/2006/main" noGrp="1"/>
          </p:cNvSpPr>
          <p:nvPr/>
        </p:nvSpPr>
        <p:spPr>
          <a:xfrm xmlns:a="http://schemas.openxmlformats.org/drawingml/2006/main">
            <a:off x="3505200" y="1752600"/>
            <a:ext cx="2133600" cy="1009650"/>
          </a:xfrm>
          <a:prstGeom xmlns:a="http://schemas.openxmlformats.org/drawingml/2006/main" prst="roundRect">
            <a:avLst>
              <a:gd name="adj" fmla="val 11321"/>
            </a:avLst>
          </a:prstGeom>
          <a:solidFill xmlns:a="http://schemas.openxmlformats.org/drawingml/2006/main">
            <a:srgbClr val="10223A"/>
          </a:solidFill>
          <a:ln xmlns:a="http://schemas.openxmlformats.org/drawingml/2006/main" w="11430">
            <a:solidFill>
              <a:srgbClr val="2B4563"/>
            </a:solidFill>
            <a:prstDash val="solid"/>
          </a:ln>
        </p:spPr>
      </p:sp>
      <p:sp>
        <p:nvSpPr>
          <p:cNvPr id="15" name="">
            <a:extLst xmlns:a="http://schemas.openxmlformats.org/drawingml/2006/main">
              <a:ext uri="{FF2B5EF4-FFF2-40B4-BE49-F238E27FC236}">
                <a16:creationId xmlns:a16="http://schemas.microsoft.com/office/drawing/2014/main" id="{3B714F41-315C-4EA3-9D41-BE92BA349FCC}"/>
              </a:ext>
            </a:extLst>
          </p:cNvPr>
          <p:cNvSpPr>
            <a:spLocks xmlns:a="http://schemas.openxmlformats.org/drawingml/2006/main" noGrp="1"/>
          </p:cNvSpPr>
          <p:nvPr/>
        </p:nvSpPr>
        <p:spPr>
          <a:xfrm xmlns:a="http://schemas.openxmlformats.org/drawingml/2006/main">
            <a:off x="3505200" y="1752600"/>
            <a:ext cx="66675" cy="1009650"/>
          </a:xfrm>
          <a:prstGeom xmlns:a="http://schemas.openxmlformats.org/drawingml/2006/main" prst="roundRect">
            <a:avLst>
              <a:gd name="adj" fmla="val 50000"/>
            </a:avLst>
          </a:prstGeom>
          <a:solidFill xmlns:a="http://schemas.openxmlformats.org/drawingml/2006/main">
            <a:srgbClr val="8A7CFF"/>
          </a:solidFill>
          <a:ln xmlns:a="http://schemas.openxmlformats.org/drawingml/2006/main" w="0">
            <a:solidFill>
              <a:srgbClr val="8A7CFF"/>
            </a:solidFill>
            <a:prstDash val="solid"/>
          </a:ln>
        </p:spPr>
      </p:sp>
      <p:sp>
        <p:nvSpPr>
          <p:cNvPr id="16" name="">
            <a:extLst xmlns:a="http://schemas.openxmlformats.org/drawingml/2006/main">
              <a:ext uri="{FF2B5EF4-FFF2-40B4-BE49-F238E27FC236}">
                <a16:creationId xmlns:a16="http://schemas.microsoft.com/office/drawing/2014/main" id="{6BA88845-63EA-480D-82E4-238B66E69E26}"/>
              </a:ext>
            </a:extLst>
          </p:cNvPr>
          <p:cNvSpPr>
            <a:spLocks xmlns:a="http://schemas.openxmlformats.org/drawingml/2006/main" noGrp="1"/>
          </p:cNvSpPr>
          <p:nvPr/>
        </p:nvSpPr>
        <p:spPr>
          <a:xfrm xmlns:a="http://schemas.openxmlformats.org/drawingml/2006/main">
            <a:off x="3714750" y="18669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F4F8FF"/>
                </a:solidFill>
                <a:latin typeface="Ubuntu Sans"/>
                <a:ea typeface="Ubuntu Sans"/>
                <a:cs typeface="Ubuntu Sans"/>
              </a:defRPr>
            </a:defPPr>
            <a:lvl1pPr algn="l">
              <a:defRPr sz="1575" b="1">
                <a:solidFill>
                  <a:srgbClr val="F4F8FF"/>
                </a:solidFill>
                <a:latin typeface="Ubuntu Sans"/>
                <a:ea typeface="Ubuntu Sans"/>
                <a:cs typeface="Ubuntu Sans"/>
              </a:defRPr>
            </a:lvl1pPr>
            <a:lvl2pPr algn="l">
              <a:defRPr sz="1575" b="1">
                <a:solidFill>
                  <a:srgbClr val="F4F8FF"/>
                </a:solidFill>
                <a:latin typeface="Ubuntu Sans"/>
                <a:ea typeface="Ubuntu Sans"/>
                <a:cs typeface="Ubuntu Sans"/>
              </a:defRPr>
            </a:lvl2pPr>
            <a:lvl3pPr algn="l">
              <a:defRPr sz="1575" b="1">
                <a:solidFill>
                  <a:srgbClr val="F4F8FF"/>
                </a:solidFill>
                <a:latin typeface="Ubuntu Sans"/>
                <a:ea typeface="Ubuntu Sans"/>
                <a:cs typeface="Ubuntu Sans"/>
              </a:defRPr>
            </a:lvl3pPr>
            <a:lvl4pPr algn="l">
              <a:defRPr sz="1575" b="1">
                <a:solidFill>
                  <a:srgbClr val="F4F8FF"/>
                </a:solidFill>
                <a:latin typeface="Ubuntu Sans"/>
                <a:ea typeface="Ubuntu Sans"/>
                <a:cs typeface="Ubuntu Sans"/>
              </a:defRPr>
            </a:lvl4pPr>
            <a:lvl5pPr algn="l">
              <a:defRPr sz="1575" b="1">
                <a:solidFill>
                  <a:srgbClr val="F4F8FF"/>
                </a:solidFill>
                <a:latin typeface="Ubuntu Sans"/>
                <a:ea typeface="Ubuntu Sans"/>
                <a:cs typeface="Ubuntu Sans"/>
              </a:defRPr>
            </a:lvl5pPr>
            <a:lvl6pPr algn="l">
              <a:defRPr sz="1575" b="1">
                <a:solidFill>
                  <a:srgbClr val="F4F8FF"/>
                </a:solidFill>
                <a:latin typeface="Ubuntu Sans"/>
                <a:ea typeface="Ubuntu Sans"/>
                <a:cs typeface="Ubuntu Sans"/>
              </a:defRPr>
            </a:lvl6pPr>
            <a:lvl7pPr algn="l">
              <a:defRPr sz="1575" b="1">
                <a:solidFill>
                  <a:srgbClr val="F4F8FF"/>
                </a:solidFill>
                <a:latin typeface="Ubuntu Sans"/>
                <a:ea typeface="Ubuntu Sans"/>
                <a:cs typeface="Ubuntu Sans"/>
              </a:defRPr>
            </a:lvl7pPr>
            <a:lvl8pPr algn="l">
              <a:defRPr sz="1575" b="1">
                <a:solidFill>
                  <a:srgbClr val="F4F8FF"/>
                </a:solidFill>
                <a:latin typeface="Ubuntu Sans"/>
                <a:ea typeface="Ubuntu Sans"/>
                <a:cs typeface="Ubuntu Sans"/>
              </a:defRPr>
            </a:lvl8pPr>
            <a:lvl9pPr algn="l">
              <a:defRPr sz="1575" b="1">
                <a:solidFill>
                  <a:srgbClr val="F4F8FF"/>
                </a:solidFill>
                <a:latin typeface="Ubuntu Sans"/>
                <a:ea typeface="Ubuntu Sans"/>
                <a:cs typeface="Ubuntu Sans"/>
              </a:defRPr>
            </a:lvl9pPr>
          </a:lstStyle>
          <a:p xmlns:a="http://schemas.openxmlformats.org/drawingml/2006/main">
            <a:pPr algn="l">
              <a:defRPr sz="1575" b="1">
                <a:solidFill>
                  <a:srgbClr val="F4F8FF"/>
                </a:solidFill>
                <a:latin typeface="Ubuntu Sans"/>
                <a:ea typeface="Ubuntu Sans"/>
                <a:cs typeface="Ubuntu Sans"/>
              </a:defRPr>
            </a:pPr>
            <a:r>
              <a:rPr sz="1575" b="1">
                <a:solidFill>
                  <a:srgbClr val="F4F8FF"/>
                </a:solidFill>
                <a:latin typeface="Ubuntu Sans"/>
                <a:ea typeface="Ubuntu Sans"/>
                <a:cs typeface="Ubuntu Sans"/>
              </a:rPr>
              <a:t>Company</a:t>
            </a:r>
          </a:p>
        </p:txBody>
      </p:sp>
      <p:sp>
        <p:nvSpPr>
          <p:cNvPr id="17" name="">
            <a:extLst xmlns:a="http://schemas.openxmlformats.org/drawingml/2006/main">
              <a:ext uri="{FF2B5EF4-FFF2-40B4-BE49-F238E27FC236}">
                <a16:creationId xmlns:a16="http://schemas.microsoft.com/office/drawing/2014/main" id="{4FAFA29B-C3A6-4FB3-95C5-589A3B282DFF}"/>
              </a:ext>
            </a:extLst>
          </p:cNvPr>
          <p:cNvSpPr>
            <a:spLocks xmlns:a="http://schemas.openxmlformats.org/drawingml/2006/main" noGrp="1"/>
          </p:cNvSpPr>
          <p:nvPr/>
        </p:nvSpPr>
        <p:spPr>
          <a:xfrm xmlns:a="http://schemas.openxmlformats.org/drawingml/2006/main">
            <a:off x="3714750" y="2162175"/>
            <a:ext cx="1809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A9BCD0"/>
                </a:solidFill>
                <a:latin typeface="Ubuntu Sans"/>
                <a:ea typeface="Ubuntu Sans"/>
                <a:cs typeface="Ubuntu Sans"/>
              </a:defRPr>
            </a:defPPr>
            <a:lvl1pPr algn="l">
              <a:defRPr sz="1125" b="0">
                <a:solidFill>
                  <a:srgbClr val="A9BCD0"/>
                </a:solidFill>
                <a:latin typeface="Ubuntu Sans"/>
                <a:ea typeface="Ubuntu Sans"/>
                <a:cs typeface="Ubuntu Sans"/>
              </a:defRPr>
            </a:lvl1pPr>
            <a:lvl2pPr algn="l">
              <a:defRPr sz="1125" b="0">
                <a:solidFill>
                  <a:srgbClr val="A9BCD0"/>
                </a:solidFill>
                <a:latin typeface="Ubuntu Sans"/>
                <a:ea typeface="Ubuntu Sans"/>
                <a:cs typeface="Ubuntu Sans"/>
              </a:defRPr>
            </a:lvl2pPr>
            <a:lvl3pPr algn="l">
              <a:defRPr sz="1125" b="0">
                <a:solidFill>
                  <a:srgbClr val="A9BCD0"/>
                </a:solidFill>
                <a:latin typeface="Ubuntu Sans"/>
                <a:ea typeface="Ubuntu Sans"/>
                <a:cs typeface="Ubuntu Sans"/>
              </a:defRPr>
            </a:lvl3pPr>
            <a:lvl4pPr algn="l">
              <a:defRPr sz="1125" b="0">
                <a:solidFill>
                  <a:srgbClr val="A9BCD0"/>
                </a:solidFill>
                <a:latin typeface="Ubuntu Sans"/>
                <a:ea typeface="Ubuntu Sans"/>
                <a:cs typeface="Ubuntu Sans"/>
              </a:defRPr>
            </a:lvl4pPr>
            <a:lvl5pPr algn="l">
              <a:defRPr sz="1125" b="0">
                <a:solidFill>
                  <a:srgbClr val="A9BCD0"/>
                </a:solidFill>
                <a:latin typeface="Ubuntu Sans"/>
                <a:ea typeface="Ubuntu Sans"/>
                <a:cs typeface="Ubuntu Sans"/>
              </a:defRPr>
            </a:lvl5pPr>
            <a:lvl6pPr algn="l">
              <a:defRPr sz="1125" b="0">
                <a:solidFill>
                  <a:srgbClr val="A9BCD0"/>
                </a:solidFill>
                <a:latin typeface="Ubuntu Sans"/>
                <a:ea typeface="Ubuntu Sans"/>
                <a:cs typeface="Ubuntu Sans"/>
              </a:defRPr>
            </a:lvl6pPr>
            <a:lvl7pPr algn="l">
              <a:defRPr sz="1125" b="0">
                <a:solidFill>
                  <a:srgbClr val="A9BCD0"/>
                </a:solidFill>
                <a:latin typeface="Ubuntu Sans"/>
                <a:ea typeface="Ubuntu Sans"/>
                <a:cs typeface="Ubuntu Sans"/>
              </a:defRPr>
            </a:lvl7pPr>
            <a:lvl8pPr algn="l">
              <a:defRPr sz="1125" b="0">
                <a:solidFill>
                  <a:srgbClr val="A9BCD0"/>
                </a:solidFill>
                <a:latin typeface="Ubuntu Sans"/>
                <a:ea typeface="Ubuntu Sans"/>
                <a:cs typeface="Ubuntu Sans"/>
              </a:defRPr>
            </a:lvl8pPr>
            <a:lvl9pPr algn="l">
              <a:defRPr sz="1125" b="0">
                <a:solidFill>
                  <a:srgbClr val="A9BCD0"/>
                </a:solidFill>
                <a:latin typeface="Ubuntu Sans"/>
                <a:ea typeface="Ubuntu Sans"/>
                <a:cs typeface="Ubuntu Sans"/>
              </a:defRPr>
            </a:lvl9pPr>
          </a:lstStyle>
          <a:p xmlns:a="http://schemas.openxmlformats.org/drawingml/2006/main">
            <a:pPr algn="l">
              <a:defRPr sz="1125" b="0">
                <a:solidFill>
                  <a:srgbClr val="A9BCD0"/>
                </a:solidFill>
                <a:latin typeface="Ubuntu Sans"/>
                <a:ea typeface="Ubuntu Sans"/>
                <a:cs typeface="Ubuntu Sans"/>
              </a:defRPr>
            </a:pPr>
            <a:r>
              <a:rPr sz="1125" b="0">
                <a:solidFill>
                  <a:srgbClr val="A9BCD0"/>
                </a:solidFill>
                <a:latin typeface="Ubuntu Sans"/>
                <a:ea typeface="Ubuntu Sans"/>
                <a:cs typeface="Ubuntu Sans"/>
              </a:rPr>
              <a:t>Organization and memberships</a:t>
            </a:r>
          </a:p>
        </p:txBody>
      </p:sp>
      <p:sp>
        <p:nvSpPr>
          <p:cNvPr id="18" name="">
            <a:extLst xmlns:a="http://schemas.openxmlformats.org/drawingml/2006/main">
              <a:ext uri="{FF2B5EF4-FFF2-40B4-BE49-F238E27FC236}">
                <a16:creationId xmlns:a16="http://schemas.microsoft.com/office/drawing/2014/main" id="{C499C286-78D7-4720-ADC4-4EBFF1A12919}"/>
              </a:ext>
            </a:extLst>
          </p:cNvPr>
          <p:cNvSpPr>
            <a:spLocks xmlns:a="http://schemas.openxmlformats.org/drawingml/2006/main" noGrp="1"/>
          </p:cNvSpPr>
          <p:nvPr/>
        </p:nvSpPr>
        <p:spPr>
          <a:xfrm xmlns:a="http://schemas.openxmlformats.org/drawingml/2006/main">
            <a:off x="3505200" y="3409950"/>
            <a:ext cx="2133600" cy="1009650"/>
          </a:xfrm>
          <a:prstGeom xmlns:a="http://schemas.openxmlformats.org/drawingml/2006/main" prst="roundRect">
            <a:avLst>
              <a:gd name="adj" fmla="val 11321"/>
            </a:avLst>
          </a:prstGeom>
          <a:solidFill xmlns:a="http://schemas.openxmlformats.org/drawingml/2006/main">
            <a:srgbClr val="10223A"/>
          </a:solidFill>
          <a:ln xmlns:a="http://schemas.openxmlformats.org/drawingml/2006/main" w="11430">
            <a:solidFill>
              <a:srgbClr val="2B4563"/>
            </a:solidFill>
            <a:prstDash val="solid"/>
          </a:ln>
        </p:spPr>
      </p:sp>
      <p:sp>
        <p:nvSpPr>
          <p:cNvPr id="19" name="">
            <a:extLst xmlns:a="http://schemas.openxmlformats.org/drawingml/2006/main">
              <a:ext uri="{FF2B5EF4-FFF2-40B4-BE49-F238E27FC236}">
                <a16:creationId xmlns:a16="http://schemas.microsoft.com/office/drawing/2014/main" id="{0019E095-A284-421B-BD08-7016B9D7F67C}"/>
              </a:ext>
            </a:extLst>
          </p:cNvPr>
          <p:cNvSpPr>
            <a:spLocks xmlns:a="http://schemas.openxmlformats.org/drawingml/2006/main" noGrp="1"/>
          </p:cNvSpPr>
          <p:nvPr/>
        </p:nvSpPr>
        <p:spPr>
          <a:xfrm xmlns:a="http://schemas.openxmlformats.org/drawingml/2006/main">
            <a:off x="3505200" y="3409950"/>
            <a:ext cx="66675" cy="1009650"/>
          </a:xfrm>
          <a:prstGeom xmlns:a="http://schemas.openxmlformats.org/drawingml/2006/main" prst="roundRect">
            <a:avLst>
              <a:gd name="adj" fmla="val 50000"/>
            </a:avLst>
          </a:prstGeom>
          <a:solidFill xmlns:a="http://schemas.openxmlformats.org/drawingml/2006/main">
            <a:srgbClr val="8A7CFF"/>
          </a:solidFill>
          <a:ln xmlns:a="http://schemas.openxmlformats.org/drawingml/2006/main" w="0">
            <a:solidFill>
              <a:srgbClr val="8A7CFF"/>
            </a:solidFill>
            <a:prstDash val="solid"/>
          </a:ln>
        </p:spPr>
      </p:sp>
      <p:sp>
        <p:nvSpPr>
          <p:cNvPr id="20" name="">
            <a:extLst xmlns:a="http://schemas.openxmlformats.org/drawingml/2006/main">
              <a:ext uri="{FF2B5EF4-FFF2-40B4-BE49-F238E27FC236}">
                <a16:creationId xmlns:a16="http://schemas.microsoft.com/office/drawing/2014/main" id="{06CF3CD0-B26A-49D0-865A-C64A60973BA7}"/>
              </a:ext>
            </a:extLst>
          </p:cNvPr>
          <p:cNvSpPr>
            <a:spLocks xmlns:a="http://schemas.openxmlformats.org/drawingml/2006/main" noGrp="1"/>
          </p:cNvSpPr>
          <p:nvPr/>
        </p:nvSpPr>
        <p:spPr>
          <a:xfrm xmlns:a="http://schemas.openxmlformats.org/drawingml/2006/main">
            <a:off x="3714750" y="352425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F4F8FF"/>
                </a:solidFill>
                <a:latin typeface="Ubuntu Sans"/>
                <a:ea typeface="Ubuntu Sans"/>
                <a:cs typeface="Ubuntu Sans"/>
              </a:defRPr>
            </a:defPPr>
            <a:lvl1pPr algn="l">
              <a:defRPr sz="1575" b="1">
                <a:solidFill>
                  <a:srgbClr val="F4F8FF"/>
                </a:solidFill>
                <a:latin typeface="Ubuntu Sans"/>
                <a:ea typeface="Ubuntu Sans"/>
                <a:cs typeface="Ubuntu Sans"/>
              </a:defRPr>
            </a:lvl1pPr>
            <a:lvl2pPr algn="l">
              <a:defRPr sz="1575" b="1">
                <a:solidFill>
                  <a:srgbClr val="F4F8FF"/>
                </a:solidFill>
                <a:latin typeface="Ubuntu Sans"/>
                <a:ea typeface="Ubuntu Sans"/>
                <a:cs typeface="Ubuntu Sans"/>
              </a:defRPr>
            </a:lvl2pPr>
            <a:lvl3pPr algn="l">
              <a:defRPr sz="1575" b="1">
                <a:solidFill>
                  <a:srgbClr val="F4F8FF"/>
                </a:solidFill>
                <a:latin typeface="Ubuntu Sans"/>
                <a:ea typeface="Ubuntu Sans"/>
                <a:cs typeface="Ubuntu Sans"/>
              </a:defRPr>
            </a:lvl3pPr>
            <a:lvl4pPr algn="l">
              <a:defRPr sz="1575" b="1">
                <a:solidFill>
                  <a:srgbClr val="F4F8FF"/>
                </a:solidFill>
                <a:latin typeface="Ubuntu Sans"/>
                <a:ea typeface="Ubuntu Sans"/>
                <a:cs typeface="Ubuntu Sans"/>
              </a:defRPr>
            </a:lvl4pPr>
            <a:lvl5pPr algn="l">
              <a:defRPr sz="1575" b="1">
                <a:solidFill>
                  <a:srgbClr val="F4F8FF"/>
                </a:solidFill>
                <a:latin typeface="Ubuntu Sans"/>
                <a:ea typeface="Ubuntu Sans"/>
                <a:cs typeface="Ubuntu Sans"/>
              </a:defRPr>
            </a:lvl5pPr>
            <a:lvl6pPr algn="l">
              <a:defRPr sz="1575" b="1">
                <a:solidFill>
                  <a:srgbClr val="F4F8FF"/>
                </a:solidFill>
                <a:latin typeface="Ubuntu Sans"/>
                <a:ea typeface="Ubuntu Sans"/>
                <a:cs typeface="Ubuntu Sans"/>
              </a:defRPr>
            </a:lvl6pPr>
            <a:lvl7pPr algn="l">
              <a:defRPr sz="1575" b="1">
                <a:solidFill>
                  <a:srgbClr val="F4F8FF"/>
                </a:solidFill>
                <a:latin typeface="Ubuntu Sans"/>
                <a:ea typeface="Ubuntu Sans"/>
                <a:cs typeface="Ubuntu Sans"/>
              </a:defRPr>
            </a:lvl7pPr>
            <a:lvl8pPr algn="l">
              <a:defRPr sz="1575" b="1">
                <a:solidFill>
                  <a:srgbClr val="F4F8FF"/>
                </a:solidFill>
                <a:latin typeface="Ubuntu Sans"/>
                <a:ea typeface="Ubuntu Sans"/>
                <a:cs typeface="Ubuntu Sans"/>
              </a:defRPr>
            </a:lvl8pPr>
            <a:lvl9pPr algn="l">
              <a:defRPr sz="1575" b="1">
                <a:solidFill>
                  <a:srgbClr val="F4F8FF"/>
                </a:solidFill>
                <a:latin typeface="Ubuntu Sans"/>
                <a:ea typeface="Ubuntu Sans"/>
                <a:cs typeface="Ubuntu Sans"/>
              </a:defRPr>
            </a:lvl9pPr>
          </a:lstStyle>
          <a:p xmlns:a="http://schemas.openxmlformats.org/drawingml/2006/main">
            <a:pPr algn="l">
              <a:defRPr sz="1575" b="1">
                <a:solidFill>
                  <a:srgbClr val="F4F8FF"/>
                </a:solidFill>
                <a:latin typeface="Ubuntu Sans"/>
                <a:ea typeface="Ubuntu Sans"/>
                <a:cs typeface="Ubuntu Sans"/>
              </a:defRPr>
            </a:pPr>
            <a:r>
              <a:rPr sz="1575" b="1">
                <a:solidFill>
                  <a:srgbClr val="F4F8FF"/>
                </a:solidFill>
                <a:latin typeface="Ubuntu Sans"/>
                <a:ea typeface="Ubuntu Sans"/>
                <a:cs typeface="Ubuntu Sans"/>
              </a:rPr>
              <a:t>Offer</a:t>
            </a:r>
          </a:p>
        </p:txBody>
      </p:sp>
      <p:sp>
        <p:nvSpPr>
          <p:cNvPr id="21" name="">
            <a:extLst xmlns:a="http://schemas.openxmlformats.org/drawingml/2006/main">
              <a:ext uri="{FF2B5EF4-FFF2-40B4-BE49-F238E27FC236}">
                <a16:creationId xmlns:a16="http://schemas.microsoft.com/office/drawing/2014/main" id="{E21F2995-A462-4BF1-84CD-A28AD29C8929}"/>
              </a:ext>
            </a:extLst>
          </p:cNvPr>
          <p:cNvSpPr>
            <a:spLocks xmlns:a="http://schemas.openxmlformats.org/drawingml/2006/main" noGrp="1"/>
          </p:cNvSpPr>
          <p:nvPr/>
        </p:nvSpPr>
        <p:spPr>
          <a:xfrm xmlns:a="http://schemas.openxmlformats.org/drawingml/2006/main">
            <a:off x="3714750" y="3819525"/>
            <a:ext cx="1809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A9BCD0"/>
                </a:solidFill>
                <a:latin typeface="Ubuntu Sans"/>
                <a:ea typeface="Ubuntu Sans"/>
                <a:cs typeface="Ubuntu Sans"/>
              </a:defRPr>
            </a:defPPr>
            <a:lvl1pPr algn="l">
              <a:defRPr sz="1125" b="0">
                <a:solidFill>
                  <a:srgbClr val="A9BCD0"/>
                </a:solidFill>
                <a:latin typeface="Ubuntu Sans"/>
                <a:ea typeface="Ubuntu Sans"/>
                <a:cs typeface="Ubuntu Sans"/>
              </a:defRPr>
            </a:lvl1pPr>
            <a:lvl2pPr algn="l">
              <a:defRPr sz="1125" b="0">
                <a:solidFill>
                  <a:srgbClr val="A9BCD0"/>
                </a:solidFill>
                <a:latin typeface="Ubuntu Sans"/>
                <a:ea typeface="Ubuntu Sans"/>
                <a:cs typeface="Ubuntu Sans"/>
              </a:defRPr>
            </a:lvl2pPr>
            <a:lvl3pPr algn="l">
              <a:defRPr sz="1125" b="0">
                <a:solidFill>
                  <a:srgbClr val="A9BCD0"/>
                </a:solidFill>
                <a:latin typeface="Ubuntu Sans"/>
                <a:ea typeface="Ubuntu Sans"/>
                <a:cs typeface="Ubuntu Sans"/>
              </a:defRPr>
            </a:lvl3pPr>
            <a:lvl4pPr algn="l">
              <a:defRPr sz="1125" b="0">
                <a:solidFill>
                  <a:srgbClr val="A9BCD0"/>
                </a:solidFill>
                <a:latin typeface="Ubuntu Sans"/>
                <a:ea typeface="Ubuntu Sans"/>
                <a:cs typeface="Ubuntu Sans"/>
              </a:defRPr>
            </a:lvl4pPr>
            <a:lvl5pPr algn="l">
              <a:defRPr sz="1125" b="0">
                <a:solidFill>
                  <a:srgbClr val="A9BCD0"/>
                </a:solidFill>
                <a:latin typeface="Ubuntu Sans"/>
                <a:ea typeface="Ubuntu Sans"/>
                <a:cs typeface="Ubuntu Sans"/>
              </a:defRPr>
            </a:lvl5pPr>
            <a:lvl6pPr algn="l">
              <a:defRPr sz="1125" b="0">
                <a:solidFill>
                  <a:srgbClr val="A9BCD0"/>
                </a:solidFill>
                <a:latin typeface="Ubuntu Sans"/>
                <a:ea typeface="Ubuntu Sans"/>
                <a:cs typeface="Ubuntu Sans"/>
              </a:defRPr>
            </a:lvl6pPr>
            <a:lvl7pPr algn="l">
              <a:defRPr sz="1125" b="0">
                <a:solidFill>
                  <a:srgbClr val="A9BCD0"/>
                </a:solidFill>
                <a:latin typeface="Ubuntu Sans"/>
                <a:ea typeface="Ubuntu Sans"/>
                <a:cs typeface="Ubuntu Sans"/>
              </a:defRPr>
            </a:lvl7pPr>
            <a:lvl8pPr algn="l">
              <a:defRPr sz="1125" b="0">
                <a:solidFill>
                  <a:srgbClr val="A9BCD0"/>
                </a:solidFill>
                <a:latin typeface="Ubuntu Sans"/>
                <a:ea typeface="Ubuntu Sans"/>
                <a:cs typeface="Ubuntu Sans"/>
              </a:defRPr>
            </a:lvl8pPr>
            <a:lvl9pPr algn="l">
              <a:defRPr sz="1125" b="0">
                <a:solidFill>
                  <a:srgbClr val="A9BCD0"/>
                </a:solidFill>
                <a:latin typeface="Ubuntu Sans"/>
                <a:ea typeface="Ubuntu Sans"/>
                <a:cs typeface="Ubuntu Sans"/>
              </a:defRPr>
            </a:lvl9pPr>
          </a:lstStyle>
          <a:p xmlns:a="http://schemas.openxmlformats.org/drawingml/2006/main">
            <a:pPr algn="l">
              <a:defRPr sz="1125" b="0">
                <a:solidFill>
                  <a:srgbClr val="A9BCD0"/>
                </a:solidFill>
                <a:latin typeface="Ubuntu Sans"/>
                <a:ea typeface="Ubuntu Sans"/>
                <a:cs typeface="Ubuntu Sans"/>
              </a:defRPr>
            </a:pPr>
            <a:r>
              <a:rPr sz="1125" b="0">
                <a:solidFill>
                  <a:srgbClr val="A9BCD0"/>
                </a:solidFill>
                <a:latin typeface="Ubuntu Sans"/>
                <a:ea typeface="Ubuntu Sans"/>
                <a:cs typeface="Ubuntu Sans"/>
              </a:rPr>
              <a:t>Requirements and recruiter</a:t>
            </a:r>
          </a:p>
        </p:txBody>
      </p:sp>
      <p:sp>
        <p:nvSpPr>
          <p:cNvPr id="22" name="">
            <a:extLst xmlns:a="http://schemas.openxmlformats.org/drawingml/2006/main">
              <a:ext uri="{FF2B5EF4-FFF2-40B4-BE49-F238E27FC236}">
                <a16:creationId xmlns:a16="http://schemas.microsoft.com/office/drawing/2014/main" id="{924572B6-C565-49B9-882D-8ADAFD5A311D}"/>
              </a:ext>
            </a:extLst>
          </p:cNvPr>
          <p:cNvSpPr>
            <a:spLocks xmlns:a="http://schemas.openxmlformats.org/drawingml/2006/main" noGrp="1"/>
          </p:cNvSpPr>
          <p:nvPr/>
        </p:nvSpPr>
        <p:spPr>
          <a:xfrm xmlns:a="http://schemas.openxmlformats.org/drawingml/2006/main">
            <a:off x="6477000" y="2571750"/>
            <a:ext cx="2343150" cy="1276350"/>
          </a:xfrm>
          <a:prstGeom xmlns:a="http://schemas.openxmlformats.org/drawingml/2006/main" prst="roundRect">
            <a:avLst>
              <a:gd name="adj" fmla="val 8955"/>
            </a:avLst>
          </a:prstGeom>
          <a:solidFill xmlns:a="http://schemas.openxmlformats.org/drawingml/2006/main">
            <a:srgbClr val="10223A"/>
          </a:solidFill>
          <a:ln xmlns:a="http://schemas.openxmlformats.org/drawingml/2006/main" w="11430">
            <a:solidFill>
              <a:srgbClr val="2B4563"/>
            </a:solidFill>
            <a:prstDash val="solid"/>
          </a:ln>
        </p:spPr>
      </p:sp>
      <p:sp>
        <p:nvSpPr>
          <p:cNvPr id="23" name="">
            <a:extLst xmlns:a="http://schemas.openxmlformats.org/drawingml/2006/main">
              <a:ext uri="{FF2B5EF4-FFF2-40B4-BE49-F238E27FC236}">
                <a16:creationId xmlns:a16="http://schemas.microsoft.com/office/drawing/2014/main" id="{FD6DB3E9-6951-433E-BF57-B6DCEFF1086D}"/>
              </a:ext>
            </a:extLst>
          </p:cNvPr>
          <p:cNvSpPr>
            <a:spLocks xmlns:a="http://schemas.openxmlformats.org/drawingml/2006/main" noGrp="1"/>
          </p:cNvSpPr>
          <p:nvPr/>
        </p:nvSpPr>
        <p:spPr>
          <a:xfrm xmlns:a="http://schemas.openxmlformats.org/drawingml/2006/main">
            <a:off x="6477000" y="2571750"/>
            <a:ext cx="66675" cy="1276350"/>
          </a:xfrm>
          <a:prstGeom xmlns:a="http://schemas.openxmlformats.org/drawingml/2006/main" prst="roundRect">
            <a:avLst>
              <a:gd name="adj" fmla="val 50000"/>
            </a:avLst>
          </a:prstGeom>
          <a:solidFill xmlns:a="http://schemas.openxmlformats.org/drawingml/2006/main">
            <a:srgbClr val="FFCA6A"/>
          </a:solidFill>
          <a:ln xmlns:a="http://schemas.openxmlformats.org/drawingml/2006/main" w="0">
            <a:solidFill>
              <a:srgbClr val="FFCA6A"/>
            </a:solidFill>
            <a:prstDash val="solid"/>
          </a:ln>
        </p:spPr>
      </p:sp>
      <p:sp>
        <p:nvSpPr>
          <p:cNvPr id="24" name="">
            <a:extLst xmlns:a="http://schemas.openxmlformats.org/drawingml/2006/main">
              <a:ext uri="{FF2B5EF4-FFF2-40B4-BE49-F238E27FC236}">
                <a16:creationId xmlns:a16="http://schemas.microsoft.com/office/drawing/2014/main" id="{11864C20-5671-48C9-9CFA-978CC4A9A21D}"/>
              </a:ext>
            </a:extLst>
          </p:cNvPr>
          <p:cNvSpPr>
            <a:spLocks xmlns:a="http://schemas.openxmlformats.org/drawingml/2006/main" noGrp="1"/>
          </p:cNvSpPr>
          <p:nvPr/>
        </p:nvSpPr>
        <p:spPr>
          <a:xfrm xmlns:a="http://schemas.openxmlformats.org/drawingml/2006/main">
            <a:off x="6686550" y="2686050"/>
            <a:ext cx="2019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F4F8FF"/>
                </a:solidFill>
                <a:latin typeface="Ubuntu Sans"/>
                <a:ea typeface="Ubuntu Sans"/>
                <a:cs typeface="Ubuntu Sans"/>
              </a:defRPr>
            </a:defPPr>
            <a:lvl1pPr algn="l">
              <a:defRPr sz="1575" b="1">
                <a:solidFill>
                  <a:srgbClr val="F4F8FF"/>
                </a:solidFill>
                <a:latin typeface="Ubuntu Sans"/>
                <a:ea typeface="Ubuntu Sans"/>
                <a:cs typeface="Ubuntu Sans"/>
              </a:defRPr>
            </a:lvl1pPr>
            <a:lvl2pPr algn="l">
              <a:defRPr sz="1575" b="1">
                <a:solidFill>
                  <a:srgbClr val="F4F8FF"/>
                </a:solidFill>
                <a:latin typeface="Ubuntu Sans"/>
                <a:ea typeface="Ubuntu Sans"/>
                <a:cs typeface="Ubuntu Sans"/>
              </a:defRPr>
            </a:lvl2pPr>
            <a:lvl3pPr algn="l">
              <a:defRPr sz="1575" b="1">
                <a:solidFill>
                  <a:srgbClr val="F4F8FF"/>
                </a:solidFill>
                <a:latin typeface="Ubuntu Sans"/>
                <a:ea typeface="Ubuntu Sans"/>
                <a:cs typeface="Ubuntu Sans"/>
              </a:defRPr>
            </a:lvl3pPr>
            <a:lvl4pPr algn="l">
              <a:defRPr sz="1575" b="1">
                <a:solidFill>
                  <a:srgbClr val="F4F8FF"/>
                </a:solidFill>
                <a:latin typeface="Ubuntu Sans"/>
                <a:ea typeface="Ubuntu Sans"/>
                <a:cs typeface="Ubuntu Sans"/>
              </a:defRPr>
            </a:lvl4pPr>
            <a:lvl5pPr algn="l">
              <a:defRPr sz="1575" b="1">
                <a:solidFill>
                  <a:srgbClr val="F4F8FF"/>
                </a:solidFill>
                <a:latin typeface="Ubuntu Sans"/>
                <a:ea typeface="Ubuntu Sans"/>
                <a:cs typeface="Ubuntu Sans"/>
              </a:defRPr>
            </a:lvl5pPr>
            <a:lvl6pPr algn="l">
              <a:defRPr sz="1575" b="1">
                <a:solidFill>
                  <a:srgbClr val="F4F8FF"/>
                </a:solidFill>
                <a:latin typeface="Ubuntu Sans"/>
                <a:ea typeface="Ubuntu Sans"/>
                <a:cs typeface="Ubuntu Sans"/>
              </a:defRPr>
            </a:lvl6pPr>
            <a:lvl7pPr algn="l">
              <a:defRPr sz="1575" b="1">
                <a:solidFill>
                  <a:srgbClr val="F4F8FF"/>
                </a:solidFill>
                <a:latin typeface="Ubuntu Sans"/>
                <a:ea typeface="Ubuntu Sans"/>
                <a:cs typeface="Ubuntu Sans"/>
              </a:defRPr>
            </a:lvl7pPr>
            <a:lvl8pPr algn="l">
              <a:defRPr sz="1575" b="1">
                <a:solidFill>
                  <a:srgbClr val="F4F8FF"/>
                </a:solidFill>
                <a:latin typeface="Ubuntu Sans"/>
                <a:ea typeface="Ubuntu Sans"/>
                <a:cs typeface="Ubuntu Sans"/>
              </a:defRPr>
            </a:lvl8pPr>
            <a:lvl9pPr algn="l">
              <a:defRPr sz="1575" b="1">
                <a:solidFill>
                  <a:srgbClr val="F4F8FF"/>
                </a:solidFill>
                <a:latin typeface="Ubuntu Sans"/>
                <a:ea typeface="Ubuntu Sans"/>
                <a:cs typeface="Ubuntu Sans"/>
              </a:defRPr>
            </a:lvl9pPr>
          </a:lstStyle>
          <a:p xmlns:a="http://schemas.openxmlformats.org/drawingml/2006/main">
            <a:pPr algn="l">
              <a:defRPr sz="1575" b="1">
                <a:solidFill>
                  <a:srgbClr val="F4F8FF"/>
                </a:solidFill>
                <a:latin typeface="Ubuntu Sans"/>
                <a:ea typeface="Ubuntu Sans"/>
                <a:cs typeface="Ubuntu Sans"/>
              </a:defRPr>
            </a:pPr>
            <a:r>
              <a:rPr sz="1575" b="1">
                <a:solidFill>
                  <a:srgbClr val="F4F8FF"/>
                </a:solidFill>
                <a:latin typeface="Ubuntu Sans"/>
                <a:ea typeface="Ubuntu Sans"/>
                <a:cs typeface="Ubuntu Sans"/>
              </a:rPr>
              <a:t>Application</a:t>
            </a:r>
          </a:p>
        </p:txBody>
      </p:sp>
      <p:sp>
        <p:nvSpPr>
          <p:cNvPr id="25" name="">
            <a:extLst xmlns:a="http://schemas.openxmlformats.org/drawingml/2006/main">
              <a:ext uri="{FF2B5EF4-FFF2-40B4-BE49-F238E27FC236}">
                <a16:creationId xmlns:a16="http://schemas.microsoft.com/office/drawing/2014/main" id="{1CDC7CCF-CE5D-41B3-98C9-3C4CCE573865}"/>
              </a:ext>
            </a:extLst>
          </p:cNvPr>
          <p:cNvSpPr>
            <a:spLocks xmlns:a="http://schemas.openxmlformats.org/drawingml/2006/main" noGrp="1"/>
          </p:cNvSpPr>
          <p:nvPr/>
        </p:nvSpPr>
        <p:spPr>
          <a:xfrm xmlns:a="http://schemas.openxmlformats.org/drawingml/2006/main">
            <a:off x="6686550" y="2981325"/>
            <a:ext cx="20193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A9BCD0"/>
                </a:solidFill>
                <a:latin typeface="Ubuntu Sans"/>
                <a:ea typeface="Ubuntu Sans"/>
                <a:cs typeface="Ubuntu Sans"/>
              </a:defRPr>
            </a:defPPr>
            <a:lvl1pPr algn="l">
              <a:defRPr sz="1125" b="0">
                <a:solidFill>
                  <a:srgbClr val="A9BCD0"/>
                </a:solidFill>
                <a:latin typeface="Ubuntu Sans"/>
                <a:ea typeface="Ubuntu Sans"/>
                <a:cs typeface="Ubuntu Sans"/>
              </a:defRPr>
            </a:lvl1pPr>
            <a:lvl2pPr algn="l">
              <a:defRPr sz="1125" b="0">
                <a:solidFill>
                  <a:srgbClr val="A9BCD0"/>
                </a:solidFill>
                <a:latin typeface="Ubuntu Sans"/>
                <a:ea typeface="Ubuntu Sans"/>
                <a:cs typeface="Ubuntu Sans"/>
              </a:defRPr>
            </a:lvl2pPr>
            <a:lvl3pPr algn="l">
              <a:defRPr sz="1125" b="0">
                <a:solidFill>
                  <a:srgbClr val="A9BCD0"/>
                </a:solidFill>
                <a:latin typeface="Ubuntu Sans"/>
                <a:ea typeface="Ubuntu Sans"/>
                <a:cs typeface="Ubuntu Sans"/>
              </a:defRPr>
            </a:lvl3pPr>
            <a:lvl4pPr algn="l">
              <a:defRPr sz="1125" b="0">
                <a:solidFill>
                  <a:srgbClr val="A9BCD0"/>
                </a:solidFill>
                <a:latin typeface="Ubuntu Sans"/>
                <a:ea typeface="Ubuntu Sans"/>
                <a:cs typeface="Ubuntu Sans"/>
              </a:defRPr>
            </a:lvl4pPr>
            <a:lvl5pPr algn="l">
              <a:defRPr sz="1125" b="0">
                <a:solidFill>
                  <a:srgbClr val="A9BCD0"/>
                </a:solidFill>
                <a:latin typeface="Ubuntu Sans"/>
                <a:ea typeface="Ubuntu Sans"/>
                <a:cs typeface="Ubuntu Sans"/>
              </a:defRPr>
            </a:lvl5pPr>
            <a:lvl6pPr algn="l">
              <a:defRPr sz="1125" b="0">
                <a:solidFill>
                  <a:srgbClr val="A9BCD0"/>
                </a:solidFill>
                <a:latin typeface="Ubuntu Sans"/>
                <a:ea typeface="Ubuntu Sans"/>
                <a:cs typeface="Ubuntu Sans"/>
              </a:defRPr>
            </a:lvl6pPr>
            <a:lvl7pPr algn="l">
              <a:defRPr sz="1125" b="0">
                <a:solidFill>
                  <a:srgbClr val="A9BCD0"/>
                </a:solidFill>
                <a:latin typeface="Ubuntu Sans"/>
                <a:ea typeface="Ubuntu Sans"/>
                <a:cs typeface="Ubuntu Sans"/>
              </a:defRPr>
            </a:lvl7pPr>
            <a:lvl8pPr algn="l">
              <a:defRPr sz="1125" b="0">
                <a:solidFill>
                  <a:srgbClr val="A9BCD0"/>
                </a:solidFill>
                <a:latin typeface="Ubuntu Sans"/>
                <a:ea typeface="Ubuntu Sans"/>
                <a:cs typeface="Ubuntu Sans"/>
              </a:defRPr>
            </a:lvl8pPr>
            <a:lvl9pPr algn="l">
              <a:defRPr sz="1125" b="0">
                <a:solidFill>
                  <a:srgbClr val="A9BCD0"/>
                </a:solidFill>
                <a:latin typeface="Ubuntu Sans"/>
                <a:ea typeface="Ubuntu Sans"/>
                <a:cs typeface="Ubuntu Sans"/>
              </a:defRPr>
            </a:lvl9pPr>
          </a:lstStyle>
          <a:p xmlns:a="http://schemas.openxmlformats.org/drawingml/2006/main">
            <a:pPr algn="l">
              <a:defRPr sz="1125" b="0">
                <a:solidFill>
                  <a:srgbClr val="A9BCD0"/>
                </a:solidFill>
                <a:latin typeface="Ubuntu Sans"/>
                <a:ea typeface="Ubuntu Sans"/>
                <a:cs typeface="Ubuntu Sans"/>
              </a:defRPr>
            </a:pPr>
            <a:r>
              <a:rPr sz="1125" b="0">
                <a:solidFill>
                  <a:srgbClr val="A9BCD0"/>
                </a:solidFill>
                <a:latin typeface="Ubuntu Sans"/>
                <a:ea typeface="Ubuntu Sans"/>
                <a:cs typeface="Ubuntu Sans"/>
              </a:rPr>
              <a:t>Candidate, offer, CV snapshot, stage</a:t>
            </a:r>
          </a:p>
        </p:txBody>
      </p:sp>
      <p:sp>
        <p:nvSpPr>
          <p:cNvPr id="26" name="">
            <a:extLst xmlns:a="http://schemas.openxmlformats.org/drawingml/2006/main">
              <a:ext uri="{FF2B5EF4-FFF2-40B4-BE49-F238E27FC236}">
                <a16:creationId xmlns:a16="http://schemas.microsoft.com/office/drawing/2014/main" id="{0C971CB3-5812-40D6-B843-B9042F1CA620}"/>
              </a:ext>
            </a:extLst>
          </p:cNvPr>
          <p:cNvSpPr>
            <a:spLocks xmlns:a="http://schemas.openxmlformats.org/drawingml/2006/main" noGrp="1"/>
          </p:cNvSpPr>
          <p:nvPr/>
        </p:nvSpPr>
        <p:spPr>
          <a:xfrm xmlns:a="http://schemas.openxmlformats.org/drawingml/2006/main">
            <a:off x="9563100" y="1752600"/>
            <a:ext cx="2019300" cy="1009650"/>
          </a:xfrm>
          <a:prstGeom xmlns:a="http://schemas.openxmlformats.org/drawingml/2006/main" prst="roundRect">
            <a:avLst>
              <a:gd name="adj" fmla="val 11321"/>
            </a:avLst>
          </a:prstGeom>
          <a:solidFill xmlns:a="http://schemas.openxmlformats.org/drawingml/2006/main">
            <a:srgbClr val="10223A"/>
          </a:solidFill>
          <a:ln xmlns:a="http://schemas.openxmlformats.org/drawingml/2006/main" w="11430">
            <a:solidFill>
              <a:srgbClr val="2B4563"/>
            </a:solidFill>
            <a:prstDash val="solid"/>
          </a:ln>
        </p:spPr>
      </p:sp>
      <p:sp>
        <p:nvSpPr>
          <p:cNvPr id="27" name="">
            <a:extLst xmlns:a="http://schemas.openxmlformats.org/drawingml/2006/main">
              <a:ext uri="{FF2B5EF4-FFF2-40B4-BE49-F238E27FC236}">
                <a16:creationId xmlns:a16="http://schemas.microsoft.com/office/drawing/2014/main" id="{12BD8D53-CA5D-4F48-B07B-19FFE42DB981}"/>
              </a:ext>
            </a:extLst>
          </p:cNvPr>
          <p:cNvSpPr>
            <a:spLocks xmlns:a="http://schemas.openxmlformats.org/drawingml/2006/main" noGrp="1"/>
          </p:cNvSpPr>
          <p:nvPr/>
        </p:nvSpPr>
        <p:spPr>
          <a:xfrm xmlns:a="http://schemas.openxmlformats.org/drawingml/2006/main">
            <a:off x="9563100" y="1752600"/>
            <a:ext cx="66675" cy="1009650"/>
          </a:xfrm>
          <a:prstGeom xmlns:a="http://schemas.openxmlformats.org/drawingml/2006/main" prst="roundRect">
            <a:avLst>
              <a:gd name="adj" fmla="val 50000"/>
            </a:avLst>
          </a:prstGeom>
          <a:solidFill xmlns:a="http://schemas.openxmlformats.org/drawingml/2006/main">
            <a:srgbClr val="55D6A5"/>
          </a:solidFill>
          <a:ln xmlns:a="http://schemas.openxmlformats.org/drawingml/2006/main" w="0">
            <a:solidFill>
              <a:srgbClr val="55D6A5"/>
            </a:solidFill>
            <a:prstDash val="solid"/>
          </a:ln>
        </p:spPr>
      </p:sp>
      <p:sp>
        <p:nvSpPr>
          <p:cNvPr id="28" name="">
            <a:extLst xmlns:a="http://schemas.openxmlformats.org/drawingml/2006/main">
              <a:ext uri="{FF2B5EF4-FFF2-40B4-BE49-F238E27FC236}">
                <a16:creationId xmlns:a16="http://schemas.microsoft.com/office/drawing/2014/main" id="{15AB2384-1B2A-474E-95FC-B076D84CE541}"/>
              </a:ext>
            </a:extLst>
          </p:cNvPr>
          <p:cNvSpPr>
            <a:spLocks xmlns:a="http://schemas.openxmlformats.org/drawingml/2006/main" noGrp="1"/>
          </p:cNvSpPr>
          <p:nvPr/>
        </p:nvSpPr>
        <p:spPr>
          <a:xfrm xmlns:a="http://schemas.openxmlformats.org/drawingml/2006/main">
            <a:off x="9772650" y="1866900"/>
            <a:ext cx="1695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F4F8FF"/>
                </a:solidFill>
                <a:latin typeface="Ubuntu Sans"/>
                <a:ea typeface="Ubuntu Sans"/>
                <a:cs typeface="Ubuntu Sans"/>
              </a:defRPr>
            </a:defPPr>
            <a:lvl1pPr algn="l">
              <a:defRPr sz="1575" b="1">
                <a:solidFill>
                  <a:srgbClr val="F4F8FF"/>
                </a:solidFill>
                <a:latin typeface="Ubuntu Sans"/>
                <a:ea typeface="Ubuntu Sans"/>
                <a:cs typeface="Ubuntu Sans"/>
              </a:defRPr>
            </a:lvl1pPr>
            <a:lvl2pPr algn="l">
              <a:defRPr sz="1575" b="1">
                <a:solidFill>
                  <a:srgbClr val="F4F8FF"/>
                </a:solidFill>
                <a:latin typeface="Ubuntu Sans"/>
                <a:ea typeface="Ubuntu Sans"/>
                <a:cs typeface="Ubuntu Sans"/>
              </a:defRPr>
            </a:lvl2pPr>
            <a:lvl3pPr algn="l">
              <a:defRPr sz="1575" b="1">
                <a:solidFill>
                  <a:srgbClr val="F4F8FF"/>
                </a:solidFill>
                <a:latin typeface="Ubuntu Sans"/>
                <a:ea typeface="Ubuntu Sans"/>
                <a:cs typeface="Ubuntu Sans"/>
              </a:defRPr>
            </a:lvl3pPr>
            <a:lvl4pPr algn="l">
              <a:defRPr sz="1575" b="1">
                <a:solidFill>
                  <a:srgbClr val="F4F8FF"/>
                </a:solidFill>
                <a:latin typeface="Ubuntu Sans"/>
                <a:ea typeface="Ubuntu Sans"/>
                <a:cs typeface="Ubuntu Sans"/>
              </a:defRPr>
            </a:lvl4pPr>
            <a:lvl5pPr algn="l">
              <a:defRPr sz="1575" b="1">
                <a:solidFill>
                  <a:srgbClr val="F4F8FF"/>
                </a:solidFill>
                <a:latin typeface="Ubuntu Sans"/>
                <a:ea typeface="Ubuntu Sans"/>
                <a:cs typeface="Ubuntu Sans"/>
              </a:defRPr>
            </a:lvl5pPr>
            <a:lvl6pPr algn="l">
              <a:defRPr sz="1575" b="1">
                <a:solidFill>
                  <a:srgbClr val="F4F8FF"/>
                </a:solidFill>
                <a:latin typeface="Ubuntu Sans"/>
                <a:ea typeface="Ubuntu Sans"/>
                <a:cs typeface="Ubuntu Sans"/>
              </a:defRPr>
            </a:lvl6pPr>
            <a:lvl7pPr algn="l">
              <a:defRPr sz="1575" b="1">
                <a:solidFill>
                  <a:srgbClr val="F4F8FF"/>
                </a:solidFill>
                <a:latin typeface="Ubuntu Sans"/>
                <a:ea typeface="Ubuntu Sans"/>
                <a:cs typeface="Ubuntu Sans"/>
              </a:defRPr>
            </a:lvl7pPr>
            <a:lvl8pPr algn="l">
              <a:defRPr sz="1575" b="1">
                <a:solidFill>
                  <a:srgbClr val="F4F8FF"/>
                </a:solidFill>
                <a:latin typeface="Ubuntu Sans"/>
                <a:ea typeface="Ubuntu Sans"/>
                <a:cs typeface="Ubuntu Sans"/>
              </a:defRPr>
            </a:lvl8pPr>
            <a:lvl9pPr algn="l">
              <a:defRPr sz="1575" b="1">
                <a:solidFill>
                  <a:srgbClr val="F4F8FF"/>
                </a:solidFill>
                <a:latin typeface="Ubuntu Sans"/>
                <a:ea typeface="Ubuntu Sans"/>
                <a:cs typeface="Ubuntu Sans"/>
              </a:defRPr>
            </a:lvl9pPr>
          </a:lstStyle>
          <a:p xmlns:a="http://schemas.openxmlformats.org/drawingml/2006/main">
            <a:pPr algn="l">
              <a:defRPr sz="1575" b="1">
                <a:solidFill>
                  <a:srgbClr val="F4F8FF"/>
                </a:solidFill>
                <a:latin typeface="Ubuntu Sans"/>
                <a:ea typeface="Ubuntu Sans"/>
                <a:cs typeface="Ubuntu Sans"/>
              </a:defRPr>
            </a:pPr>
            <a:r>
              <a:rPr sz="1575" b="1">
                <a:solidFill>
                  <a:srgbClr val="F4F8FF"/>
                </a:solidFill>
                <a:latin typeface="Ubuntu Sans"/>
                <a:ea typeface="Ubuntu Sans"/>
                <a:cs typeface="Ubuntu Sans"/>
              </a:rPr>
              <a:t>Interview</a:t>
            </a:r>
          </a:p>
        </p:txBody>
      </p:sp>
      <p:sp>
        <p:nvSpPr>
          <p:cNvPr id="29" name="">
            <a:extLst xmlns:a="http://schemas.openxmlformats.org/drawingml/2006/main">
              <a:ext uri="{FF2B5EF4-FFF2-40B4-BE49-F238E27FC236}">
                <a16:creationId xmlns:a16="http://schemas.microsoft.com/office/drawing/2014/main" id="{B8D88D7C-366B-4059-A394-7ACF11209149}"/>
              </a:ext>
            </a:extLst>
          </p:cNvPr>
          <p:cNvSpPr>
            <a:spLocks xmlns:a="http://schemas.openxmlformats.org/drawingml/2006/main" noGrp="1"/>
          </p:cNvSpPr>
          <p:nvPr/>
        </p:nvSpPr>
        <p:spPr>
          <a:xfrm xmlns:a="http://schemas.openxmlformats.org/drawingml/2006/main">
            <a:off x="9772650" y="2162175"/>
            <a:ext cx="16954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A9BCD0"/>
                </a:solidFill>
                <a:latin typeface="Ubuntu Sans"/>
                <a:ea typeface="Ubuntu Sans"/>
                <a:cs typeface="Ubuntu Sans"/>
              </a:defRPr>
            </a:defPPr>
            <a:lvl1pPr algn="l">
              <a:defRPr sz="1125" b="0">
                <a:solidFill>
                  <a:srgbClr val="A9BCD0"/>
                </a:solidFill>
                <a:latin typeface="Ubuntu Sans"/>
                <a:ea typeface="Ubuntu Sans"/>
                <a:cs typeface="Ubuntu Sans"/>
              </a:defRPr>
            </a:lvl1pPr>
            <a:lvl2pPr algn="l">
              <a:defRPr sz="1125" b="0">
                <a:solidFill>
                  <a:srgbClr val="A9BCD0"/>
                </a:solidFill>
                <a:latin typeface="Ubuntu Sans"/>
                <a:ea typeface="Ubuntu Sans"/>
                <a:cs typeface="Ubuntu Sans"/>
              </a:defRPr>
            </a:lvl2pPr>
            <a:lvl3pPr algn="l">
              <a:defRPr sz="1125" b="0">
                <a:solidFill>
                  <a:srgbClr val="A9BCD0"/>
                </a:solidFill>
                <a:latin typeface="Ubuntu Sans"/>
                <a:ea typeface="Ubuntu Sans"/>
                <a:cs typeface="Ubuntu Sans"/>
              </a:defRPr>
            </a:lvl3pPr>
            <a:lvl4pPr algn="l">
              <a:defRPr sz="1125" b="0">
                <a:solidFill>
                  <a:srgbClr val="A9BCD0"/>
                </a:solidFill>
                <a:latin typeface="Ubuntu Sans"/>
                <a:ea typeface="Ubuntu Sans"/>
                <a:cs typeface="Ubuntu Sans"/>
              </a:defRPr>
            </a:lvl4pPr>
            <a:lvl5pPr algn="l">
              <a:defRPr sz="1125" b="0">
                <a:solidFill>
                  <a:srgbClr val="A9BCD0"/>
                </a:solidFill>
                <a:latin typeface="Ubuntu Sans"/>
                <a:ea typeface="Ubuntu Sans"/>
                <a:cs typeface="Ubuntu Sans"/>
              </a:defRPr>
            </a:lvl5pPr>
            <a:lvl6pPr algn="l">
              <a:defRPr sz="1125" b="0">
                <a:solidFill>
                  <a:srgbClr val="A9BCD0"/>
                </a:solidFill>
                <a:latin typeface="Ubuntu Sans"/>
                <a:ea typeface="Ubuntu Sans"/>
                <a:cs typeface="Ubuntu Sans"/>
              </a:defRPr>
            </a:lvl6pPr>
            <a:lvl7pPr algn="l">
              <a:defRPr sz="1125" b="0">
                <a:solidFill>
                  <a:srgbClr val="A9BCD0"/>
                </a:solidFill>
                <a:latin typeface="Ubuntu Sans"/>
                <a:ea typeface="Ubuntu Sans"/>
                <a:cs typeface="Ubuntu Sans"/>
              </a:defRPr>
            </a:lvl7pPr>
            <a:lvl8pPr algn="l">
              <a:defRPr sz="1125" b="0">
                <a:solidFill>
                  <a:srgbClr val="A9BCD0"/>
                </a:solidFill>
                <a:latin typeface="Ubuntu Sans"/>
                <a:ea typeface="Ubuntu Sans"/>
                <a:cs typeface="Ubuntu Sans"/>
              </a:defRPr>
            </a:lvl8pPr>
            <a:lvl9pPr algn="l">
              <a:defRPr sz="1125" b="0">
                <a:solidFill>
                  <a:srgbClr val="A9BCD0"/>
                </a:solidFill>
                <a:latin typeface="Ubuntu Sans"/>
                <a:ea typeface="Ubuntu Sans"/>
                <a:cs typeface="Ubuntu Sans"/>
              </a:defRPr>
            </a:lvl9pPr>
          </a:lstStyle>
          <a:p xmlns:a="http://schemas.openxmlformats.org/drawingml/2006/main">
            <a:pPr algn="l">
              <a:defRPr sz="1125" b="0">
                <a:solidFill>
                  <a:srgbClr val="A9BCD0"/>
                </a:solidFill>
                <a:latin typeface="Ubuntu Sans"/>
                <a:ea typeface="Ubuntu Sans"/>
                <a:cs typeface="Ubuntu Sans"/>
              </a:defRPr>
            </a:pPr>
            <a:r>
              <a:rPr sz="1125" b="0">
                <a:solidFill>
                  <a:srgbClr val="A9BCD0"/>
                </a:solidFill>
                <a:latin typeface="Ubuntu Sans"/>
                <a:ea typeface="Ubuntu Sans"/>
                <a:cs typeface="Ubuntu Sans"/>
              </a:rPr>
              <a:t>Schedule and feedback</a:t>
            </a:r>
          </a:p>
        </p:txBody>
      </p:sp>
      <p:sp>
        <p:nvSpPr>
          <p:cNvPr id="30" name="">
            <a:extLst xmlns:a="http://schemas.openxmlformats.org/drawingml/2006/main">
              <a:ext uri="{FF2B5EF4-FFF2-40B4-BE49-F238E27FC236}">
                <a16:creationId xmlns:a16="http://schemas.microsoft.com/office/drawing/2014/main" id="{C21AA8E6-0988-40C2-BB88-B5893D2CB281}"/>
              </a:ext>
            </a:extLst>
          </p:cNvPr>
          <p:cNvSpPr>
            <a:spLocks xmlns:a="http://schemas.openxmlformats.org/drawingml/2006/main" noGrp="1"/>
          </p:cNvSpPr>
          <p:nvPr/>
        </p:nvSpPr>
        <p:spPr>
          <a:xfrm xmlns:a="http://schemas.openxmlformats.org/drawingml/2006/main">
            <a:off x="9563100" y="3409950"/>
            <a:ext cx="2019300" cy="1009650"/>
          </a:xfrm>
          <a:prstGeom xmlns:a="http://schemas.openxmlformats.org/drawingml/2006/main" prst="roundRect">
            <a:avLst>
              <a:gd name="adj" fmla="val 11321"/>
            </a:avLst>
          </a:prstGeom>
          <a:solidFill xmlns:a="http://schemas.openxmlformats.org/drawingml/2006/main">
            <a:srgbClr val="10223A"/>
          </a:solidFill>
          <a:ln xmlns:a="http://schemas.openxmlformats.org/drawingml/2006/main" w="11430">
            <a:solidFill>
              <a:srgbClr val="2B4563"/>
            </a:solidFill>
            <a:prstDash val="solid"/>
          </a:ln>
        </p:spPr>
      </p:sp>
      <p:sp>
        <p:nvSpPr>
          <p:cNvPr id="31" name="">
            <a:extLst xmlns:a="http://schemas.openxmlformats.org/drawingml/2006/main">
              <a:ext uri="{FF2B5EF4-FFF2-40B4-BE49-F238E27FC236}">
                <a16:creationId xmlns:a16="http://schemas.microsoft.com/office/drawing/2014/main" id="{586A1150-6E71-4E34-8AB8-A24CC67444AE}"/>
              </a:ext>
            </a:extLst>
          </p:cNvPr>
          <p:cNvSpPr>
            <a:spLocks xmlns:a="http://schemas.openxmlformats.org/drawingml/2006/main" noGrp="1"/>
          </p:cNvSpPr>
          <p:nvPr/>
        </p:nvSpPr>
        <p:spPr>
          <a:xfrm xmlns:a="http://schemas.openxmlformats.org/drawingml/2006/main">
            <a:off x="9563100" y="3409950"/>
            <a:ext cx="66675" cy="1009650"/>
          </a:xfrm>
          <a:prstGeom xmlns:a="http://schemas.openxmlformats.org/drawingml/2006/main" prst="roundRect">
            <a:avLst>
              <a:gd name="adj" fmla="val 50000"/>
            </a:avLst>
          </a:prstGeom>
          <a:solidFill xmlns:a="http://schemas.openxmlformats.org/drawingml/2006/main">
            <a:srgbClr val="55D6A5"/>
          </a:solidFill>
          <a:ln xmlns:a="http://schemas.openxmlformats.org/drawingml/2006/main" w="0">
            <a:solidFill>
              <a:srgbClr val="55D6A5"/>
            </a:solidFill>
            <a:prstDash val="solid"/>
          </a:ln>
        </p:spPr>
      </p:sp>
      <p:sp>
        <p:nvSpPr>
          <p:cNvPr id="32" name="">
            <a:extLst xmlns:a="http://schemas.openxmlformats.org/drawingml/2006/main">
              <a:ext uri="{FF2B5EF4-FFF2-40B4-BE49-F238E27FC236}">
                <a16:creationId xmlns:a16="http://schemas.microsoft.com/office/drawing/2014/main" id="{CFF07E45-73F5-4B5E-973B-5DFA086E653F}"/>
              </a:ext>
            </a:extLst>
          </p:cNvPr>
          <p:cNvSpPr>
            <a:spLocks xmlns:a="http://schemas.openxmlformats.org/drawingml/2006/main" noGrp="1"/>
          </p:cNvSpPr>
          <p:nvPr/>
        </p:nvSpPr>
        <p:spPr>
          <a:xfrm xmlns:a="http://schemas.openxmlformats.org/drawingml/2006/main">
            <a:off x="9772650" y="3524250"/>
            <a:ext cx="1695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F4F8FF"/>
                </a:solidFill>
                <a:latin typeface="Ubuntu Sans"/>
                <a:ea typeface="Ubuntu Sans"/>
                <a:cs typeface="Ubuntu Sans"/>
              </a:defRPr>
            </a:defPPr>
            <a:lvl1pPr algn="l">
              <a:defRPr sz="1575" b="1">
                <a:solidFill>
                  <a:srgbClr val="F4F8FF"/>
                </a:solidFill>
                <a:latin typeface="Ubuntu Sans"/>
                <a:ea typeface="Ubuntu Sans"/>
                <a:cs typeface="Ubuntu Sans"/>
              </a:defRPr>
            </a:lvl1pPr>
            <a:lvl2pPr algn="l">
              <a:defRPr sz="1575" b="1">
                <a:solidFill>
                  <a:srgbClr val="F4F8FF"/>
                </a:solidFill>
                <a:latin typeface="Ubuntu Sans"/>
                <a:ea typeface="Ubuntu Sans"/>
                <a:cs typeface="Ubuntu Sans"/>
              </a:defRPr>
            </a:lvl2pPr>
            <a:lvl3pPr algn="l">
              <a:defRPr sz="1575" b="1">
                <a:solidFill>
                  <a:srgbClr val="F4F8FF"/>
                </a:solidFill>
                <a:latin typeface="Ubuntu Sans"/>
                <a:ea typeface="Ubuntu Sans"/>
                <a:cs typeface="Ubuntu Sans"/>
              </a:defRPr>
            </a:lvl3pPr>
            <a:lvl4pPr algn="l">
              <a:defRPr sz="1575" b="1">
                <a:solidFill>
                  <a:srgbClr val="F4F8FF"/>
                </a:solidFill>
                <a:latin typeface="Ubuntu Sans"/>
                <a:ea typeface="Ubuntu Sans"/>
                <a:cs typeface="Ubuntu Sans"/>
              </a:defRPr>
            </a:lvl4pPr>
            <a:lvl5pPr algn="l">
              <a:defRPr sz="1575" b="1">
                <a:solidFill>
                  <a:srgbClr val="F4F8FF"/>
                </a:solidFill>
                <a:latin typeface="Ubuntu Sans"/>
                <a:ea typeface="Ubuntu Sans"/>
                <a:cs typeface="Ubuntu Sans"/>
              </a:defRPr>
            </a:lvl5pPr>
            <a:lvl6pPr algn="l">
              <a:defRPr sz="1575" b="1">
                <a:solidFill>
                  <a:srgbClr val="F4F8FF"/>
                </a:solidFill>
                <a:latin typeface="Ubuntu Sans"/>
                <a:ea typeface="Ubuntu Sans"/>
                <a:cs typeface="Ubuntu Sans"/>
              </a:defRPr>
            </a:lvl6pPr>
            <a:lvl7pPr algn="l">
              <a:defRPr sz="1575" b="1">
                <a:solidFill>
                  <a:srgbClr val="F4F8FF"/>
                </a:solidFill>
                <a:latin typeface="Ubuntu Sans"/>
                <a:ea typeface="Ubuntu Sans"/>
                <a:cs typeface="Ubuntu Sans"/>
              </a:defRPr>
            </a:lvl7pPr>
            <a:lvl8pPr algn="l">
              <a:defRPr sz="1575" b="1">
                <a:solidFill>
                  <a:srgbClr val="F4F8FF"/>
                </a:solidFill>
                <a:latin typeface="Ubuntu Sans"/>
                <a:ea typeface="Ubuntu Sans"/>
                <a:cs typeface="Ubuntu Sans"/>
              </a:defRPr>
            </a:lvl8pPr>
            <a:lvl9pPr algn="l">
              <a:defRPr sz="1575" b="1">
                <a:solidFill>
                  <a:srgbClr val="F4F8FF"/>
                </a:solidFill>
                <a:latin typeface="Ubuntu Sans"/>
                <a:ea typeface="Ubuntu Sans"/>
                <a:cs typeface="Ubuntu Sans"/>
              </a:defRPr>
            </a:lvl9pPr>
          </a:lstStyle>
          <a:p xmlns:a="http://schemas.openxmlformats.org/drawingml/2006/main">
            <a:pPr algn="l">
              <a:defRPr sz="1575" b="1">
                <a:solidFill>
                  <a:srgbClr val="F4F8FF"/>
                </a:solidFill>
                <a:latin typeface="Ubuntu Sans"/>
                <a:ea typeface="Ubuntu Sans"/>
                <a:cs typeface="Ubuntu Sans"/>
              </a:defRPr>
            </a:pPr>
            <a:r>
              <a:rPr sz="1575" b="1">
                <a:solidFill>
                  <a:srgbClr val="F4F8FF"/>
                </a:solidFill>
                <a:latin typeface="Ubuntu Sans"/>
                <a:ea typeface="Ubuntu Sans"/>
                <a:cs typeface="Ubuntu Sans"/>
              </a:rPr>
              <a:t>Chat messages</a:t>
            </a:r>
          </a:p>
        </p:txBody>
      </p:sp>
      <p:sp>
        <p:nvSpPr>
          <p:cNvPr id="33" name="">
            <a:extLst xmlns:a="http://schemas.openxmlformats.org/drawingml/2006/main">
              <a:ext uri="{FF2B5EF4-FFF2-40B4-BE49-F238E27FC236}">
                <a16:creationId xmlns:a16="http://schemas.microsoft.com/office/drawing/2014/main" id="{1CB455F3-60E2-4A58-93D3-E68FFC09AD2A}"/>
              </a:ext>
            </a:extLst>
          </p:cNvPr>
          <p:cNvSpPr>
            <a:spLocks xmlns:a="http://schemas.openxmlformats.org/drawingml/2006/main" noGrp="1"/>
          </p:cNvSpPr>
          <p:nvPr/>
        </p:nvSpPr>
        <p:spPr>
          <a:xfrm xmlns:a="http://schemas.openxmlformats.org/drawingml/2006/main">
            <a:off x="9772650" y="3819525"/>
            <a:ext cx="16954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A9BCD0"/>
                </a:solidFill>
                <a:latin typeface="Ubuntu Sans"/>
                <a:ea typeface="Ubuntu Sans"/>
                <a:cs typeface="Ubuntu Sans"/>
              </a:defRPr>
            </a:defPPr>
            <a:lvl1pPr algn="l">
              <a:defRPr sz="1125" b="0">
                <a:solidFill>
                  <a:srgbClr val="A9BCD0"/>
                </a:solidFill>
                <a:latin typeface="Ubuntu Sans"/>
                <a:ea typeface="Ubuntu Sans"/>
                <a:cs typeface="Ubuntu Sans"/>
              </a:defRPr>
            </a:lvl1pPr>
            <a:lvl2pPr algn="l">
              <a:defRPr sz="1125" b="0">
                <a:solidFill>
                  <a:srgbClr val="A9BCD0"/>
                </a:solidFill>
                <a:latin typeface="Ubuntu Sans"/>
                <a:ea typeface="Ubuntu Sans"/>
                <a:cs typeface="Ubuntu Sans"/>
              </a:defRPr>
            </a:lvl2pPr>
            <a:lvl3pPr algn="l">
              <a:defRPr sz="1125" b="0">
                <a:solidFill>
                  <a:srgbClr val="A9BCD0"/>
                </a:solidFill>
                <a:latin typeface="Ubuntu Sans"/>
                <a:ea typeface="Ubuntu Sans"/>
                <a:cs typeface="Ubuntu Sans"/>
              </a:defRPr>
            </a:lvl3pPr>
            <a:lvl4pPr algn="l">
              <a:defRPr sz="1125" b="0">
                <a:solidFill>
                  <a:srgbClr val="A9BCD0"/>
                </a:solidFill>
                <a:latin typeface="Ubuntu Sans"/>
                <a:ea typeface="Ubuntu Sans"/>
                <a:cs typeface="Ubuntu Sans"/>
              </a:defRPr>
            </a:lvl4pPr>
            <a:lvl5pPr algn="l">
              <a:defRPr sz="1125" b="0">
                <a:solidFill>
                  <a:srgbClr val="A9BCD0"/>
                </a:solidFill>
                <a:latin typeface="Ubuntu Sans"/>
                <a:ea typeface="Ubuntu Sans"/>
                <a:cs typeface="Ubuntu Sans"/>
              </a:defRPr>
            </a:lvl5pPr>
            <a:lvl6pPr algn="l">
              <a:defRPr sz="1125" b="0">
                <a:solidFill>
                  <a:srgbClr val="A9BCD0"/>
                </a:solidFill>
                <a:latin typeface="Ubuntu Sans"/>
                <a:ea typeface="Ubuntu Sans"/>
                <a:cs typeface="Ubuntu Sans"/>
              </a:defRPr>
            </a:lvl6pPr>
            <a:lvl7pPr algn="l">
              <a:defRPr sz="1125" b="0">
                <a:solidFill>
                  <a:srgbClr val="A9BCD0"/>
                </a:solidFill>
                <a:latin typeface="Ubuntu Sans"/>
                <a:ea typeface="Ubuntu Sans"/>
                <a:cs typeface="Ubuntu Sans"/>
              </a:defRPr>
            </a:lvl7pPr>
            <a:lvl8pPr algn="l">
              <a:defRPr sz="1125" b="0">
                <a:solidFill>
                  <a:srgbClr val="A9BCD0"/>
                </a:solidFill>
                <a:latin typeface="Ubuntu Sans"/>
                <a:ea typeface="Ubuntu Sans"/>
                <a:cs typeface="Ubuntu Sans"/>
              </a:defRPr>
            </a:lvl8pPr>
            <a:lvl9pPr algn="l">
              <a:defRPr sz="1125" b="0">
                <a:solidFill>
                  <a:srgbClr val="A9BCD0"/>
                </a:solidFill>
                <a:latin typeface="Ubuntu Sans"/>
                <a:ea typeface="Ubuntu Sans"/>
                <a:cs typeface="Ubuntu Sans"/>
              </a:defRPr>
            </a:lvl9pPr>
          </a:lstStyle>
          <a:p xmlns:a="http://schemas.openxmlformats.org/drawingml/2006/main">
            <a:pPr algn="l">
              <a:defRPr sz="1125" b="0">
                <a:solidFill>
                  <a:srgbClr val="A9BCD0"/>
                </a:solidFill>
                <a:latin typeface="Ubuntu Sans"/>
                <a:ea typeface="Ubuntu Sans"/>
                <a:cs typeface="Ubuntu Sans"/>
              </a:defRPr>
            </a:pPr>
            <a:r>
              <a:rPr sz="1125" b="0">
                <a:solidFill>
                  <a:srgbClr val="A9BCD0"/>
                </a:solidFill>
                <a:latin typeface="Ubuntu Sans"/>
                <a:ea typeface="Ubuntu Sans"/>
                <a:cs typeface="Ubuntu Sans"/>
              </a:rPr>
              <a:t>Ordered recruitment history</a:t>
            </a:r>
          </a:p>
        </p:txBody>
      </p:sp>
      <p:sp>
        <p:nvSpPr>
          <p:cNvPr id="34" name="">
            <a:extLst xmlns:a="http://schemas.openxmlformats.org/drawingml/2006/main">
              <a:ext uri="{FF2B5EF4-FFF2-40B4-BE49-F238E27FC236}">
                <a16:creationId xmlns:a16="http://schemas.microsoft.com/office/drawing/2014/main" id="{744E6D58-2C0B-4B42-BE03-7EE81DDB4B2B}"/>
              </a:ext>
            </a:extLst>
          </p:cNvPr>
          <p:cNvSpPr>
            <a:spLocks xmlns:a="http://schemas.openxmlformats.org/drawingml/2006/main" noGrp="1"/>
          </p:cNvSpPr>
          <p:nvPr/>
        </p:nvSpPr>
        <p:spPr>
          <a:xfrm xmlns:a="http://schemas.openxmlformats.org/drawingml/2006/main">
            <a:off x="1724025" y="3181350"/>
            <a:ext cx="0" cy="647700"/>
          </a:xfrm>
          <a:prstGeom xmlns:a="http://schemas.openxmlformats.org/drawingml/2006/main" prst="line">
            <a:avLst/>
          </a:prstGeom>
          <a:noFill xmlns:a="http://schemas.openxmlformats.org/drawingml/2006/main"/>
          <a:ln xmlns:a="http://schemas.openxmlformats.org/drawingml/2006/main" w="19050">
            <a:solidFill>
              <a:srgbClr val="2FD6D3"/>
            </a:solidFill>
            <a:prstDash val="solid"/>
          </a:ln>
        </p:spPr>
      </p:sp>
      <p:sp>
        <p:nvSpPr>
          <p:cNvPr id="35" name="">
            <a:extLst xmlns:a="http://schemas.openxmlformats.org/drawingml/2006/main">
              <a:ext uri="{FF2B5EF4-FFF2-40B4-BE49-F238E27FC236}">
                <a16:creationId xmlns:a16="http://schemas.microsoft.com/office/drawing/2014/main" id="{6CBD1783-FD1B-4C95-A8F3-520F79C8FA74}"/>
              </a:ext>
            </a:extLst>
          </p:cNvPr>
          <p:cNvSpPr>
            <a:spLocks xmlns:a="http://schemas.openxmlformats.org/drawingml/2006/main" noGrp="1"/>
          </p:cNvSpPr>
          <p:nvPr/>
        </p:nvSpPr>
        <p:spPr>
          <a:xfrm xmlns:a="http://schemas.openxmlformats.org/drawingml/2006/main">
            <a:off x="2724150" y="2676525"/>
            <a:ext cx="781050" cy="0"/>
          </a:xfrm>
          <a:prstGeom xmlns:a="http://schemas.openxmlformats.org/drawingml/2006/main" prst="line">
            <a:avLst/>
          </a:prstGeom>
          <a:noFill xmlns:a="http://schemas.openxmlformats.org/drawingml/2006/main"/>
          <a:ln xmlns:a="http://schemas.openxmlformats.org/drawingml/2006/main" w="19050">
            <a:solidFill>
              <a:srgbClr val="2B4563"/>
            </a:solidFill>
            <a:prstDash val="solid"/>
          </a:ln>
        </p:spPr>
      </p:sp>
      <p:sp>
        <p:nvSpPr>
          <p:cNvPr id="36" name="">
            <a:extLst xmlns:a="http://schemas.openxmlformats.org/drawingml/2006/main">
              <a:ext uri="{FF2B5EF4-FFF2-40B4-BE49-F238E27FC236}">
                <a16:creationId xmlns:a16="http://schemas.microsoft.com/office/drawing/2014/main" id="{B21F00DB-1899-4FAF-A2B1-60AB37585B8F}"/>
              </a:ext>
            </a:extLst>
          </p:cNvPr>
          <p:cNvSpPr>
            <a:spLocks xmlns:a="http://schemas.openxmlformats.org/drawingml/2006/main" noGrp="1"/>
          </p:cNvSpPr>
          <p:nvPr/>
        </p:nvSpPr>
        <p:spPr>
          <a:xfrm xmlns:a="http://schemas.openxmlformats.org/drawingml/2006/main">
            <a:off x="4572000" y="2762250"/>
            <a:ext cx="0" cy="647700"/>
          </a:xfrm>
          <a:prstGeom xmlns:a="http://schemas.openxmlformats.org/drawingml/2006/main" prst="line">
            <a:avLst/>
          </a:prstGeom>
          <a:noFill xmlns:a="http://schemas.openxmlformats.org/drawingml/2006/main"/>
          <a:ln xmlns:a="http://schemas.openxmlformats.org/drawingml/2006/main" w="19050">
            <a:solidFill>
              <a:srgbClr val="8A7CFF"/>
            </a:solidFill>
            <a:prstDash val="solid"/>
          </a:ln>
        </p:spPr>
      </p:sp>
      <p:sp>
        <p:nvSpPr>
          <p:cNvPr id="37" name="">
            <a:extLst xmlns:a="http://schemas.openxmlformats.org/drawingml/2006/main">
              <a:ext uri="{FF2B5EF4-FFF2-40B4-BE49-F238E27FC236}">
                <a16:creationId xmlns:a16="http://schemas.microsoft.com/office/drawing/2014/main" id="{289923A1-05B3-4D78-B2FA-285374C3F578}"/>
              </a:ext>
            </a:extLst>
          </p:cNvPr>
          <p:cNvSpPr>
            <a:spLocks xmlns:a="http://schemas.openxmlformats.org/drawingml/2006/main" noGrp="1"/>
          </p:cNvSpPr>
          <p:nvPr/>
        </p:nvSpPr>
        <p:spPr>
          <a:xfrm xmlns:a="http://schemas.openxmlformats.org/drawingml/2006/main">
            <a:off x="5638800" y="3905250"/>
            <a:ext cx="419100" cy="0"/>
          </a:xfrm>
          <a:prstGeom xmlns:a="http://schemas.openxmlformats.org/drawingml/2006/main" prst="line">
            <a:avLst/>
          </a:prstGeom>
          <a:noFill xmlns:a="http://schemas.openxmlformats.org/drawingml/2006/main"/>
          <a:ln xmlns:a="http://schemas.openxmlformats.org/drawingml/2006/main" w="19050">
            <a:solidFill>
              <a:srgbClr val="2B4563"/>
            </a:solidFill>
            <a:prstDash val="solid"/>
          </a:ln>
        </p:spPr>
      </p:sp>
      <p:sp>
        <p:nvSpPr>
          <p:cNvPr id="38" name="">
            <a:extLst xmlns:a="http://schemas.openxmlformats.org/drawingml/2006/main">
              <a:ext uri="{FF2B5EF4-FFF2-40B4-BE49-F238E27FC236}">
                <a16:creationId xmlns:a16="http://schemas.microsoft.com/office/drawing/2014/main" id="{6DB8AA75-FFCB-4991-ADB1-34673E411CAA}"/>
              </a:ext>
            </a:extLst>
          </p:cNvPr>
          <p:cNvSpPr>
            <a:spLocks xmlns:a="http://schemas.openxmlformats.org/drawingml/2006/main" noGrp="1"/>
          </p:cNvSpPr>
          <p:nvPr/>
        </p:nvSpPr>
        <p:spPr>
          <a:xfrm xmlns:a="http://schemas.openxmlformats.org/drawingml/2006/main">
            <a:off x="6057900" y="3219450"/>
            <a:ext cx="0" cy="685800"/>
          </a:xfrm>
          <a:prstGeom xmlns:a="http://schemas.openxmlformats.org/drawingml/2006/main" prst="line">
            <a:avLst/>
          </a:prstGeom>
          <a:noFill xmlns:a="http://schemas.openxmlformats.org/drawingml/2006/main"/>
          <a:ln xmlns:a="http://schemas.openxmlformats.org/drawingml/2006/main" w="19050">
            <a:solidFill>
              <a:srgbClr val="2B4563"/>
            </a:solidFill>
            <a:prstDash val="solid"/>
          </a:ln>
        </p:spPr>
      </p:sp>
      <p:sp>
        <p:nvSpPr>
          <p:cNvPr id="39" name="">
            <a:extLst xmlns:a="http://schemas.openxmlformats.org/drawingml/2006/main">
              <a:ext uri="{FF2B5EF4-FFF2-40B4-BE49-F238E27FC236}">
                <a16:creationId xmlns:a16="http://schemas.microsoft.com/office/drawing/2014/main" id="{A8F401D7-DB2E-4ADD-85B7-E6E2D8643455}"/>
              </a:ext>
            </a:extLst>
          </p:cNvPr>
          <p:cNvSpPr>
            <a:spLocks xmlns:a="http://schemas.openxmlformats.org/drawingml/2006/main" noGrp="1"/>
          </p:cNvSpPr>
          <p:nvPr/>
        </p:nvSpPr>
        <p:spPr>
          <a:xfrm xmlns:a="http://schemas.openxmlformats.org/drawingml/2006/main">
            <a:off x="6057900" y="3219450"/>
            <a:ext cx="419100" cy="0"/>
          </a:xfrm>
          <a:prstGeom xmlns:a="http://schemas.openxmlformats.org/drawingml/2006/main" prst="line">
            <a:avLst/>
          </a:prstGeom>
          <a:noFill xmlns:a="http://schemas.openxmlformats.org/drawingml/2006/main"/>
          <a:ln xmlns:a="http://schemas.openxmlformats.org/drawingml/2006/main" w="19050">
            <a:solidFill>
              <a:srgbClr val="2B4563"/>
            </a:solidFill>
            <a:prstDash val="solid"/>
          </a:ln>
        </p:spPr>
      </p:sp>
      <p:sp>
        <p:nvSpPr>
          <p:cNvPr id="40" name="">
            <a:extLst xmlns:a="http://schemas.openxmlformats.org/drawingml/2006/main">
              <a:ext uri="{FF2B5EF4-FFF2-40B4-BE49-F238E27FC236}">
                <a16:creationId xmlns:a16="http://schemas.microsoft.com/office/drawing/2014/main" id="{A8B6294F-B565-4122-8D5F-CEA3EF3D322C}"/>
              </a:ext>
            </a:extLst>
          </p:cNvPr>
          <p:cNvSpPr>
            <a:spLocks xmlns:a="http://schemas.openxmlformats.org/drawingml/2006/main" noGrp="1"/>
          </p:cNvSpPr>
          <p:nvPr/>
        </p:nvSpPr>
        <p:spPr>
          <a:xfrm xmlns:a="http://schemas.openxmlformats.org/drawingml/2006/main">
            <a:off x="2724150" y="4333875"/>
            <a:ext cx="1866900" cy="0"/>
          </a:xfrm>
          <a:prstGeom xmlns:a="http://schemas.openxmlformats.org/drawingml/2006/main" prst="line">
            <a:avLst/>
          </a:prstGeom>
          <a:noFill xmlns:a="http://schemas.openxmlformats.org/drawingml/2006/main"/>
          <a:ln xmlns:a="http://schemas.openxmlformats.org/drawingml/2006/main" w="19050">
            <a:solidFill>
              <a:srgbClr val="2B4563"/>
            </a:solidFill>
            <a:prstDash val="solid"/>
          </a:ln>
        </p:spPr>
      </p:sp>
      <p:sp>
        <p:nvSpPr>
          <p:cNvPr id="41" name="">
            <a:extLst xmlns:a="http://schemas.openxmlformats.org/drawingml/2006/main">
              <a:ext uri="{FF2B5EF4-FFF2-40B4-BE49-F238E27FC236}">
                <a16:creationId xmlns:a16="http://schemas.microsoft.com/office/drawing/2014/main" id="{F4B7AE4A-D02D-4DED-83A6-12C5A158EF7C}"/>
              </a:ext>
            </a:extLst>
          </p:cNvPr>
          <p:cNvSpPr>
            <a:spLocks xmlns:a="http://schemas.openxmlformats.org/drawingml/2006/main" noGrp="1"/>
          </p:cNvSpPr>
          <p:nvPr/>
        </p:nvSpPr>
        <p:spPr>
          <a:xfrm xmlns:a="http://schemas.openxmlformats.org/drawingml/2006/main">
            <a:off x="4591050" y="3629025"/>
            <a:ext cx="0" cy="704850"/>
          </a:xfrm>
          <a:prstGeom xmlns:a="http://schemas.openxmlformats.org/drawingml/2006/main" prst="line">
            <a:avLst/>
          </a:prstGeom>
          <a:noFill xmlns:a="http://schemas.openxmlformats.org/drawingml/2006/main"/>
          <a:ln xmlns:a="http://schemas.openxmlformats.org/drawingml/2006/main" w="19050">
            <a:solidFill>
              <a:srgbClr val="2B4563"/>
            </a:solidFill>
            <a:prstDash val="solid"/>
          </a:ln>
        </p:spPr>
      </p:sp>
      <p:sp>
        <p:nvSpPr>
          <p:cNvPr id="42" name="">
            <a:extLst xmlns:a="http://schemas.openxmlformats.org/drawingml/2006/main">
              <a:ext uri="{FF2B5EF4-FFF2-40B4-BE49-F238E27FC236}">
                <a16:creationId xmlns:a16="http://schemas.microsoft.com/office/drawing/2014/main" id="{7CCE7B98-C41A-465B-8B61-98CD1EC8DFD3}"/>
              </a:ext>
            </a:extLst>
          </p:cNvPr>
          <p:cNvSpPr>
            <a:spLocks xmlns:a="http://schemas.openxmlformats.org/drawingml/2006/main" noGrp="1"/>
          </p:cNvSpPr>
          <p:nvPr/>
        </p:nvSpPr>
        <p:spPr>
          <a:xfrm xmlns:a="http://schemas.openxmlformats.org/drawingml/2006/main">
            <a:off x="4591050" y="3629025"/>
            <a:ext cx="1885950" cy="0"/>
          </a:xfrm>
          <a:prstGeom xmlns:a="http://schemas.openxmlformats.org/drawingml/2006/main" prst="line">
            <a:avLst/>
          </a:prstGeom>
          <a:noFill xmlns:a="http://schemas.openxmlformats.org/drawingml/2006/main"/>
          <a:ln xmlns:a="http://schemas.openxmlformats.org/drawingml/2006/main" w="19050">
            <a:solidFill>
              <a:srgbClr val="2B4563"/>
            </a:solidFill>
            <a:prstDash val="solid"/>
          </a:ln>
        </p:spPr>
      </p:sp>
      <p:sp>
        <p:nvSpPr>
          <p:cNvPr id="43" name="">
            <a:extLst xmlns:a="http://schemas.openxmlformats.org/drawingml/2006/main">
              <a:ext uri="{FF2B5EF4-FFF2-40B4-BE49-F238E27FC236}">
                <a16:creationId xmlns:a16="http://schemas.microsoft.com/office/drawing/2014/main" id="{4CF200E7-BC66-4CFF-B7D1-761DA7F62BF6}"/>
              </a:ext>
            </a:extLst>
          </p:cNvPr>
          <p:cNvSpPr>
            <a:spLocks xmlns:a="http://schemas.openxmlformats.org/drawingml/2006/main" noGrp="1"/>
          </p:cNvSpPr>
          <p:nvPr/>
        </p:nvSpPr>
        <p:spPr>
          <a:xfrm xmlns:a="http://schemas.openxmlformats.org/drawingml/2006/main">
            <a:off x="8820150" y="3009900"/>
            <a:ext cx="371475" cy="0"/>
          </a:xfrm>
          <a:prstGeom xmlns:a="http://schemas.openxmlformats.org/drawingml/2006/main" prst="line">
            <a:avLst/>
          </a:prstGeom>
          <a:noFill xmlns:a="http://schemas.openxmlformats.org/drawingml/2006/main"/>
          <a:ln xmlns:a="http://schemas.openxmlformats.org/drawingml/2006/main" w="19050">
            <a:solidFill>
              <a:srgbClr val="2B4563"/>
            </a:solidFill>
            <a:prstDash val="solid"/>
          </a:ln>
        </p:spPr>
      </p:sp>
      <p:sp>
        <p:nvSpPr>
          <p:cNvPr id="44" name="">
            <a:extLst xmlns:a="http://schemas.openxmlformats.org/drawingml/2006/main">
              <a:ext uri="{FF2B5EF4-FFF2-40B4-BE49-F238E27FC236}">
                <a16:creationId xmlns:a16="http://schemas.microsoft.com/office/drawing/2014/main" id="{20DEABC7-B8FA-4A86-BF78-A87FA929A047}"/>
              </a:ext>
            </a:extLst>
          </p:cNvPr>
          <p:cNvSpPr>
            <a:spLocks xmlns:a="http://schemas.openxmlformats.org/drawingml/2006/main" noGrp="1"/>
          </p:cNvSpPr>
          <p:nvPr/>
        </p:nvSpPr>
        <p:spPr>
          <a:xfrm xmlns:a="http://schemas.openxmlformats.org/drawingml/2006/main">
            <a:off x="9191625" y="2257425"/>
            <a:ext cx="0" cy="752475"/>
          </a:xfrm>
          <a:prstGeom xmlns:a="http://schemas.openxmlformats.org/drawingml/2006/main" prst="line">
            <a:avLst/>
          </a:prstGeom>
          <a:noFill xmlns:a="http://schemas.openxmlformats.org/drawingml/2006/main"/>
          <a:ln xmlns:a="http://schemas.openxmlformats.org/drawingml/2006/main" w="19050">
            <a:solidFill>
              <a:srgbClr val="2B4563"/>
            </a:solidFill>
            <a:prstDash val="solid"/>
          </a:ln>
        </p:spPr>
      </p:sp>
      <p:sp>
        <p:nvSpPr>
          <p:cNvPr id="45" name="">
            <a:extLst xmlns:a="http://schemas.openxmlformats.org/drawingml/2006/main">
              <a:ext uri="{FF2B5EF4-FFF2-40B4-BE49-F238E27FC236}">
                <a16:creationId xmlns:a16="http://schemas.microsoft.com/office/drawing/2014/main" id="{1A89DC3B-4C54-40D1-8627-57B6A6C8A62E}"/>
              </a:ext>
            </a:extLst>
          </p:cNvPr>
          <p:cNvSpPr>
            <a:spLocks xmlns:a="http://schemas.openxmlformats.org/drawingml/2006/main" noGrp="1"/>
          </p:cNvSpPr>
          <p:nvPr/>
        </p:nvSpPr>
        <p:spPr>
          <a:xfrm xmlns:a="http://schemas.openxmlformats.org/drawingml/2006/main">
            <a:off x="9191625" y="2257425"/>
            <a:ext cx="371475" cy="0"/>
          </a:xfrm>
          <a:prstGeom xmlns:a="http://schemas.openxmlformats.org/drawingml/2006/main" prst="line">
            <a:avLst/>
          </a:prstGeom>
          <a:noFill xmlns:a="http://schemas.openxmlformats.org/drawingml/2006/main"/>
          <a:ln xmlns:a="http://schemas.openxmlformats.org/drawingml/2006/main" w="19050">
            <a:solidFill>
              <a:srgbClr val="2B4563"/>
            </a:solidFill>
            <a:prstDash val="solid"/>
          </a:ln>
        </p:spPr>
      </p:sp>
      <p:sp>
        <p:nvSpPr>
          <p:cNvPr id="46" name="">
            <a:extLst xmlns:a="http://schemas.openxmlformats.org/drawingml/2006/main">
              <a:ext uri="{FF2B5EF4-FFF2-40B4-BE49-F238E27FC236}">
                <a16:creationId xmlns:a16="http://schemas.microsoft.com/office/drawing/2014/main" id="{05CBACF7-CB5F-4587-9A9F-38C4BA028ED0}"/>
              </a:ext>
            </a:extLst>
          </p:cNvPr>
          <p:cNvSpPr>
            <a:spLocks xmlns:a="http://schemas.openxmlformats.org/drawingml/2006/main" noGrp="1"/>
          </p:cNvSpPr>
          <p:nvPr/>
        </p:nvSpPr>
        <p:spPr>
          <a:xfrm xmlns:a="http://schemas.openxmlformats.org/drawingml/2006/main">
            <a:off x="8820150" y="3409950"/>
            <a:ext cx="742950" cy="504825"/>
          </a:xfrm>
          <a:prstGeom xmlns:a="http://schemas.openxmlformats.org/drawingml/2006/main" prst="line">
            <a:avLst/>
          </a:prstGeom>
          <a:noFill xmlns:a="http://schemas.openxmlformats.org/drawingml/2006/main"/>
          <a:ln xmlns:a="http://schemas.openxmlformats.org/drawingml/2006/main" w="19050">
            <a:solidFill>
              <a:srgbClr val="2B4563"/>
            </a:solidFill>
            <a:prstDash val="solid"/>
          </a:ln>
        </p:spPr>
      </p:sp>
      <p:sp>
        <p:nvSpPr>
          <p:cNvPr id="47" name="">
            <a:extLst xmlns:a="http://schemas.openxmlformats.org/drawingml/2006/main">
              <a:ext uri="{FF2B5EF4-FFF2-40B4-BE49-F238E27FC236}">
                <a16:creationId xmlns:a16="http://schemas.microsoft.com/office/drawing/2014/main" id="{B15CD3F0-65CB-4548-B7BA-0D4607274EED}"/>
              </a:ext>
            </a:extLst>
          </p:cNvPr>
          <p:cNvSpPr>
            <a:spLocks xmlns:a="http://schemas.openxmlformats.org/drawingml/2006/main" noGrp="1"/>
          </p:cNvSpPr>
          <p:nvPr/>
        </p:nvSpPr>
        <p:spPr>
          <a:xfrm xmlns:a="http://schemas.openxmlformats.org/drawingml/2006/main">
            <a:off x="723900" y="5314950"/>
            <a:ext cx="171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6667"/>
          </a:bodyPr>
          <a:lstStyle xmlns:a="http://schemas.openxmlformats.org/drawingml/2006/main">
            <a:defPPr algn="l">
              <a:defRPr sz="1500" b="1">
                <a:solidFill>
                  <a:srgbClr val="FFCA6A"/>
                </a:solidFill>
                <a:latin typeface="Ubuntu Sans"/>
                <a:ea typeface="Ubuntu Sans"/>
                <a:cs typeface="Ubuntu Sans"/>
              </a:defRPr>
            </a:defPPr>
            <a:lvl1pPr algn="l">
              <a:defRPr sz="1500" b="1">
                <a:solidFill>
                  <a:srgbClr val="FFCA6A"/>
                </a:solidFill>
                <a:latin typeface="Ubuntu Sans"/>
                <a:ea typeface="Ubuntu Sans"/>
                <a:cs typeface="Ubuntu Sans"/>
              </a:defRPr>
            </a:lvl1pPr>
            <a:lvl2pPr algn="l">
              <a:defRPr sz="1500" b="1">
                <a:solidFill>
                  <a:srgbClr val="FFCA6A"/>
                </a:solidFill>
                <a:latin typeface="Ubuntu Sans"/>
                <a:ea typeface="Ubuntu Sans"/>
                <a:cs typeface="Ubuntu Sans"/>
              </a:defRPr>
            </a:lvl2pPr>
            <a:lvl3pPr algn="l">
              <a:defRPr sz="1500" b="1">
                <a:solidFill>
                  <a:srgbClr val="FFCA6A"/>
                </a:solidFill>
                <a:latin typeface="Ubuntu Sans"/>
                <a:ea typeface="Ubuntu Sans"/>
                <a:cs typeface="Ubuntu Sans"/>
              </a:defRPr>
            </a:lvl3pPr>
            <a:lvl4pPr algn="l">
              <a:defRPr sz="1500" b="1">
                <a:solidFill>
                  <a:srgbClr val="FFCA6A"/>
                </a:solidFill>
                <a:latin typeface="Ubuntu Sans"/>
                <a:ea typeface="Ubuntu Sans"/>
                <a:cs typeface="Ubuntu Sans"/>
              </a:defRPr>
            </a:lvl4pPr>
            <a:lvl5pPr algn="l">
              <a:defRPr sz="1500" b="1">
                <a:solidFill>
                  <a:srgbClr val="FFCA6A"/>
                </a:solidFill>
                <a:latin typeface="Ubuntu Sans"/>
                <a:ea typeface="Ubuntu Sans"/>
                <a:cs typeface="Ubuntu Sans"/>
              </a:defRPr>
            </a:lvl5pPr>
            <a:lvl6pPr algn="l">
              <a:defRPr sz="1500" b="1">
                <a:solidFill>
                  <a:srgbClr val="FFCA6A"/>
                </a:solidFill>
                <a:latin typeface="Ubuntu Sans"/>
                <a:ea typeface="Ubuntu Sans"/>
                <a:cs typeface="Ubuntu Sans"/>
              </a:defRPr>
            </a:lvl6pPr>
            <a:lvl7pPr algn="l">
              <a:defRPr sz="1500" b="1">
                <a:solidFill>
                  <a:srgbClr val="FFCA6A"/>
                </a:solidFill>
                <a:latin typeface="Ubuntu Sans"/>
                <a:ea typeface="Ubuntu Sans"/>
                <a:cs typeface="Ubuntu Sans"/>
              </a:defRPr>
            </a:lvl7pPr>
            <a:lvl8pPr algn="l">
              <a:defRPr sz="1500" b="1">
                <a:solidFill>
                  <a:srgbClr val="FFCA6A"/>
                </a:solidFill>
                <a:latin typeface="Ubuntu Sans"/>
                <a:ea typeface="Ubuntu Sans"/>
                <a:cs typeface="Ubuntu Sans"/>
              </a:defRPr>
            </a:lvl8pPr>
            <a:lvl9pPr algn="l">
              <a:defRPr sz="1500" b="1">
                <a:solidFill>
                  <a:srgbClr val="FFCA6A"/>
                </a:solidFill>
                <a:latin typeface="Ubuntu Sans"/>
                <a:ea typeface="Ubuntu Sans"/>
                <a:cs typeface="Ubuntu Sans"/>
              </a:defRPr>
            </a:lvl9pPr>
          </a:lstStyle>
          <a:p xmlns:a="http://schemas.openxmlformats.org/drawingml/2006/main">
            <a:pPr algn="l">
              <a:defRPr sz="1500" b="1">
                <a:solidFill>
                  <a:srgbClr val="FFCA6A"/>
                </a:solidFill>
                <a:latin typeface="Ubuntu Sans"/>
                <a:ea typeface="Ubuntu Sans"/>
                <a:cs typeface="Ubuntu Sans"/>
              </a:defRPr>
            </a:pPr>
            <a:r>
              <a:rPr sz="1500" b="1">
                <a:solidFill>
                  <a:srgbClr val="FFCA6A"/>
                </a:solidFill>
                <a:latin typeface="Ubuntu Sans"/>
                <a:ea typeface="Ubuntu Sans"/>
                <a:cs typeface="Ubuntu Sans"/>
              </a:rPr>
              <a:t>Integrity rules</a:t>
            </a:r>
          </a:p>
        </p:txBody>
      </p:sp>
      <p:sp>
        <p:nvSpPr>
          <p:cNvPr id="48" name="">
            <a:extLst xmlns:a="http://schemas.openxmlformats.org/drawingml/2006/main">
              <a:ext uri="{FF2B5EF4-FFF2-40B4-BE49-F238E27FC236}">
                <a16:creationId xmlns:a16="http://schemas.microsoft.com/office/drawing/2014/main" id="{EBA3170D-2732-4FC4-BE0E-AF5FAEDF8F26}"/>
              </a:ext>
            </a:extLst>
          </p:cNvPr>
          <p:cNvSpPr>
            <a:spLocks xmlns:a="http://schemas.openxmlformats.org/drawingml/2006/main" noGrp="1"/>
          </p:cNvSpPr>
          <p:nvPr/>
        </p:nvSpPr>
        <p:spPr>
          <a:xfrm xmlns:a="http://schemas.openxmlformats.org/drawingml/2006/main">
            <a:off x="2457450" y="5219700"/>
            <a:ext cx="88582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425" b="0">
                <a:solidFill>
                  <a:srgbClr val="A9BCD0"/>
                </a:solidFill>
                <a:latin typeface="Ubuntu Sans"/>
                <a:ea typeface="Ubuntu Sans"/>
                <a:cs typeface="Ubuntu Sans"/>
              </a:defRPr>
            </a:defPPr>
            <a:lvl1pPr algn="l">
              <a:defRPr sz="1425" b="0">
                <a:solidFill>
                  <a:srgbClr val="A9BCD0"/>
                </a:solidFill>
                <a:latin typeface="Ubuntu Sans"/>
                <a:ea typeface="Ubuntu Sans"/>
                <a:cs typeface="Ubuntu Sans"/>
              </a:defRPr>
            </a:lvl1pPr>
            <a:lvl2pPr algn="l">
              <a:defRPr sz="1425" b="0">
                <a:solidFill>
                  <a:srgbClr val="A9BCD0"/>
                </a:solidFill>
                <a:latin typeface="Ubuntu Sans"/>
                <a:ea typeface="Ubuntu Sans"/>
                <a:cs typeface="Ubuntu Sans"/>
              </a:defRPr>
            </a:lvl2pPr>
            <a:lvl3pPr algn="l">
              <a:defRPr sz="1425" b="0">
                <a:solidFill>
                  <a:srgbClr val="A9BCD0"/>
                </a:solidFill>
                <a:latin typeface="Ubuntu Sans"/>
                <a:ea typeface="Ubuntu Sans"/>
                <a:cs typeface="Ubuntu Sans"/>
              </a:defRPr>
            </a:lvl3pPr>
            <a:lvl4pPr algn="l">
              <a:defRPr sz="1425" b="0">
                <a:solidFill>
                  <a:srgbClr val="A9BCD0"/>
                </a:solidFill>
                <a:latin typeface="Ubuntu Sans"/>
                <a:ea typeface="Ubuntu Sans"/>
                <a:cs typeface="Ubuntu Sans"/>
              </a:defRPr>
            </a:lvl4pPr>
            <a:lvl5pPr algn="l">
              <a:defRPr sz="1425" b="0">
                <a:solidFill>
                  <a:srgbClr val="A9BCD0"/>
                </a:solidFill>
                <a:latin typeface="Ubuntu Sans"/>
                <a:ea typeface="Ubuntu Sans"/>
                <a:cs typeface="Ubuntu Sans"/>
              </a:defRPr>
            </a:lvl5pPr>
            <a:lvl6pPr algn="l">
              <a:defRPr sz="1425" b="0">
                <a:solidFill>
                  <a:srgbClr val="A9BCD0"/>
                </a:solidFill>
                <a:latin typeface="Ubuntu Sans"/>
                <a:ea typeface="Ubuntu Sans"/>
                <a:cs typeface="Ubuntu Sans"/>
              </a:defRPr>
            </a:lvl6pPr>
            <a:lvl7pPr algn="l">
              <a:defRPr sz="1425" b="0">
                <a:solidFill>
                  <a:srgbClr val="A9BCD0"/>
                </a:solidFill>
                <a:latin typeface="Ubuntu Sans"/>
                <a:ea typeface="Ubuntu Sans"/>
                <a:cs typeface="Ubuntu Sans"/>
              </a:defRPr>
            </a:lvl7pPr>
            <a:lvl8pPr algn="l">
              <a:defRPr sz="1425" b="0">
                <a:solidFill>
                  <a:srgbClr val="A9BCD0"/>
                </a:solidFill>
                <a:latin typeface="Ubuntu Sans"/>
                <a:ea typeface="Ubuntu Sans"/>
                <a:cs typeface="Ubuntu Sans"/>
              </a:defRPr>
            </a:lvl8pPr>
            <a:lvl9pPr algn="l">
              <a:defRPr sz="1425" b="0">
                <a:solidFill>
                  <a:srgbClr val="A9BCD0"/>
                </a:solidFill>
                <a:latin typeface="Ubuntu Sans"/>
                <a:ea typeface="Ubuntu Sans"/>
                <a:cs typeface="Ubuntu Sans"/>
              </a:defRPr>
            </a:lvl9pPr>
          </a:lstStyle>
          <a:p xmlns:a="http://schemas.openxmlformats.org/drawingml/2006/main">
            <a:pPr algn="l">
              <a:defRPr sz="1425" b="0">
                <a:solidFill>
                  <a:srgbClr val="A9BCD0"/>
                </a:solidFill>
                <a:latin typeface="Ubuntu Sans"/>
                <a:ea typeface="Ubuntu Sans"/>
                <a:cs typeface="Ubuntu Sans"/>
              </a:defRPr>
            </a:pPr>
            <a:r>
              <a:rPr sz="1425" b="0">
                <a:solidFill>
                  <a:srgbClr val="A9BCD0"/>
                </a:solidFill>
                <a:latin typeface="Ubuntu Sans"/>
                <a:ea typeface="Ubuntu Sans"/>
                <a:cs typeface="Ubuntu Sans"/>
              </a:rPr>
              <a:t>Foreign keys protect relationships. Unique constraints prevent duplicates. Transactions keep multi-step updates consistent. Alembic versions each schema change.</a:t>
            </a:r>
          </a:p>
        </p:txBody>
      </p:sp>
      <p:sp>
        <p:nvSpPr>
          <p:cNvPr id="49" name="">
            <a:extLst xmlns:a="http://schemas.openxmlformats.org/drawingml/2006/main">
              <a:ext uri="{FF2B5EF4-FFF2-40B4-BE49-F238E27FC236}">
                <a16:creationId xmlns:a16="http://schemas.microsoft.com/office/drawing/2014/main" id="{CF02EC3F-E694-42D2-BCDB-EA459486F3AC}"/>
              </a:ext>
            </a:extLst>
          </p:cNvPr>
          <p:cNvSpPr>
            <a:spLocks xmlns:a="http://schemas.openxmlformats.org/drawingml/2006/main" noGrp="1"/>
          </p:cNvSpPr>
          <p:nvPr/>
        </p:nvSpPr>
        <p:spPr>
          <a:xfrm xmlns:a="http://schemas.openxmlformats.org/drawingml/2006/main">
            <a:off x="609600" y="651510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63636"/>
          </a:bodyPr>
          <a:lstStyle xmlns:a="http://schemas.openxmlformats.org/drawingml/2006/main">
            <a:defPPr algn="l">
              <a:defRPr sz="825" b="1">
                <a:solidFill>
                  <a:srgbClr val="66819E"/>
                </a:solidFill>
                <a:latin typeface="Ubuntu Sans"/>
                <a:ea typeface="Ubuntu Sans"/>
                <a:cs typeface="Ubuntu Sans"/>
              </a:defRPr>
            </a:defPPr>
            <a:lvl1pPr algn="l">
              <a:defRPr sz="825" b="1">
                <a:solidFill>
                  <a:srgbClr val="66819E"/>
                </a:solidFill>
                <a:latin typeface="Ubuntu Sans"/>
                <a:ea typeface="Ubuntu Sans"/>
                <a:cs typeface="Ubuntu Sans"/>
              </a:defRPr>
            </a:lvl1pPr>
            <a:lvl2pPr algn="l">
              <a:defRPr sz="825" b="1">
                <a:solidFill>
                  <a:srgbClr val="66819E"/>
                </a:solidFill>
                <a:latin typeface="Ubuntu Sans"/>
                <a:ea typeface="Ubuntu Sans"/>
                <a:cs typeface="Ubuntu Sans"/>
              </a:defRPr>
            </a:lvl2pPr>
            <a:lvl3pPr algn="l">
              <a:defRPr sz="825" b="1">
                <a:solidFill>
                  <a:srgbClr val="66819E"/>
                </a:solidFill>
                <a:latin typeface="Ubuntu Sans"/>
                <a:ea typeface="Ubuntu Sans"/>
                <a:cs typeface="Ubuntu Sans"/>
              </a:defRPr>
            </a:lvl3pPr>
            <a:lvl4pPr algn="l">
              <a:defRPr sz="825" b="1">
                <a:solidFill>
                  <a:srgbClr val="66819E"/>
                </a:solidFill>
                <a:latin typeface="Ubuntu Sans"/>
                <a:ea typeface="Ubuntu Sans"/>
                <a:cs typeface="Ubuntu Sans"/>
              </a:defRPr>
            </a:lvl4pPr>
            <a:lvl5pPr algn="l">
              <a:defRPr sz="825" b="1">
                <a:solidFill>
                  <a:srgbClr val="66819E"/>
                </a:solidFill>
                <a:latin typeface="Ubuntu Sans"/>
                <a:ea typeface="Ubuntu Sans"/>
                <a:cs typeface="Ubuntu Sans"/>
              </a:defRPr>
            </a:lvl5pPr>
            <a:lvl6pPr algn="l">
              <a:defRPr sz="825" b="1">
                <a:solidFill>
                  <a:srgbClr val="66819E"/>
                </a:solidFill>
                <a:latin typeface="Ubuntu Sans"/>
                <a:ea typeface="Ubuntu Sans"/>
                <a:cs typeface="Ubuntu Sans"/>
              </a:defRPr>
            </a:lvl6pPr>
            <a:lvl7pPr algn="l">
              <a:defRPr sz="825" b="1">
                <a:solidFill>
                  <a:srgbClr val="66819E"/>
                </a:solidFill>
                <a:latin typeface="Ubuntu Sans"/>
                <a:ea typeface="Ubuntu Sans"/>
                <a:cs typeface="Ubuntu Sans"/>
              </a:defRPr>
            </a:lvl7pPr>
            <a:lvl8pPr algn="l">
              <a:defRPr sz="825" b="1">
                <a:solidFill>
                  <a:srgbClr val="66819E"/>
                </a:solidFill>
                <a:latin typeface="Ubuntu Sans"/>
                <a:ea typeface="Ubuntu Sans"/>
                <a:cs typeface="Ubuntu Sans"/>
              </a:defRPr>
            </a:lvl8pPr>
            <a:lvl9pPr algn="l">
              <a:defRPr sz="825" b="1">
                <a:solidFill>
                  <a:srgbClr val="66819E"/>
                </a:solidFill>
                <a:latin typeface="Ubuntu Sans"/>
                <a:ea typeface="Ubuntu Sans"/>
                <a:cs typeface="Ubuntu Sans"/>
              </a:defRPr>
            </a:lvl9pPr>
          </a:lstStyle>
          <a:p xmlns:a="http://schemas.openxmlformats.org/drawingml/2006/main">
            <a:pPr algn="l">
              <a:defRPr sz="825" b="1">
                <a:solidFill>
                  <a:srgbClr val="66819E"/>
                </a:solidFill>
                <a:latin typeface="Ubuntu Sans"/>
                <a:ea typeface="Ubuntu Sans"/>
                <a:cs typeface="Ubuntu Sans"/>
              </a:defRPr>
            </a:pPr>
            <a:r>
              <a:rPr sz="825" b="1">
                <a:solidFill>
                  <a:srgbClr val="66819E"/>
                </a:solidFill>
                <a:latin typeface="Ubuntu Sans"/>
                <a:ea typeface="Ubuntu Sans"/>
                <a:cs typeface="Ubuntu Sans"/>
              </a:rPr>
              <a:t>CODITENT  •  BACKEND</a:t>
            </a:r>
          </a:p>
        </p:txBody>
      </p:sp>
    </p:spTree>
    <p:extLst>
      <p:ext uri="{BB962C8B-B14F-4D97-AF65-F5344CB8AC3E}">
        <p14:creationId xmlns:p14="http://schemas.microsoft.com/office/powerpoint/2010/main" val="1804377335"/>
      </p:ext>
    </p:extLst>
  </p:cSld>
</p:sld>
</file>

<file path=ppt/slides/slide7.xml><?xml version="1.0" encoding="utf-8"?>
<p:sld xmlns:p="http://schemas.openxmlformats.org/presentationml/2006/main">
  <p:cSld>
    <p:bg>
      <p:bgPr>
        <a:solidFill xmlns:a="http://schemas.openxmlformats.org/drawingml/2006/main">
          <a:srgbClr val="07111F"/>
        </a:solidFill>
      </p:bgPr>
    </p:bg>
    <p:spTree>
      <p:nvGrpSpPr>
        <p:cNvPr id="1" name=""/>
        <p:cNvGrpSpPr/>
        <p:nvPr/>
      </p:nvGrpSpPr>
      <p:grpSpPr>
        <a:xfrm xmlns:a="http://schemas.openxmlformats.org/drawingml/2006/main"/>
      </p:grpSpPr>
      <p:sp>
        <p:nvSpPr>
          <p:cNvPr id="39" name="">
            <a:extLst xmlns:a="http://schemas.openxmlformats.org/drawingml/2006/main">
              <a:ext uri="{FF2B5EF4-FFF2-40B4-BE49-F238E27FC236}">
                <a16:creationId xmlns:a16="http://schemas.microsoft.com/office/drawing/2014/main" id="{91B58802-E888-4267-B088-0BB63B7C2FA2}"/>
              </a:ext>
            </a:extLst>
          </p:cNvPr>
          <p:cNvSpPr>
            <a:spLocks xmlns:a="http://schemas.openxmlformats.org/drawingml/2006/main" noGrp="1"/>
          </p:cNvSpPr>
          <p:nvPr/>
        </p:nvSpPr>
        <p:spPr>
          <a:xfrm xmlns:a="http://schemas.openxmlformats.org/drawingml/2006/main">
            <a:off x="609600" y="3238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l">
              <a:defRPr sz="1050" b="1">
                <a:solidFill>
                  <a:srgbClr val="2FD6D3"/>
                </a:solidFill>
                <a:latin typeface="Ubuntu Sans"/>
                <a:ea typeface="Ubuntu Sans"/>
                <a:cs typeface="Ubuntu Sans"/>
              </a:defRPr>
            </a:defPPr>
            <a:lvl1pPr algn="l">
              <a:defRPr sz="1050" b="1">
                <a:solidFill>
                  <a:srgbClr val="2FD6D3"/>
                </a:solidFill>
                <a:latin typeface="Ubuntu Sans"/>
                <a:ea typeface="Ubuntu Sans"/>
                <a:cs typeface="Ubuntu Sans"/>
              </a:defRPr>
            </a:lvl1pPr>
            <a:lvl2pPr algn="l">
              <a:defRPr sz="1050" b="1">
                <a:solidFill>
                  <a:srgbClr val="2FD6D3"/>
                </a:solidFill>
                <a:latin typeface="Ubuntu Sans"/>
                <a:ea typeface="Ubuntu Sans"/>
                <a:cs typeface="Ubuntu Sans"/>
              </a:defRPr>
            </a:lvl2pPr>
            <a:lvl3pPr algn="l">
              <a:defRPr sz="1050" b="1">
                <a:solidFill>
                  <a:srgbClr val="2FD6D3"/>
                </a:solidFill>
                <a:latin typeface="Ubuntu Sans"/>
                <a:ea typeface="Ubuntu Sans"/>
                <a:cs typeface="Ubuntu Sans"/>
              </a:defRPr>
            </a:lvl3pPr>
            <a:lvl4pPr algn="l">
              <a:defRPr sz="1050" b="1">
                <a:solidFill>
                  <a:srgbClr val="2FD6D3"/>
                </a:solidFill>
                <a:latin typeface="Ubuntu Sans"/>
                <a:ea typeface="Ubuntu Sans"/>
                <a:cs typeface="Ubuntu Sans"/>
              </a:defRPr>
            </a:lvl4pPr>
            <a:lvl5pPr algn="l">
              <a:defRPr sz="1050" b="1">
                <a:solidFill>
                  <a:srgbClr val="2FD6D3"/>
                </a:solidFill>
                <a:latin typeface="Ubuntu Sans"/>
                <a:ea typeface="Ubuntu Sans"/>
                <a:cs typeface="Ubuntu Sans"/>
              </a:defRPr>
            </a:lvl5pPr>
            <a:lvl6pPr algn="l">
              <a:defRPr sz="1050" b="1">
                <a:solidFill>
                  <a:srgbClr val="2FD6D3"/>
                </a:solidFill>
                <a:latin typeface="Ubuntu Sans"/>
                <a:ea typeface="Ubuntu Sans"/>
                <a:cs typeface="Ubuntu Sans"/>
              </a:defRPr>
            </a:lvl6pPr>
            <a:lvl7pPr algn="l">
              <a:defRPr sz="1050" b="1">
                <a:solidFill>
                  <a:srgbClr val="2FD6D3"/>
                </a:solidFill>
                <a:latin typeface="Ubuntu Sans"/>
                <a:ea typeface="Ubuntu Sans"/>
                <a:cs typeface="Ubuntu Sans"/>
              </a:defRPr>
            </a:lvl7pPr>
            <a:lvl8pPr algn="l">
              <a:defRPr sz="1050" b="1">
                <a:solidFill>
                  <a:srgbClr val="2FD6D3"/>
                </a:solidFill>
                <a:latin typeface="Ubuntu Sans"/>
                <a:ea typeface="Ubuntu Sans"/>
                <a:cs typeface="Ubuntu Sans"/>
              </a:defRPr>
            </a:lvl8pPr>
            <a:lvl9pPr algn="l">
              <a:defRPr sz="1050" b="1">
                <a:solidFill>
                  <a:srgbClr val="2FD6D3"/>
                </a:solidFill>
                <a:latin typeface="Ubuntu Sans"/>
                <a:ea typeface="Ubuntu Sans"/>
                <a:cs typeface="Ubuntu Sans"/>
              </a:defRPr>
            </a:lvl9pPr>
          </a:lstStyle>
          <a:p xmlns:a="http://schemas.openxmlformats.org/drawingml/2006/main">
            <a:pPr algn="l">
              <a:defRPr sz="1050" b="1">
                <a:solidFill>
                  <a:srgbClr val="2FD6D3"/>
                </a:solidFill>
                <a:latin typeface="Ubuntu Sans"/>
                <a:ea typeface="Ubuntu Sans"/>
                <a:cs typeface="Ubuntu Sans"/>
              </a:defRPr>
            </a:pPr>
            <a:r>
              <a:rPr sz="1050" b="1">
                <a:solidFill>
                  <a:srgbClr val="2FD6D3"/>
                </a:solidFill>
                <a:latin typeface="Ubuntu Sans"/>
                <a:ea typeface="Ubuntu Sans"/>
                <a:cs typeface="Ubuntu Sans"/>
              </a:rPr>
              <a:t>IDENTITY</a:t>
            </a:r>
          </a:p>
        </p:txBody>
      </p:sp>
      <p:sp>
        <p:nvSpPr>
          <p:cNvPr id="2" name="">
            <a:extLst xmlns:a="http://schemas.openxmlformats.org/drawingml/2006/main">
              <a:ext uri="{FF2B5EF4-FFF2-40B4-BE49-F238E27FC236}">
                <a16:creationId xmlns:a16="http://schemas.microsoft.com/office/drawing/2014/main" id="{63A440A0-2E0E-42E5-997E-3F8C1627D338}"/>
              </a:ext>
            </a:extLst>
          </p:cNvPr>
          <p:cNvSpPr>
            <a:spLocks xmlns:a="http://schemas.openxmlformats.org/drawingml/2006/main" noGrp="1"/>
          </p:cNvSpPr>
          <p:nvPr/>
        </p:nvSpPr>
        <p:spPr>
          <a:xfrm xmlns:a="http://schemas.openxmlformats.org/drawingml/2006/main">
            <a:off x="609600" y="590550"/>
            <a:ext cx="10382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6032"/>
          </a:bodyPr>
          <a:lstStyle xmlns:a="http://schemas.openxmlformats.org/drawingml/2006/main">
            <a:defPPr algn="l">
              <a:defRPr sz="3150" b="1">
                <a:solidFill>
                  <a:srgbClr val="F4F8FF"/>
                </a:solidFill>
                <a:latin typeface="Ubuntu Sans"/>
                <a:ea typeface="Ubuntu Sans"/>
                <a:cs typeface="Ubuntu Sans"/>
              </a:defRPr>
            </a:defPPr>
            <a:lvl1pPr algn="l">
              <a:defRPr sz="3150" b="1">
                <a:solidFill>
                  <a:srgbClr val="F4F8FF"/>
                </a:solidFill>
                <a:latin typeface="Ubuntu Sans"/>
                <a:ea typeface="Ubuntu Sans"/>
                <a:cs typeface="Ubuntu Sans"/>
              </a:defRPr>
            </a:lvl1pPr>
            <a:lvl2pPr algn="l">
              <a:defRPr sz="3150" b="1">
                <a:solidFill>
                  <a:srgbClr val="F4F8FF"/>
                </a:solidFill>
                <a:latin typeface="Ubuntu Sans"/>
                <a:ea typeface="Ubuntu Sans"/>
                <a:cs typeface="Ubuntu Sans"/>
              </a:defRPr>
            </a:lvl2pPr>
            <a:lvl3pPr algn="l">
              <a:defRPr sz="3150" b="1">
                <a:solidFill>
                  <a:srgbClr val="F4F8FF"/>
                </a:solidFill>
                <a:latin typeface="Ubuntu Sans"/>
                <a:ea typeface="Ubuntu Sans"/>
                <a:cs typeface="Ubuntu Sans"/>
              </a:defRPr>
            </a:lvl3pPr>
            <a:lvl4pPr algn="l">
              <a:defRPr sz="3150" b="1">
                <a:solidFill>
                  <a:srgbClr val="F4F8FF"/>
                </a:solidFill>
                <a:latin typeface="Ubuntu Sans"/>
                <a:ea typeface="Ubuntu Sans"/>
                <a:cs typeface="Ubuntu Sans"/>
              </a:defRPr>
            </a:lvl4pPr>
            <a:lvl5pPr algn="l">
              <a:defRPr sz="3150" b="1">
                <a:solidFill>
                  <a:srgbClr val="F4F8FF"/>
                </a:solidFill>
                <a:latin typeface="Ubuntu Sans"/>
                <a:ea typeface="Ubuntu Sans"/>
                <a:cs typeface="Ubuntu Sans"/>
              </a:defRPr>
            </a:lvl5pPr>
            <a:lvl6pPr algn="l">
              <a:defRPr sz="3150" b="1">
                <a:solidFill>
                  <a:srgbClr val="F4F8FF"/>
                </a:solidFill>
                <a:latin typeface="Ubuntu Sans"/>
                <a:ea typeface="Ubuntu Sans"/>
                <a:cs typeface="Ubuntu Sans"/>
              </a:defRPr>
            </a:lvl6pPr>
            <a:lvl7pPr algn="l">
              <a:defRPr sz="3150" b="1">
                <a:solidFill>
                  <a:srgbClr val="F4F8FF"/>
                </a:solidFill>
                <a:latin typeface="Ubuntu Sans"/>
                <a:ea typeface="Ubuntu Sans"/>
                <a:cs typeface="Ubuntu Sans"/>
              </a:defRPr>
            </a:lvl7pPr>
            <a:lvl8pPr algn="l">
              <a:defRPr sz="3150" b="1">
                <a:solidFill>
                  <a:srgbClr val="F4F8FF"/>
                </a:solidFill>
                <a:latin typeface="Ubuntu Sans"/>
                <a:ea typeface="Ubuntu Sans"/>
                <a:cs typeface="Ubuntu Sans"/>
              </a:defRPr>
            </a:lvl8pPr>
            <a:lvl9pPr algn="l">
              <a:defRPr sz="3150" b="1">
                <a:solidFill>
                  <a:srgbClr val="F4F8FF"/>
                </a:solidFill>
                <a:latin typeface="Ubuntu Sans"/>
                <a:ea typeface="Ubuntu Sans"/>
                <a:cs typeface="Ubuntu Sans"/>
              </a:defRPr>
            </a:lvl9pPr>
          </a:lstStyle>
          <a:p xmlns:a="http://schemas.openxmlformats.org/drawingml/2006/main">
            <a:pPr algn="l">
              <a:defRPr sz="3150" b="1">
                <a:solidFill>
                  <a:srgbClr val="F4F8FF"/>
                </a:solidFill>
                <a:latin typeface="Ubuntu Sans"/>
                <a:ea typeface="Ubuntu Sans"/>
                <a:cs typeface="Ubuntu Sans"/>
              </a:defRPr>
            </a:pPr>
            <a:r>
              <a:rPr sz="3150" b="1">
                <a:solidFill>
                  <a:srgbClr val="F4F8FF"/>
                </a:solidFill>
                <a:latin typeface="Ubuntu Sans"/>
                <a:ea typeface="Ubuntu Sans"/>
                <a:cs typeface="Ubuntu Sans"/>
              </a:rPr>
              <a:t>Authentication and session security</a:t>
            </a:r>
          </a:p>
        </p:txBody>
      </p:sp>
      <p:sp>
        <p:nvSpPr>
          <p:cNvPr id="3" name="">
            <a:extLst xmlns:a="http://schemas.openxmlformats.org/drawingml/2006/main">
              <a:ext uri="{FF2B5EF4-FFF2-40B4-BE49-F238E27FC236}">
                <a16:creationId xmlns:a16="http://schemas.microsoft.com/office/drawing/2014/main" id="{AA2864F4-1308-4415-AB6B-CF1024D8E937}"/>
              </a:ext>
            </a:extLst>
          </p:cNvPr>
          <p:cNvSpPr>
            <a:spLocks xmlns:a="http://schemas.openxmlformats.org/drawingml/2006/main" noGrp="1"/>
          </p:cNvSpPr>
          <p:nvPr/>
        </p:nvSpPr>
        <p:spPr>
          <a:xfrm xmlns:a="http://schemas.openxmlformats.org/drawingml/2006/main">
            <a:off x="11258550" y="419100"/>
            <a:ext cx="323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r">
              <a:defRPr sz="1050" b="1">
                <a:solidFill>
                  <a:srgbClr val="A9BCD0"/>
                </a:solidFill>
                <a:latin typeface="Ubuntu Sans"/>
                <a:ea typeface="Ubuntu Sans"/>
                <a:cs typeface="Ubuntu Sans"/>
              </a:defRPr>
            </a:defPPr>
            <a:lvl1pPr algn="r">
              <a:defRPr sz="1050" b="1">
                <a:solidFill>
                  <a:srgbClr val="A9BCD0"/>
                </a:solidFill>
                <a:latin typeface="Ubuntu Sans"/>
                <a:ea typeface="Ubuntu Sans"/>
                <a:cs typeface="Ubuntu Sans"/>
              </a:defRPr>
            </a:lvl1pPr>
            <a:lvl2pPr algn="r">
              <a:defRPr sz="1050" b="1">
                <a:solidFill>
                  <a:srgbClr val="A9BCD0"/>
                </a:solidFill>
                <a:latin typeface="Ubuntu Sans"/>
                <a:ea typeface="Ubuntu Sans"/>
                <a:cs typeface="Ubuntu Sans"/>
              </a:defRPr>
            </a:lvl2pPr>
            <a:lvl3pPr algn="r">
              <a:defRPr sz="1050" b="1">
                <a:solidFill>
                  <a:srgbClr val="A9BCD0"/>
                </a:solidFill>
                <a:latin typeface="Ubuntu Sans"/>
                <a:ea typeface="Ubuntu Sans"/>
                <a:cs typeface="Ubuntu Sans"/>
              </a:defRPr>
            </a:lvl3pPr>
            <a:lvl4pPr algn="r">
              <a:defRPr sz="1050" b="1">
                <a:solidFill>
                  <a:srgbClr val="A9BCD0"/>
                </a:solidFill>
                <a:latin typeface="Ubuntu Sans"/>
                <a:ea typeface="Ubuntu Sans"/>
                <a:cs typeface="Ubuntu Sans"/>
              </a:defRPr>
            </a:lvl4pPr>
            <a:lvl5pPr algn="r">
              <a:defRPr sz="1050" b="1">
                <a:solidFill>
                  <a:srgbClr val="A9BCD0"/>
                </a:solidFill>
                <a:latin typeface="Ubuntu Sans"/>
                <a:ea typeface="Ubuntu Sans"/>
                <a:cs typeface="Ubuntu Sans"/>
              </a:defRPr>
            </a:lvl5pPr>
            <a:lvl6pPr algn="r">
              <a:defRPr sz="1050" b="1">
                <a:solidFill>
                  <a:srgbClr val="A9BCD0"/>
                </a:solidFill>
                <a:latin typeface="Ubuntu Sans"/>
                <a:ea typeface="Ubuntu Sans"/>
                <a:cs typeface="Ubuntu Sans"/>
              </a:defRPr>
            </a:lvl6pPr>
            <a:lvl7pPr algn="r">
              <a:defRPr sz="1050" b="1">
                <a:solidFill>
                  <a:srgbClr val="A9BCD0"/>
                </a:solidFill>
                <a:latin typeface="Ubuntu Sans"/>
                <a:ea typeface="Ubuntu Sans"/>
                <a:cs typeface="Ubuntu Sans"/>
              </a:defRPr>
            </a:lvl7pPr>
            <a:lvl8pPr algn="r">
              <a:defRPr sz="1050" b="1">
                <a:solidFill>
                  <a:srgbClr val="A9BCD0"/>
                </a:solidFill>
                <a:latin typeface="Ubuntu Sans"/>
                <a:ea typeface="Ubuntu Sans"/>
                <a:cs typeface="Ubuntu Sans"/>
              </a:defRPr>
            </a:lvl8pPr>
            <a:lvl9pPr algn="r">
              <a:defRPr sz="1050" b="1">
                <a:solidFill>
                  <a:srgbClr val="A9BCD0"/>
                </a:solidFill>
                <a:latin typeface="Ubuntu Sans"/>
                <a:ea typeface="Ubuntu Sans"/>
                <a:cs typeface="Ubuntu Sans"/>
              </a:defRPr>
            </a:lvl9pPr>
          </a:lstStyle>
          <a:p xmlns:a="http://schemas.openxmlformats.org/drawingml/2006/main">
            <a:pPr algn="r">
              <a:defRPr sz="1050" b="1">
                <a:solidFill>
                  <a:srgbClr val="A9BCD0"/>
                </a:solidFill>
                <a:latin typeface="Ubuntu Sans"/>
                <a:ea typeface="Ubuntu Sans"/>
                <a:cs typeface="Ubuntu Sans"/>
              </a:defRPr>
            </a:pPr>
            <a:r>
              <a:rPr sz="1050" b="1">
                <a:solidFill>
                  <a:srgbClr val="A9BCD0"/>
                </a:solidFill>
                <a:latin typeface="Ubuntu Sans"/>
                <a:ea typeface="Ubuntu Sans"/>
                <a:cs typeface="Ubuntu Sans"/>
              </a:rPr>
              <a:t>07</a:t>
            </a:r>
          </a:p>
        </p:txBody>
      </p:sp>
      <p:sp>
        <p:nvSpPr>
          <p:cNvPr id="4" name="">
            <a:extLst xmlns:a="http://schemas.openxmlformats.org/drawingml/2006/main">
              <a:ext uri="{FF2B5EF4-FFF2-40B4-BE49-F238E27FC236}">
                <a16:creationId xmlns:a16="http://schemas.microsoft.com/office/drawing/2014/main" id="{771FFA48-0308-4AD0-8249-D24E0E08A239}"/>
              </a:ext>
            </a:extLst>
          </p:cNvPr>
          <p:cNvSpPr>
            <a:spLocks xmlns:a="http://schemas.openxmlformats.org/drawingml/2006/main" noGrp="1"/>
          </p:cNvSpPr>
          <p:nvPr/>
        </p:nvSpPr>
        <p:spPr>
          <a:xfrm xmlns:a="http://schemas.openxmlformats.org/drawingml/2006/main">
            <a:off x="609600" y="1219200"/>
            <a:ext cx="10972800" cy="0"/>
          </a:xfrm>
          <a:prstGeom xmlns:a="http://schemas.openxmlformats.org/drawingml/2006/main" prst="line">
            <a:avLst/>
          </a:prstGeom>
          <a:noFill xmlns:a="http://schemas.openxmlformats.org/drawingml/2006/main"/>
          <a:ln xmlns:a="http://schemas.openxmlformats.org/drawingml/2006/main" w="9525">
            <a:solidFill>
              <a:srgbClr val="2B4563"/>
            </a:solidFill>
            <a:prstDash val="solid"/>
          </a:ln>
        </p:spPr>
      </p:sp>
      <p:sp>
        <p:nvSpPr>
          <p:cNvPr id="5" name="">
            <a:extLst xmlns:a="http://schemas.openxmlformats.org/drawingml/2006/main">
              <a:ext uri="{FF2B5EF4-FFF2-40B4-BE49-F238E27FC236}">
                <a16:creationId xmlns:a16="http://schemas.microsoft.com/office/drawing/2014/main" id="{C2F86768-9568-4C73-87A3-BF136608C785}"/>
              </a:ext>
            </a:extLst>
          </p:cNvPr>
          <p:cNvSpPr>
            <a:spLocks xmlns:a="http://schemas.openxmlformats.org/drawingml/2006/main" noGrp="1"/>
          </p:cNvSpPr>
          <p:nvPr/>
        </p:nvSpPr>
        <p:spPr>
          <a:xfrm xmlns:a="http://schemas.openxmlformats.org/drawingml/2006/main">
            <a:off x="609600" y="1371600"/>
            <a:ext cx="10668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650" b="0">
                <a:solidFill>
                  <a:srgbClr val="A9BCD0"/>
                </a:solidFill>
                <a:latin typeface="Ubuntu Sans"/>
                <a:ea typeface="Ubuntu Sans"/>
                <a:cs typeface="Ubuntu Sans"/>
              </a:defRPr>
            </a:defPPr>
            <a:lvl1pPr algn="l">
              <a:defRPr sz="1650" b="0">
                <a:solidFill>
                  <a:srgbClr val="A9BCD0"/>
                </a:solidFill>
                <a:latin typeface="Ubuntu Sans"/>
                <a:ea typeface="Ubuntu Sans"/>
                <a:cs typeface="Ubuntu Sans"/>
              </a:defRPr>
            </a:lvl1pPr>
            <a:lvl2pPr algn="l">
              <a:defRPr sz="1650" b="0">
                <a:solidFill>
                  <a:srgbClr val="A9BCD0"/>
                </a:solidFill>
                <a:latin typeface="Ubuntu Sans"/>
                <a:ea typeface="Ubuntu Sans"/>
                <a:cs typeface="Ubuntu Sans"/>
              </a:defRPr>
            </a:lvl2pPr>
            <a:lvl3pPr algn="l">
              <a:defRPr sz="1650" b="0">
                <a:solidFill>
                  <a:srgbClr val="A9BCD0"/>
                </a:solidFill>
                <a:latin typeface="Ubuntu Sans"/>
                <a:ea typeface="Ubuntu Sans"/>
                <a:cs typeface="Ubuntu Sans"/>
              </a:defRPr>
            </a:lvl3pPr>
            <a:lvl4pPr algn="l">
              <a:defRPr sz="1650" b="0">
                <a:solidFill>
                  <a:srgbClr val="A9BCD0"/>
                </a:solidFill>
                <a:latin typeface="Ubuntu Sans"/>
                <a:ea typeface="Ubuntu Sans"/>
                <a:cs typeface="Ubuntu Sans"/>
              </a:defRPr>
            </a:lvl4pPr>
            <a:lvl5pPr algn="l">
              <a:defRPr sz="1650" b="0">
                <a:solidFill>
                  <a:srgbClr val="A9BCD0"/>
                </a:solidFill>
                <a:latin typeface="Ubuntu Sans"/>
                <a:ea typeface="Ubuntu Sans"/>
                <a:cs typeface="Ubuntu Sans"/>
              </a:defRPr>
            </a:lvl5pPr>
            <a:lvl6pPr algn="l">
              <a:defRPr sz="1650" b="0">
                <a:solidFill>
                  <a:srgbClr val="A9BCD0"/>
                </a:solidFill>
                <a:latin typeface="Ubuntu Sans"/>
                <a:ea typeface="Ubuntu Sans"/>
                <a:cs typeface="Ubuntu Sans"/>
              </a:defRPr>
            </a:lvl6pPr>
            <a:lvl7pPr algn="l">
              <a:defRPr sz="1650" b="0">
                <a:solidFill>
                  <a:srgbClr val="A9BCD0"/>
                </a:solidFill>
                <a:latin typeface="Ubuntu Sans"/>
                <a:ea typeface="Ubuntu Sans"/>
                <a:cs typeface="Ubuntu Sans"/>
              </a:defRPr>
            </a:lvl7pPr>
            <a:lvl8pPr algn="l">
              <a:defRPr sz="1650" b="0">
                <a:solidFill>
                  <a:srgbClr val="A9BCD0"/>
                </a:solidFill>
                <a:latin typeface="Ubuntu Sans"/>
                <a:ea typeface="Ubuntu Sans"/>
                <a:cs typeface="Ubuntu Sans"/>
              </a:defRPr>
            </a:lvl8pPr>
            <a:lvl9pPr algn="l">
              <a:defRPr sz="1650" b="0">
                <a:solidFill>
                  <a:srgbClr val="A9BCD0"/>
                </a:solidFill>
                <a:latin typeface="Ubuntu Sans"/>
                <a:ea typeface="Ubuntu Sans"/>
                <a:cs typeface="Ubuntu Sans"/>
              </a:defRPr>
            </a:lvl9pPr>
          </a:lstStyle>
          <a:p xmlns:a="http://schemas.openxmlformats.org/drawingml/2006/main">
            <a:pPr algn="l">
              <a:defRPr sz="1650" b="0">
                <a:solidFill>
                  <a:srgbClr val="A9BCD0"/>
                </a:solidFill>
                <a:latin typeface="Ubuntu Sans"/>
                <a:ea typeface="Ubuntu Sans"/>
                <a:cs typeface="Ubuntu Sans"/>
              </a:defRPr>
            </a:pPr>
            <a:r>
              <a:rPr sz="1650" b="0">
                <a:solidFill>
                  <a:srgbClr val="A9BCD0"/>
                </a:solidFill>
                <a:latin typeface="Ubuntu Sans"/>
                <a:ea typeface="Ubuntu Sans"/>
                <a:cs typeface="Ubuntu Sans"/>
              </a:rPr>
              <a:t>A token identifies a session. Current database state decides whether that session still has authority.</a:t>
            </a:r>
          </a:p>
        </p:txBody>
      </p:sp>
      <p:sp>
        <p:nvSpPr>
          <p:cNvPr id="6" name="">
            <a:extLst xmlns:a="http://schemas.openxmlformats.org/drawingml/2006/main">
              <a:ext uri="{FF2B5EF4-FFF2-40B4-BE49-F238E27FC236}">
                <a16:creationId xmlns:a16="http://schemas.microsoft.com/office/drawing/2014/main" id="{5C470536-8F61-472F-B9A7-57368376E0F4}"/>
              </a:ext>
            </a:extLst>
          </p:cNvPr>
          <p:cNvSpPr>
            <a:spLocks xmlns:a="http://schemas.openxmlformats.org/drawingml/2006/main" noGrp="1"/>
          </p:cNvSpPr>
          <p:nvPr/>
        </p:nvSpPr>
        <p:spPr>
          <a:xfrm xmlns:a="http://schemas.openxmlformats.org/drawingml/2006/main">
            <a:off x="609600" y="2057400"/>
            <a:ext cx="3314700" cy="895350"/>
          </a:xfrm>
          <a:prstGeom xmlns:a="http://schemas.openxmlformats.org/drawingml/2006/main" prst="roundRect">
            <a:avLst>
              <a:gd name="adj" fmla="val 12766"/>
            </a:avLst>
          </a:prstGeom>
          <a:solidFill xmlns:a="http://schemas.openxmlformats.org/drawingml/2006/main">
            <a:srgbClr val="10223A"/>
          </a:solidFill>
          <a:ln xmlns:a="http://schemas.openxmlformats.org/drawingml/2006/main" w="11430">
            <a:solidFill>
              <a:srgbClr val="2B4563"/>
            </a:solidFill>
            <a:prstDash val="solid"/>
          </a:ln>
        </p:spPr>
      </p:sp>
      <p:sp>
        <p:nvSpPr>
          <p:cNvPr id="7" name="">
            <a:extLst xmlns:a="http://schemas.openxmlformats.org/drawingml/2006/main">
              <a:ext uri="{FF2B5EF4-FFF2-40B4-BE49-F238E27FC236}">
                <a16:creationId xmlns:a16="http://schemas.microsoft.com/office/drawing/2014/main" id="{DC89F4BE-ECD2-4D60-AEC8-344FABDCDDB1}"/>
              </a:ext>
            </a:extLst>
          </p:cNvPr>
          <p:cNvSpPr>
            <a:spLocks xmlns:a="http://schemas.openxmlformats.org/drawingml/2006/main" noGrp="1"/>
          </p:cNvSpPr>
          <p:nvPr/>
        </p:nvSpPr>
        <p:spPr>
          <a:xfrm xmlns:a="http://schemas.openxmlformats.org/drawingml/2006/main">
            <a:off x="762000" y="2228850"/>
            <a:ext cx="438150" cy="438150"/>
          </a:xfrm>
          <a:prstGeom xmlns:a="http://schemas.openxmlformats.org/drawingml/2006/main" prst="ellipse">
            <a:avLst/>
          </a:prstGeom>
          <a:solidFill xmlns:a="http://schemas.openxmlformats.org/drawingml/2006/main">
            <a:srgbClr val="2FD6D3"/>
          </a:solidFill>
          <a:ln xmlns:a="http://schemas.openxmlformats.org/drawingml/2006/main" w="11430">
            <a:solidFill>
              <a:srgbClr val="2FD6D3"/>
            </a:solidFill>
            <a:prstDash val="solid"/>
          </a:ln>
        </p:spPr>
      </p:sp>
      <p:sp>
        <p:nvSpPr>
          <p:cNvPr id="8" name="">
            <a:extLst xmlns:a="http://schemas.openxmlformats.org/drawingml/2006/main">
              <a:ext uri="{FF2B5EF4-FFF2-40B4-BE49-F238E27FC236}">
                <a16:creationId xmlns:a16="http://schemas.microsoft.com/office/drawing/2014/main" id="{9CF67694-95AD-4918-BF74-5053F0E284C7}"/>
              </a:ext>
            </a:extLst>
          </p:cNvPr>
          <p:cNvSpPr>
            <a:spLocks xmlns:a="http://schemas.openxmlformats.org/drawingml/2006/main" noGrp="1"/>
          </p:cNvSpPr>
          <p:nvPr/>
        </p:nvSpPr>
        <p:spPr>
          <a:xfrm xmlns:a="http://schemas.openxmlformats.org/drawingml/2006/main">
            <a:off x="762000" y="2228850"/>
            <a:ext cx="4381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ctr">
              <a:defRPr sz="1575" b="1">
                <a:solidFill>
                  <a:srgbClr val="07111F"/>
                </a:solidFill>
                <a:latin typeface="Ubuntu Sans"/>
                <a:ea typeface="Ubuntu Sans"/>
                <a:cs typeface="Ubuntu Sans"/>
              </a:defRPr>
            </a:defPPr>
            <a:lvl1pPr algn="ctr">
              <a:defRPr sz="1575" b="1">
                <a:solidFill>
                  <a:srgbClr val="07111F"/>
                </a:solidFill>
                <a:latin typeface="Ubuntu Sans"/>
                <a:ea typeface="Ubuntu Sans"/>
                <a:cs typeface="Ubuntu Sans"/>
              </a:defRPr>
            </a:lvl1pPr>
            <a:lvl2pPr algn="ctr">
              <a:defRPr sz="1575" b="1">
                <a:solidFill>
                  <a:srgbClr val="07111F"/>
                </a:solidFill>
                <a:latin typeface="Ubuntu Sans"/>
                <a:ea typeface="Ubuntu Sans"/>
                <a:cs typeface="Ubuntu Sans"/>
              </a:defRPr>
            </a:lvl2pPr>
            <a:lvl3pPr algn="ctr">
              <a:defRPr sz="1575" b="1">
                <a:solidFill>
                  <a:srgbClr val="07111F"/>
                </a:solidFill>
                <a:latin typeface="Ubuntu Sans"/>
                <a:ea typeface="Ubuntu Sans"/>
                <a:cs typeface="Ubuntu Sans"/>
              </a:defRPr>
            </a:lvl3pPr>
            <a:lvl4pPr algn="ctr">
              <a:defRPr sz="1575" b="1">
                <a:solidFill>
                  <a:srgbClr val="07111F"/>
                </a:solidFill>
                <a:latin typeface="Ubuntu Sans"/>
                <a:ea typeface="Ubuntu Sans"/>
                <a:cs typeface="Ubuntu Sans"/>
              </a:defRPr>
            </a:lvl4pPr>
            <a:lvl5pPr algn="ctr">
              <a:defRPr sz="1575" b="1">
                <a:solidFill>
                  <a:srgbClr val="07111F"/>
                </a:solidFill>
                <a:latin typeface="Ubuntu Sans"/>
                <a:ea typeface="Ubuntu Sans"/>
                <a:cs typeface="Ubuntu Sans"/>
              </a:defRPr>
            </a:lvl5pPr>
            <a:lvl6pPr algn="ctr">
              <a:defRPr sz="1575" b="1">
                <a:solidFill>
                  <a:srgbClr val="07111F"/>
                </a:solidFill>
                <a:latin typeface="Ubuntu Sans"/>
                <a:ea typeface="Ubuntu Sans"/>
                <a:cs typeface="Ubuntu Sans"/>
              </a:defRPr>
            </a:lvl6pPr>
            <a:lvl7pPr algn="ctr">
              <a:defRPr sz="1575" b="1">
                <a:solidFill>
                  <a:srgbClr val="07111F"/>
                </a:solidFill>
                <a:latin typeface="Ubuntu Sans"/>
                <a:ea typeface="Ubuntu Sans"/>
                <a:cs typeface="Ubuntu Sans"/>
              </a:defRPr>
            </a:lvl7pPr>
            <a:lvl8pPr algn="ctr">
              <a:defRPr sz="1575" b="1">
                <a:solidFill>
                  <a:srgbClr val="07111F"/>
                </a:solidFill>
                <a:latin typeface="Ubuntu Sans"/>
                <a:ea typeface="Ubuntu Sans"/>
                <a:cs typeface="Ubuntu Sans"/>
              </a:defRPr>
            </a:lvl8pPr>
            <a:lvl9pPr algn="ctr">
              <a:defRPr sz="1575" b="1">
                <a:solidFill>
                  <a:srgbClr val="07111F"/>
                </a:solidFill>
                <a:latin typeface="Ubuntu Sans"/>
                <a:ea typeface="Ubuntu Sans"/>
                <a:cs typeface="Ubuntu Sans"/>
              </a:defRPr>
            </a:lvl9pPr>
          </a:lstStyle>
          <a:p xmlns:a="http://schemas.openxmlformats.org/drawingml/2006/main">
            <a:pPr algn="ctr">
              <a:defRPr sz="1575" b="1">
                <a:solidFill>
                  <a:srgbClr val="07111F"/>
                </a:solidFill>
                <a:latin typeface="Ubuntu Sans"/>
                <a:ea typeface="Ubuntu Sans"/>
                <a:cs typeface="Ubuntu Sans"/>
              </a:defRPr>
            </a:pPr>
            <a:r>
              <a:rPr sz="1575" b="1">
                <a:solidFill>
                  <a:srgbClr val="07111F"/>
                </a:solidFill>
                <a:latin typeface="Ubuntu Sans"/>
                <a:ea typeface="Ubuntu Sans"/>
                <a:cs typeface="Ubuntu Sans"/>
              </a:rPr>
              <a:t>1</a:t>
            </a:r>
          </a:p>
        </p:txBody>
      </p:sp>
      <p:sp>
        <p:nvSpPr>
          <p:cNvPr id="9" name="">
            <a:extLst xmlns:a="http://schemas.openxmlformats.org/drawingml/2006/main">
              <a:ext uri="{FF2B5EF4-FFF2-40B4-BE49-F238E27FC236}">
                <a16:creationId xmlns:a16="http://schemas.microsoft.com/office/drawing/2014/main" id="{6A9D6140-C064-4C1A-99E2-EAF0D3219C7F}"/>
              </a:ext>
            </a:extLst>
          </p:cNvPr>
          <p:cNvSpPr>
            <a:spLocks xmlns:a="http://schemas.openxmlformats.org/drawingml/2006/main" noGrp="1"/>
          </p:cNvSpPr>
          <p:nvPr/>
        </p:nvSpPr>
        <p:spPr>
          <a:xfrm xmlns:a="http://schemas.openxmlformats.org/drawingml/2006/main">
            <a:off x="1333500" y="2171700"/>
            <a:ext cx="24574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000"/>
          </a:bodyPr>
          <a:lstStyle xmlns:a="http://schemas.openxmlformats.org/drawingml/2006/main">
            <a:defPPr algn="l">
              <a:defRPr sz="1500" b="1">
                <a:solidFill>
                  <a:srgbClr val="F4F8FF"/>
                </a:solidFill>
                <a:latin typeface="Ubuntu Sans"/>
                <a:ea typeface="Ubuntu Sans"/>
                <a:cs typeface="Ubuntu Sans"/>
              </a:defRPr>
            </a:defPPr>
            <a:lvl1pPr algn="l">
              <a:defRPr sz="1500" b="1">
                <a:solidFill>
                  <a:srgbClr val="F4F8FF"/>
                </a:solidFill>
                <a:latin typeface="Ubuntu Sans"/>
                <a:ea typeface="Ubuntu Sans"/>
                <a:cs typeface="Ubuntu Sans"/>
              </a:defRPr>
            </a:lvl1pPr>
            <a:lvl2pPr algn="l">
              <a:defRPr sz="1500" b="1">
                <a:solidFill>
                  <a:srgbClr val="F4F8FF"/>
                </a:solidFill>
                <a:latin typeface="Ubuntu Sans"/>
                <a:ea typeface="Ubuntu Sans"/>
                <a:cs typeface="Ubuntu Sans"/>
              </a:defRPr>
            </a:lvl2pPr>
            <a:lvl3pPr algn="l">
              <a:defRPr sz="1500" b="1">
                <a:solidFill>
                  <a:srgbClr val="F4F8FF"/>
                </a:solidFill>
                <a:latin typeface="Ubuntu Sans"/>
                <a:ea typeface="Ubuntu Sans"/>
                <a:cs typeface="Ubuntu Sans"/>
              </a:defRPr>
            </a:lvl3pPr>
            <a:lvl4pPr algn="l">
              <a:defRPr sz="1500" b="1">
                <a:solidFill>
                  <a:srgbClr val="F4F8FF"/>
                </a:solidFill>
                <a:latin typeface="Ubuntu Sans"/>
                <a:ea typeface="Ubuntu Sans"/>
                <a:cs typeface="Ubuntu Sans"/>
              </a:defRPr>
            </a:lvl4pPr>
            <a:lvl5pPr algn="l">
              <a:defRPr sz="1500" b="1">
                <a:solidFill>
                  <a:srgbClr val="F4F8FF"/>
                </a:solidFill>
                <a:latin typeface="Ubuntu Sans"/>
                <a:ea typeface="Ubuntu Sans"/>
                <a:cs typeface="Ubuntu Sans"/>
              </a:defRPr>
            </a:lvl5pPr>
            <a:lvl6pPr algn="l">
              <a:defRPr sz="1500" b="1">
                <a:solidFill>
                  <a:srgbClr val="F4F8FF"/>
                </a:solidFill>
                <a:latin typeface="Ubuntu Sans"/>
                <a:ea typeface="Ubuntu Sans"/>
                <a:cs typeface="Ubuntu Sans"/>
              </a:defRPr>
            </a:lvl6pPr>
            <a:lvl7pPr algn="l">
              <a:defRPr sz="1500" b="1">
                <a:solidFill>
                  <a:srgbClr val="F4F8FF"/>
                </a:solidFill>
                <a:latin typeface="Ubuntu Sans"/>
                <a:ea typeface="Ubuntu Sans"/>
                <a:cs typeface="Ubuntu Sans"/>
              </a:defRPr>
            </a:lvl7pPr>
            <a:lvl8pPr algn="l">
              <a:defRPr sz="1500" b="1">
                <a:solidFill>
                  <a:srgbClr val="F4F8FF"/>
                </a:solidFill>
                <a:latin typeface="Ubuntu Sans"/>
                <a:ea typeface="Ubuntu Sans"/>
                <a:cs typeface="Ubuntu Sans"/>
              </a:defRPr>
            </a:lvl8pPr>
            <a:lvl9pPr algn="l">
              <a:defRPr sz="1500" b="1">
                <a:solidFill>
                  <a:srgbClr val="F4F8FF"/>
                </a:solidFill>
                <a:latin typeface="Ubuntu Sans"/>
                <a:ea typeface="Ubuntu Sans"/>
                <a:cs typeface="Ubuntu Sans"/>
              </a:defRPr>
            </a:lvl9pPr>
          </a:lstStyle>
          <a:p xmlns:a="http://schemas.openxmlformats.org/drawingml/2006/main">
            <a:pPr algn="l">
              <a:defRPr sz="1500" b="1">
                <a:solidFill>
                  <a:srgbClr val="F4F8FF"/>
                </a:solidFill>
                <a:latin typeface="Ubuntu Sans"/>
                <a:ea typeface="Ubuntu Sans"/>
                <a:cs typeface="Ubuntu Sans"/>
              </a:defRPr>
            </a:pPr>
            <a:r>
              <a:rPr sz="1500" b="1">
                <a:solidFill>
                  <a:srgbClr val="F4F8FF"/>
                </a:solidFill>
                <a:latin typeface="Ubuntu Sans"/>
                <a:ea typeface="Ubuntu Sans"/>
                <a:cs typeface="Ubuntu Sans"/>
              </a:rPr>
              <a:t>Register</a:t>
            </a:r>
          </a:p>
        </p:txBody>
      </p:sp>
      <p:sp>
        <p:nvSpPr>
          <p:cNvPr id="10" name="">
            <a:extLst xmlns:a="http://schemas.openxmlformats.org/drawingml/2006/main">
              <a:ext uri="{FF2B5EF4-FFF2-40B4-BE49-F238E27FC236}">
                <a16:creationId xmlns:a16="http://schemas.microsoft.com/office/drawing/2014/main" id="{FC4A9F54-EBE7-429A-9BFE-46977838DBF3}"/>
              </a:ext>
            </a:extLst>
          </p:cNvPr>
          <p:cNvSpPr>
            <a:spLocks xmlns:a="http://schemas.openxmlformats.org/drawingml/2006/main" noGrp="1"/>
          </p:cNvSpPr>
          <p:nvPr/>
        </p:nvSpPr>
        <p:spPr>
          <a:xfrm xmlns:a="http://schemas.openxmlformats.org/drawingml/2006/main">
            <a:off x="1333500" y="2476500"/>
            <a:ext cx="24574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0961"/>
          </a:bodyPr>
          <a:lstStyle xmlns:a="http://schemas.openxmlformats.org/drawingml/2006/main">
            <a:defPPr algn="l">
              <a:defRPr sz="1050" b="0">
                <a:solidFill>
                  <a:srgbClr val="A9BCD0"/>
                </a:solidFill>
                <a:latin typeface="Ubuntu Sans"/>
                <a:ea typeface="Ubuntu Sans"/>
                <a:cs typeface="Ubuntu Sans"/>
              </a:defRPr>
            </a:defPPr>
            <a:lvl1pPr algn="l">
              <a:defRPr sz="1050" b="0">
                <a:solidFill>
                  <a:srgbClr val="A9BCD0"/>
                </a:solidFill>
                <a:latin typeface="Ubuntu Sans"/>
                <a:ea typeface="Ubuntu Sans"/>
                <a:cs typeface="Ubuntu Sans"/>
              </a:defRPr>
            </a:lvl1pPr>
            <a:lvl2pPr algn="l">
              <a:defRPr sz="1050" b="0">
                <a:solidFill>
                  <a:srgbClr val="A9BCD0"/>
                </a:solidFill>
                <a:latin typeface="Ubuntu Sans"/>
                <a:ea typeface="Ubuntu Sans"/>
                <a:cs typeface="Ubuntu Sans"/>
              </a:defRPr>
            </a:lvl2pPr>
            <a:lvl3pPr algn="l">
              <a:defRPr sz="1050" b="0">
                <a:solidFill>
                  <a:srgbClr val="A9BCD0"/>
                </a:solidFill>
                <a:latin typeface="Ubuntu Sans"/>
                <a:ea typeface="Ubuntu Sans"/>
                <a:cs typeface="Ubuntu Sans"/>
              </a:defRPr>
            </a:lvl3pPr>
            <a:lvl4pPr algn="l">
              <a:defRPr sz="1050" b="0">
                <a:solidFill>
                  <a:srgbClr val="A9BCD0"/>
                </a:solidFill>
                <a:latin typeface="Ubuntu Sans"/>
                <a:ea typeface="Ubuntu Sans"/>
                <a:cs typeface="Ubuntu Sans"/>
              </a:defRPr>
            </a:lvl4pPr>
            <a:lvl5pPr algn="l">
              <a:defRPr sz="1050" b="0">
                <a:solidFill>
                  <a:srgbClr val="A9BCD0"/>
                </a:solidFill>
                <a:latin typeface="Ubuntu Sans"/>
                <a:ea typeface="Ubuntu Sans"/>
                <a:cs typeface="Ubuntu Sans"/>
              </a:defRPr>
            </a:lvl5pPr>
            <a:lvl6pPr algn="l">
              <a:defRPr sz="1050" b="0">
                <a:solidFill>
                  <a:srgbClr val="A9BCD0"/>
                </a:solidFill>
                <a:latin typeface="Ubuntu Sans"/>
                <a:ea typeface="Ubuntu Sans"/>
                <a:cs typeface="Ubuntu Sans"/>
              </a:defRPr>
            </a:lvl6pPr>
            <a:lvl7pPr algn="l">
              <a:defRPr sz="1050" b="0">
                <a:solidFill>
                  <a:srgbClr val="A9BCD0"/>
                </a:solidFill>
                <a:latin typeface="Ubuntu Sans"/>
                <a:ea typeface="Ubuntu Sans"/>
                <a:cs typeface="Ubuntu Sans"/>
              </a:defRPr>
            </a:lvl7pPr>
            <a:lvl8pPr algn="l">
              <a:defRPr sz="1050" b="0">
                <a:solidFill>
                  <a:srgbClr val="A9BCD0"/>
                </a:solidFill>
                <a:latin typeface="Ubuntu Sans"/>
                <a:ea typeface="Ubuntu Sans"/>
                <a:cs typeface="Ubuntu Sans"/>
              </a:defRPr>
            </a:lvl8pPr>
            <a:lvl9pPr algn="l">
              <a:defRPr sz="1050" b="0">
                <a:solidFill>
                  <a:srgbClr val="A9BCD0"/>
                </a:solidFill>
                <a:latin typeface="Ubuntu Sans"/>
                <a:ea typeface="Ubuntu Sans"/>
                <a:cs typeface="Ubuntu Sans"/>
              </a:defRPr>
            </a:lvl9pPr>
          </a:lstStyle>
          <a:p xmlns:a="http://schemas.openxmlformats.org/drawingml/2006/main">
            <a:pPr algn="l">
              <a:defRPr sz="1050" b="0">
                <a:solidFill>
                  <a:srgbClr val="A9BCD0"/>
                </a:solidFill>
                <a:latin typeface="Ubuntu Sans"/>
                <a:ea typeface="Ubuntu Sans"/>
                <a:cs typeface="Ubuntu Sans"/>
              </a:defRPr>
            </a:pPr>
            <a:r>
              <a:rPr sz="1050" b="0">
                <a:solidFill>
                  <a:srgbClr val="A9BCD0"/>
                </a:solidFill>
                <a:latin typeface="Ubuntu Sans"/>
                <a:ea typeface="Ubuntu Sans"/>
                <a:cs typeface="Ubuntu Sans"/>
              </a:rPr>
              <a:t>Candidate submits validated account data</a:t>
            </a:r>
          </a:p>
        </p:txBody>
      </p:sp>
      <p:sp>
        <p:nvSpPr>
          <p:cNvPr id="11" name="">
            <a:extLst xmlns:a="http://schemas.openxmlformats.org/drawingml/2006/main">
              <a:ext uri="{FF2B5EF4-FFF2-40B4-BE49-F238E27FC236}">
                <a16:creationId xmlns:a16="http://schemas.microsoft.com/office/drawing/2014/main" id="{FBF6A9ED-0324-433C-97B1-1363F327FF22}"/>
              </a:ext>
            </a:extLst>
          </p:cNvPr>
          <p:cNvSpPr>
            <a:spLocks xmlns:a="http://schemas.openxmlformats.org/drawingml/2006/main" noGrp="1"/>
          </p:cNvSpPr>
          <p:nvPr/>
        </p:nvSpPr>
        <p:spPr>
          <a:xfrm xmlns:a="http://schemas.openxmlformats.org/drawingml/2006/main">
            <a:off x="4438650" y="2057400"/>
            <a:ext cx="3314700" cy="895350"/>
          </a:xfrm>
          <a:prstGeom xmlns:a="http://schemas.openxmlformats.org/drawingml/2006/main" prst="roundRect">
            <a:avLst>
              <a:gd name="adj" fmla="val 12766"/>
            </a:avLst>
          </a:prstGeom>
          <a:solidFill xmlns:a="http://schemas.openxmlformats.org/drawingml/2006/main">
            <a:srgbClr val="10223A"/>
          </a:solidFill>
          <a:ln xmlns:a="http://schemas.openxmlformats.org/drawingml/2006/main" w="11430">
            <a:solidFill>
              <a:srgbClr val="2B4563"/>
            </a:solidFill>
            <a:prstDash val="solid"/>
          </a:ln>
        </p:spPr>
      </p:sp>
      <p:sp>
        <p:nvSpPr>
          <p:cNvPr id="12" name="">
            <a:extLst xmlns:a="http://schemas.openxmlformats.org/drawingml/2006/main">
              <a:ext uri="{FF2B5EF4-FFF2-40B4-BE49-F238E27FC236}">
                <a16:creationId xmlns:a16="http://schemas.microsoft.com/office/drawing/2014/main" id="{6B2D8377-7C82-47C4-AD2B-50555F80B09B}"/>
              </a:ext>
            </a:extLst>
          </p:cNvPr>
          <p:cNvSpPr>
            <a:spLocks xmlns:a="http://schemas.openxmlformats.org/drawingml/2006/main" noGrp="1"/>
          </p:cNvSpPr>
          <p:nvPr/>
        </p:nvSpPr>
        <p:spPr>
          <a:xfrm xmlns:a="http://schemas.openxmlformats.org/drawingml/2006/main">
            <a:off x="4591050" y="2228850"/>
            <a:ext cx="438150" cy="438150"/>
          </a:xfrm>
          <a:prstGeom xmlns:a="http://schemas.openxmlformats.org/drawingml/2006/main" prst="ellipse">
            <a:avLst/>
          </a:prstGeom>
          <a:solidFill xmlns:a="http://schemas.openxmlformats.org/drawingml/2006/main">
            <a:srgbClr val="4FA7FF"/>
          </a:solidFill>
          <a:ln xmlns:a="http://schemas.openxmlformats.org/drawingml/2006/main" w="11430">
            <a:solidFill>
              <a:srgbClr val="4FA7FF"/>
            </a:solidFill>
            <a:prstDash val="solid"/>
          </a:ln>
        </p:spPr>
      </p:sp>
      <p:sp>
        <p:nvSpPr>
          <p:cNvPr id="13" name="">
            <a:extLst xmlns:a="http://schemas.openxmlformats.org/drawingml/2006/main">
              <a:ext uri="{FF2B5EF4-FFF2-40B4-BE49-F238E27FC236}">
                <a16:creationId xmlns:a16="http://schemas.microsoft.com/office/drawing/2014/main" id="{0F7BAA28-759C-44A2-A7F3-334CCC9C8229}"/>
              </a:ext>
            </a:extLst>
          </p:cNvPr>
          <p:cNvSpPr>
            <a:spLocks xmlns:a="http://schemas.openxmlformats.org/drawingml/2006/main" noGrp="1"/>
          </p:cNvSpPr>
          <p:nvPr/>
        </p:nvSpPr>
        <p:spPr>
          <a:xfrm xmlns:a="http://schemas.openxmlformats.org/drawingml/2006/main">
            <a:off x="4591050" y="2228850"/>
            <a:ext cx="4381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ctr">
              <a:defRPr sz="1575" b="1">
                <a:solidFill>
                  <a:srgbClr val="07111F"/>
                </a:solidFill>
                <a:latin typeface="Ubuntu Sans"/>
                <a:ea typeface="Ubuntu Sans"/>
                <a:cs typeface="Ubuntu Sans"/>
              </a:defRPr>
            </a:defPPr>
            <a:lvl1pPr algn="ctr">
              <a:defRPr sz="1575" b="1">
                <a:solidFill>
                  <a:srgbClr val="07111F"/>
                </a:solidFill>
                <a:latin typeface="Ubuntu Sans"/>
                <a:ea typeface="Ubuntu Sans"/>
                <a:cs typeface="Ubuntu Sans"/>
              </a:defRPr>
            </a:lvl1pPr>
            <a:lvl2pPr algn="ctr">
              <a:defRPr sz="1575" b="1">
                <a:solidFill>
                  <a:srgbClr val="07111F"/>
                </a:solidFill>
                <a:latin typeface="Ubuntu Sans"/>
                <a:ea typeface="Ubuntu Sans"/>
                <a:cs typeface="Ubuntu Sans"/>
              </a:defRPr>
            </a:lvl2pPr>
            <a:lvl3pPr algn="ctr">
              <a:defRPr sz="1575" b="1">
                <a:solidFill>
                  <a:srgbClr val="07111F"/>
                </a:solidFill>
                <a:latin typeface="Ubuntu Sans"/>
                <a:ea typeface="Ubuntu Sans"/>
                <a:cs typeface="Ubuntu Sans"/>
              </a:defRPr>
            </a:lvl3pPr>
            <a:lvl4pPr algn="ctr">
              <a:defRPr sz="1575" b="1">
                <a:solidFill>
                  <a:srgbClr val="07111F"/>
                </a:solidFill>
                <a:latin typeface="Ubuntu Sans"/>
                <a:ea typeface="Ubuntu Sans"/>
                <a:cs typeface="Ubuntu Sans"/>
              </a:defRPr>
            </a:lvl4pPr>
            <a:lvl5pPr algn="ctr">
              <a:defRPr sz="1575" b="1">
                <a:solidFill>
                  <a:srgbClr val="07111F"/>
                </a:solidFill>
                <a:latin typeface="Ubuntu Sans"/>
                <a:ea typeface="Ubuntu Sans"/>
                <a:cs typeface="Ubuntu Sans"/>
              </a:defRPr>
            </a:lvl5pPr>
            <a:lvl6pPr algn="ctr">
              <a:defRPr sz="1575" b="1">
                <a:solidFill>
                  <a:srgbClr val="07111F"/>
                </a:solidFill>
                <a:latin typeface="Ubuntu Sans"/>
                <a:ea typeface="Ubuntu Sans"/>
                <a:cs typeface="Ubuntu Sans"/>
              </a:defRPr>
            </a:lvl6pPr>
            <a:lvl7pPr algn="ctr">
              <a:defRPr sz="1575" b="1">
                <a:solidFill>
                  <a:srgbClr val="07111F"/>
                </a:solidFill>
                <a:latin typeface="Ubuntu Sans"/>
                <a:ea typeface="Ubuntu Sans"/>
                <a:cs typeface="Ubuntu Sans"/>
              </a:defRPr>
            </a:lvl7pPr>
            <a:lvl8pPr algn="ctr">
              <a:defRPr sz="1575" b="1">
                <a:solidFill>
                  <a:srgbClr val="07111F"/>
                </a:solidFill>
                <a:latin typeface="Ubuntu Sans"/>
                <a:ea typeface="Ubuntu Sans"/>
                <a:cs typeface="Ubuntu Sans"/>
              </a:defRPr>
            </a:lvl8pPr>
            <a:lvl9pPr algn="ctr">
              <a:defRPr sz="1575" b="1">
                <a:solidFill>
                  <a:srgbClr val="07111F"/>
                </a:solidFill>
                <a:latin typeface="Ubuntu Sans"/>
                <a:ea typeface="Ubuntu Sans"/>
                <a:cs typeface="Ubuntu Sans"/>
              </a:defRPr>
            </a:lvl9pPr>
          </a:lstStyle>
          <a:p xmlns:a="http://schemas.openxmlformats.org/drawingml/2006/main">
            <a:pPr algn="ctr">
              <a:defRPr sz="1575" b="1">
                <a:solidFill>
                  <a:srgbClr val="07111F"/>
                </a:solidFill>
                <a:latin typeface="Ubuntu Sans"/>
                <a:ea typeface="Ubuntu Sans"/>
                <a:cs typeface="Ubuntu Sans"/>
              </a:defRPr>
            </a:pPr>
            <a:r>
              <a:rPr sz="1575" b="1">
                <a:solidFill>
                  <a:srgbClr val="07111F"/>
                </a:solidFill>
                <a:latin typeface="Ubuntu Sans"/>
                <a:ea typeface="Ubuntu Sans"/>
                <a:cs typeface="Ubuntu Sans"/>
              </a:rPr>
              <a:t>2</a:t>
            </a:r>
          </a:p>
        </p:txBody>
      </p:sp>
      <p:sp>
        <p:nvSpPr>
          <p:cNvPr id="14" name="">
            <a:extLst xmlns:a="http://schemas.openxmlformats.org/drawingml/2006/main">
              <a:ext uri="{FF2B5EF4-FFF2-40B4-BE49-F238E27FC236}">
                <a16:creationId xmlns:a16="http://schemas.microsoft.com/office/drawing/2014/main" id="{440C68B7-6C2A-403C-8FD0-50FC05D2F74F}"/>
              </a:ext>
            </a:extLst>
          </p:cNvPr>
          <p:cNvSpPr>
            <a:spLocks xmlns:a="http://schemas.openxmlformats.org/drawingml/2006/main" noGrp="1"/>
          </p:cNvSpPr>
          <p:nvPr/>
        </p:nvSpPr>
        <p:spPr>
          <a:xfrm xmlns:a="http://schemas.openxmlformats.org/drawingml/2006/main">
            <a:off x="5162550" y="2171700"/>
            <a:ext cx="24574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000"/>
          </a:bodyPr>
          <a:lstStyle xmlns:a="http://schemas.openxmlformats.org/drawingml/2006/main">
            <a:defPPr algn="l">
              <a:defRPr sz="1500" b="1">
                <a:solidFill>
                  <a:srgbClr val="F4F8FF"/>
                </a:solidFill>
                <a:latin typeface="Ubuntu Sans"/>
                <a:ea typeface="Ubuntu Sans"/>
                <a:cs typeface="Ubuntu Sans"/>
              </a:defRPr>
            </a:defPPr>
            <a:lvl1pPr algn="l">
              <a:defRPr sz="1500" b="1">
                <a:solidFill>
                  <a:srgbClr val="F4F8FF"/>
                </a:solidFill>
                <a:latin typeface="Ubuntu Sans"/>
                <a:ea typeface="Ubuntu Sans"/>
                <a:cs typeface="Ubuntu Sans"/>
              </a:defRPr>
            </a:lvl1pPr>
            <a:lvl2pPr algn="l">
              <a:defRPr sz="1500" b="1">
                <a:solidFill>
                  <a:srgbClr val="F4F8FF"/>
                </a:solidFill>
                <a:latin typeface="Ubuntu Sans"/>
                <a:ea typeface="Ubuntu Sans"/>
                <a:cs typeface="Ubuntu Sans"/>
              </a:defRPr>
            </a:lvl2pPr>
            <a:lvl3pPr algn="l">
              <a:defRPr sz="1500" b="1">
                <a:solidFill>
                  <a:srgbClr val="F4F8FF"/>
                </a:solidFill>
                <a:latin typeface="Ubuntu Sans"/>
                <a:ea typeface="Ubuntu Sans"/>
                <a:cs typeface="Ubuntu Sans"/>
              </a:defRPr>
            </a:lvl3pPr>
            <a:lvl4pPr algn="l">
              <a:defRPr sz="1500" b="1">
                <a:solidFill>
                  <a:srgbClr val="F4F8FF"/>
                </a:solidFill>
                <a:latin typeface="Ubuntu Sans"/>
                <a:ea typeface="Ubuntu Sans"/>
                <a:cs typeface="Ubuntu Sans"/>
              </a:defRPr>
            </a:lvl4pPr>
            <a:lvl5pPr algn="l">
              <a:defRPr sz="1500" b="1">
                <a:solidFill>
                  <a:srgbClr val="F4F8FF"/>
                </a:solidFill>
                <a:latin typeface="Ubuntu Sans"/>
                <a:ea typeface="Ubuntu Sans"/>
                <a:cs typeface="Ubuntu Sans"/>
              </a:defRPr>
            </a:lvl5pPr>
            <a:lvl6pPr algn="l">
              <a:defRPr sz="1500" b="1">
                <a:solidFill>
                  <a:srgbClr val="F4F8FF"/>
                </a:solidFill>
                <a:latin typeface="Ubuntu Sans"/>
                <a:ea typeface="Ubuntu Sans"/>
                <a:cs typeface="Ubuntu Sans"/>
              </a:defRPr>
            </a:lvl6pPr>
            <a:lvl7pPr algn="l">
              <a:defRPr sz="1500" b="1">
                <a:solidFill>
                  <a:srgbClr val="F4F8FF"/>
                </a:solidFill>
                <a:latin typeface="Ubuntu Sans"/>
                <a:ea typeface="Ubuntu Sans"/>
                <a:cs typeface="Ubuntu Sans"/>
              </a:defRPr>
            </a:lvl7pPr>
            <a:lvl8pPr algn="l">
              <a:defRPr sz="1500" b="1">
                <a:solidFill>
                  <a:srgbClr val="F4F8FF"/>
                </a:solidFill>
                <a:latin typeface="Ubuntu Sans"/>
                <a:ea typeface="Ubuntu Sans"/>
                <a:cs typeface="Ubuntu Sans"/>
              </a:defRPr>
            </a:lvl8pPr>
            <a:lvl9pPr algn="l">
              <a:defRPr sz="1500" b="1">
                <a:solidFill>
                  <a:srgbClr val="F4F8FF"/>
                </a:solidFill>
                <a:latin typeface="Ubuntu Sans"/>
                <a:ea typeface="Ubuntu Sans"/>
                <a:cs typeface="Ubuntu Sans"/>
              </a:defRPr>
            </a:lvl9pPr>
          </a:lstStyle>
          <a:p xmlns:a="http://schemas.openxmlformats.org/drawingml/2006/main">
            <a:pPr algn="l">
              <a:defRPr sz="1500" b="1">
                <a:solidFill>
                  <a:srgbClr val="F4F8FF"/>
                </a:solidFill>
                <a:latin typeface="Ubuntu Sans"/>
                <a:ea typeface="Ubuntu Sans"/>
                <a:cs typeface="Ubuntu Sans"/>
              </a:defRPr>
            </a:pPr>
            <a:r>
              <a:rPr sz="1500" b="1">
                <a:solidFill>
                  <a:srgbClr val="F4F8FF"/>
                </a:solidFill>
                <a:latin typeface="Ubuntu Sans"/>
                <a:ea typeface="Ubuntu Sans"/>
                <a:cs typeface="Ubuntu Sans"/>
              </a:rPr>
              <a:t>Verify email</a:t>
            </a:r>
          </a:p>
        </p:txBody>
      </p:sp>
      <p:sp>
        <p:nvSpPr>
          <p:cNvPr id="15" name="">
            <a:extLst xmlns:a="http://schemas.openxmlformats.org/drawingml/2006/main">
              <a:ext uri="{FF2B5EF4-FFF2-40B4-BE49-F238E27FC236}">
                <a16:creationId xmlns:a16="http://schemas.microsoft.com/office/drawing/2014/main" id="{8B575CE2-2CCE-467B-9D87-577962F59002}"/>
              </a:ext>
            </a:extLst>
          </p:cNvPr>
          <p:cNvSpPr>
            <a:spLocks xmlns:a="http://schemas.openxmlformats.org/drawingml/2006/main" noGrp="1"/>
          </p:cNvSpPr>
          <p:nvPr/>
        </p:nvSpPr>
        <p:spPr>
          <a:xfrm xmlns:a="http://schemas.openxmlformats.org/drawingml/2006/main">
            <a:off x="5162550" y="2476500"/>
            <a:ext cx="24574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050" b="0">
                <a:solidFill>
                  <a:srgbClr val="A9BCD0"/>
                </a:solidFill>
                <a:latin typeface="Ubuntu Sans"/>
                <a:ea typeface="Ubuntu Sans"/>
                <a:cs typeface="Ubuntu Sans"/>
              </a:defRPr>
            </a:defPPr>
            <a:lvl1pPr algn="l">
              <a:defRPr sz="1050" b="0">
                <a:solidFill>
                  <a:srgbClr val="A9BCD0"/>
                </a:solidFill>
                <a:latin typeface="Ubuntu Sans"/>
                <a:ea typeface="Ubuntu Sans"/>
                <a:cs typeface="Ubuntu Sans"/>
              </a:defRPr>
            </a:lvl1pPr>
            <a:lvl2pPr algn="l">
              <a:defRPr sz="1050" b="0">
                <a:solidFill>
                  <a:srgbClr val="A9BCD0"/>
                </a:solidFill>
                <a:latin typeface="Ubuntu Sans"/>
                <a:ea typeface="Ubuntu Sans"/>
                <a:cs typeface="Ubuntu Sans"/>
              </a:defRPr>
            </a:lvl2pPr>
            <a:lvl3pPr algn="l">
              <a:defRPr sz="1050" b="0">
                <a:solidFill>
                  <a:srgbClr val="A9BCD0"/>
                </a:solidFill>
                <a:latin typeface="Ubuntu Sans"/>
                <a:ea typeface="Ubuntu Sans"/>
                <a:cs typeface="Ubuntu Sans"/>
              </a:defRPr>
            </a:lvl3pPr>
            <a:lvl4pPr algn="l">
              <a:defRPr sz="1050" b="0">
                <a:solidFill>
                  <a:srgbClr val="A9BCD0"/>
                </a:solidFill>
                <a:latin typeface="Ubuntu Sans"/>
                <a:ea typeface="Ubuntu Sans"/>
                <a:cs typeface="Ubuntu Sans"/>
              </a:defRPr>
            </a:lvl4pPr>
            <a:lvl5pPr algn="l">
              <a:defRPr sz="1050" b="0">
                <a:solidFill>
                  <a:srgbClr val="A9BCD0"/>
                </a:solidFill>
                <a:latin typeface="Ubuntu Sans"/>
                <a:ea typeface="Ubuntu Sans"/>
                <a:cs typeface="Ubuntu Sans"/>
              </a:defRPr>
            </a:lvl5pPr>
            <a:lvl6pPr algn="l">
              <a:defRPr sz="1050" b="0">
                <a:solidFill>
                  <a:srgbClr val="A9BCD0"/>
                </a:solidFill>
                <a:latin typeface="Ubuntu Sans"/>
                <a:ea typeface="Ubuntu Sans"/>
                <a:cs typeface="Ubuntu Sans"/>
              </a:defRPr>
            </a:lvl6pPr>
            <a:lvl7pPr algn="l">
              <a:defRPr sz="1050" b="0">
                <a:solidFill>
                  <a:srgbClr val="A9BCD0"/>
                </a:solidFill>
                <a:latin typeface="Ubuntu Sans"/>
                <a:ea typeface="Ubuntu Sans"/>
                <a:cs typeface="Ubuntu Sans"/>
              </a:defRPr>
            </a:lvl7pPr>
            <a:lvl8pPr algn="l">
              <a:defRPr sz="1050" b="0">
                <a:solidFill>
                  <a:srgbClr val="A9BCD0"/>
                </a:solidFill>
                <a:latin typeface="Ubuntu Sans"/>
                <a:ea typeface="Ubuntu Sans"/>
                <a:cs typeface="Ubuntu Sans"/>
              </a:defRPr>
            </a:lvl8pPr>
            <a:lvl9pPr algn="l">
              <a:defRPr sz="1050" b="0">
                <a:solidFill>
                  <a:srgbClr val="A9BCD0"/>
                </a:solidFill>
                <a:latin typeface="Ubuntu Sans"/>
                <a:ea typeface="Ubuntu Sans"/>
                <a:cs typeface="Ubuntu Sans"/>
              </a:defRPr>
            </a:lvl9pPr>
          </a:lstStyle>
          <a:p xmlns:a="http://schemas.openxmlformats.org/drawingml/2006/main">
            <a:pPr algn="l">
              <a:defRPr sz="1050" b="0">
                <a:solidFill>
                  <a:srgbClr val="A9BCD0"/>
                </a:solidFill>
                <a:latin typeface="Ubuntu Sans"/>
                <a:ea typeface="Ubuntu Sans"/>
                <a:cs typeface="Ubuntu Sans"/>
              </a:defRPr>
            </a:pPr>
            <a:r>
              <a:rPr sz="1050" b="0">
                <a:solidFill>
                  <a:srgbClr val="A9BCD0"/>
                </a:solidFill>
                <a:latin typeface="Ubuntu Sans"/>
                <a:ea typeface="Ubuntu Sans"/>
                <a:cs typeface="Ubuntu Sans"/>
              </a:rPr>
              <a:t>OTP proves control of the address</a:t>
            </a:r>
          </a:p>
        </p:txBody>
      </p:sp>
      <p:sp>
        <p:nvSpPr>
          <p:cNvPr id="16" name="">
            <a:extLst xmlns:a="http://schemas.openxmlformats.org/drawingml/2006/main">
              <a:ext uri="{FF2B5EF4-FFF2-40B4-BE49-F238E27FC236}">
                <a16:creationId xmlns:a16="http://schemas.microsoft.com/office/drawing/2014/main" id="{E439AF19-3AE5-4981-B620-6D1440000B5C}"/>
              </a:ext>
            </a:extLst>
          </p:cNvPr>
          <p:cNvSpPr>
            <a:spLocks xmlns:a="http://schemas.openxmlformats.org/drawingml/2006/main" noGrp="1"/>
          </p:cNvSpPr>
          <p:nvPr/>
        </p:nvSpPr>
        <p:spPr>
          <a:xfrm xmlns:a="http://schemas.openxmlformats.org/drawingml/2006/main">
            <a:off x="8267700" y="2057400"/>
            <a:ext cx="3314700" cy="895350"/>
          </a:xfrm>
          <a:prstGeom xmlns:a="http://schemas.openxmlformats.org/drawingml/2006/main" prst="roundRect">
            <a:avLst>
              <a:gd name="adj" fmla="val 12766"/>
            </a:avLst>
          </a:prstGeom>
          <a:solidFill xmlns:a="http://schemas.openxmlformats.org/drawingml/2006/main">
            <a:srgbClr val="10223A"/>
          </a:solidFill>
          <a:ln xmlns:a="http://schemas.openxmlformats.org/drawingml/2006/main" w="11430">
            <a:solidFill>
              <a:srgbClr val="2B4563"/>
            </a:solidFill>
            <a:prstDash val="solid"/>
          </a:ln>
        </p:spPr>
      </p:sp>
      <p:sp>
        <p:nvSpPr>
          <p:cNvPr id="17" name="">
            <a:extLst xmlns:a="http://schemas.openxmlformats.org/drawingml/2006/main">
              <a:ext uri="{FF2B5EF4-FFF2-40B4-BE49-F238E27FC236}">
                <a16:creationId xmlns:a16="http://schemas.microsoft.com/office/drawing/2014/main" id="{728D5100-E9B5-44C6-A25A-BD1CED288D78}"/>
              </a:ext>
            </a:extLst>
          </p:cNvPr>
          <p:cNvSpPr>
            <a:spLocks xmlns:a="http://schemas.openxmlformats.org/drawingml/2006/main" noGrp="1"/>
          </p:cNvSpPr>
          <p:nvPr/>
        </p:nvSpPr>
        <p:spPr>
          <a:xfrm xmlns:a="http://schemas.openxmlformats.org/drawingml/2006/main">
            <a:off x="8420100" y="2228850"/>
            <a:ext cx="438150" cy="438150"/>
          </a:xfrm>
          <a:prstGeom xmlns:a="http://schemas.openxmlformats.org/drawingml/2006/main" prst="ellipse">
            <a:avLst/>
          </a:prstGeom>
          <a:solidFill xmlns:a="http://schemas.openxmlformats.org/drawingml/2006/main">
            <a:srgbClr val="8A7CFF"/>
          </a:solidFill>
          <a:ln xmlns:a="http://schemas.openxmlformats.org/drawingml/2006/main" w="11430">
            <a:solidFill>
              <a:srgbClr val="8A7CFF"/>
            </a:solidFill>
            <a:prstDash val="solid"/>
          </a:ln>
        </p:spPr>
      </p:sp>
      <p:sp>
        <p:nvSpPr>
          <p:cNvPr id="18" name="">
            <a:extLst xmlns:a="http://schemas.openxmlformats.org/drawingml/2006/main">
              <a:ext uri="{FF2B5EF4-FFF2-40B4-BE49-F238E27FC236}">
                <a16:creationId xmlns:a16="http://schemas.microsoft.com/office/drawing/2014/main" id="{1ACFEBFE-F1DD-4912-82FA-026D00F008D7}"/>
              </a:ext>
            </a:extLst>
          </p:cNvPr>
          <p:cNvSpPr>
            <a:spLocks xmlns:a="http://schemas.openxmlformats.org/drawingml/2006/main" noGrp="1"/>
          </p:cNvSpPr>
          <p:nvPr/>
        </p:nvSpPr>
        <p:spPr>
          <a:xfrm xmlns:a="http://schemas.openxmlformats.org/drawingml/2006/main">
            <a:off x="8420100" y="2228850"/>
            <a:ext cx="4381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ctr">
              <a:defRPr sz="1575" b="1">
                <a:solidFill>
                  <a:srgbClr val="07111F"/>
                </a:solidFill>
                <a:latin typeface="Ubuntu Sans"/>
                <a:ea typeface="Ubuntu Sans"/>
                <a:cs typeface="Ubuntu Sans"/>
              </a:defRPr>
            </a:defPPr>
            <a:lvl1pPr algn="ctr">
              <a:defRPr sz="1575" b="1">
                <a:solidFill>
                  <a:srgbClr val="07111F"/>
                </a:solidFill>
                <a:latin typeface="Ubuntu Sans"/>
                <a:ea typeface="Ubuntu Sans"/>
                <a:cs typeface="Ubuntu Sans"/>
              </a:defRPr>
            </a:lvl1pPr>
            <a:lvl2pPr algn="ctr">
              <a:defRPr sz="1575" b="1">
                <a:solidFill>
                  <a:srgbClr val="07111F"/>
                </a:solidFill>
                <a:latin typeface="Ubuntu Sans"/>
                <a:ea typeface="Ubuntu Sans"/>
                <a:cs typeface="Ubuntu Sans"/>
              </a:defRPr>
            </a:lvl2pPr>
            <a:lvl3pPr algn="ctr">
              <a:defRPr sz="1575" b="1">
                <a:solidFill>
                  <a:srgbClr val="07111F"/>
                </a:solidFill>
                <a:latin typeface="Ubuntu Sans"/>
                <a:ea typeface="Ubuntu Sans"/>
                <a:cs typeface="Ubuntu Sans"/>
              </a:defRPr>
            </a:lvl3pPr>
            <a:lvl4pPr algn="ctr">
              <a:defRPr sz="1575" b="1">
                <a:solidFill>
                  <a:srgbClr val="07111F"/>
                </a:solidFill>
                <a:latin typeface="Ubuntu Sans"/>
                <a:ea typeface="Ubuntu Sans"/>
                <a:cs typeface="Ubuntu Sans"/>
              </a:defRPr>
            </a:lvl4pPr>
            <a:lvl5pPr algn="ctr">
              <a:defRPr sz="1575" b="1">
                <a:solidFill>
                  <a:srgbClr val="07111F"/>
                </a:solidFill>
                <a:latin typeface="Ubuntu Sans"/>
                <a:ea typeface="Ubuntu Sans"/>
                <a:cs typeface="Ubuntu Sans"/>
              </a:defRPr>
            </a:lvl5pPr>
            <a:lvl6pPr algn="ctr">
              <a:defRPr sz="1575" b="1">
                <a:solidFill>
                  <a:srgbClr val="07111F"/>
                </a:solidFill>
                <a:latin typeface="Ubuntu Sans"/>
                <a:ea typeface="Ubuntu Sans"/>
                <a:cs typeface="Ubuntu Sans"/>
              </a:defRPr>
            </a:lvl6pPr>
            <a:lvl7pPr algn="ctr">
              <a:defRPr sz="1575" b="1">
                <a:solidFill>
                  <a:srgbClr val="07111F"/>
                </a:solidFill>
                <a:latin typeface="Ubuntu Sans"/>
                <a:ea typeface="Ubuntu Sans"/>
                <a:cs typeface="Ubuntu Sans"/>
              </a:defRPr>
            </a:lvl7pPr>
            <a:lvl8pPr algn="ctr">
              <a:defRPr sz="1575" b="1">
                <a:solidFill>
                  <a:srgbClr val="07111F"/>
                </a:solidFill>
                <a:latin typeface="Ubuntu Sans"/>
                <a:ea typeface="Ubuntu Sans"/>
                <a:cs typeface="Ubuntu Sans"/>
              </a:defRPr>
            </a:lvl8pPr>
            <a:lvl9pPr algn="ctr">
              <a:defRPr sz="1575" b="1">
                <a:solidFill>
                  <a:srgbClr val="07111F"/>
                </a:solidFill>
                <a:latin typeface="Ubuntu Sans"/>
                <a:ea typeface="Ubuntu Sans"/>
                <a:cs typeface="Ubuntu Sans"/>
              </a:defRPr>
            </a:lvl9pPr>
          </a:lstStyle>
          <a:p xmlns:a="http://schemas.openxmlformats.org/drawingml/2006/main">
            <a:pPr algn="ctr">
              <a:defRPr sz="1575" b="1">
                <a:solidFill>
                  <a:srgbClr val="07111F"/>
                </a:solidFill>
                <a:latin typeface="Ubuntu Sans"/>
                <a:ea typeface="Ubuntu Sans"/>
                <a:cs typeface="Ubuntu Sans"/>
              </a:defRPr>
            </a:pPr>
            <a:r>
              <a:rPr sz="1575" b="1">
                <a:solidFill>
                  <a:srgbClr val="07111F"/>
                </a:solidFill>
                <a:latin typeface="Ubuntu Sans"/>
                <a:ea typeface="Ubuntu Sans"/>
                <a:cs typeface="Ubuntu Sans"/>
              </a:rPr>
              <a:t>3</a:t>
            </a:r>
          </a:p>
        </p:txBody>
      </p:sp>
      <p:sp>
        <p:nvSpPr>
          <p:cNvPr id="19" name="">
            <a:extLst xmlns:a="http://schemas.openxmlformats.org/drawingml/2006/main">
              <a:ext uri="{FF2B5EF4-FFF2-40B4-BE49-F238E27FC236}">
                <a16:creationId xmlns:a16="http://schemas.microsoft.com/office/drawing/2014/main" id="{8B6D9CE3-5E05-4B25-8C68-EF08F49C0BB8}"/>
              </a:ext>
            </a:extLst>
          </p:cNvPr>
          <p:cNvSpPr>
            <a:spLocks xmlns:a="http://schemas.openxmlformats.org/drawingml/2006/main" noGrp="1"/>
          </p:cNvSpPr>
          <p:nvPr/>
        </p:nvSpPr>
        <p:spPr>
          <a:xfrm xmlns:a="http://schemas.openxmlformats.org/drawingml/2006/main">
            <a:off x="8991600" y="2171700"/>
            <a:ext cx="24574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000"/>
          </a:bodyPr>
          <a:lstStyle xmlns:a="http://schemas.openxmlformats.org/drawingml/2006/main">
            <a:defPPr algn="l">
              <a:defRPr sz="1500" b="1">
                <a:solidFill>
                  <a:srgbClr val="F4F8FF"/>
                </a:solidFill>
                <a:latin typeface="Ubuntu Sans"/>
                <a:ea typeface="Ubuntu Sans"/>
                <a:cs typeface="Ubuntu Sans"/>
              </a:defRPr>
            </a:defPPr>
            <a:lvl1pPr algn="l">
              <a:defRPr sz="1500" b="1">
                <a:solidFill>
                  <a:srgbClr val="F4F8FF"/>
                </a:solidFill>
                <a:latin typeface="Ubuntu Sans"/>
                <a:ea typeface="Ubuntu Sans"/>
                <a:cs typeface="Ubuntu Sans"/>
              </a:defRPr>
            </a:lvl1pPr>
            <a:lvl2pPr algn="l">
              <a:defRPr sz="1500" b="1">
                <a:solidFill>
                  <a:srgbClr val="F4F8FF"/>
                </a:solidFill>
                <a:latin typeface="Ubuntu Sans"/>
                <a:ea typeface="Ubuntu Sans"/>
                <a:cs typeface="Ubuntu Sans"/>
              </a:defRPr>
            </a:lvl2pPr>
            <a:lvl3pPr algn="l">
              <a:defRPr sz="1500" b="1">
                <a:solidFill>
                  <a:srgbClr val="F4F8FF"/>
                </a:solidFill>
                <a:latin typeface="Ubuntu Sans"/>
                <a:ea typeface="Ubuntu Sans"/>
                <a:cs typeface="Ubuntu Sans"/>
              </a:defRPr>
            </a:lvl3pPr>
            <a:lvl4pPr algn="l">
              <a:defRPr sz="1500" b="1">
                <a:solidFill>
                  <a:srgbClr val="F4F8FF"/>
                </a:solidFill>
                <a:latin typeface="Ubuntu Sans"/>
                <a:ea typeface="Ubuntu Sans"/>
                <a:cs typeface="Ubuntu Sans"/>
              </a:defRPr>
            </a:lvl4pPr>
            <a:lvl5pPr algn="l">
              <a:defRPr sz="1500" b="1">
                <a:solidFill>
                  <a:srgbClr val="F4F8FF"/>
                </a:solidFill>
                <a:latin typeface="Ubuntu Sans"/>
                <a:ea typeface="Ubuntu Sans"/>
                <a:cs typeface="Ubuntu Sans"/>
              </a:defRPr>
            </a:lvl5pPr>
            <a:lvl6pPr algn="l">
              <a:defRPr sz="1500" b="1">
                <a:solidFill>
                  <a:srgbClr val="F4F8FF"/>
                </a:solidFill>
                <a:latin typeface="Ubuntu Sans"/>
                <a:ea typeface="Ubuntu Sans"/>
                <a:cs typeface="Ubuntu Sans"/>
              </a:defRPr>
            </a:lvl6pPr>
            <a:lvl7pPr algn="l">
              <a:defRPr sz="1500" b="1">
                <a:solidFill>
                  <a:srgbClr val="F4F8FF"/>
                </a:solidFill>
                <a:latin typeface="Ubuntu Sans"/>
                <a:ea typeface="Ubuntu Sans"/>
                <a:cs typeface="Ubuntu Sans"/>
              </a:defRPr>
            </a:lvl7pPr>
            <a:lvl8pPr algn="l">
              <a:defRPr sz="1500" b="1">
                <a:solidFill>
                  <a:srgbClr val="F4F8FF"/>
                </a:solidFill>
                <a:latin typeface="Ubuntu Sans"/>
                <a:ea typeface="Ubuntu Sans"/>
                <a:cs typeface="Ubuntu Sans"/>
              </a:defRPr>
            </a:lvl8pPr>
            <a:lvl9pPr algn="l">
              <a:defRPr sz="1500" b="1">
                <a:solidFill>
                  <a:srgbClr val="F4F8FF"/>
                </a:solidFill>
                <a:latin typeface="Ubuntu Sans"/>
                <a:ea typeface="Ubuntu Sans"/>
                <a:cs typeface="Ubuntu Sans"/>
              </a:defRPr>
            </a:lvl9pPr>
          </a:lstStyle>
          <a:p xmlns:a="http://schemas.openxmlformats.org/drawingml/2006/main">
            <a:pPr algn="l">
              <a:defRPr sz="1500" b="1">
                <a:solidFill>
                  <a:srgbClr val="F4F8FF"/>
                </a:solidFill>
                <a:latin typeface="Ubuntu Sans"/>
                <a:ea typeface="Ubuntu Sans"/>
                <a:cs typeface="Ubuntu Sans"/>
              </a:defRPr>
            </a:pPr>
            <a:r>
              <a:rPr sz="1500" b="1">
                <a:solidFill>
                  <a:srgbClr val="F4F8FF"/>
                </a:solidFill>
                <a:latin typeface="Ubuntu Sans"/>
                <a:ea typeface="Ubuntu Sans"/>
                <a:cs typeface="Ubuntu Sans"/>
              </a:rPr>
              <a:t>Sign in</a:t>
            </a:r>
          </a:p>
        </p:txBody>
      </p:sp>
      <p:sp>
        <p:nvSpPr>
          <p:cNvPr id="20" name="">
            <a:extLst xmlns:a="http://schemas.openxmlformats.org/drawingml/2006/main">
              <a:ext uri="{FF2B5EF4-FFF2-40B4-BE49-F238E27FC236}">
                <a16:creationId xmlns:a16="http://schemas.microsoft.com/office/drawing/2014/main" id="{429C74D1-B1D8-445D-BCE4-CFD353780179}"/>
              </a:ext>
            </a:extLst>
          </p:cNvPr>
          <p:cNvSpPr>
            <a:spLocks xmlns:a="http://schemas.openxmlformats.org/drawingml/2006/main" noGrp="1"/>
          </p:cNvSpPr>
          <p:nvPr/>
        </p:nvSpPr>
        <p:spPr>
          <a:xfrm xmlns:a="http://schemas.openxmlformats.org/drawingml/2006/main">
            <a:off x="8991600" y="2476500"/>
            <a:ext cx="24574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050" b="0">
                <a:solidFill>
                  <a:srgbClr val="A9BCD0"/>
                </a:solidFill>
                <a:latin typeface="Ubuntu Sans"/>
                <a:ea typeface="Ubuntu Sans"/>
                <a:cs typeface="Ubuntu Sans"/>
              </a:defRPr>
            </a:defPPr>
            <a:lvl1pPr algn="l">
              <a:defRPr sz="1050" b="0">
                <a:solidFill>
                  <a:srgbClr val="A9BCD0"/>
                </a:solidFill>
                <a:latin typeface="Ubuntu Sans"/>
                <a:ea typeface="Ubuntu Sans"/>
                <a:cs typeface="Ubuntu Sans"/>
              </a:defRPr>
            </a:lvl1pPr>
            <a:lvl2pPr algn="l">
              <a:defRPr sz="1050" b="0">
                <a:solidFill>
                  <a:srgbClr val="A9BCD0"/>
                </a:solidFill>
                <a:latin typeface="Ubuntu Sans"/>
                <a:ea typeface="Ubuntu Sans"/>
                <a:cs typeface="Ubuntu Sans"/>
              </a:defRPr>
            </a:lvl2pPr>
            <a:lvl3pPr algn="l">
              <a:defRPr sz="1050" b="0">
                <a:solidFill>
                  <a:srgbClr val="A9BCD0"/>
                </a:solidFill>
                <a:latin typeface="Ubuntu Sans"/>
                <a:ea typeface="Ubuntu Sans"/>
                <a:cs typeface="Ubuntu Sans"/>
              </a:defRPr>
            </a:lvl3pPr>
            <a:lvl4pPr algn="l">
              <a:defRPr sz="1050" b="0">
                <a:solidFill>
                  <a:srgbClr val="A9BCD0"/>
                </a:solidFill>
                <a:latin typeface="Ubuntu Sans"/>
                <a:ea typeface="Ubuntu Sans"/>
                <a:cs typeface="Ubuntu Sans"/>
              </a:defRPr>
            </a:lvl4pPr>
            <a:lvl5pPr algn="l">
              <a:defRPr sz="1050" b="0">
                <a:solidFill>
                  <a:srgbClr val="A9BCD0"/>
                </a:solidFill>
                <a:latin typeface="Ubuntu Sans"/>
                <a:ea typeface="Ubuntu Sans"/>
                <a:cs typeface="Ubuntu Sans"/>
              </a:defRPr>
            </a:lvl5pPr>
            <a:lvl6pPr algn="l">
              <a:defRPr sz="1050" b="0">
                <a:solidFill>
                  <a:srgbClr val="A9BCD0"/>
                </a:solidFill>
                <a:latin typeface="Ubuntu Sans"/>
                <a:ea typeface="Ubuntu Sans"/>
                <a:cs typeface="Ubuntu Sans"/>
              </a:defRPr>
            </a:lvl6pPr>
            <a:lvl7pPr algn="l">
              <a:defRPr sz="1050" b="0">
                <a:solidFill>
                  <a:srgbClr val="A9BCD0"/>
                </a:solidFill>
                <a:latin typeface="Ubuntu Sans"/>
                <a:ea typeface="Ubuntu Sans"/>
                <a:cs typeface="Ubuntu Sans"/>
              </a:defRPr>
            </a:lvl7pPr>
            <a:lvl8pPr algn="l">
              <a:defRPr sz="1050" b="0">
                <a:solidFill>
                  <a:srgbClr val="A9BCD0"/>
                </a:solidFill>
                <a:latin typeface="Ubuntu Sans"/>
                <a:ea typeface="Ubuntu Sans"/>
                <a:cs typeface="Ubuntu Sans"/>
              </a:defRPr>
            </a:lvl8pPr>
            <a:lvl9pPr algn="l">
              <a:defRPr sz="1050" b="0">
                <a:solidFill>
                  <a:srgbClr val="A9BCD0"/>
                </a:solidFill>
                <a:latin typeface="Ubuntu Sans"/>
                <a:ea typeface="Ubuntu Sans"/>
                <a:cs typeface="Ubuntu Sans"/>
              </a:defRPr>
            </a:lvl9pPr>
          </a:lstStyle>
          <a:p xmlns:a="http://schemas.openxmlformats.org/drawingml/2006/main">
            <a:pPr algn="l">
              <a:defRPr sz="1050" b="0">
                <a:solidFill>
                  <a:srgbClr val="A9BCD0"/>
                </a:solidFill>
                <a:latin typeface="Ubuntu Sans"/>
                <a:ea typeface="Ubuntu Sans"/>
                <a:cs typeface="Ubuntu Sans"/>
              </a:defRPr>
            </a:pPr>
            <a:r>
              <a:rPr sz="1050" b="0">
                <a:solidFill>
                  <a:srgbClr val="A9BCD0"/>
                </a:solidFill>
                <a:latin typeface="Ubuntu Sans"/>
                <a:ea typeface="Ubuntu Sans"/>
                <a:cs typeface="Ubuntu Sans"/>
              </a:rPr>
              <a:t>bcrypt verifies the password</a:t>
            </a:r>
          </a:p>
        </p:txBody>
      </p:sp>
      <p:sp>
        <p:nvSpPr>
          <p:cNvPr id="21" name="">
            <a:extLst xmlns:a="http://schemas.openxmlformats.org/drawingml/2006/main">
              <a:ext uri="{FF2B5EF4-FFF2-40B4-BE49-F238E27FC236}">
                <a16:creationId xmlns:a16="http://schemas.microsoft.com/office/drawing/2014/main" id="{EBC210A9-671E-4E57-B57B-DC040B17FF0E}"/>
              </a:ext>
            </a:extLst>
          </p:cNvPr>
          <p:cNvSpPr>
            <a:spLocks xmlns:a="http://schemas.openxmlformats.org/drawingml/2006/main" noGrp="1"/>
          </p:cNvSpPr>
          <p:nvPr/>
        </p:nvSpPr>
        <p:spPr>
          <a:xfrm xmlns:a="http://schemas.openxmlformats.org/drawingml/2006/main">
            <a:off x="609600" y="3752850"/>
            <a:ext cx="3314700" cy="895350"/>
          </a:xfrm>
          <a:prstGeom xmlns:a="http://schemas.openxmlformats.org/drawingml/2006/main" prst="roundRect">
            <a:avLst>
              <a:gd name="adj" fmla="val 12766"/>
            </a:avLst>
          </a:prstGeom>
          <a:solidFill xmlns:a="http://schemas.openxmlformats.org/drawingml/2006/main">
            <a:srgbClr val="10223A"/>
          </a:solidFill>
          <a:ln xmlns:a="http://schemas.openxmlformats.org/drawingml/2006/main" w="11430">
            <a:solidFill>
              <a:srgbClr val="2B4563"/>
            </a:solidFill>
            <a:prstDash val="solid"/>
          </a:ln>
        </p:spPr>
      </p:sp>
      <p:sp>
        <p:nvSpPr>
          <p:cNvPr id="22" name="">
            <a:extLst xmlns:a="http://schemas.openxmlformats.org/drawingml/2006/main">
              <a:ext uri="{FF2B5EF4-FFF2-40B4-BE49-F238E27FC236}">
                <a16:creationId xmlns:a16="http://schemas.microsoft.com/office/drawing/2014/main" id="{55FDA606-4CA1-479D-A4A4-6F1091241F3D}"/>
              </a:ext>
            </a:extLst>
          </p:cNvPr>
          <p:cNvSpPr>
            <a:spLocks xmlns:a="http://schemas.openxmlformats.org/drawingml/2006/main" noGrp="1"/>
          </p:cNvSpPr>
          <p:nvPr/>
        </p:nvSpPr>
        <p:spPr>
          <a:xfrm xmlns:a="http://schemas.openxmlformats.org/drawingml/2006/main">
            <a:off x="762000" y="3924300"/>
            <a:ext cx="438150" cy="438150"/>
          </a:xfrm>
          <a:prstGeom xmlns:a="http://schemas.openxmlformats.org/drawingml/2006/main" prst="ellipse">
            <a:avLst/>
          </a:prstGeom>
          <a:solidFill xmlns:a="http://schemas.openxmlformats.org/drawingml/2006/main">
            <a:srgbClr val="55D6A5"/>
          </a:solidFill>
          <a:ln xmlns:a="http://schemas.openxmlformats.org/drawingml/2006/main" w="11430">
            <a:solidFill>
              <a:srgbClr val="55D6A5"/>
            </a:solidFill>
            <a:prstDash val="solid"/>
          </a:ln>
        </p:spPr>
      </p:sp>
      <p:sp>
        <p:nvSpPr>
          <p:cNvPr id="23" name="">
            <a:extLst xmlns:a="http://schemas.openxmlformats.org/drawingml/2006/main">
              <a:ext uri="{FF2B5EF4-FFF2-40B4-BE49-F238E27FC236}">
                <a16:creationId xmlns:a16="http://schemas.microsoft.com/office/drawing/2014/main" id="{DE5433E9-199E-4D1A-978E-3864A501A477}"/>
              </a:ext>
            </a:extLst>
          </p:cNvPr>
          <p:cNvSpPr>
            <a:spLocks xmlns:a="http://schemas.openxmlformats.org/drawingml/2006/main" noGrp="1"/>
          </p:cNvSpPr>
          <p:nvPr/>
        </p:nvSpPr>
        <p:spPr>
          <a:xfrm xmlns:a="http://schemas.openxmlformats.org/drawingml/2006/main">
            <a:off x="762000" y="3924300"/>
            <a:ext cx="4381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ctr">
              <a:defRPr sz="1575" b="1">
                <a:solidFill>
                  <a:srgbClr val="07111F"/>
                </a:solidFill>
                <a:latin typeface="Ubuntu Sans"/>
                <a:ea typeface="Ubuntu Sans"/>
                <a:cs typeface="Ubuntu Sans"/>
              </a:defRPr>
            </a:defPPr>
            <a:lvl1pPr algn="ctr">
              <a:defRPr sz="1575" b="1">
                <a:solidFill>
                  <a:srgbClr val="07111F"/>
                </a:solidFill>
                <a:latin typeface="Ubuntu Sans"/>
                <a:ea typeface="Ubuntu Sans"/>
                <a:cs typeface="Ubuntu Sans"/>
              </a:defRPr>
            </a:lvl1pPr>
            <a:lvl2pPr algn="ctr">
              <a:defRPr sz="1575" b="1">
                <a:solidFill>
                  <a:srgbClr val="07111F"/>
                </a:solidFill>
                <a:latin typeface="Ubuntu Sans"/>
                <a:ea typeface="Ubuntu Sans"/>
                <a:cs typeface="Ubuntu Sans"/>
              </a:defRPr>
            </a:lvl2pPr>
            <a:lvl3pPr algn="ctr">
              <a:defRPr sz="1575" b="1">
                <a:solidFill>
                  <a:srgbClr val="07111F"/>
                </a:solidFill>
                <a:latin typeface="Ubuntu Sans"/>
                <a:ea typeface="Ubuntu Sans"/>
                <a:cs typeface="Ubuntu Sans"/>
              </a:defRPr>
            </a:lvl3pPr>
            <a:lvl4pPr algn="ctr">
              <a:defRPr sz="1575" b="1">
                <a:solidFill>
                  <a:srgbClr val="07111F"/>
                </a:solidFill>
                <a:latin typeface="Ubuntu Sans"/>
                <a:ea typeface="Ubuntu Sans"/>
                <a:cs typeface="Ubuntu Sans"/>
              </a:defRPr>
            </a:lvl4pPr>
            <a:lvl5pPr algn="ctr">
              <a:defRPr sz="1575" b="1">
                <a:solidFill>
                  <a:srgbClr val="07111F"/>
                </a:solidFill>
                <a:latin typeface="Ubuntu Sans"/>
                <a:ea typeface="Ubuntu Sans"/>
                <a:cs typeface="Ubuntu Sans"/>
              </a:defRPr>
            </a:lvl5pPr>
            <a:lvl6pPr algn="ctr">
              <a:defRPr sz="1575" b="1">
                <a:solidFill>
                  <a:srgbClr val="07111F"/>
                </a:solidFill>
                <a:latin typeface="Ubuntu Sans"/>
                <a:ea typeface="Ubuntu Sans"/>
                <a:cs typeface="Ubuntu Sans"/>
              </a:defRPr>
            </a:lvl6pPr>
            <a:lvl7pPr algn="ctr">
              <a:defRPr sz="1575" b="1">
                <a:solidFill>
                  <a:srgbClr val="07111F"/>
                </a:solidFill>
                <a:latin typeface="Ubuntu Sans"/>
                <a:ea typeface="Ubuntu Sans"/>
                <a:cs typeface="Ubuntu Sans"/>
              </a:defRPr>
            </a:lvl7pPr>
            <a:lvl8pPr algn="ctr">
              <a:defRPr sz="1575" b="1">
                <a:solidFill>
                  <a:srgbClr val="07111F"/>
                </a:solidFill>
                <a:latin typeface="Ubuntu Sans"/>
                <a:ea typeface="Ubuntu Sans"/>
                <a:cs typeface="Ubuntu Sans"/>
              </a:defRPr>
            </a:lvl8pPr>
            <a:lvl9pPr algn="ctr">
              <a:defRPr sz="1575" b="1">
                <a:solidFill>
                  <a:srgbClr val="07111F"/>
                </a:solidFill>
                <a:latin typeface="Ubuntu Sans"/>
                <a:ea typeface="Ubuntu Sans"/>
                <a:cs typeface="Ubuntu Sans"/>
              </a:defRPr>
            </a:lvl9pPr>
          </a:lstStyle>
          <a:p xmlns:a="http://schemas.openxmlformats.org/drawingml/2006/main">
            <a:pPr algn="ctr">
              <a:defRPr sz="1575" b="1">
                <a:solidFill>
                  <a:srgbClr val="07111F"/>
                </a:solidFill>
                <a:latin typeface="Ubuntu Sans"/>
                <a:ea typeface="Ubuntu Sans"/>
                <a:cs typeface="Ubuntu Sans"/>
              </a:defRPr>
            </a:pPr>
            <a:r>
              <a:rPr sz="1575" b="1">
                <a:solidFill>
                  <a:srgbClr val="07111F"/>
                </a:solidFill>
                <a:latin typeface="Ubuntu Sans"/>
                <a:ea typeface="Ubuntu Sans"/>
                <a:cs typeface="Ubuntu Sans"/>
              </a:rPr>
              <a:t>4</a:t>
            </a:r>
          </a:p>
        </p:txBody>
      </p:sp>
      <p:sp>
        <p:nvSpPr>
          <p:cNvPr id="24" name="">
            <a:extLst xmlns:a="http://schemas.openxmlformats.org/drawingml/2006/main">
              <a:ext uri="{FF2B5EF4-FFF2-40B4-BE49-F238E27FC236}">
                <a16:creationId xmlns:a16="http://schemas.microsoft.com/office/drawing/2014/main" id="{E49FB9E9-B113-47C1-B15D-4FD61FD4602C}"/>
              </a:ext>
            </a:extLst>
          </p:cNvPr>
          <p:cNvSpPr>
            <a:spLocks xmlns:a="http://schemas.openxmlformats.org/drawingml/2006/main" noGrp="1"/>
          </p:cNvSpPr>
          <p:nvPr/>
        </p:nvSpPr>
        <p:spPr>
          <a:xfrm xmlns:a="http://schemas.openxmlformats.org/drawingml/2006/main">
            <a:off x="1333500" y="3867150"/>
            <a:ext cx="24574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000"/>
          </a:bodyPr>
          <a:lstStyle xmlns:a="http://schemas.openxmlformats.org/drawingml/2006/main">
            <a:defPPr algn="l">
              <a:defRPr sz="1500" b="1">
                <a:solidFill>
                  <a:srgbClr val="F4F8FF"/>
                </a:solidFill>
                <a:latin typeface="Ubuntu Sans"/>
                <a:ea typeface="Ubuntu Sans"/>
                <a:cs typeface="Ubuntu Sans"/>
              </a:defRPr>
            </a:defPPr>
            <a:lvl1pPr algn="l">
              <a:defRPr sz="1500" b="1">
                <a:solidFill>
                  <a:srgbClr val="F4F8FF"/>
                </a:solidFill>
                <a:latin typeface="Ubuntu Sans"/>
                <a:ea typeface="Ubuntu Sans"/>
                <a:cs typeface="Ubuntu Sans"/>
              </a:defRPr>
            </a:lvl1pPr>
            <a:lvl2pPr algn="l">
              <a:defRPr sz="1500" b="1">
                <a:solidFill>
                  <a:srgbClr val="F4F8FF"/>
                </a:solidFill>
                <a:latin typeface="Ubuntu Sans"/>
                <a:ea typeface="Ubuntu Sans"/>
                <a:cs typeface="Ubuntu Sans"/>
              </a:defRPr>
            </a:lvl2pPr>
            <a:lvl3pPr algn="l">
              <a:defRPr sz="1500" b="1">
                <a:solidFill>
                  <a:srgbClr val="F4F8FF"/>
                </a:solidFill>
                <a:latin typeface="Ubuntu Sans"/>
                <a:ea typeface="Ubuntu Sans"/>
                <a:cs typeface="Ubuntu Sans"/>
              </a:defRPr>
            </a:lvl3pPr>
            <a:lvl4pPr algn="l">
              <a:defRPr sz="1500" b="1">
                <a:solidFill>
                  <a:srgbClr val="F4F8FF"/>
                </a:solidFill>
                <a:latin typeface="Ubuntu Sans"/>
                <a:ea typeface="Ubuntu Sans"/>
                <a:cs typeface="Ubuntu Sans"/>
              </a:defRPr>
            </a:lvl4pPr>
            <a:lvl5pPr algn="l">
              <a:defRPr sz="1500" b="1">
                <a:solidFill>
                  <a:srgbClr val="F4F8FF"/>
                </a:solidFill>
                <a:latin typeface="Ubuntu Sans"/>
                <a:ea typeface="Ubuntu Sans"/>
                <a:cs typeface="Ubuntu Sans"/>
              </a:defRPr>
            </a:lvl5pPr>
            <a:lvl6pPr algn="l">
              <a:defRPr sz="1500" b="1">
                <a:solidFill>
                  <a:srgbClr val="F4F8FF"/>
                </a:solidFill>
                <a:latin typeface="Ubuntu Sans"/>
                <a:ea typeface="Ubuntu Sans"/>
                <a:cs typeface="Ubuntu Sans"/>
              </a:defRPr>
            </a:lvl6pPr>
            <a:lvl7pPr algn="l">
              <a:defRPr sz="1500" b="1">
                <a:solidFill>
                  <a:srgbClr val="F4F8FF"/>
                </a:solidFill>
                <a:latin typeface="Ubuntu Sans"/>
                <a:ea typeface="Ubuntu Sans"/>
                <a:cs typeface="Ubuntu Sans"/>
              </a:defRPr>
            </a:lvl7pPr>
            <a:lvl8pPr algn="l">
              <a:defRPr sz="1500" b="1">
                <a:solidFill>
                  <a:srgbClr val="F4F8FF"/>
                </a:solidFill>
                <a:latin typeface="Ubuntu Sans"/>
                <a:ea typeface="Ubuntu Sans"/>
                <a:cs typeface="Ubuntu Sans"/>
              </a:defRPr>
            </a:lvl8pPr>
            <a:lvl9pPr algn="l">
              <a:defRPr sz="1500" b="1">
                <a:solidFill>
                  <a:srgbClr val="F4F8FF"/>
                </a:solidFill>
                <a:latin typeface="Ubuntu Sans"/>
                <a:ea typeface="Ubuntu Sans"/>
                <a:cs typeface="Ubuntu Sans"/>
              </a:defRPr>
            </a:lvl9pPr>
          </a:lstStyle>
          <a:p xmlns:a="http://schemas.openxmlformats.org/drawingml/2006/main">
            <a:pPr algn="l">
              <a:defRPr sz="1500" b="1">
                <a:solidFill>
                  <a:srgbClr val="F4F8FF"/>
                </a:solidFill>
                <a:latin typeface="Ubuntu Sans"/>
                <a:ea typeface="Ubuntu Sans"/>
                <a:cs typeface="Ubuntu Sans"/>
              </a:defRPr>
            </a:pPr>
            <a:r>
              <a:rPr sz="1500" b="1">
                <a:solidFill>
                  <a:srgbClr val="F4F8FF"/>
                </a:solidFill>
                <a:latin typeface="Ubuntu Sans"/>
                <a:ea typeface="Ubuntu Sans"/>
                <a:cs typeface="Ubuntu Sans"/>
              </a:rPr>
              <a:t>Issue session</a:t>
            </a:r>
          </a:p>
        </p:txBody>
      </p:sp>
      <p:sp>
        <p:nvSpPr>
          <p:cNvPr id="25" name="">
            <a:extLst xmlns:a="http://schemas.openxmlformats.org/drawingml/2006/main">
              <a:ext uri="{FF2B5EF4-FFF2-40B4-BE49-F238E27FC236}">
                <a16:creationId xmlns:a16="http://schemas.microsoft.com/office/drawing/2014/main" id="{4B4B090C-B4FE-40C0-9775-5BCCB1484D82}"/>
              </a:ext>
            </a:extLst>
          </p:cNvPr>
          <p:cNvSpPr>
            <a:spLocks xmlns:a="http://schemas.openxmlformats.org/drawingml/2006/main" noGrp="1"/>
          </p:cNvSpPr>
          <p:nvPr/>
        </p:nvSpPr>
        <p:spPr>
          <a:xfrm xmlns:a="http://schemas.openxmlformats.org/drawingml/2006/main">
            <a:off x="1333500" y="4171950"/>
            <a:ext cx="24574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050" b="0">
                <a:solidFill>
                  <a:srgbClr val="A9BCD0"/>
                </a:solidFill>
                <a:latin typeface="Ubuntu Sans"/>
                <a:ea typeface="Ubuntu Sans"/>
                <a:cs typeface="Ubuntu Sans"/>
              </a:defRPr>
            </a:defPPr>
            <a:lvl1pPr algn="l">
              <a:defRPr sz="1050" b="0">
                <a:solidFill>
                  <a:srgbClr val="A9BCD0"/>
                </a:solidFill>
                <a:latin typeface="Ubuntu Sans"/>
                <a:ea typeface="Ubuntu Sans"/>
                <a:cs typeface="Ubuntu Sans"/>
              </a:defRPr>
            </a:lvl1pPr>
            <a:lvl2pPr algn="l">
              <a:defRPr sz="1050" b="0">
                <a:solidFill>
                  <a:srgbClr val="A9BCD0"/>
                </a:solidFill>
                <a:latin typeface="Ubuntu Sans"/>
                <a:ea typeface="Ubuntu Sans"/>
                <a:cs typeface="Ubuntu Sans"/>
              </a:defRPr>
            </a:lvl2pPr>
            <a:lvl3pPr algn="l">
              <a:defRPr sz="1050" b="0">
                <a:solidFill>
                  <a:srgbClr val="A9BCD0"/>
                </a:solidFill>
                <a:latin typeface="Ubuntu Sans"/>
                <a:ea typeface="Ubuntu Sans"/>
                <a:cs typeface="Ubuntu Sans"/>
              </a:defRPr>
            </a:lvl3pPr>
            <a:lvl4pPr algn="l">
              <a:defRPr sz="1050" b="0">
                <a:solidFill>
                  <a:srgbClr val="A9BCD0"/>
                </a:solidFill>
                <a:latin typeface="Ubuntu Sans"/>
                <a:ea typeface="Ubuntu Sans"/>
                <a:cs typeface="Ubuntu Sans"/>
              </a:defRPr>
            </a:lvl4pPr>
            <a:lvl5pPr algn="l">
              <a:defRPr sz="1050" b="0">
                <a:solidFill>
                  <a:srgbClr val="A9BCD0"/>
                </a:solidFill>
                <a:latin typeface="Ubuntu Sans"/>
                <a:ea typeface="Ubuntu Sans"/>
                <a:cs typeface="Ubuntu Sans"/>
              </a:defRPr>
            </a:lvl5pPr>
            <a:lvl6pPr algn="l">
              <a:defRPr sz="1050" b="0">
                <a:solidFill>
                  <a:srgbClr val="A9BCD0"/>
                </a:solidFill>
                <a:latin typeface="Ubuntu Sans"/>
                <a:ea typeface="Ubuntu Sans"/>
                <a:cs typeface="Ubuntu Sans"/>
              </a:defRPr>
            </a:lvl6pPr>
            <a:lvl7pPr algn="l">
              <a:defRPr sz="1050" b="0">
                <a:solidFill>
                  <a:srgbClr val="A9BCD0"/>
                </a:solidFill>
                <a:latin typeface="Ubuntu Sans"/>
                <a:ea typeface="Ubuntu Sans"/>
                <a:cs typeface="Ubuntu Sans"/>
              </a:defRPr>
            </a:lvl7pPr>
            <a:lvl8pPr algn="l">
              <a:defRPr sz="1050" b="0">
                <a:solidFill>
                  <a:srgbClr val="A9BCD0"/>
                </a:solidFill>
                <a:latin typeface="Ubuntu Sans"/>
                <a:ea typeface="Ubuntu Sans"/>
                <a:cs typeface="Ubuntu Sans"/>
              </a:defRPr>
            </a:lvl8pPr>
            <a:lvl9pPr algn="l">
              <a:defRPr sz="1050" b="0">
                <a:solidFill>
                  <a:srgbClr val="A9BCD0"/>
                </a:solidFill>
                <a:latin typeface="Ubuntu Sans"/>
                <a:ea typeface="Ubuntu Sans"/>
                <a:cs typeface="Ubuntu Sans"/>
              </a:defRPr>
            </a:lvl9pPr>
          </a:lstStyle>
          <a:p xmlns:a="http://schemas.openxmlformats.org/drawingml/2006/main">
            <a:pPr algn="l">
              <a:defRPr sz="1050" b="0">
                <a:solidFill>
                  <a:srgbClr val="A9BCD0"/>
                </a:solidFill>
                <a:latin typeface="Ubuntu Sans"/>
                <a:ea typeface="Ubuntu Sans"/>
                <a:cs typeface="Ubuntu Sans"/>
              </a:defRPr>
            </a:pPr>
            <a:r>
              <a:rPr sz="1050" b="0">
                <a:solidFill>
                  <a:srgbClr val="A9BCD0"/>
                </a:solidFill>
                <a:latin typeface="Ubuntu Sans"/>
                <a:ea typeface="Ubuntu Sans"/>
                <a:cs typeface="Ubuntu Sans"/>
              </a:rPr>
              <a:t>JWT and secure cookie state</a:t>
            </a:r>
          </a:p>
        </p:txBody>
      </p:sp>
      <p:sp>
        <p:nvSpPr>
          <p:cNvPr id="26" name="">
            <a:extLst xmlns:a="http://schemas.openxmlformats.org/drawingml/2006/main">
              <a:ext uri="{FF2B5EF4-FFF2-40B4-BE49-F238E27FC236}">
                <a16:creationId xmlns:a16="http://schemas.microsoft.com/office/drawing/2014/main" id="{8C6B8BAC-C044-42E7-A1D1-EA5092BC8C65}"/>
              </a:ext>
            </a:extLst>
          </p:cNvPr>
          <p:cNvSpPr>
            <a:spLocks xmlns:a="http://schemas.openxmlformats.org/drawingml/2006/main" noGrp="1"/>
          </p:cNvSpPr>
          <p:nvPr/>
        </p:nvSpPr>
        <p:spPr>
          <a:xfrm xmlns:a="http://schemas.openxmlformats.org/drawingml/2006/main">
            <a:off x="4438650" y="3752850"/>
            <a:ext cx="3314700" cy="895350"/>
          </a:xfrm>
          <a:prstGeom xmlns:a="http://schemas.openxmlformats.org/drawingml/2006/main" prst="roundRect">
            <a:avLst>
              <a:gd name="adj" fmla="val 12766"/>
            </a:avLst>
          </a:prstGeom>
          <a:solidFill xmlns:a="http://schemas.openxmlformats.org/drawingml/2006/main">
            <a:srgbClr val="10223A"/>
          </a:solidFill>
          <a:ln xmlns:a="http://schemas.openxmlformats.org/drawingml/2006/main" w="11430">
            <a:solidFill>
              <a:srgbClr val="2B4563"/>
            </a:solidFill>
            <a:prstDash val="solid"/>
          </a:ln>
        </p:spPr>
      </p:sp>
      <p:sp>
        <p:nvSpPr>
          <p:cNvPr id="27" name="">
            <a:extLst xmlns:a="http://schemas.openxmlformats.org/drawingml/2006/main">
              <a:ext uri="{FF2B5EF4-FFF2-40B4-BE49-F238E27FC236}">
                <a16:creationId xmlns:a16="http://schemas.microsoft.com/office/drawing/2014/main" id="{A1CDC8A7-57CC-46E1-8403-65E87BC36E76}"/>
              </a:ext>
            </a:extLst>
          </p:cNvPr>
          <p:cNvSpPr>
            <a:spLocks xmlns:a="http://schemas.openxmlformats.org/drawingml/2006/main" noGrp="1"/>
          </p:cNvSpPr>
          <p:nvPr/>
        </p:nvSpPr>
        <p:spPr>
          <a:xfrm xmlns:a="http://schemas.openxmlformats.org/drawingml/2006/main">
            <a:off x="4591050" y="3924300"/>
            <a:ext cx="438150" cy="438150"/>
          </a:xfrm>
          <a:prstGeom xmlns:a="http://schemas.openxmlformats.org/drawingml/2006/main" prst="ellipse">
            <a:avLst/>
          </a:prstGeom>
          <a:solidFill xmlns:a="http://schemas.openxmlformats.org/drawingml/2006/main">
            <a:srgbClr val="FFCA6A"/>
          </a:solidFill>
          <a:ln xmlns:a="http://schemas.openxmlformats.org/drawingml/2006/main" w="11430">
            <a:solidFill>
              <a:srgbClr val="FFCA6A"/>
            </a:solidFill>
            <a:prstDash val="solid"/>
          </a:ln>
        </p:spPr>
      </p:sp>
      <p:sp>
        <p:nvSpPr>
          <p:cNvPr id="28" name="">
            <a:extLst xmlns:a="http://schemas.openxmlformats.org/drawingml/2006/main">
              <a:ext uri="{FF2B5EF4-FFF2-40B4-BE49-F238E27FC236}">
                <a16:creationId xmlns:a16="http://schemas.microsoft.com/office/drawing/2014/main" id="{FA0FCABB-932F-4363-9F40-1180F7CDA147}"/>
              </a:ext>
            </a:extLst>
          </p:cNvPr>
          <p:cNvSpPr>
            <a:spLocks xmlns:a="http://schemas.openxmlformats.org/drawingml/2006/main" noGrp="1"/>
          </p:cNvSpPr>
          <p:nvPr/>
        </p:nvSpPr>
        <p:spPr>
          <a:xfrm xmlns:a="http://schemas.openxmlformats.org/drawingml/2006/main">
            <a:off x="4591050" y="3924300"/>
            <a:ext cx="4381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ctr">
              <a:defRPr sz="1575" b="1">
                <a:solidFill>
                  <a:srgbClr val="07111F"/>
                </a:solidFill>
                <a:latin typeface="Ubuntu Sans"/>
                <a:ea typeface="Ubuntu Sans"/>
                <a:cs typeface="Ubuntu Sans"/>
              </a:defRPr>
            </a:defPPr>
            <a:lvl1pPr algn="ctr">
              <a:defRPr sz="1575" b="1">
                <a:solidFill>
                  <a:srgbClr val="07111F"/>
                </a:solidFill>
                <a:latin typeface="Ubuntu Sans"/>
                <a:ea typeface="Ubuntu Sans"/>
                <a:cs typeface="Ubuntu Sans"/>
              </a:defRPr>
            </a:lvl1pPr>
            <a:lvl2pPr algn="ctr">
              <a:defRPr sz="1575" b="1">
                <a:solidFill>
                  <a:srgbClr val="07111F"/>
                </a:solidFill>
                <a:latin typeface="Ubuntu Sans"/>
                <a:ea typeface="Ubuntu Sans"/>
                <a:cs typeface="Ubuntu Sans"/>
              </a:defRPr>
            </a:lvl2pPr>
            <a:lvl3pPr algn="ctr">
              <a:defRPr sz="1575" b="1">
                <a:solidFill>
                  <a:srgbClr val="07111F"/>
                </a:solidFill>
                <a:latin typeface="Ubuntu Sans"/>
                <a:ea typeface="Ubuntu Sans"/>
                <a:cs typeface="Ubuntu Sans"/>
              </a:defRPr>
            </a:lvl3pPr>
            <a:lvl4pPr algn="ctr">
              <a:defRPr sz="1575" b="1">
                <a:solidFill>
                  <a:srgbClr val="07111F"/>
                </a:solidFill>
                <a:latin typeface="Ubuntu Sans"/>
                <a:ea typeface="Ubuntu Sans"/>
                <a:cs typeface="Ubuntu Sans"/>
              </a:defRPr>
            </a:lvl4pPr>
            <a:lvl5pPr algn="ctr">
              <a:defRPr sz="1575" b="1">
                <a:solidFill>
                  <a:srgbClr val="07111F"/>
                </a:solidFill>
                <a:latin typeface="Ubuntu Sans"/>
                <a:ea typeface="Ubuntu Sans"/>
                <a:cs typeface="Ubuntu Sans"/>
              </a:defRPr>
            </a:lvl5pPr>
            <a:lvl6pPr algn="ctr">
              <a:defRPr sz="1575" b="1">
                <a:solidFill>
                  <a:srgbClr val="07111F"/>
                </a:solidFill>
                <a:latin typeface="Ubuntu Sans"/>
                <a:ea typeface="Ubuntu Sans"/>
                <a:cs typeface="Ubuntu Sans"/>
              </a:defRPr>
            </a:lvl6pPr>
            <a:lvl7pPr algn="ctr">
              <a:defRPr sz="1575" b="1">
                <a:solidFill>
                  <a:srgbClr val="07111F"/>
                </a:solidFill>
                <a:latin typeface="Ubuntu Sans"/>
                <a:ea typeface="Ubuntu Sans"/>
                <a:cs typeface="Ubuntu Sans"/>
              </a:defRPr>
            </a:lvl7pPr>
            <a:lvl8pPr algn="ctr">
              <a:defRPr sz="1575" b="1">
                <a:solidFill>
                  <a:srgbClr val="07111F"/>
                </a:solidFill>
                <a:latin typeface="Ubuntu Sans"/>
                <a:ea typeface="Ubuntu Sans"/>
                <a:cs typeface="Ubuntu Sans"/>
              </a:defRPr>
            </a:lvl8pPr>
            <a:lvl9pPr algn="ctr">
              <a:defRPr sz="1575" b="1">
                <a:solidFill>
                  <a:srgbClr val="07111F"/>
                </a:solidFill>
                <a:latin typeface="Ubuntu Sans"/>
                <a:ea typeface="Ubuntu Sans"/>
                <a:cs typeface="Ubuntu Sans"/>
              </a:defRPr>
            </a:lvl9pPr>
          </a:lstStyle>
          <a:p xmlns:a="http://schemas.openxmlformats.org/drawingml/2006/main">
            <a:pPr algn="ctr">
              <a:defRPr sz="1575" b="1">
                <a:solidFill>
                  <a:srgbClr val="07111F"/>
                </a:solidFill>
                <a:latin typeface="Ubuntu Sans"/>
                <a:ea typeface="Ubuntu Sans"/>
                <a:cs typeface="Ubuntu Sans"/>
              </a:defRPr>
            </a:pPr>
            <a:r>
              <a:rPr sz="1575" b="1">
                <a:solidFill>
                  <a:srgbClr val="07111F"/>
                </a:solidFill>
                <a:latin typeface="Ubuntu Sans"/>
                <a:ea typeface="Ubuntu Sans"/>
                <a:cs typeface="Ubuntu Sans"/>
              </a:rPr>
              <a:t>5</a:t>
            </a:r>
          </a:p>
        </p:txBody>
      </p:sp>
      <p:sp>
        <p:nvSpPr>
          <p:cNvPr id="29" name="">
            <a:extLst xmlns:a="http://schemas.openxmlformats.org/drawingml/2006/main">
              <a:ext uri="{FF2B5EF4-FFF2-40B4-BE49-F238E27FC236}">
                <a16:creationId xmlns:a16="http://schemas.microsoft.com/office/drawing/2014/main" id="{9BD9A618-F71F-4313-84C9-E6326CA9A8F9}"/>
              </a:ext>
            </a:extLst>
          </p:cNvPr>
          <p:cNvSpPr>
            <a:spLocks xmlns:a="http://schemas.openxmlformats.org/drawingml/2006/main" noGrp="1"/>
          </p:cNvSpPr>
          <p:nvPr/>
        </p:nvSpPr>
        <p:spPr>
          <a:xfrm xmlns:a="http://schemas.openxmlformats.org/drawingml/2006/main">
            <a:off x="5162550" y="3867150"/>
            <a:ext cx="24574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000"/>
          </a:bodyPr>
          <a:lstStyle xmlns:a="http://schemas.openxmlformats.org/drawingml/2006/main">
            <a:defPPr algn="l">
              <a:defRPr sz="1500" b="1">
                <a:solidFill>
                  <a:srgbClr val="F4F8FF"/>
                </a:solidFill>
                <a:latin typeface="Ubuntu Sans"/>
                <a:ea typeface="Ubuntu Sans"/>
                <a:cs typeface="Ubuntu Sans"/>
              </a:defRPr>
            </a:defPPr>
            <a:lvl1pPr algn="l">
              <a:defRPr sz="1500" b="1">
                <a:solidFill>
                  <a:srgbClr val="F4F8FF"/>
                </a:solidFill>
                <a:latin typeface="Ubuntu Sans"/>
                <a:ea typeface="Ubuntu Sans"/>
                <a:cs typeface="Ubuntu Sans"/>
              </a:defRPr>
            </a:lvl1pPr>
            <a:lvl2pPr algn="l">
              <a:defRPr sz="1500" b="1">
                <a:solidFill>
                  <a:srgbClr val="F4F8FF"/>
                </a:solidFill>
                <a:latin typeface="Ubuntu Sans"/>
                <a:ea typeface="Ubuntu Sans"/>
                <a:cs typeface="Ubuntu Sans"/>
              </a:defRPr>
            </a:lvl2pPr>
            <a:lvl3pPr algn="l">
              <a:defRPr sz="1500" b="1">
                <a:solidFill>
                  <a:srgbClr val="F4F8FF"/>
                </a:solidFill>
                <a:latin typeface="Ubuntu Sans"/>
                <a:ea typeface="Ubuntu Sans"/>
                <a:cs typeface="Ubuntu Sans"/>
              </a:defRPr>
            </a:lvl3pPr>
            <a:lvl4pPr algn="l">
              <a:defRPr sz="1500" b="1">
                <a:solidFill>
                  <a:srgbClr val="F4F8FF"/>
                </a:solidFill>
                <a:latin typeface="Ubuntu Sans"/>
                <a:ea typeface="Ubuntu Sans"/>
                <a:cs typeface="Ubuntu Sans"/>
              </a:defRPr>
            </a:lvl4pPr>
            <a:lvl5pPr algn="l">
              <a:defRPr sz="1500" b="1">
                <a:solidFill>
                  <a:srgbClr val="F4F8FF"/>
                </a:solidFill>
                <a:latin typeface="Ubuntu Sans"/>
                <a:ea typeface="Ubuntu Sans"/>
                <a:cs typeface="Ubuntu Sans"/>
              </a:defRPr>
            </a:lvl5pPr>
            <a:lvl6pPr algn="l">
              <a:defRPr sz="1500" b="1">
                <a:solidFill>
                  <a:srgbClr val="F4F8FF"/>
                </a:solidFill>
                <a:latin typeface="Ubuntu Sans"/>
                <a:ea typeface="Ubuntu Sans"/>
                <a:cs typeface="Ubuntu Sans"/>
              </a:defRPr>
            </a:lvl6pPr>
            <a:lvl7pPr algn="l">
              <a:defRPr sz="1500" b="1">
                <a:solidFill>
                  <a:srgbClr val="F4F8FF"/>
                </a:solidFill>
                <a:latin typeface="Ubuntu Sans"/>
                <a:ea typeface="Ubuntu Sans"/>
                <a:cs typeface="Ubuntu Sans"/>
              </a:defRPr>
            </a:lvl7pPr>
            <a:lvl8pPr algn="l">
              <a:defRPr sz="1500" b="1">
                <a:solidFill>
                  <a:srgbClr val="F4F8FF"/>
                </a:solidFill>
                <a:latin typeface="Ubuntu Sans"/>
                <a:ea typeface="Ubuntu Sans"/>
                <a:cs typeface="Ubuntu Sans"/>
              </a:defRPr>
            </a:lvl8pPr>
            <a:lvl9pPr algn="l">
              <a:defRPr sz="1500" b="1">
                <a:solidFill>
                  <a:srgbClr val="F4F8FF"/>
                </a:solidFill>
                <a:latin typeface="Ubuntu Sans"/>
                <a:ea typeface="Ubuntu Sans"/>
                <a:cs typeface="Ubuntu Sans"/>
              </a:defRPr>
            </a:lvl9pPr>
          </a:lstStyle>
          <a:p xmlns:a="http://schemas.openxmlformats.org/drawingml/2006/main">
            <a:pPr algn="l">
              <a:defRPr sz="1500" b="1">
                <a:solidFill>
                  <a:srgbClr val="F4F8FF"/>
                </a:solidFill>
                <a:latin typeface="Ubuntu Sans"/>
                <a:ea typeface="Ubuntu Sans"/>
                <a:cs typeface="Ubuntu Sans"/>
              </a:defRPr>
            </a:pPr>
            <a:r>
              <a:rPr sz="1500" b="1">
                <a:solidFill>
                  <a:srgbClr val="F4F8FF"/>
                </a:solidFill>
                <a:latin typeface="Ubuntu Sans"/>
                <a:ea typeface="Ubuntu Sans"/>
                <a:cs typeface="Ubuntu Sans"/>
              </a:rPr>
              <a:t>Load user</a:t>
            </a:r>
          </a:p>
        </p:txBody>
      </p:sp>
      <p:sp>
        <p:nvSpPr>
          <p:cNvPr id="30" name="">
            <a:extLst xmlns:a="http://schemas.openxmlformats.org/drawingml/2006/main">
              <a:ext uri="{FF2B5EF4-FFF2-40B4-BE49-F238E27FC236}">
                <a16:creationId xmlns:a16="http://schemas.microsoft.com/office/drawing/2014/main" id="{830C5883-F256-4FEE-A53D-4C512E78120A}"/>
              </a:ext>
            </a:extLst>
          </p:cNvPr>
          <p:cNvSpPr>
            <a:spLocks xmlns:a="http://schemas.openxmlformats.org/drawingml/2006/main" noGrp="1"/>
          </p:cNvSpPr>
          <p:nvPr/>
        </p:nvSpPr>
        <p:spPr>
          <a:xfrm xmlns:a="http://schemas.openxmlformats.org/drawingml/2006/main">
            <a:off x="5162550" y="4171950"/>
            <a:ext cx="24574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7325"/>
          </a:bodyPr>
          <a:lstStyle xmlns:a="http://schemas.openxmlformats.org/drawingml/2006/main">
            <a:defPPr algn="l">
              <a:defRPr sz="1050" b="0">
                <a:solidFill>
                  <a:srgbClr val="A9BCD0"/>
                </a:solidFill>
                <a:latin typeface="Ubuntu Sans"/>
                <a:ea typeface="Ubuntu Sans"/>
                <a:cs typeface="Ubuntu Sans"/>
              </a:defRPr>
            </a:defPPr>
            <a:lvl1pPr algn="l">
              <a:defRPr sz="1050" b="0">
                <a:solidFill>
                  <a:srgbClr val="A9BCD0"/>
                </a:solidFill>
                <a:latin typeface="Ubuntu Sans"/>
                <a:ea typeface="Ubuntu Sans"/>
                <a:cs typeface="Ubuntu Sans"/>
              </a:defRPr>
            </a:lvl1pPr>
            <a:lvl2pPr algn="l">
              <a:defRPr sz="1050" b="0">
                <a:solidFill>
                  <a:srgbClr val="A9BCD0"/>
                </a:solidFill>
                <a:latin typeface="Ubuntu Sans"/>
                <a:ea typeface="Ubuntu Sans"/>
                <a:cs typeface="Ubuntu Sans"/>
              </a:defRPr>
            </a:lvl2pPr>
            <a:lvl3pPr algn="l">
              <a:defRPr sz="1050" b="0">
                <a:solidFill>
                  <a:srgbClr val="A9BCD0"/>
                </a:solidFill>
                <a:latin typeface="Ubuntu Sans"/>
                <a:ea typeface="Ubuntu Sans"/>
                <a:cs typeface="Ubuntu Sans"/>
              </a:defRPr>
            </a:lvl3pPr>
            <a:lvl4pPr algn="l">
              <a:defRPr sz="1050" b="0">
                <a:solidFill>
                  <a:srgbClr val="A9BCD0"/>
                </a:solidFill>
                <a:latin typeface="Ubuntu Sans"/>
                <a:ea typeface="Ubuntu Sans"/>
                <a:cs typeface="Ubuntu Sans"/>
              </a:defRPr>
            </a:lvl4pPr>
            <a:lvl5pPr algn="l">
              <a:defRPr sz="1050" b="0">
                <a:solidFill>
                  <a:srgbClr val="A9BCD0"/>
                </a:solidFill>
                <a:latin typeface="Ubuntu Sans"/>
                <a:ea typeface="Ubuntu Sans"/>
                <a:cs typeface="Ubuntu Sans"/>
              </a:defRPr>
            </a:lvl5pPr>
            <a:lvl6pPr algn="l">
              <a:defRPr sz="1050" b="0">
                <a:solidFill>
                  <a:srgbClr val="A9BCD0"/>
                </a:solidFill>
                <a:latin typeface="Ubuntu Sans"/>
                <a:ea typeface="Ubuntu Sans"/>
                <a:cs typeface="Ubuntu Sans"/>
              </a:defRPr>
            </a:lvl6pPr>
            <a:lvl7pPr algn="l">
              <a:defRPr sz="1050" b="0">
                <a:solidFill>
                  <a:srgbClr val="A9BCD0"/>
                </a:solidFill>
                <a:latin typeface="Ubuntu Sans"/>
                <a:ea typeface="Ubuntu Sans"/>
                <a:cs typeface="Ubuntu Sans"/>
              </a:defRPr>
            </a:lvl7pPr>
            <a:lvl8pPr algn="l">
              <a:defRPr sz="1050" b="0">
                <a:solidFill>
                  <a:srgbClr val="A9BCD0"/>
                </a:solidFill>
                <a:latin typeface="Ubuntu Sans"/>
                <a:ea typeface="Ubuntu Sans"/>
                <a:cs typeface="Ubuntu Sans"/>
              </a:defRPr>
            </a:lvl8pPr>
            <a:lvl9pPr algn="l">
              <a:defRPr sz="1050" b="0">
                <a:solidFill>
                  <a:srgbClr val="A9BCD0"/>
                </a:solidFill>
                <a:latin typeface="Ubuntu Sans"/>
                <a:ea typeface="Ubuntu Sans"/>
                <a:cs typeface="Ubuntu Sans"/>
              </a:defRPr>
            </a:lvl9pPr>
          </a:lstStyle>
          <a:p xmlns:a="http://schemas.openxmlformats.org/drawingml/2006/main">
            <a:pPr algn="l">
              <a:defRPr sz="1050" b="0">
                <a:solidFill>
                  <a:srgbClr val="A9BCD0"/>
                </a:solidFill>
                <a:latin typeface="Ubuntu Sans"/>
                <a:ea typeface="Ubuntu Sans"/>
                <a:cs typeface="Ubuntu Sans"/>
              </a:defRPr>
            </a:pPr>
            <a:r>
              <a:rPr sz="1050" b="0">
                <a:solidFill>
                  <a:srgbClr val="A9BCD0"/>
                </a:solidFill>
                <a:latin typeface="Ubuntu Sans"/>
                <a:ea typeface="Ubuntu Sans"/>
                <a:cs typeface="Ubuntu Sans"/>
              </a:rPr>
              <a:t>Protected requests query current state</a:t>
            </a:r>
          </a:p>
        </p:txBody>
      </p:sp>
      <p:sp>
        <p:nvSpPr>
          <p:cNvPr id="31" name="">
            <a:extLst xmlns:a="http://schemas.openxmlformats.org/drawingml/2006/main">
              <a:ext uri="{FF2B5EF4-FFF2-40B4-BE49-F238E27FC236}">
                <a16:creationId xmlns:a16="http://schemas.microsoft.com/office/drawing/2014/main" id="{0757ED5A-DC3B-4730-9CB8-00B283998497}"/>
              </a:ext>
            </a:extLst>
          </p:cNvPr>
          <p:cNvSpPr>
            <a:spLocks xmlns:a="http://schemas.openxmlformats.org/drawingml/2006/main" noGrp="1"/>
          </p:cNvSpPr>
          <p:nvPr/>
        </p:nvSpPr>
        <p:spPr>
          <a:xfrm xmlns:a="http://schemas.openxmlformats.org/drawingml/2006/main">
            <a:off x="8267700" y="3752850"/>
            <a:ext cx="3314700" cy="895350"/>
          </a:xfrm>
          <a:prstGeom xmlns:a="http://schemas.openxmlformats.org/drawingml/2006/main" prst="roundRect">
            <a:avLst>
              <a:gd name="adj" fmla="val 12766"/>
            </a:avLst>
          </a:prstGeom>
          <a:solidFill xmlns:a="http://schemas.openxmlformats.org/drawingml/2006/main">
            <a:srgbClr val="10223A"/>
          </a:solidFill>
          <a:ln xmlns:a="http://schemas.openxmlformats.org/drawingml/2006/main" w="11430">
            <a:solidFill>
              <a:srgbClr val="2B4563"/>
            </a:solidFill>
            <a:prstDash val="solid"/>
          </a:ln>
        </p:spPr>
      </p:sp>
      <p:sp>
        <p:nvSpPr>
          <p:cNvPr id="32" name="">
            <a:extLst xmlns:a="http://schemas.openxmlformats.org/drawingml/2006/main">
              <a:ext uri="{FF2B5EF4-FFF2-40B4-BE49-F238E27FC236}">
                <a16:creationId xmlns:a16="http://schemas.microsoft.com/office/drawing/2014/main" id="{0DD6C912-6BC8-41A4-87EF-89EB9E4AB8BF}"/>
              </a:ext>
            </a:extLst>
          </p:cNvPr>
          <p:cNvSpPr>
            <a:spLocks xmlns:a="http://schemas.openxmlformats.org/drawingml/2006/main" noGrp="1"/>
          </p:cNvSpPr>
          <p:nvPr/>
        </p:nvSpPr>
        <p:spPr>
          <a:xfrm xmlns:a="http://schemas.openxmlformats.org/drawingml/2006/main">
            <a:off x="8420100" y="3924300"/>
            <a:ext cx="438150" cy="438150"/>
          </a:xfrm>
          <a:prstGeom xmlns:a="http://schemas.openxmlformats.org/drawingml/2006/main" prst="ellipse">
            <a:avLst/>
          </a:prstGeom>
          <a:solidFill xmlns:a="http://schemas.openxmlformats.org/drawingml/2006/main">
            <a:srgbClr val="FF7B8A"/>
          </a:solidFill>
          <a:ln xmlns:a="http://schemas.openxmlformats.org/drawingml/2006/main" w="11430">
            <a:solidFill>
              <a:srgbClr val="FF7B8A"/>
            </a:solidFill>
            <a:prstDash val="solid"/>
          </a:ln>
        </p:spPr>
      </p:sp>
      <p:sp>
        <p:nvSpPr>
          <p:cNvPr id="33" name="">
            <a:extLst xmlns:a="http://schemas.openxmlformats.org/drawingml/2006/main">
              <a:ext uri="{FF2B5EF4-FFF2-40B4-BE49-F238E27FC236}">
                <a16:creationId xmlns:a16="http://schemas.microsoft.com/office/drawing/2014/main" id="{FE7ED2C7-C838-4775-A73B-F3D152FC1D33}"/>
              </a:ext>
            </a:extLst>
          </p:cNvPr>
          <p:cNvSpPr>
            <a:spLocks xmlns:a="http://schemas.openxmlformats.org/drawingml/2006/main" noGrp="1"/>
          </p:cNvSpPr>
          <p:nvPr/>
        </p:nvSpPr>
        <p:spPr>
          <a:xfrm xmlns:a="http://schemas.openxmlformats.org/drawingml/2006/main">
            <a:off x="8420100" y="3924300"/>
            <a:ext cx="4381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ctr">
              <a:defRPr sz="1575" b="1">
                <a:solidFill>
                  <a:srgbClr val="07111F"/>
                </a:solidFill>
                <a:latin typeface="Ubuntu Sans"/>
                <a:ea typeface="Ubuntu Sans"/>
                <a:cs typeface="Ubuntu Sans"/>
              </a:defRPr>
            </a:defPPr>
            <a:lvl1pPr algn="ctr">
              <a:defRPr sz="1575" b="1">
                <a:solidFill>
                  <a:srgbClr val="07111F"/>
                </a:solidFill>
                <a:latin typeface="Ubuntu Sans"/>
                <a:ea typeface="Ubuntu Sans"/>
                <a:cs typeface="Ubuntu Sans"/>
              </a:defRPr>
            </a:lvl1pPr>
            <a:lvl2pPr algn="ctr">
              <a:defRPr sz="1575" b="1">
                <a:solidFill>
                  <a:srgbClr val="07111F"/>
                </a:solidFill>
                <a:latin typeface="Ubuntu Sans"/>
                <a:ea typeface="Ubuntu Sans"/>
                <a:cs typeface="Ubuntu Sans"/>
              </a:defRPr>
            </a:lvl2pPr>
            <a:lvl3pPr algn="ctr">
              <a:defRPr sz="1575" b="1">
                <a:solidFill>
                  <a:srgbClr val="07111F"/>
                </a:solidFill>
                <a:latin typeface="Ubuntu Sans"/>
                <a:ea typeface="Ubuntu Sans"/>
                <a:cs typeface="Ubuntu Sans"/>
              </a:defRPr>
            </a:lvl3pPr>
            <a:lvl4pPr algn="ctr">
              <a:defRPr sz="1575" b="1">
                <a:solidFill>
                  <a:srgbClr val="07111F"/>
                </a:solidFill>
                <a:latin typeface="Ubuntu Sans"/>
                <a:ea typeface="Ubuntu Sans"/>
                <a:cs typeface="Ubuntu Sans"/>
              </a:defRPr>
            </a:lvl4pPr>
            <a:lvl5pPr algn="ctr">
              <a:defRPr sz="1575" b="1">
                <a:solidFill>
                  <a:srgbClr val="07111F"/>
                </a:solidFill>
                <a:latin typeface="Ubuntu Sans"/>
                <a:ea typeface="Ubuntu Sans"/>
                <a:cs typeface="Ubuntu Sans"/>
              </a:defRPr>
            </a:lvl5pPr>
            <a:lvl6pPr algn="ctr">
              <a:defRPr sz="1575" b="1">
                <a:solidFill>
                  <a:srgbClr val="07111F"/>
                </a:solidFill>
                <a:latin typeface="Ubuntu Sans"/>
                <a:ea typeface="Ubuntu Sans"/>
                <a:cs typeface="Ubuntu Sans"/>
              </a:defRPr>
            </a:lvl6pPr>
            <a:lvl7pPr algn="ctr">
              <a:defRPr sz="1575" b="1">
                <a:solidFill>
                  <a:srgbClr val="07111F"/>
                </a:solidFill>
                <a:latin typeface="Ubuntu Sans"/>
                <a:ea typeface="Ubuntu Sans"/>
                <a:cs typeface="Ubuntu Sans"/>
              </a:defRPr>
            </a:lvl7pPr>
            <a:lvl8pPr algn="ctr">
              <a:defRPr sz="1575" b="1">
                <a:solidFill>
                  <a:srgbClr val="07111F"/>
                </a:solidFill>
                <a:latin typeface="Ubuntu Sans"/>
                <a:ea typeface="Ubuntu Sans"/>
                <a:cs typeface="Ubuntu Sans"/>
              </a:defRPr>
            </a:lvl8pPr>
            <a:lvl9pPr algn="ctr">
              <a:defRPr sz="1575" b="1">
                <a:solidFill>
                  <a:srgbClr val="07111F"/>
                </a:solidFill>
                <a:latin typeface="Ubuntu Sans"/>
                <a:ea typeface="Ubuntu Sans"/>
                <a:cs typeface="Ubuntu Sans"/>
              </a:defRPr>
            </a:lvl9pPr>
          </a:lstStyle>
          <a:p xmlns:a="http://schemas.openxmlformats.org/drawingml/2006/main">
            <a:pPr algn="ctr">
              <a:defRPr sz="1575" b="1">
                <a:solidFill>
                  <a:srgbClr val="07111F"/>
                </a:solidFill>
                <a:latin typeface="Ubuntu Sans"/>
                <a:ea typeface="Ubuntu Sans"/>
                <a:cs typeface="Ubuntu Sans"/>
              </a:defRPr>
            </a:pPr>
            <a:r>
              <a:rPr sz="1575" b="1">
                <a:solidFill>
                  <a:srgbClr val="07111F"/>
                </a:solidFill>
                <a:latin typeface="Ubuntu Sans"/>
                <a:ea typeface="Ubuntu Sans"/>
                <a:cs typeface="Ubuntu Sans"/>
              </a:rPr>
              <a:t>6</a:t>
            </a:r>
          </a:p>
        </p:txBody>
      </p:sp>
      <p:sp>
        <p:nvSpPr>
          <p:cNvPr id="34" name="">
            <a:extLst xmlns:a="http://schemas.openxmlformats.org/drawingml/2006/main">
              <a:ext uri="{FF2B5EF4-FFF2-40B4-BE49-F238E27FC236}">
                <a16:creationId xmlns:a16="http://schemas.microsoft.com/office/drawing/2014/main" id="{747FB444-AF43-47FA-826C-32E2BCAE823A}"/>
              </a:ext>
            </a:extLst>
          </p:cNvPr>
          <p:cNvSpPr>
            <a:spLocks xmlns:a="http://schemas.openxmlformats.org/drawingml/2006/main" noGrp="1"/>
          </p:cNvSpPr>
          <p:nvPr/>
        </p:nvSpPr>
        <p:spPr>
          <a:xfrm xmlns:a="http://schemas.openxmlformats.org/drawingml/2006/main">
            <a:off x="8991600" y="3867150"/>
            <a:ext cx="24574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000"/>
          </a:bodyPr>
          <a:lstStyle xmlns:a="http://schemas.openxmlformats.org/drawingml/2006/main">
            <a:defPPr algn="l">
              <a:defRPr sz="1500" b="1">
                <a:solidFill>
                  <a:srgbClr val="F4F8FF"/>
                </a:solidFill>
                <a:latin typeface="Ubuntu Sans"/>
                <a:ea typeface="Ubuntu Sans"/>
                <a:cs typeface="Ubuntu Sans"/>
              </a:defRPr>
            </a:defPPr>
            <a:lvl1pPr algn="l">
              <a:defRPr sz="1500" b="1">
                <a:solidFill>
                  <a:srgbClr val="F4F8FF"/>
                </a:solidFill>
                <a:latin typeface="Ubuntu Sans"/>
                <a:ea typeface="Ubuntu Sans"/>
                <a:cs typeface="Ubuntu Sans"/>
              </a:defRPr>
            </a:lvl1pPr>
            <a:lvl2pPr algn="l">
              <a:defRPr sz="1500" b="1">
                <a:solidFill>
                  <a:srgbClr val="F4F8FF"/>
                </a:solidFill>
                <a:latin typeface="Ubuntu Sans"/>
                <a:ea typeface="Ubuntu Sans"/>
                <a:cs typeface="Ubuntu Sans"/>
              </a:defRPr>
            </a:lvl2pPr>
            <a:lvl3pPr algn="l">
              <a:defRPr sz="1500" b="1">
                <a:solidFill>
                  <a:srgbClr val="F4F8FF"/>
                </a:solidFill>
                <a:latin typeface="Ubuntu Sans"/>
                <a:ea typeface="Ubuntu Sans"/>
                <a:cs typeface="Ubuntu Sans"/>
              </a:defRPr>
            </a:lvl3pPr>
            <a:lvl4pPr algn="l">
              <a:defRPr sz="1500" b="1">
                <a:solidFill>
                  <a:srgbClr val="F4F8FF"/>
                </a:solidFill>
                <a:latin typeface="Ubuntu Sans"/>
                <a:ea typeface="Ubuntu Sans"/>
                <a:cs typeface="Ubuntu Sans"/>
              </a:defRPr>
            </a:lvl4pPr>
            <a:lvl5pPr algn="l">
              <a:defRPr sz="1500" b="1">
                <a:solidFill>
                  <a:srgbClr val="F4F8FF"/>
                </a:solidFill>
                <a:latin typeface="Ubuntu Sans"/>
                <a:ea typeface="Ubuntu Sans"/>
                <a:cs typeface="Ubuntu Sans"/>
              </a:defRPr>
            </a:lvl5pPr>
            <a:lvl6pPr algn="l">
              <a:defRPr sz="1500" b="1">
                <a:solidFill>
                  <a:srgbClr val="F4F8FF"/>
                </a:solidFill>
                <a:latin typeface="Ubuntu Sans"/>
                <a:ea typeface="Ubuntu Sans"/>
                <a:cs typeface="Ubuntu Sans"/>
              </a:defRPr>
            </a:lvl6pPr>
            <a:lvl7pPr algn="l">
              <a:defRPr sz="1500" b="1">
                <a:solidFill>
                  <a:srgbClr val="F4F8FF"/>
                </a:solidFill>
                <a:latin typeface="Ubuntu Sans"/>
                <a:ea typeface="Ubuntu Sans"/>
                <a:cs typeface="Ubuntu Sans"/>
              </a:defRPr>
            </a:lvl7pPr>
            <a:lvl8pPr algn="l">
              <a:defRPr sz="1500" b="1">
                <a:solidFill>
                  <a:srgbClr val="F4F8FF"/>
                </a:solidFill>
                <a:latin typeface="Ubuntu Sans"/>
                <a:ea typeface="Ubuntu Sans"/>
                <a:cs typeface="Ubuntu Sans"/>
              </a:defRPr>
            </a:lvl8pPr>
            <a:lvl9pPr algn="l">
              <a:defRPr sz="1500" b="1">
                <a:solidFill>
                  <a:srgbClr val="F4F8FF"/>
                </a:solidFill>
                <a:latin typeface="Ubuntu Sans"/>
                <a:ea typeface="Ubuntu Sans"/>
                <a:cs typeface="Ubuntu Sans"/>
              </a:defRPr>
            </a:lvl9pPr>
          </a:lstStyle>
          <a:p xmlns:a="http://schemas.openxmlformats.org/drawingml/2006/main">
            <a:pPr algn="l">
              <a:defRPr sz="1500" b="1">
                <a:solidFill>
                  <a:srgbClr val="F4F8FF"/>
                </a:solidFill>
                <a:latin typeface="Ubuntu Sans"/>
                <a:ea typeface="Ubuntu Sans"/>
                <a:cs typeface="Ubuntu Sans"/>
              </a:defRPr>
            </a:pPr>
            <a:r>
              <a:rPr sz="1500" b="1">
                <a:solidFill>
                  <a:srgbClr val="F4F8FF"/>
                </a:solidFill>
                <a:latin typeface="Ubuntu Sans"/>
                <a:ea typeface="Ubuntu Sans"/>
                <a:cs typeface="Ubuntu Sans"/>
              </a:rPr>
              <a:t>Revoke</a:t>
            </a:r>
          </a:p>
        </p:txBody>
      </p:sp>
      <p:sp>
        <p:nvSpPr>
          <p:cNvPr id="35" name="">
            <a:extLst xmlns:a="http://schemas.openxmlformats.org/drawingml/2006/main">
              <a:ext uri="{FF2B5EF4-FFF2-40B4-BE49-F238E27FC236}">
                <a16:creationId xmlns:a16="http://schemas.microsoft.com/office/drawing/2014/main" id="{E2D57BAC-4F2C-4C8C-BC9C-61702E5FD6DE}"/>
              </a:ext>
            </a:extLst>
          </p:cNvPr>
          <p:cNvSpPr>
            <a:spLocks xmlns:a="http://schemas.openxmlformats.org/drawingml/2006/main" noGrp="1"/>
          </p:cNvSpPr>
          <p:nvPr/>
        </p:nvSpPr>
        <p:spPr>
          <a:xfrm xmlns:a="http://schemas.openxmlformats.org/drawingml/2006/main">
            <a:off x="8991600" y="4171950"/>
            <a:ext cx="24574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1968"/>
          </a:bodyPr>
          <a:lstStyle xmlns:a="http://schemas.openxmlformats.org/drawingml/2006/main">
            <a:defPPr algn="l">
              <a:defRPr sz="1050" b="0">
                <a:solidFill>
                  <a:srgbClr val="A9BCD0"/>
                </a:solidFill>
                <a:latin typeface="Ubuntu Sans"/>
                <a:ea typeface="Ubuntu Sans"/>
                <a:cs typeface="Ubuntu Sans"/>
              </a:defRPr>
            </a:defPPr>
            <a:lvl1pPr algn="l">
              <a:defRPr sz="1050" b="0">
                <a:solidFill>
                  <a:srgbClr val="A9BCD0"/>
                </a:solidFill>
                <a:latin typeface="Ubuntu Sans"/>
                <a:ea typeface="Ubuntu Sans"/>
                <a:cs typeface="Ubuntu Sans"/>
              </a:defRPr>
            </a:lvl1pPr>
            <a:lvl2pPr algn="l">
              <a:defRPr sz="1050" b="0">
                <a:solidFill>
                  <a:srgbClr val="A9BCD0"/>
                </a:solidFill>
                <a:latin typeface="Ubuntu Sans"/>
                <a:ea typeface="Ubuntu Sans"/>
                <a:cs typeface="Ubuntu Sans"/>
              </a:defRPr>
            </a:lvl2pPr>
            <a:lvl3pPr algn="l">
              <a:defRPr sz="1050" b="0">
                <a:solidFill>
                  <a:srgbClr val="A9BCD0"/>
                </a:solidFill>
                <a:latin typeface="Ubuntu Sans"/>
                <a:ea typeface="Ubuntu Sans"/>
                <a:cs typeface="Ubuntu Sans"/>
              </a:defRPr>
            </a:lvl3pPr>
            <a:lvl4pPr algn="l">
              <a:defRPr sz="1050" b="0">
                <a:solidFill>
                  <a:srgbClr val="A9BCD0"/>
                </a:solidFill>
                <a:latin typeface="Ubuntu Sans"/>
                <a:ea typeface="Ubuntu Sans"/>
                <a:cs typeface="Ubuntu Sans"/>
              </a:defRPr>
            </a:lvl4pPr>
            <a:lvl5pPr algn="l">
              <a:defRPr sz="1050" b="0">
                <a:solidFill>
                  <a:srgbClr val="A9BCD0"/>
                </a:solidFill>
                <a:latin typeface="Ubuntu Sans"/>
                <a:ea typeface="Ubuntu Sans"/>
                <a:cs typeface="Ubuntu Sans"/>
              </a:defRPr>
            </a:lvl5pPr>
            <a:lvl6pPr algn="l">
              <a:defRPr sz="1050" b="0">
                <a:solidFill>
                  <a:srgbClr val="A9BCD0"/>
                </a:solidFill>
                <a:latin typeface="Ubuntu Sans"/>
                <a:ea typeface="Ubuntu Sans"/>
                <a:cs typeface="Ubuntu Sans"/>
              </a:defRPr>
            </a:lvl6pPr>
            <a:lvl7pPr algn="l">
              <a:defRPr sz="1050" b="0">
                <a:solidFill>
                  <a:srgbClr val="A9BCD0"/>
                </a:solidFill>
                <a:latin typeface="Ubuntu Sans"/>
                <a:ea typeface="Ubuntu Sans"/>
                <a:cs typeface="Ubuntu Sans"/>
              </a:defRPr>
            </a:lvl7pPr>
            <a:lvl8pPr algn="l">
              <a:defRPr sz="1050" b="0">
                <a:solidFill>
                  <a:srgbClr val="A9BCD0"/>
                </a:solidFill>
                <a:latin typeface="Ubuntu Sans"/>
                <a:ea typeface="Ubuntu Sans"/>
                <a:cs typeface="Ubuntu Sans"/>
              </a:defRPr>
            </a:lvl8pPr>
            <a:lvl9pPr algn="l">
              <a:defRPr sz="1050" b="0">
                <a:solidFill>
                  <a:srgbClr val="A9BCD0"/>
                </a:solidFill>
                <a:latin typeface="Ubuntu Sans"/>
                <a:ea typeface="Ubuntu Sans"/>
                <a:cs typeface="Ubuntu Sans"/>
              </a:defRPr>
            </a:lvl9pPr>
          </a:lstStyle>
          <a:p xmlns:a="http://schemas.openxmlformats.org/drawingml/2006/main">
            <a:pPr algn="l">
              <a:defRPr sz="1050" b="0">
                <a:solidFill>
                  <a:srgbClr val="A9BCD0"/>
                </a:solidFill>
                <a:latin typeface="Ubuntu Sans"/>
                <a:ea typeface="Ubuntu Sans"/>
                <a:cs typeface="Ubuntu Sans"/>
              </a:defRPr>
            </a:pPr>
            <a:r>
              <a:rPr sz="1050" b="0">
                <a:solidFill>
                  <a:srgbClr val="A9BCD0"/>
                </a:solidFill>
                <a:latin typeface="Ubuntu Sans"/>
                <a:ea typeface="Ubuntu Sans"/>
                <a:cs typeface="Ubuntu Sans"/>
              </a:rPr>
              <a:t>Sensitive changes invalidate old authority</a:t>
            </a:r>
          </a:p>
        </p:txBody>
      </p:sp>
      <p:sp>
        <p:nvSpPr>
          <p:cNvPr id="36" name="">
            <a:extLst xmlns:a="http://schemas.openxmlformats.org/drawingml/2006/main">
              <a:ext uri="{FF2B5EF4-FFF2-40B4-BE49-F238E27FC236}">
                <a16:creationId xmlns:a16="http://schemas.microsoft.com/office/drawing/2014/main" id="{D7025B26-A96A-495D-982B-751BEAA310B4}"/>
              </a:ext>
            </a:extLst>
          </p:cNvPr>
          <p:cNvSpPr>
            <a:spLocks xmlns:a="http://schemas.openxmlformats.org/drawingml/2006/main" noGrp="1"/>
          </p:cNvSpPr>
          <p:nvPr/>
        </p:nvSpPr>
        <p:spPr>
          <a:xfrm xmlns:a="http://schemas.openxmlformats.org/drawingml/2006/main">
            <a:off x="609600" y="5314950"/>
            <a:ext cx="190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0702"/>
          </a:bodyPr>
          <a:lstStyle xmlns:a="http://schemas.openxmlformats.org/drawingml/2006/main">
            <a:defPPr algn="l">
              <a:defRPr sz="1425" b="1">
                <a:solidFill>
                  <a:srgbClr val="2FD6D3"/>
                </a:solidFill>
                <a:latin typeface="Ubuntu Sans"/>
                <a:ea typeface="Ubuntu Sans"/>
                <a:cs typeface="Ubuntu Sans"/>
              </a:defRPr>
            </a:defPPr>
            <a:lvl1pPr algn="l">
              <a:defRPr sz="1425" b="1">
                <a:solidFill>
                  <a:srgbClr val="2FD6D3"/>
                </a:solidFill>
                <a:latin typeface="Ubuntu Sans"/>
                <a:ea typeface="Ubuntu Sans"/>
                <a:cs typeface="Ubuntu Sans"/>
              </a:defRPr>
            </a:lvl1pPr>
            <a:lvl2pPr algn="l">
              <a:defRPr sz="1425" b="1">
                <a:solidFill>
                  <a:srgbClr val="2FD6D3"/>
                </a:solidFill>
                <a:latin typeface="Ubuntu Sans"/>
                <a:ea typeface="Ubuntu Sans"/>
                <a:cs typeface="Ubuntu Sans"/>
              </a:defRPr>
            </a:lvl2pPr>
            <a:lvl3pPr algn="l">
              <a:defRPr sz="1425" b="1">
                <a:solidFill>
                  <a:srgbClr val="2FD6D3"/>
                </a:solidFill>
                <a:latin typeface="Ubuntu Sans"/>
                <a:ea typeface="Ubuntu Sans"/>
                <a:cs typeface="Ubuntu Sans"/>
              </a:defRPr>
            </a:lvl3pPr>
            <a:lvl4pPr algn="l">
              <a:defRPr sz="1425" b="1">
                <a:solidFill>
                  <a:srgbClr val="2FD6D3"/>
                </a:solidFill>
                <a:latin typeface="Ubuntu Sans"/>
                <a:ea typeface="Ubuntu Sans"/>
                <a:cs typeface="Ubuntu Sans"/>
              </a:defRPr>
            </a:lvl4pPr>
            <a:lvl5pPr algn="l">
              <a:defRPr sz="1425" b="1">
                <a:solidFill>
                  <a:srgbClr val="2FD6D3"/>
                </a:solidFill>
                <a:latin typeface="Ubuntu Sans"/>
                <a:ea typeface="Ubuntu Sans"/>
                <a:cs typeface="Ubuntu Sans"/>
              </a:defRPr>
            </a:lvl5pPr>
            <a:lvl6pPr algn="l">
              <a:defRPr sz="1425" b="1">
                <a:solidFill>
                  <a:srgbClr val="2FD6D3"/>
                </a:solidFill>
                <a:latin typeface="Ubuntu Sans"/>
                <a:ea typeface="Ubuntu Sans"/>
                <a:cs typeface="Ubuntu Sans"/>
              </a:defRPr>
            </a:lvl6pPr>
            <a:lvl7pPr algn="l">
              <a:defRPr sz="1425" b="1">
                <a:solidFill>
                  <a:srgbClr val="2FD6D3"/>
                </a:solidFill>
                <a:latin typeface="Ubuntu Sans"/>
                <a:ea typeface="Ubuntu Sans"/>
                <a:cs typeface="Ubuntu Sans"/>
              </a:defRPr>
            </a:lvl7pPr>
            <a:lvl8pPr algn="l">
              <a:defRPr sz="1425" b="1">
                <a:solidFill>
                  <a:srgbClr val="2FD6D3"/>
                </a:solidFill>
                <a:latin typeface="Ubuntu Sans"/>
                <a:ea typeface="Ubuntu Sans"/>
                <a:cs typeface="Ubuntu Sans"/>
              </a:defRPr>
            </a:lvl8pPr>
            <a:lvl9pPr algn="l">
              <a:defRPr sz="1425" b="1">
                <a:solidFill>
                  <a:srgbClr val="2FD6D3"/>
                </a:solidFill>
                <a:latin typeface="Ubuntu Sans"/>
                <a:ea typeface="Ubuntu Sans"/>
                <a:cs typeface="Ubuntu Sans"/>
              </a:defRPr>
            </a:lvl9pPr>
          </a:lstStyle>
          <a:p xmlns:a="http://schemas.openxmlformats.org/drawingml/2006/main">
            <a:pPr algn="l">
              <a:defRPr sz="1425" b="1">
                <a:solidFill>
                  <a:srgbClr val="2FD6D3"/>
                </a:solidFill>
                <a:latin typeface="Ubuntu Sans"/>
                <a:ea typeface="Ubuntu Sans"/>
                <a:cs typeface="Ubuntu Sans"/>
              </a:defRPr>
            </a:pPr>
            <a:r>
              <a:rPr sz="1425" b="1">
                <a:solidFill>
                  <a:srgbClr val="2FD6D3"/>
                </a:solidFill>
                <a:latin typeface="Ubuntu Sans"/>
                <a:ea typeface="Ubuntu Sans"/>
                <a:cs typeface="Ubuntu Sans"/>
              </a:rPr>
              <a:t>Additional controls</a:t>
            </a:r>
          </a:p>
        </p:txBody>
      </p:sp>
      <p:sp>
        <p:nvSpPr>
          <p:cNvPr id="37" name="">
            <a:extLst xmlns:a="http://schemas.openxmlformats.org/drawingml/2006/main">
              <a:ext uri="{FF2B5EF4-FFF2-40B4-BE49-F238E27FC236}">
                <a16:creationId xmlns:a16="http://schemas.microsoft.com/office/drawing/2014/main" id="{C6544E95-8F9B-4232-B889-59D5AD953FCF}"/>
              </a:ext>
            </a:extLst>
          </p:cNvPr>
          <p:cNvSpPr>
            <a:spLocks xmlns:a="http://schemas.openxmlformats.org/drawingml/2006/main" noGrp="1"/>
          </p:cNvSpPr>
          <p:nvPr/>
        </p:nvSpPr>
        <p:spPr>
          <a:xfrm xmlns:a="http://schemas.openxmlformats.org/drawingml/2006/main">
            <a:off x="2514600" y="5219700"/>
            <a:ext cx="8858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425" b="0">
                <a:solidFill>
                  <a:srgbClr val="A9BCD0"/>
                </a:solidFill>
                <a:latin typeface="Ubuntu Sans"/>
                <a:ea typeface="Ubuntu Sans"/>
                <a:cs typeface="Ubuntu Sans"/>
              </a:defRPr>
            </a:defPPr>
            <a:lvl1pPr algn="l">
              <a:defRPr sz="1425" b="0">
                <a:solidFill>
                  <a:srgbClr val="A9BCD0"/>
                </a:solidFill>
                <a:latin typeface="Ubuntu Sans"/>
                <a:ea typeface="Ubuntu Sans"/>
                <a:cs typeface="Ubuntu Sans"/>
              </a:defRPr>
            </a:lvl1pPr>
            <a:lvl2pPr algn="l">
              <a:defRPr sz="1425" b="0">
                <a:solidFill>
                  <a:srgbClr val="A9BCD0"/>
                </a:solidFill>
                <a:latin typeface="Ubuntu Sans"/>
                <a:ea typeface="Ubuntu Sans"/>
                <a:cs typeface="Ubuntu Sans"/>
              </a:defRPr>
            </a:lvl2pPr>
            <a:lvl3pPr algn="l">
              <a:defRPr sz="1425" b="0">
                <a:solidFill>
                  <a:srgbClr val="A9BCD0"/>
                </a:solidFill>
                <a:latin typeface="Ubuntu Sans"/>
                <a:ea typeface="Ubuntu Sans"/>
                <a:cs typeface="Ubuntu Sans"/>
              </a:defRPr>
            </a:lvl3pPr>
            <a:lvl4pPr algn="l">
              <a:defRPr sz="1425" b="0">
                <a:solidFill>
                  <a:srgbClr val="A9BCD0"/>
                </a:solidFill>
                <a:latin typeface="Ubuntu Sans"/>
                <a:ea typeface="Ubuntu Sans"/>
                <a:cs typeface="Ubuntu Sans"/>
              </a:defRPr>
            </a:lvl4pPr>
            <a:lvl5pPr algn="l">
              <a:defRPr sz="1425" b="0">
                <a:solidFill>
                  <a:srgbClr val="A9BCD0"/>
                </a:solidFill>
                <a:latin typeface="Ubuntu Sans"/>
                <a:ea typeface="Ubuntu Sans"/>
                <a:cs typeface="Ubuntu Sans"/>
              </a:defRPr>
            </a:lvl5pPr>
            <a:lvl6pPr algn="l">
              <a:defRPr sz="1425" b="0">
                <a:solidFill>
                  <a:srgbClr val="A9BCD0"/>
                </a:solidFill>
                <a:latin typeface="Ubuntu Sans"/>
                <a:ea typeface="Ubuntu Sans"/>
                <a:cs typeface="Ubuntu Sans"/>
              </a:defRPr>
            </a:lvl6pPr>
            <a:lvl7pPr algn="l">
              <a:defRPr sz="1425" b="0">
                <a:solidFill>
                  <a:srgbClr val="A9BCD0"/>
                </a:solidFill>
                <a:latin typeface="Ubuntu Sans"/>
                <a:ea typeface="Ubuntu Sans"/>
                <a:cs typeface="Ubuntu Sans"/>
              </a:defRPr>
            </a:lvl7pPr>
            <a:lvl8pPr algn="l">
              <a:defRPr sz="1425" b="0">
                <a:solidFill>
                  <a:srgbClr val="A9BCD0"/>
                </a:solidFill>
                <a:latin typeface="Ubuntu Sans"/>
                <a:ea typeface="Ubuntu Sans"/>
                <a:cs typeface="Ubuntu Sans"/>
              </a:defRPr>
            </a:lvl8pPr>
            <a:lvl9pPr algn="l">
              <a:defRPr sz="1425" b="0">
                <a:solidFill>
                  <a:srgbClr val="A9BCD0"/>
                </a:solidFill>
                <a:latin typeface="Ubuntu Sans"/>
                <a:ea typeface="Ubuntu Sans"/>
                <a:cs typeface="Ubuntu Sans"/>
              </a:defRPr>
            </a:lvl9pPr>
          </a:lstStyle>
          <a:p xmlns:a="http://schemas.openxmlformats.org/drawingml/2006/main">
            <a:pPr algn="l">
              <a:defRPr sz="1425" b="0">
                <a:solidFill>
                  <a:srgbClr val="A9BCD0"/>
                </a:solidFill>
                <a:latin typeface="Ubuntu Sans"/>
                <a:ea typeface="Ubuntu Sans"/>
                <a:cs typeface="Ubuntu Sans"/>
              </a:defRPr>
            </a:pPr>
            <a:r>
              <a:rPr sz="1425" b="0">
                <a:solidFill>
                  <a:srgbClr val="A9BCD0"/>
                </a:solidFill>
                <a:latin typeface="Ubuntu Sans"/>
                <a:ea typeface="Ubuntu Sans"/>
                <a:cs typeface="Ubuntu Sans"/>
              </a:rPr>
              <a:t>Two-factor authentication, OAuth support, rate limits, account recovery, email verification, and short-lived WebSocket tickets.</a:t>
            </a:r>
          </a:p>
        </p:txBody>
      </p:sp>
      <p:sp>
        <p:nvSpPr>
          <p:cNvPr id="38" name="">
            <a:extLst xmlns:a="http://schemas.openxmlformats.org/drawingml/2006/main">
              <a:ext uri="{FF2B5EF4-FFF2-40B4-BE49-F238E27FC236}">
                <a16:creationId xmlns:a16="http://schemas.microsoft.com/office/drawing/2014/main" id="{9E64A76D-66BD-49A3-B795-C84080857C2A}"/>
              </a:ext>
            </a:extLst>
          </p:cNvPr>
          <p:cNvSpPr>
            <a:spLocks xmlns:a="http://schemas.openxmlformats.org/drawingml/2006/main" noGrp="1"/>
          </p:cNvSpPr>
          <p:nvPr/>
        </p:nvSpPr>
        <p:spPr>
          <a:xfrm xmlns:a="http://schemas.openxmlformats.org/drawingml/2006/main">
            <a:off x="609600" y="651510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63636"/>
          </a:bodyPr>
          <a:lstStyle xmlns:a="http://schemas.openxmlformats.org/drawingml/2006/main">
            <a:defPPr algn="l">
              <a:defRPr sz="825" b="1">
                <a:solidFill>
                  <a:srgbClr val="66819E"/>
                </a:solidFill>
                <a:latin typeface="Ubuntu Sans"/>
                <a:ea typeface="Ubuntu Sans"/>
                <a:cs typeface="Ubuntu Sans"/>
              </a:defRPr>
            </a:defPPr>
            <a:lvl1pPr algn="l">
              <a:defRPr sz="825" b="1">
                <a:solidFill>
                  <a:srgbClr val="66819E"/>
                </a:solidFill>
                <a:latin typeface="Ubuntu Sans"/>
                <a:ea typeface="Ubuntu Sans"/>
                <a:cs typeface="Ubuntu Sans"/>
              </a:defRPr>
            </a:lvl1pPr>
            <a:lvl2pPr algn="l">
              <a:defRPr sz="825" b="1">
                <a:solidFill>
                  <a:srgbClr val="66819E"/>
                </a:solidFill>
                <a:latin typeface="Ubuntu Sans"/>
                <a:ea typeface="Ubuntu Sans"/>
                <a:cs typeface="Ubuntu Sans"/>
              </a:defRPr>
            </a:lvl2pPr>
            <a:lvl3pPr algn="l">
              <a:defRPr sz="825" b="1">
                <a:solidFill>
                  <a:srgbClr val="66819E"/>
                </a:solidFill>
                <a:latin typeface="Ubuntu Sans"/>
                <a:ea typeface="Ubuntu Sans"/>
                <a:cs typeface="Ubuntu Sans"/>
              </a:defRPr>
            </a:lvl3pPr>
            <a:lvl4pPr algn="l">
              <a:defRPr sz="825" b="1">
                <a:solidFill>
                  <a:srgbClr val="66819E"/>
                </a:solidFill>
                <a:latin typeface="Ubuntu Sans"/>
                <a:ea typeface="Ubuntu Sans"/>
                <a:cs typeface="Ubuntu Sans"/>
              </a:defRPr>
            </a:lvl4pPr>
            <a:lvl5pPr algn="l">
              <a:defRPr sz="825" b="1">
                <a:solidFill>
                  <a:srgbClr val="66819E"/>
                </a:solidFill>
                <a:latin typeface="Ubuntu Sans"/>
                <a:ea typeface="Ubuntu Sans"/>
                <a:cs typeface="Ubuntu Sans"/>
              </a:defRPr>
            </a:lvl5pPr>
            <a:lvl6pPr algn="l">
              <a:defRPr sz="825" b="1">
                <a:solidFill>
                  <a:srgbClr val="66819E"/>
                </a:solidFill>
                <a:latin typeface="Ubuntu Sans"/>
                <a:ea typeface="Ubuntu Sans"/>
                <a:cs typeface="Ubuntu Sans"/>
              </a:defRPr>
            </a:lvl6pPr>
            <a:lvl7pPr algn="l">
              <a:defRPr sz="825" b="1">
                <a:solidFill>
                  <a:srgbClr val="66819E"/>
                </a:solidFill>
                <a:latin typeface="Ubuntu Sans"/>
                <a:ea typeface="Ubuntu Sans"/>
                <a:cs typeface="Ubuntu Sans"/>
              </a:defRPr>
            </a:lvl7pPr>
            <a:lvl8pPr algn="l">
              <a:defRPr sz="825" b="1">
                <a:solidFill>
                  <a:srgbClr val="66819E"/>
                </a:solidFill>
                <a:latin typeface="Ubuntu Sans"/>
                <a:ea typeface="Ubuntu Sans"/>
                <a:cs typeface="Ubuntu Sans"/>
              </a:defRPr>
            </a:lvl8pPr>
            <a:lvl9pPr algn="l">
              <a:defRPr sz="825" b="1">
                <a:solidFill>
                  <a:srgbClr val="66819E"/>
                </a:solidFill>
                <a:latin typeface="Ubuntu Sans"/>
                <a:ea typeface="Ubuntu Sans"/>
                <a:cs typeface="Ubuntu Sans"/>
              </a:defRPr>
            </a:lvl9pPr>
          </a:lstStyle>
          <a:p xmlns:a="http://schemas.openxmlformats.org/drawingml/2006/main">
            <a:pPr algn="l">
              <a:defRPr sz="825" b="1">
                <a:solidFill>
                  <a:srgbClr val="66819E"/>
                </a:solidFill>
                <a:latin typeface="Ubuntu Sans"/>
                <a:ea typeface="Ubuntu Sans"/>
                <a:cs typeface="Ubuntu Sans"/>
              </a:defRPr>
            </a:pPr>
            <a:r>
              <a:rPr sz="825" b="1">
                <a:solidFill>
                  <a:srgbClr val="66819E"/>
                </a:solidFill>
                <a:latin typeface="Ubuntu Sans"/>
                <a:ea typeface="Ubuntu Sans"/>
                <a:cs typeface="Ubuntu Sans"/>
              </a:rPr>
              <a:t>CODITENT  •  BACKEND</a:t>
            </a:r>
          </a:p>
        </p:txBody>
      </p:sp>
    </p:spTree>
    <p:extLst>
      <p:ext uri="{BB962C8B-B14F-4D97-AF65-F5344CB8AC3E}">
        <p14:creationId xmlns:p14="http://schemas.microsoft.com/office/powerpoint/2010/main" val="1763470879"/>
      </p:ext>
    </p:extLst>
  </p:cSld>
</p:sld>
</file>

<file path=ppt/slides/slide8.xml><?xml version="1.0" encoding="utf-8"?>
<p:sld xmlns:p="http://schemas.openxmlformats.org/presentationml/2006/main">
  <p:cSld>
    <p:bg>
      <p:bgPr>
        <a:solidFill xmlns:a="http://schemas.openxmlformats.org/drawingml/2006/main">
          <a:srgbClr val="07111F"/>
        </a:solidFill>
      </p:bgPr>
    </p:bg>
    <p:spTree>
      <p:nvGrpSpPr>
        <p:cNvPr id="1" name=""/>
        <p:cNvGrpSpPr/>
        <p:nvPr/>
      </p:nvGrpSpPr>
      <p:grpSpPr>
        <a:xfrm xmlns:a="http://schemas.openxmlformats.org/drawingml/2006/main"/>
      </p:grpSpPr>
      <p:sp>
        <p:nvSpPr>
          <p:cNvPr id="35" name="">
            <a:extLst xmlns:a="http://schemas.openxmlformats.org/drawingml/2006/main">
              <a:ext uri="{FF2B5EF4-FFF2-40B4-BE49-F238E27FC236}">
                <a16:creationId xmlns:a16="http://schemas.microsoft.com/office/drawing/2014/main" id="{296E3F66-6D48-4550-A5A8-3DADA51334FC}"/>
              </a:ext>
            </a:extLst>
          </p:cNvPr>
          <p:cNvSpPr>
            <a:spLocks xmlns:a="http://schemas.openxmlformats.org/drawingml/2006/main" noGrp="1"/>
          </p:cNvSpPr>
          <p:nvPr/>
        </p:nvSpPr>
        <p:spPr>
          <a:xfrm xmlns:a="http://schemas.openxmlformats.org/drawingml/2006/main">
            <a:off x="609600" y="3238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l">
              <a:defRPr sz="1050" b="1">
                <a:solidFill>
                  <a:srgbClr val="2FD6D3"/>
                </a:solidFill>
                <a:latin typeface="Ubuntu Sans"/>
                <a:ea typeface="Ubuntu Sans"/>
                <a:cs typeface="Ubuntu Sans"/>
              </a:defRPr>
            </a:defPPr>
            <a:lvl1pPr algn="l">
              <a:defRPr sz="1050" b="1">
                <a:solidFill>
                  <a:srgbClr val="2FD6D3"/>
                </a:solidFill>
                <a:latin typeface="Ubuntu Sans"/>
                <a:ea typeface="Ubuntu Sans"/>
                <a:cs typeface="Ubuntu Sans"/>
              </a:defRPr>
            </a:lvl1pPr>
            <a:lvl2pPr algn="l">
              <a:defRPr sz="1050" b="1">
                <a:solidFill>
                  <a:srgbClr val="2FD6D3"/>
                </a:solidFill>
                <a:latin typeface="Ubuntu Sans"/>
                <a:ea typeface="Ubuntu Sans"/>
                <a:cs typeface="Ubuntu Sans"/>
              </a:defRPr>
            </a:lvl2pPr>
            <a:lvl3pPr algn="l">
              <a:defRPr sz="1050" b="1">
                <a:solidFill>
                  <a:srgbClr val="2FD6D3"/>
                </a:solidFill>
                <a:latin typeface="Ubuntu Sans"/>
                <a:ea typeface="Ubuntu Sans"/>
                <a:cs typeface="Ubuntu Sans"/>
              </a:defRPr>
            </a:lvl3pPr>
            <a:lvl4pPr algn="l">
              <a:defRPr sz="1050" b="1">
                <a:solidFill>
                  <a:srgbClr val="2FD6D3"/>
                </a:solidFill>
                <a:latin typeface="Ubuntu Sans"/>
                <a:ea typeface="Ubuntu Sans"/>
                <a:cs typeface="Ubuntu Sans"/>
              </a:defRPr>
            </a:lvl4pPr>
            <a:lvl5pPr algn="l">
              <a:defRPr sz="1050" b="1">
                <a:solidFill>
                  <a:srgbClr val="2FD6D3"/>
                </a:solidFill>
                <a:latin typeface="Ubuntu Sans"/>
                <a:ea typeface="Ubuntu Sans"/>
                <a:cs typeface="Ubuntu Sans"/>
              </a:defRPr>
            </a:lvl5pPr>
            <a:lvl6pPr algn="l">
              <a:defRPr sz="1050" b="1">
                <a:solidFill>
                  <a:srgbClr val="2FD6D3"/>
                </a:solidFill>
                <a:latin typeface="Ubuntu Sans"/>
                <a:ea typeface="Ubuntu Sans"/>
                <a:cs typeface="Ubuntu Sans"/>
              </a:defRPr>
            </a:lvl6pPr>
            <a:lvl7pPr algn="l">
              <a:defRPr sz="1050" b="1">
                <a:solidFill>
                  <a:srgbClr val="2FD6D3"/>
                </a:solidFill>
                <a:latin typeface="Ubuntu Sans"/>
                <a:ea typeface="Ubuntu Sans"/>
                <a:cs typeface="Ubuntu Sans"/>
              </a:defRPr>
            </a:lvl7pPr>
            <a:lvl8pPr algn="l">
              <a:defRPr sz="1050" b="1">
                <a:solidFill>
                  <a:srgbClr val="2FD6D3"/>
                </a:solidFill>
                <a:latin typeface="Ubuntu Sans"/>
                <a:ea typeface="Ubuntu Sans"/>
                <a:cs typeface="Ubuntu Sans"/>
              </a:defRPr>
            </a:lvl8pPr>
            <a:lvl9pPr algn="l">
              <a:defRPr sz="1050" b="1">
                <a:solidFill>
                  <a:srgbClr val="2FD6D3"/>
                </a:solidFill>
                <a:latin typeface="Ubuntu Sans"/>
                <a:ea typeface="Ubuntu Sans"/>
                <a:cs typeface="Ubuntu Sans"/>
              </a:defRPr>
            </a:lvl9pPr>
          </a:lstStyle>
          <a:p xmlns:a="http://schemas.openxmlformats.org/drawingml/2006/main">
            <a:pPr algn="l">
              <a:defRPr sz="1050" b="1">
                <a:solidFill>
                  <a:srgbClr val="2FD6D3"/>
                </a:solidFill>
                <a:latin typeface="Ubuntu Sans"/>
                <a:ea typeface="Ubuntu Sans"/>
                <a:cs typeface="Ubuntu Sans"/>
              </a:defRPr>
            </a:pPr>
            <a:r>
              <a:rPr sz="1050" b="1">
                <a:solidFill>
                  <a:srgbClr val="2FD6D3"/>
                </a:solidFill>
                <a:latin typeface="Ubuntu Sans"/>
                <a:ea typeface="Ubuntu Sans"/>
                <a:cs typeface="Ubuntu Sans"/>
              </a:rPr>
              <a:t>ACCESS CONTROL</a:t>
            </a:r>
          </a:p>
        </p:txBody>
      </p:sp>
      <p:sp>
        <p:nvSpPr>
          <p:cNvPr id="2" name="">
            <a:extLst xmlns:a="http://schemas.openxmlformats.org/drawingml/2006/main">
              <a:ext uri="{FF2B5EF4-FFF2-40B4-BE49-F238E27FC236}">
                <a16:creationId xmlns:a16="http://schemas.microsoft.com/office/drawing/2014/main" id="{F6857513-6805-40E3-B026-91066A9ADAE5}"/>
              </a:ext>
            </a:extLst>
          </p:cNvPr>
          <p:cNvSpPr>
            <a:spLocks xmlns:a="http://schemas.openxmlformats.org/drawingml/2006/main" noGrp="1"/>
          </p:cNvSpPr>
          <p:nvPr/>
        </p:nvSpPr>
        <p:spPr>
          <a:xfrm xmlns:a="http://schemas.openxmlformats.org/drawingml/2006/main">
            <a:off x="609600" y="590550"/>
            <a:ext cx="10382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6032"/>
          </a:bodyPr>
          <a:lstStyle xmlns:a="http://schemas.openxmlformats.org/drawingml/2006/main">
            <a:defPPr algn="l">
              <a:defRPr sz="3150" b="1">
                <a:solidFill>
                  <a:srgbClr val="F4F8FF"/>
                </a:solidFill>
                <a:latin typeface="Ubuntu Sans"/>
                <a:ea typeface="Ubuntu Sans"/>
                <a:cs typeface="Ubuntu Sans"/>
              </a:defRPr>
            </a:defPPr>
            <a:lvl1pPr algn="l">
              <a:defRPr sz="3150" b="1">
                <a:solidFill>
                  <a:srgbClr val="F4F8FF"/>
                </a:solidFill>
                <a:latin typeface="Ubuntu Sans"/>
                <a:ea typeface="Ubuntu Sans"/>
                <a:cs typeface="Ubuntu Sans"/>
              </a:defRPr>
            </a:lvl1pPr>
            <a:lvl2pPr algn="l">
              <a:defRPr sz="3150" b="1">
                <a:solidFill>
                  <a:srgbClr val="F4F8FF"/>
                </a:solidFill>
                <a:latin typeface="Ubuntu Sans"/>
                <a:ea typeface="Ubuntu Sans"/>
                <a:cs typeface="Ubuntu Sans"/>
              </a:defRPr>
            </a:lvl2pPr>
            <a:lvl3pPr algn="l">
              <a:defRPr sz="3150" b="1">
                <a:solidFill>
                  <a:srgbClr val="F4F8FF"/>
                </a:solidFill>
                <a:latin typeface="Ubuntu Sans"/>
                <a:ea typeface="Ubuntu Sans"/>
                <a:cs typeface="Ubuntu Sans"/>
              </a:defRPr>
            </a:lvl3pPr>
            <a:lvl4pPr algn="l">
              <a:defRPr sz="3150" b="1">
                <a:solidFill>
                  <a:srgbClr val="F4F8FF"/>
                </a:solidFill>
                <a:latin typeface="Ubuntu Sans"/>
                <a:ea typeface="Ubuntu Sans"/>
                <a:cs typeface="Ubuntu Sans"/>
              </a:defRPr>
            </a:lvl4pPr>
            <a:lvl5pPr algn="l">
              <a:defRPr sz="3150" b="1">
                <a:solidFill>
                  <a:srgbClr val="F4F8FF"/>
                </a:solidFill>
                <a:latin typeface="Ubuntu Sans"/>
                <a:ea typeface="Ubuntu Sans"/>
                <a:cs typeface="Ubuntu Sans"/>
              </a:defRPr>
            </a:lvl5pPr>
            <a:lvl6pPr algn="l">
              <a:defRPr sz="3150" b="1">
                <a:solidFill>
                  <a:srgbClr val="F4F8FF"/>
                </a:solidFill>
                <a:latin typeface="Ubuntu Sans"/>
                <a:ea typeface="Ubuntu Sans"/>
                <a:cs typeface="Ubuntu Sans"/>
              </a:defRPr>
            </a:lvl6pPr>
            <a:lvl7pPr algn="l">
              <a:defRPr sz="3150" b="1">
                <a:solidFill>
                  <a:srgbClr val="F4F8FF"/>
                </a:solidFill>
                <a:latin typeface="Ubuntu Sans"/>
                <a:ea typeface="Ubuntu Sans"/>
                <a:cs typeface="Ubuntu Sans"/>
              </a:defRPr>
            </a:lvl7pPr>
            <a:lvl8pPr algn="l">
              <a:defRPr sz="3150" b="1">
                <a:solidFill>
                  <a:srgbClr val="F4F8FF"/>
                </a:solidFill>
                <a:latin typeface="Ubuntu Sans"/>
                <a:ea typeface="Ubuntu Sans"/>
                <a:cs typeface="Ubuntu Sans"/>
              </a:defRPr>
            </a:lvl8pPr>
            <a:lvl9pPr algn="l">
              <a:defRPr sz="3150" b="1">
                <a:solidFill>
                  <a:srgbClr val="F4F8FF"/>
                </a:solidFill>
                <a:latin typeface="Ubuntu Sans"/>
                <a:ea typeface="Ubuntu Sans"/>
                <a:cs typeface="Ubuntu Sans"/>
              </a:defRPr>
            </a:lvl9pPr>
          </a:lstStyle>
          <a:p xmlns:a="http://schemas.openxmlformats.org/drawingml/2006/main">
            <a:pPr algn="l">
              <a:defRPr sz="3150" b="1">
                <a:solidFill>
                  <a:srgbClr val="F4F8FF"/>
                </a:solidFill>
                <a:latin typeface="Ubuntu Sans"/>
                <a:ea typeface="Ubuntu Sans"/>
                <a:cs typeface="Ubuntu Sans"/>
              </a:defRPr>
            </a:pPr>
            <a:r>
              <a:rPr sz="3150" b="1">
                <a:solidFill>
                  <a:srgbClr val="F4F8FF"/>
                </a:solidFill>
                <a:latin typeface="Ubuntu Sans"/>
                <a:ea typeface="Ubuntu Sans"/>
                <a:cs typeface="Ubuntu Sans"/>
              </a:rPr>
              <a:t>Role and tenant authorization</a:t>
            </a:r>
          </a:p>
        </p:txBody>
      </p:sp>
      <p:sp>
        <p:nvSpPr>
          <p:cNvPr id="3" name="">
            <a:extLst xmlns:a="http://schemas.openxmlformats.org/drawingml/2006/main">
              <a:ext uri="{FF2B5EF4-FFF2-40B4-BE49-F238E27FC236}">
                <a16:creationId xmlns:a16="http://schemas.microsoft.com/office/drawing/2014/main" id="{58EE9B49-401A-4E3A-8D93-B27CFC5A9FE9}"/>
              </a:ext>
            </a:extLst>
          </p:cNvPr>
          <p:cNvSpPr>
            <a:spLocks xmlns:a="http://schemas.openxmlformats.org/drawingml/2006/main" noGrp="1"/>
          </p:cNvSpPr>
          <p:nvPr/>
        </p:nvSpPr>
        <p:spPr>
          <a:xfrm xmlns:a="http://schemas.openxmlformats.org/drawingml/2006/main">
            <a:off x="11258550" y="419100"/>
            <a:ext cx="323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r">
              <a:defRPr sz="1050" b="1">
                <a:solidFill>
                  <a:srgbClr val="A9BCD0"/>
                </a:solidFill>
                <a:latin typeface="Ubuntu Sans"/>
                <a:ea typeface="Ubuntu Sans"/>
                <a:cs typeface="Ubuntu Sans"/>
              </a:defRPr>
            </a:defPPr>
            <a:lvl1pPr algn="r">
              <a:defRPr sz="1050" b="1">
                <a:solidFill>
                  <a:srgbClr val="A9BCD0"/>
                </a:solidFill>
                <a:latin typeface="Ubuntu Sans"/>
                <a:ea typeface="Ubuntu Sans"/>
                <a:cs typeface="Ubuntu Sans"/>
              </a:defRPr>
            </a:lvl1pPr>
            <a:lvl2pPr algn="r">
              <a:defRPr sz="1050" b="1">
                <a:solidFill>
                  <a:srgbClr val="A9BCD0"/>
                </a:solidFill>
                <a:latin typeface="Ubuntu Sans"/>
                <a:ea typeface="Ubuntu Sans"/>
                <a:cs typeface="Ubuntu Sans"/>
              </a:defRPr>
            </a:lvl2pPr>
            <a:lvl3pPr algn="r">
              <a:defRPr sz="1050" b="1">
                <a:solidFill>
                  <a:srgbClr val="A9BCD0"/>
                </a:solidFill>
                <a:latin typeface="Ubuntu Sans"/>
                <a:ea typeface="Ubuntu Sans"/>
                <a:cs typeface="Ubuntu Sans"/>
              </a:defRPr>
            </a:lvl3pPr>
            <a:lvl4pPr algn="r">
              <a:defRPr sz="1050" b="1">
                <a:solidFill>
                  <a:srgbClr val="A9BCD0"/>
                </a:solidFill>
                <a:latin typeface="Ubuntu Sans"/>
                <a:ea typeface="Ubuntu Sans"/>
                <a:cs typeface="Ubuntu Sans"/>
              </a:defRPr>
            </a:lvl4pPr>
            <a:lvl5pPr algn="r">
              <a:defRPr sz="1050" b="1">
                <a:solidFill>
                  <a:srgbClr val="A9BCD0"/>
                </a:solidFill>
                <a:latin typeface="Ubuntu Sans"/>
                <a:ea typeface="Ubuntu Sans"/>
                <a:cs typeface="Ubuntu Sans"/>
              </a:defRPr>
            </a:lvl5pPr>
            <a:lvl6pPr algn="r">
              <a:defRPr sz="1050" b="1">
                <a:solidFill>
                  <a:srgbClr val="A9BCD0"/>
                </a:solidFill>
                <a:latin typeface="Ubuntu Sans"/>
                <a:ea typeface="Ubuntu Sans"/>
                <a:cs typeface="Ubuntu Sans"/>
              </a:defRPr>
            </a:lvl6pPr>
            <a:lvl7pPr algn="r">
              <a:defRPr sz="1050" b="1">
                <a:solidFill>
                  <a:srgbClr val="A9BCD0"/>
                </a:solidFill>
                <a:latin typeface="Ubuntu Sans"/>
                <a:ea typeface="Ubuntu Sans"/>
                <a:cs typeface="Ubuntu Sans"/>
              </a:defRPr>
            </a:lvl7pPr>
            <a:lvl8pPr algn="r">
              <a:defRPr sz="1050" b="1">
                <a:solidFill>
                  <a:srgbClr val="A9BCD0"/>
                </a:solidFill>
                <a:latin typeface="Ubuntu Sans"/>
                <a:ea typeface="Ubuntu Sans"/>
                <a:cs typeface="Ubuntu Sans"/>
              </a:defRPr>
            </a:lvl8pPr>
            <a:lvl9pPr algn="r">
              <a:defRPr sz="1050" b="1">
                <a:solidFill>
                  <a:srgbClr val="A9BCD0"/>
                </a:solidFill>
                <a:latin typeface="Ubuntu Sans"/>
                <a:ea typeface="Ubuntu Sans"/>
                <a:cs typeface="Ubuntu Sans"/>
              </a:defRPr>
            </a:lvl9pPr>
          </a:lstStyle>
          <a:p xmlns:a="http://schemas.openxmlformats.org/drawingml/2006/main">
            <a:pPr algn="r">
              <a:defRPr sz="1050" b="1">
                <a:solidFill>
                  <a:srgbClr val="A9BCD0"/>
                </a:solidFill>
                <a:latin typeface="Ubuntu Sans"/>
                <a:ea typeface="Ubuntu Sans"/>
                <a:cs typeface="Ubuntu Sans"/>
              </a:defRPr>
            </a:pPr>
            <a:r>
              <a:rPr sz="1050" b="1">
                <a:solidFill>
                  <a:srgbClr val="A9BCD0"/>
                </a:solidFill>
                <a:latin typeface="Ubuntu Sans"/>
                <a:ea typeface="Ubuntu Sans"/>
                <a:cs typeface="Ubuntu Sans"/>
              </a:rPr>
              <a:t>08</a:t>
            </a:r>
          </a:p>
        </p:txBody>
      </p:sp>
      <p:sp>
        <p:nvSpPr>
          <p:cNvPr id="4" name="">
            <a:extLst xmlns:a="http://schemas.openxmlformats.org/drawingml/2006/main">
              <a:ext uri="{FF2B5EF4-FFF2-40B4-BE49-F238E27FC236}">
                <a16:creationId xmlns:a16="http://schemas.microsoft.com/office/drawing/2014/main" id="{1ADC6CA6-CB05-4C03-8237-C2D6CAA147B1}"/>
              </a:ext>
            </a:extLst>
          </p:cNvPr>
          <p:cNvSpPr>
            <a:spLocks xmlns:a="http://schemas.openxmlformats.org/drawingml/2006/main" noGrp="1"/>
          </p:cNvSpPr>
          <p:nvPr/>
        </p:nvSpPr>
        <p:spPr>
          <a:xfrm xmlns:a="http://schemas.openxmlformats.org/drawingml/2006/main">
            <a:off x="609600" y="1219200"/>
            <a:ext cx="10972800" cy="0"/>
          </a:xfrm>
          <a:prstGeom xmlns:a="http://schemas.openxmlformats.org/drawingml/2006/main" prst="line">
            <a:avLst/>
          </a:prstGeom>
          <a:noFill xmlns:a="http://schemas.openxmlformats.org/drawingml/2006/main"/>
          <a:ln xmlns:a="http://schemas.openxmlformats.org/drawingml/2006/main" w="9525">
            <a:solidFill>
              <a:srgbClr val="2B4563"/>
            </a:solidFill>
            <a:prstDash val="solid"/>
          </a:ln>
        </p:spPr>
      </p:sp>
      <p:sp>
        <p:nvSpPr>
          <p:cNvPr id="5" name="">
            <a:extLst xmlns:a="http://schemas.openxmlformats.org/drawingml/2006/main">
              <a:ext uri="{FF2B5EF4-FFF2-40B4-BE49-F238E27FC236}">
                <a16:creationId xmlns:a16="http://schemas.microsoft.com/office/drawing/2014/main" id="{D2DF550B-117C-4382-BEBF-4BEBA4118629}"/>
              </a:ext>
            </a:extLst>
          </p:cNvPr>
          <p:cNvSpPr>
            <a:spLocks xmlns:a="http://schemas.openxmlformats.org/drawingml/2006/main" noGrp="1"/>
          </p:cNvSpPr>
          <p:nvPr/>
        </p:nvSpPr>
        <p:spPr>
          <a:xfrm xmlns:a="http://schemas.openxmlformats.org/drawingml/2006/main">
            <a:off x="609600" y="1371600"/>
            <a:ext cx="9525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8889"/>
          </a:bodyPr>
          <a:lstStyle xmlns:a="http://schemas.openxmlformats.org/drawingml/2006/main">
            <a:defPPr algn="l">
              <a:defRPr sz="1575" b="0">
                <a:solidFill>
                  <a:srgbClr val="A9BCD0"/>
                </a:solidFill>
                <a:latin typeface="Ubuntu Sans"/>
                <a:ea typeface="Ubuntu Sans"/>
                <a:cs typeface="Ubuntu Sans"/>
              </a:defRPr>
            </a:defPPr>
            <a:lvl1pPr algn="l">
              <a:defRPr sz="1575" b="0">
                <a:solidFill>
                  <a:srgbClr val="A9BCD0"/>
                </a:solidFill>
                <a:latin typeface="Ubuntu Sans"/>
                <a:ea typeface="Ubuntu Sans"/>
                <a:cs typeface="Ubuntu Sans"/>
              </a:defRPr>
            </a:lvl1pPr>
            <a:lvl2pPr algn="l">
              <a:defRPr sz="1575" b="0">
                <a:solidFill>
                  <a:srgbClr val="A9BCD0"/>
                </a:solidFill>
                <a:latin typeface="Ubuntu Sans"/>
                <a:ea typeface="Ubuntu Sans"/>
                <a:cs typeface="Ubuntu Sans"/>
              </a:defRPr>
            </a:lvl2pPr>
            <a:lvl3pPr algn="l">
              <a:defRPr sz="1575" b="0">
                <a:solidFill>
                  <a:srgbClr val="A9BCD0"/>
                </a:solidFill>
                <a:latin typeface="Ubuntu Sans"/>
                <a:ea typeface="Ubuntu Sans"/>
                <a:cs typeface="Ubuntu Sans"/>
              </a:defRPr>
            </a:lvl3pPr>
            <a:lvl4pPr algn="l">
              <a:defRPr sz="1575" b="0">
                <a:solidFill>
                  <a:srgbClr val="A9BCD0"/>
                </a:solidFill>
                <a:latin typeface="Ubuntu Sans"/>
                <a:ea typeface="Ubuntu Sans"/>
                <a:cs typeface="Ubuntu Sans"/>
              </a:defRPr>
            </a:lvl4pPr>
            <a:lvl5pPr algn="l">
              <a:defRPr sz="1575" b="0">
                <a:solidFill>
                  <a:srgbClr val="A9BCD0"/>
                </a:solidFill>
                <a:latin typeface="Ubuntu Sans"/>
                <a:ea typeface="Ubuntu Sans"/>
                <a:cs typeface="Ubuntu Sans"/>
              </a:defRPr>
            </a:lvl5pPr>
            <a:lvl6pPr algn="l">
              <a:defRPr sz="1575" b="0">
                <a:solidFill>
                  <a:srgbClr val="A9BCD0"/>
                </a:solidFill>
                <a:latin typeface="Ubuntu Sans"/>
                <a:ea typeface="Ubuntu Sans"/>
                <a:cs typeface="Ubuntu Sans"/>
              </a:defRPr>
            </a:lvl6pPr>
            <a:lvl7pPr algn="l">
              <a:defRPr sz="1575" b="0">
                <a:solidFill>
                  <a:srgbClr val="A9BCD0"/>
                </a:solidFill>
                <a:latin typeface="Ubuntu Sans"/>
                <a:ea typeface="Ubuntu Sans"/>
                <a:cs typeface="Ubuntu Sans"/>
              </a:defRPr>
            </a:lvl7pPr>
            <a:lvl8pPr algn="l">
              <a:defRPr sz="1575" b="0">
                <a:solidFill>
                  <a:srgbClr val="A9BCD0"/>
                </a:solidFill>
                <a:latin typeface="Ubuntu Sans"/>
                <a:ea typeface="Ubuntu Sans"/>
                <a:cs typeface="Ubuntu Sans"/>
              </a:defRPr>
            </a:lvl8pPr>
            <a:lvl9pPr algn="l">
              <a:defRPr sz="1575" b="0">
                <a:solidFill>
                  <a:srgbClr val="A9BCD0"/>
                </a:solidFill>
                <a:latin typeface="Ubuntu Sans"/>
                <a:ea typeface="Ubuntu Sans"/>
                <a:cs typeface="Ubuntu Sans"/>
              </a:defRPr>
            </a:lvl9pPr>
          </a:lstStyle>
          <a:p xmlns:a="http://schemas.openxmlformats.org/drawingml/2006/main">
            <a:pPr algn="l">
              <a:defRPr sz="1575" b="0">
                <a:solidFill>
                  <a:srgbClr val="A9BCD0"/>
                </a:solidFill>
                <a:latin typeface="Ubuntu Sans"/>
                <a:ea typeface="Ubuntu Sans"/>
                <a:cs typeface="Ubuntu Sans"/>
              </a:defRPr>
            </a:pPr>
            <a:r>
              <a:rPr sz="1575" b="0">
                <a:solidFill>
                  <a:srgbClr val="A9BCD0"/>
                </a:solidFill>
                <a:latin typeface="Ubuntu Sans"/>
                <a:ea typeface="Ubuntu Sans"/>
                <a:cs typeface="Ubuntu Sans"/>
              </a:rPr>
              <a:t>Each protected action combines a permission check with resource scope.</a:t>
            </a:r>
          </a:p>
        </p:txBody>
      </p:sp>
      <p:sp>
        <p:nvSpPr>
          <p:cNvPr id="6" name="">
            <a:extLst xmlns:a="http://schemas.openxmlformats.org/drawingml/2006/main">
              <a:ext uri="{FF2B5EF4-FFF2-40B4-BE49-F238E27FC236}">
                <a16:creationId xmlns:a16="http://schemas.microsoft.com/office/drawing/2014/main" id="{31AF394C-5758-471D-AA15-F5129F19EECD}"/>
              </a:ext>
            </a:extLst>
          </p:cNvPr>
          <p:cNvSpPr>
            <a:spLocks xmlns:a="http://schemas.openxmlformats.org/drawingml/2006/main" noGrp="1"/>
          </p:cNvSpPr>
          <p:nvPr/>
        </p:nvSpPr>
        <p:spPr>
          <a:xfrm xmlns:a="http://schemas.openxmlformats.org/drawingml/2006/main">
            <a:off x="609600" y="1885950"/>
            <a:ext cx="5143500" cy="3848100"/>
          </a:xfrm>
          <a:prstGeom xmlns:a="http://schemas.openxmlformats.org/drawingml/2006/main" prst="roundRect">
            <a:avLst>
              <a:gd name="adj" fmla="val 2970"/>
            </a:avLst>
          </a:prstGeom>
          <a:solidFill xmlns:a="http://schemas.openxmlformats.org/drawingml/2006/main">
            <a:srgbClr val="0B182B"/>
          </a:solidFill>
          <a:ln xmlns:a="http://schemas.openxmlformats.org/drawingml/2006/main" w="11430">
            <a:solidFill>
              <a:srgbClr val="2B4563"/>
            </a:solidFill>
            <a:prstDash val="solid"/>
          </a:ln>
        </p:spPr>
      </p:sp>
      <p:sp>
        <p:nvSpPr>
          <p:cNvPr id="7" name="">
            <a:extLst xmlns:a="http://schemas.openxmlformats.org/drawingml/2006/main">
              <a:ext uri="{FF2B5EF4-FFF2-40B4-BE49-F238E27FC236}">
                <a16:creationId xmlns:a16="http://schemas.microsoft.com/office/drawing/2014/main" id="{2ED32739-D9DB-4E3A-8A1B-BCEC1773CADE}"/>
              </a:ext>
            </a:extLst>
          </p:cNvPr>
          <p:cNvSpPr>
            <a:spLocks xmlns:a="http://schemas.openxmlformats.org/drawingml/2006/main" noGrp="1"/>
          </p:cNvSpPr>
          <p:nvPr/>
        </p:nvSpPr>
        <p:spPr>
          <a:xfrm xmlns:a="http://schemas.openxmlformats.org/drawingml/2006/main">
            <a:off x="876300" y="2095500"/>
            <a:ext cx="4191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1333"/>
          </a:bodyPr>
          <a:lstStyle xmlns:a="http://schemas.openxmlformats.org/drawingml/2006/main">
            <a:defPPr algn="l">
              <a:defRPr sz="1875" b="1">
                <a:solidFill>
                  <a:srgbClr val="F4F8FF"/>
                </a:solidFill>
                <a:latin typeface="Ubuntu Sans"/>
                <a:ea typeface="Ubuntu Sans"/>
                <a:cs typeface="Ubuntu Sans"/>
              </a:defRPr>
            </a:defPPr>
            <a:lvl1pPr algn="l">
              <a:defRPr sz="1875" b="1">
                <a:solidFill>
                  <a:srgbClr val="F4F8FF"/>
                </a:solidFill>
                <a:latin typeface="Ubuntu Sans"/>
                <a:ea typeface="Ubuntu Sans"/>
                <a:cs typeface="Ubuntu Sans"/>
              </a:defRPr>
            </a:lvl1pPr>
            <a:lvl2pPr algn="l">
              <a:defRPr sz="1875" b="1">
                <a:solidFill>
                  <a:srgbClr val="F4F8FF"/>
                </a:solidFill>
                <a:latin typeface="Ubuntu Sans"/>
                <a:ea typeface="Ubuntu Sans"/>
                <a:cs typeface="Ubuntu Sans"/>
              </a:defRPr>
            </a:lvl2pPr>
            <a:lvl3pPr algn="l">
              <a:defRPr sz="1875" b="1">
                <a:solidFill>
                  <a:srgbClr val="F4F8FF"/>
                </a:solidFill>
                <a:latin typeface="Ubuntu Sans"/>
                <a:ea typeface="Ubuntu Sans"/>
                <a:cs typeface="Ubuntu Sans"/>
              </a:defRPr>
            </a:lvl3pPr>
            <a:lvl4pPr algn="l">
              <a:defRPr sz="1875" b="1">
                <a:solidFill>
                  <a:srgbClr val="F4F8FF"/>
                </a:solidFill>
                <a:latin typeface="Ubuntu Sans"/>
                <a:ea typeface="Ubuntu Sans"/>
                <a:cs typeface="Ubuntu Sans"/>
              </a:defRPr>
            </a:lvl4pPr>
            <a:lvl5pPr algn="l">
              <a:defRPr sz="1875" b="1">
                <a:solidFill>
                  <a:srgbClr val="F4F8FF"/>
                </a:solidFill>
                <a:latin typeface="Ubuntu Sans"/>
                <a:ea typeface="Ubuntu Sans"/>
                <a:cs typeface="Ubuntu Sans"/>
              </a:defRPr>
            </a:lvl5pPr>
            <a:lvl6pPr algn="l">
              <a:defRPr sz="1875" b="1">
                <a:solidFill>
                  <a:srgbClr val="F4F8FF"/>
                </a:solidFill>
                <a:latin typeface="Ubuntu Sans"/>
                <a:ea typeface="Ubuntu Sans"/>
                <a:cs typeface="Ubuntu Sans"/>
              </a:defRPr>
            </a:lvl6pPr>
            <a:lvl7pPr algn="l">
              <a:defRPr sz="1875" b="1">
                <a:solidFill>
                  <a:srgbClr val="F4F8FF"/>
                </a:solidFill>
                <a:latin typeface="Ubuntu Sans"/>
                <a:ea typeface="Ubuntu Sans"/>
                <a:cs typeface="Ubuntu Sans"/>
              </a:defRPr>
            </a:lvl7pPr>
            <a:lvl8pPr algn="l">
              <a:defRPr sz="1875" b="1">
                <a:solidFill>
                  <a:srgbClr val="F4F8FF"/>
                </a:solidFill>
                <a:latin typeface="Ubuntu Sans"/>
                <a:ea typeface="Ubuntu Sans"/>
                <a:cs typeface="Ubuntu Sans"/>
              </a:defRPr>
            </a:lvl8pPr>
            <a:lvl9pPr algn="l">
              <a:defRPr sz="1875" b="1">
                <a:solidFill>
                  <a:srgbClr val="F4F8FF"/>
                </a:solidFill>
                <a:latin typeface="Ubuntu Sans"/>
                <a:ea typeface="Ubuntu Sans"/>
                <a:cs typeface="Ubuntu Sans"/>
              </a:defRPr>
            </a:lvl9pPr>
          </a:lstStyle>
          <a:p xmlns:a="http://schemas.openxmlformats.org/drawingml/2006/main">
            <a:pPr algn="l">
              <a:defRPr sz="1875" b="1">
                <a:solidFill>
                  <a:srgbClr val="F4F8FF"/>
                </a:solidFill>
                <a:latin typeface="Ubuntu Sans"/>
                <a:ea typeface="Ubuntu Sans"/>
                <a:cs typeface="Ubuntu Sans"/>
              </a:defRPr>
            </a:pPr>
            <a:r>
              <a:rPr sz="1875" b="1">
                <a:solidFill>
                  <a:srgbClr val="F4F8FF"/>
                </a:solidFill>
                <a:latin typeface="Ubuntu Sans"/>
                <a:ea typeface="Ubuntu Sans"/>
                <a:cs typeface="Ubuntu Sans"/>
              </a:rPr>
              <a:t>Company permission model</a:t>
            </a:r>
          </a:p>
        </p:txBody>
      </p:sp>
      <p:sp>
        <p:nvSpPr>
          <p:cNvPr id="8" name="">
            <a:extLst xmlns:a="http://schemas.openxmlformats.org/drawingml/2006/main">
              <a:ext uri="{FF2B5EF4-FFF2-40B4-BE49-F238E27FC236}">
                <a16:creationId xmlns:a16="http://schemas.microsoft.com/office/drawing/2014/main" id="{B9AEB623-FABD-4285-82BF-374193A272E7}"/>
              </a:ext>
            </a:extLst>
          </p:cNvPr>
          <p:cNvSpPr>
            <a:spLocks xmlns:a="http://schemas.openxmlformats.org/drawingml/2006/main" noGrp="1"/>
          </p:cNvSpPr>
          <p:nvPr/>
        </p:nvSpPr>
        <p:spPr>
          <a:xfrm xmlns:a="http://schemas.openxmlformats.org/drawingml/2006/main">
            <a:off x="876300" y="2628900"/>
            <a:ext cx="1790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5833"/>
          </a:bodyPr>
          <a:lstStyle xmlns:a="http://schemas.openxmlformats.org/drawingml/2006/main">
            <a:defPPr algn="l">
              <a:defRPr sz="1200" b="1">
                <a:solidFill>
                  <a:srgbClr val="8A7CFF"/>
                </a:solidFill>
                <a:latin typeface="Ubuntu Sans"/>
                <a:ea typeface="Ubuntu Sans"/>
                <a:cs typeface="Ubuntu Sans"/>
              </a:defRPr>
            </a:defPPr>
            <a:lvl1pPr algn="l">
              <a:defRPr sz="1200" b="1">
                <a:solidFill>
                  <a:srgbClr val="8A7CFF"/>
                </a:solidFill>
                <a:latin typeface="Ubuntu Sans"/>
                <a:ea typeface="Ubuntu Sans"/>
                <a:cs typeface="Ubuntu Sans"/>
              </a:defRPr>
            </a:lvl1pPr>
            <a:lvl2pPr algn="l">
              <a:defRPr sz="1200" b="1">
                <a:solidFill>
                  <a:srgbClr val="8A7CFF"/>
                </a:solidFill>
                <a:latin typeface="Ubuntu Sans"/>
                <a:ea typeface="Ubuntu Sans"/>
                <a:cs typeface="Ubuntu Sans"/>
              </a:defRPr>
            </a:lvl2pPr>
            <a:lvl3pPr algn="l">
              <a:defRPr sz="1200" b="1">
                <a:solidFill>
                  <a:srgbClr val="8A7CFF"/>
                </a:solidFill>
                <a:latin typeface="Ubuntu Sans"/>
                <a:ea typeface="Ubuntu Sans"/>
                <a:cs typeface="Ubuntu Sans"/>
              </a:defRPr>
            </a:lvl3pPr>
            <a:lvl4pPr algn="l">
              <a:defRPr sz="1200" b="1">
                <a:solidFill>
                  <a:srgbClr val="8A7CFF"/>
                </a:solidFill>
                <a:latin typeface="Ubuntu Sans"/>
                <a:ea typeface="Ubuntu Sans"/>
                <a:cs typeface="Ubuntu Sans"/>
              </a:defRPr>
            </a:lvl4pPr>
            <a:lvl5pPr algn="l">
              <a:defRPr sz="1200" b="1">
                <a:solidFill>
                  <a:srgbClr val="8A7CFF"/>
                </a:solidFill>
                <a:latin typeface="Ubuntu Sans"/>
                <a:ea typeface="Ubuntu Sans"/>
                <a:cs typeface="Ubuntu Sans"/>
              </a:defRPr>
            </a:lvl5pPr>
            <a:lvl6pPr algn="l">
              <a:defRPr sz="1200" b="1">
                <a:solidFill>
                  <a:srgbClr val="8A7CFF"/>
                </a:solidFill>
                <a:latin typeface="Ubuntu Sans"/>
                <a:ea typeface="Ubuntu Sans"/>
                <a:cs typeface="Ubuntu Sans"/>
              </a:defRPr>
            </a:lvl6pPr>
            <a:lvl7pPr algn="l">
              <a:defRPr sz="1200" b="1">
                <a:solidFill>
                  <a:srgbClr val="8A7CFF"/>
                </a:solidFill>
                <a:latin typeface="Ubuntu Sans"/>
                <a:ea typeface="Ubuntu Sans"/>
                <a:cs typeface="Ubuntu Sans"/>
              </a:defRPr>
            </a:lvl7pPr>
            <a:lvl8pPr algn="l">
              <a:defRPr sz="1200" b="1">
                <a:solidFill>
                  <a:srgbClr val="8A7CFF"/>
                </a:solidFill>
                <a:latin typeface="Ubuntu Sans"/>
                <a:ea typeface="Ubuntu Sans"/>
                <a:cs typeface="Ubuntu Sans"/>
              </a:defRPr>
            </a:lvl8pPr>
            <a:lvl9pPr algn="l">
              <a:defRPr sz="1200" b="1">
                <a:solidFill>
                  <a:srgbClr val="8A7CFF"/>
                </a:solidFill>
                <a:latin typeface="Ubuntu Sans"/>
                <a:ea typeface="Ubuntu Sans"/>
                <a:cs typeface="Ubuntu Sans"/>
              </a:defRPr>
            </a:lvl9pPr>
          </a:lstStyle>
          <a:p xmlns:a="http://schemas.openxmlformats.org/drawingml/2006/main">
            <a:pPr algn="l">
              <a:defRPr sz="1200" b="1">
                <a:solidFill>
                  <a:srgbClr val="8A7CFF"/>
                </a:solidFill>
                <a:latin typeface="Ubuntu Sans"/>
                <a:ea typeface="Ubuntu Sans"/>
                <a:cs typeface="Ubuntu Sans"/>
              </a:defRPr>
            </a:pPr>
            <a:r>
              <a:rPr sz="1200" b="1">
                <a:solidFill>
                  <a:srgbClr val="8A7CFF"/>
                </a:solidFill>
                <a:latin typeface="Ubuntu Sans"/>
                <a:ea typeface="Ubuntu Sans"/>
                <a:cs typeface="Ubuntu Sans"/>
              </a:rPr>
              <a:t>OWNER</a:t>
            </a:r>
          </a:p>
        </p:txBody>
      </p:sp>
      <p:sp>
        <p:nvSpPr>
          <p:cNvPr id="9" name="">
            <a:extLst xmlns:a="http://schemas.openxmlformats.org/drawingml/2006/main">
              <a:ext uri="{FF2B5EF4-FFF2-40B4-BE49-F238E27FC236}">
                <a16:creationId xmlns:a16="http://schemas.microsoft.com/office/drawing/2014/main" id="{C8B34313-6390-4F6B-ABC9-71812D8189C3}"/>
              </a:ext>
            </a:extLst>
          </p:cNvPr>
          <p:cNvSpPr>
            <a:spLocks xmlns:a="http://schemas.openxmlformats.org/drawingml/2006/main" noGrp="1"/>
          </p:cNvSpPr>
          <p:nvPr/>
        </p:nvSpPr>
        <p:spPr>
          <a:xfrm xmlns:a="http://schemas.openxmlformats.org/drawingml/2006/main">
            <a:off x="2667000" y="2590800"/>
            <a:ext cx="27813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0723"/>
          </a:bodyPr>
          <a:lstStyle xmlns:a="http://schemas.openxmlformats.org/drawingml/2006/main">
            <a:defPPr algn="l">
              <a:defRPr sz="1125" b="0">
                <a:solidFill>
                  <a:srgbClr val="A9BCD0"/>
                </a:solidFill>
                <a:latin typeface="Ubuntu Sans"/>
                <a:ea typeface="Ubuntu Sans"/>
                <a:cs typeface="Ubuntu Sans"/>
              </a:defRPr>
            </a:defPPr>
            <a:lvl1pPr algn="l">
              <a:defRPr sz="1125" b="0">
                <a:solidFill>
                  <a:srgbClr val="A9BCD0"/>
                </a:solidFill>
                <a:latin typeface="Ubuntu Sans"/>
                <a:ea typeface="Ubuntu Sans"/>
                <a:cs typeface="Ubuntu Sans"/>
              </a:defRPr>
            </a:lvl1pPr>
            <a:lvl2pPr algn="l">
              <a:defRPr sz="1125" b="0">
                <a:solidFill>
                  <a:srgbClr val="A9BCD0"/>
                </a:solidFill>
                <a:latin typeface="Ubuntu Sans"/>
                <a:ea typeface="Ubuntu Sans"/>
                <a:cs typeface="Ubuntu Sans"/>
              </a:defRPr>
            </a:lvl2pPr>
            <a:lvl3pPr algn="l">
              <a:defRPr sz="1125" b="0">
                <a:solidFill>
                  <a:srgbClr val="A9BCD0"/>
                </a:solidFill>
                <a:latin typeface="Ubuntu Sans"/>
                <a:ea typeface="Ubuntu Sans"/>
                <a:cs typeface="Ubuntu Sans"/>
              </a:defRPr>
            </a:lvl3pPr>
            <a:lvl4pPr algn="l">
              <a:defRPr sz="1125" b="0">
                <a:solidFill>
                  <a:srgbClr val="A9BCD0"/>
                </a:solidFill>
                <a:latin typeface="Ubuntu Sans"/>
                <a:ea typeface="Ubuntu Sans"/>
                <a:cs typeface="Ubuntu Sans"/>
              </a:defRPr>
            </a:lvl4pPr>
            <a:lvl5pPr algn="l">
              <a:defRPr sz="1125" b="0">
                <a:solidFill>
                  <a:srgbClr val="A9BCD0"/>
                </a:solidFill>
                <a:latin typeface="Ubuntu Sans"/>
                <a:ea typeface="Ubuntu Sans"/>
                <a:cs typeface="Ubuntu Sans"/>
              </a:defRPr>
            </a:lvl5pPr>
            <a:lvl6pPr algn="l">
              <a:defRPr sz="1125" b="0">
                <a:solidFill>
                  <a:srgbClr val="A9BCD0"/>
                </a:solidFill>
                <a:latin typeface="Ubuntu Sans"/>
                <a:ea typeface="Ubuntu Sans"/>
                <a:cs typeface="Ubuntu Sans"/>
              </a:defRPr>
            </a:lvl6pPr>
            <a:lvl7pPr algn="l">
              <a:defRPr sz="1125" b="0">
                <a:solidFill>
                  <a:srgbClr val="A9BCD0"/>
                </a:solidFill>
                <a:latin typeface="Ubuntu Sans"/>
                <a:ea typeface="Ubuntu Sans"/>
                <a:cs typeface="Ubuntu Sans"/>
              </a:defRPr>
            </a:lvl7pPr>
            <a:lvl8pPr algn="l">
              <a:defRPr sz="1125" b="0">
                <a:solidFill>
                  <a:srgbClr val="A9BCD0"/>
                </a:solidFill>
                <a:latin typeface="Ubuntu Sans"/>
                <a:ea typeface="Ubuntu Sans"/>
                <a:cs typeface="Ubuntu Sans"/>
              </a:defRPr>
            </a:lvl8pPr>
            <a:lvl9pPr algn="l">
              <a:defRPr sz="1125" b="0">
                <a:solidFill>
                  <a:srgbClr val="A9BCD0"/>
                </a:solidFill>
                <a:latin typeface="Ubuntu Sans"/>
                <a:ea typeface="Ubuntu Sans"/>
                <a:cs typeface="Ubuntu Sans"/>
              </a:defRPr>
            </a:lvl9pPr>
          </a:lstStyle>
          <a:p xmlns:a="http://schemas.openxmlformats.org/drawingml/2006/main">
            <a:pPr algn="l">
              <a:defRPr sz="1125" b="0">
                <a:solidFill>
                  <a:srgbClr val="A9BCD0"/>
                </a:solidFill>
                <a:latin typeface="Ubuntu Sans"/>
                <a:ea typeface="Ubuntu Sans"/>
                <a:cs typeface="Ubuntu Sans"/>
              </a:defRPr>
            </a:pPr>
            <a:r>
              <a:rPr sz="1125" b="0">
                <a:solidFill>
                  <a:srgbClr val="A9BCD0"/>
                </a:solidFill>
                <a:latin typeface="Ubuntu Sans"/>
                <a:ea typeface="Ubuntu Sans"/>
                <a:cs typeface="Ubuntu Sans"/>
              </a:rPr>
              <a:t>Organization, membership, subscription and hiring</a:t>
            </a:r>
          </a:p>
        </p:txBody>
      </p:sp>
      <p:sp>
        <p:nvSpPr>
          <p:cNvPr id="10" name="">
            <a:extLst xmlns:a="http://schemas.openxmlformats.org/drawingml/2006/main">
              <a:ext uri="{FF2B5EF4-FFF2-40B4-BE49-F238E27FC236}">
                <a16:creationId xmlns:a16="http://schemas.microsoft.com/office/drawing/2014/main" id="{F9C9A494-D5BF-4D67-8590-80FB1DA875EC}"/>
              </a:ext>
            </a:extLst>
          </p:cNvPr>
          <p:cNvSpPr>
            <a:spLocks xmlns:a="http://schemas.openxmlformats.org/drawingml/2006/main" noGrp="1"/>
          </p:cNvSpPr>
          <p:nvPr/>
        </p:nvSpPr>
        <p:spPr>
          <a:xfrm xmlns:a="http://schemas.openxmlformats.org/drawingml/2006/main">
            <a:off x="876300" y="3067050"/>
            <a:ext cx="4572000" cy="0"/>
          </a:xfrm>
          <a:prstGeom xmlns:a="http://schemas.openxmlformats.org/drawingml/2006/main" prst="line">
            <a:avLst/>
          </a:prstGeom>
          <a:noFill xmlns:a="http://schemas.openxmlformats.org/drawingml/2006/main"/>
          <a:ln xmlns:a="http://schemas.openxmlformats.org/drawingml/2006/main" w="9525">
            <a:solidFill>
              <a:srgbClr val="2B4563"/>
            </a:solidFill>
            <a:prstDash val="solid"/>
          </a:ln>
        </p:spPr>
      </p:sp>
      <p:sp>
        <p:nvSpPr>
          <p:cNvPr id="11" name="">
            <a:extLst xmlns:a="http://schemas.openxmlformats.org/drawingml/2006/main">
              <a:ext uri="{FF2B5EF4-FFF2-40B4-BE49-F238E27FC236}">
                <a16:creationId xmlns:a16="http://schemas.microsoft.com/office/drawing/2014/main" id="{DE44A65A-BD54-470B-A1AF-5A967E76F421}"/>
              </a:ext>
            </a:extLst>
          </p:cNvPr>
          <p:cNvSpPr>
            <a:spLocks xmlns:a="http://schemas.openxmlformats.org/drawingml/2006/main" noGrp="1"/>
          </p:cNvSpPr>
          <p:nvPr/>
        </p:nvSpPr>
        <p:spPr>
          <a:xfrm xmlns:a="http://schemas.openxmlformats.org/drawingml/2006/main">
            <a:off x="876300" y="3181350"/>
            <a:ext cx="1790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5833"/>
          </a:bodyPr>
          <a:lstStyle xmlns:a="http://schemas.openxmlformats.org/drawingml/2006/main">
            <a:defPPr algn="l">
              <a:defRPr sz="1200" b="1">
                <a:solidFill>
                  <a:srgbClr val="8A7CFF"/>
                </a:solidFill>
                <a:latin typeface="Ubuntu Sans"/>
                <a:ea typeface="Ubuntu Sans"/>
                <a:cs typeface="Ubuntu Sans"/>
              </a:defRPr>
            </a:defPPr>
            <a:lvl1pPr algn="l">
              <a:defRPr sz="1200" b="1">
                <a:solidFill>
                  <a:srgbClr val="8A7CFF"/>
                </a:solidFill>
                <a:latin typeface="Ubuntu Sans"/>
                <a:ea typeface="Ubuntu Sans"/>
                <a:cs typeface="Ubuntu Sans"/>
              </a:defRPr>
            </a:lvl1pPr>
            <a:lvl2pPr algn="l">
              <a:defRPr sz="1200" b="1">
                <a:solidFill>
                  <a:srgbClr val="8A7CFF"/>
                </a:solidFill>
                <a:latin typeface="Ubuntu Sans"/>
                <a:ea typeface="Ubuntu Sans"/>
                <a:cs typeface="Ubuntu Sans"/>
              </a:defRPr>
            </a:lvl2pPr>
            <a:lvl3pPr algn="l">
              <a:defRPr sz="1200" b="1">
                <a:solidFill>
                  <a:srgbClr val="8A7CFF"/>
                </a:solidFill>
                <a:latin typeface="Ubuntu Sans"/>
                <a:ea typeface="Ubuntu Sans"/>
                <a:cs typeface="Ubuntu Sans"/>
              </a:defRPr>
            </a:lvl3pPr>
            <a:lvl4pPr algn="l">
              <a:defRPr sz="1200" b="1">
                <a:solidFill>
                  <a:srgbClr val="8A7CFF"/>
                </a:solidFill>
                <a:latin typeface="Ubuntu Sans"/>
                <a:ea typeface="Ubuntu Sans"/>
                <a:cs typeface="Ubuntu Sans"/>
              </a:defRPr>
            </a:lvl4pPr>
            <a:lvl5pPr algn="l">
              <a:defRPr sz="1200" b="1">
                <a:solidFill>
                  <a:srgbClr val="8A7CFF"/>
                </a:solidFill>
                <a:latin typeface="Ubuntu Sans"/>
                <a:ea typeface="Ubuntu Sans"/>
                <a:cs typeface="Ubuntu Sans"/>
              </a:defRPr>
            </a:lvl5pPr>
            <a:lvl6pPr algn="l">
              <a:defRPr sz="1200" b="1">
                <a:solidFill>
                  <a:srgbClr val="8A7CFF"/>
                </a:solidFill>
                <a:latin typeface="Ubuntu Sans"/>
                <a:ea typeface="Ubuntu Sans"/>
                <a:cs typeface="Ubuntu Sans"/>
              </a:defRPr>
            </a:lvl6pPr>
            <a:lvl7pPr algn="l">
              <a:defRPr sz="1200" b="1">
                <a:solidFill>
                  <a:srgbClr val="8A7CFF"/>
                </a:solidFill>
                <a:latin typeface="Ubuntu Sans"/>
                <a:ea typeface="Ubuntu Sans"/>
                <a:cs typeface="Ubuntu Sans"/>
              </a:defRPr>
            </a:lvl7pPr>
            <a:lvl8pPr algn="l">
              <a:defRPr sz="1200" b="1">
                <a:solidFill>
                  <a:srgbClr val="8A7CFF"/>
                </a:solidFill>
                <a:latin typeface="Ubuntu Sans"/>
                <a:ea typeface="Ubuntu Sans"/>
                <a:cs typeface="Ubuntu Sans"/>
              </a:defRPr>
            </a:lvl8pPr>
            <a:lvl9pPr algn="l">
              <a:defRPr sz="1200" b="1">
                <a:solidFill>
                  <a:srgbClr val="8A7CFF"/>
                </a:solidFill>
                <a:latin typeface="Ubuntu Sans"/>
                <a:ea typeface="Ubuntu Sans"/>
                <a:cs typeface="Ubuntu Sans"/>
              </a:defRPr>
            </a:lvl9pPr>
          </a:lstStyle>
          <a:p xmlns:a="http://schemas.openxmlformats.org/drawingml/2006/main">
            <a:pPr algn="l">
              <a:defRPr sz="1200" b="1">
                <a:solidFill>
                  <a:srgbClr val="8A7CFF"/>
                </a:solidFill>
                <a:latin typeface="Ubuntu Sans"/>
                <a:ea typeface="Ubuntu Sans"/>
                <a:cs typeface="Ubuntu Sans"/>
              </a:defRPr>
            </a:pPr>
            <a:r>
              <a:rPr sz="1200" b="1">
                <a:solidFill>
                  <a:srgbClr val="8A7CFF"/>
                </a:solidFill>
                <a:latin typeface="Ubuntu Sans"/>
                <a:ea typeface="Ubuntu Sans"/>
                <a:cs typeface="Ubuntu Sans"/>
              </a:rPr>
              <a:t>ADMIN</a:t>
            </a:r>
          </a:p>
        </p:txBody>
      </p:sp>
      <p:sp>
        <p:nvSpPr>
          <p:cNvPr id="12" name="">
            <a:extLst xmlns:a="http://schemas.openxmlformats.org/drawingml/2006/main">
              <a:ext uri="{FF2B5EF4-FFF2-40B4-BE49-F238E27FC236}">
                <a16:creationId xmlns:a16="http://schemas.microsoft.com/office/drawing/2014/main" id="{626DFC1F-CD8C-4E22-9DE4-6954F19AD03B}"/>
              </a:ext>
            </a:extLst>
          </p:cNvPr>
          <p:cNvSpPr>
            <a:spLocks xmlns:a="http://schemas.openxmlformats.org/drawingml/2006/main" noGrp="1"/>
          </p:cNvSpPr>
          <p:nvPr/>
        </p:nvSpPr>
        <p:spPr>
          <a:xfrm xmlns:a="http://schemas.openxmlformats.org/drawingml/2006/main">
            <a:off x="2667000" y="3143250"/>
            <a:ext cx="27813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9797"/>
          </a:bodyPr>
          <a:lstStyle xmlns:a="http://schemas.openxmlformats.org/drawingml/2006/main">
            <a:defPPr algn="l">
              <a:defRPr sz="1125" b="0">
                <a:solidFill>
                  <a:srgbClr val="A9BCD0"/>
                </a:solidFill>
                <a:latin typeface="Ubuntu Sans"/>
                <a:ea typeface="Ubuntu Sans"/>
                <a:cs typeface="Ubuntu Sans"/>
              </a:defRPr>
            </a:defPPr>
            <a:lvl1pPr algn="l">
              <a:defRPr sz="1125" b="0">
                <a:solidFill>
                  <a:srgbClr val="A9BCD0"/>
                </a:solidFill>
                <a:latin typeface="Ubuntu Sans"/>
                <a:ea typeface="Ubuntu Sans"/>
                <a:cs typeface="Ubuntu Sans"/>
              </a:defRPr>
            </a:lvl1pPr>
            <a:lvl2pPr algn="l">
              <a:defRPr sz="1125" b="0">
                <a:solidFill>
                  <a:srgbClr val="A9BCD0"/>
                </a:solidFill>
                <a:latin typeface="Ubuntu Sans"/>
                <a:ea typeface="Ubuntu Sans"/>
                <a:cs typeface="Ubuntu Sans"/>
              </a:defRPr>
            </a:lvl2pPr>
            <a:lvl3pPr algn="l">
              <a:defRPr sz="1125" b="0">
                <a:solidFill>
                  <a:srgbClr val="A9BCD0"/>
                </a:solidFill>
                <a:latin typeface="Ubuntu Sans"/>
                <a:ea typeface="Ubuntu Sans"/>
                <a:cs typeface="Ubuntu Sans"/>
              </a:defRPr>
            </a:lvl3pPr>
            <a:lvl4pPr algn="l">
              <a:defRPr sz="1125" b="0">
                <a:solidFill>
                  <a:srgbClr val="A9BCD0"/>
                </a:solidFill>
                <a:latin typeface="Ubuntu Sans"/>
                <a:ea typeface="Ubuntu Sans"/>
                <a:cs typeface="Ubuntu Sans"/>
              </a:defRPr>
            </a:lvl4pPr>
            <a:lvl5pPr algn="l">
              <a:defRPr sz="1125" b="0">
                <a:solidFill>
                  <a:srgbClr val="A9BCD0"/>
                </a:solidFill>
                <a:latin typeface="Ubuntu Sans"/>
                <a:ea typeface="Ubuntu Sans"/>
                <a:cs typeface="Ubuntu Sans"/>
              </a:defRPr>
            </a:lvl5pPr>
            <a:lvl6pPr algn="l">
              <a:defRPr sz="1125" b="0">
                <a:solidFill>
                  <a:srgbClr val="A9BCD0"/>
                </a:solidFill>
                <a:latin typeface="Ubuntu Sans"/>
                <a:ea typeface="Ubuntu Sans"/>
                <a:cs typeface="Ubuntu Sans"/>
              </a:defRPr>
            </a:lvl6pPr>
            <a:lvl7pPr algn="l">
              <a:defRPr sz="1125" b="0">
                <a:solidFill>
                  <a:srgbClr val="A9BCD0"/>
                </a:solidFill>
                <a:latin typeface="Ubuntu Sans"/>
                <a:ea typeface="Ubuntu Sans"/>
                <a:cs typeface="Ubuntu Sans"/>
              </a:defRPr>
            </a:lvl7pPr>
            <a:lvl8pPr algn="l">
              <a:defRPr sz="1125" b="0">
                <a:solidFill>
                  <a:srgbClr val="A9BCD0"/>
                </a:solidFill>
                <a:latin typeface="Ubuntu Sans"/>
                <a:ea typeface="Ubuntu Sans"/>
                <a:cs typeface="Ubuntu Sans"/>
              </a:defRPr>
            </a:lvl8pPr>
            <a:lvl9pPr algn="l">
              <a:defRPr sz="1125" b="0">
                <a:solidFill>
                  <a:srgbClr val="A9BCD0"/>
                </a:solidFill>
                <a:latin typeface="Ubuntu Sans"/>
                <a:ea typeface="Ubuntu Sans"/>
                <a:cs typeface="Ubuntu Sans"/>
              </a:defRPr>
            </a:lvl9pPr>
          </a:lstStyle>
          <a:p xmlns:a="http://schemas.openxmlformats.org/drawingml/2006/main">
            <a:pPr algn="l">
              <a:defRPr sz="1125" b="0">
                <a:solidFill>
                  <a:srgbClr val="A9BCD0"/>
                </a:solidFill>
                <a:latin typeface="Ubuntu Sans"/>
                <a:ea typeface="Ubuntu Sans"/>
                <a:cs typeface="Ubuntu Sans"/>
              </a:defRPr>
            </a:pPr>
            <a:r>
              <a:rPr sz="1125" b="0">
                <a:solidFill>
                  <a:srgbClr val="A9BCD0"/>
                </a:solidFill>
                <a:latin typeface="Ubuntu Sans"/>
                <a:ea typeface="Ubuntu Sans"/>
                <a:cs typeface="Ubuntu Sans"/>
              </a:rPr>
              <a:t>Team, offers and recruitment operations</a:t>
            </a:r>
          </a:p>
        </p:txBody>
      </p:sp>
      <p:sp>
        <p:nvSpPr>
          <p:cNvPr id="13" name="">
            <a:extLst xmlns:a="http://schemas.openxmlformats.org/drawingml/2006/main">
              <a:ext uri="{FF2B5EF4-FFF2-40B4-BE49-F238E27FC236}">
                <a16:creationId xmlns:a16="http://schemas.microsoft.com/office/drawing/2014/main" id="{EE75F8B7-CD7F-4012-A751-32137C5FE505}"/>
              </a:ext>
            </a:extLst>
          </p:cNvPr>
          <p:cNvSpPr>
            <a:spLocks xmlns:a="http://schemas.openxmlformats.org/drawingml/2006/main" noGrp="1"/>
          </p:cNvSpPr>
          <p:nvPr/>
        </p:nvSpPr>
        <p:spPr>
          <a:xfrm xmlns:a="http://schemas.openxmlformats.org/drawingml/2006/main">
            <a:off x="876300" y="3619500"/>
            <a:ext cx="4572000" cy="0"/>
          </a:xfrm>
          <a:prstGeom xmlns:a="http://schemas.openxmlformats.org/drawingml/2006/main" prst="line">
            <a:avLst/>
          </a:prstGeom>
          <a:noFill xmlns:a="http://schemas.openxmlformats.org/drawingml/2006/main"/>
          <a:ln xmlns:a="http://schemas.openxmlformats.org/drawingml/2006/main" w="9525">
            <a:solidFill>
              <a:srgbClr val="2B4563"/>
            </a:solidFill>
            <a:prstDash val="solid"/>
          </a:ln>
        </p:spPr>
      </p:sp>
      <p:sp>
        <p:nvSpPr>
          <p:cNvPr id="14" name="">
            <a:extLst xmlns:a="http://schemas.openxmlformats.org/drawingml/2006/main">
              <a:ext uri="{FF2B5EF4-FFF2-40B4-BE49-F238E27FC236}">
                <a16:creationId xmlns:a16="http://schemas.microsoft.com/office/drawing/2014/main" id="{6466133C-9594-4DB9-96D6-07DC52A23E27}"/>
              </a:ext>
            </a:extLst>
          </p:cNvPr>
          <p:cNvSpPr>
            <a:spLocks xmlns:a="http://schemas.openxmlformats.org/drawingml/2006/main" noGrp="1"/>
          </p:cNvSpPr>
          <p:nvPr/>
        </p:nvSpPr>
        <p:spPr>
          <a:xfrm xmlns:a="http://schemas.openxmlformats.org/drawingml/2006/main">
            <a:off x="876300" y="3733800"/>
            <a:ext cx="1790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5833"/>
          </a:bodyPr>
          <a:lstStyle xmlns:a="http://schemas.openxmlformats.org/drawingml/2006/main">
            <a:defPPr algn="l">
              <a:defRPr sz="1200" b="1">
                <a:solidFill>
                  <a:srgbClr val="2FD6D3"/>
                </a:solidFill>
                <a:latin typeface="Ubuntu Sans"/>
                <a:ea typeface="Ubuntu Sans"/>
                <a:cs typeface="Ubuntu Sans"/>
              </a:defRPr>
            </a:defPPr>
            <a:lvl1pPr algn="l">
              <a:defRPr sz="1200" b="1">
                <a:solidFill>
                  <a:srgbClr val="2FD6D3"/>
                </a:solidFill>
                <a:latin typeface="Ubuntu Sans"/>
                <a:ea typeface="Ubuntu Sans"/>
                <a:cs typeface="Ubuntu Sans"/>
              </a:defRPr>
            </a:lvl1pPr>
            <a:lvl2pPr algn="l">
              <a:defRPr sz="1200" b="1">
                <a:solidFill>
                  <a:srgbClr val="2FD6D3"/>
                </a:solidFill>
                <a:latin typeface="Ubuntu Sans"/>
                <a:ea typeface="Ubuntu Sans"/>
                <a:cs typeface="Ubuntu Sans"/>
              </a:defRPr>
            </a:lvl2pPr>
            <a:lvl3pPr algn="l">
              <a:defRPr sz="1200" b="1">
                <a:solidFill>
                  <a:srgbClr val="2FD6D3"/>
                </a:solidFill>
                <a:latin typeface="Ubuntu Sans"/>
                <a:ea typeface="Ubuntu Sans"/>
                <a:cs typeface="Ubuntu Sans"/>
              </a:defRPr>
            </a:lvl3pPr>
            <a:lvl4pPr algn="l">
              <a:defRPr sz="1200" b="1">
                <a:solidFill>
                  <a:srgbClr val="2FD6D3"/>
                </a:solidFill>
                <a:latin typeface="Ubuntu Sans"/>
                <a:ea typeface="Ubuntu Sans"/>
                <a:cs typeface="Ubuntu Sans"/>
              </a:defRPr>
            </a:lvl4pPr>
            <a:lvl5pPr algn="l">
              <a:defRPr sz="1200" b="1">
                <a:solidFill>
                  <a:srgbClr val="2FD6D3"/>
                </a:solidFill>
                <a:latin typeface="Ubuntu Sans"/>
                <a:ea typeface="Ubuntu Sans"/>
                <a:cs typeface="Ubuntu Sans"/>
              </a:defRPr>
            </a:lvl5pPr>
            <a:lvl6pPr algn="l">
              <a:defRPr sz="1200" b="1">
                <a:solidFill>
                  <a:srgbClr val="2FD6D3"/>
                </a:solidFill>
                <a:latin typeface="Ubuntu Sans"/>
                <a:ea typeface="Ubuntu Sans"/>
                <a:cs typeface="Ubuntu Sans"/>
              </a:defRPr>
            </a:lvl6pPr>
            <a:lvl7pPr algn="l">
              <a:defRPr sz="1200" b="1">
                <a:solidFill>
                  <a:srgbClr val="2FD6D3"/>
                </a:solidFill>
                <a:latin typeface="Ubuntu Sans"/>
                <a:ea typeface="Ubuntu Sans"/>
                <a:cs typeface="Ubuntu Sans"/>
              </a:defRPr>
            </a:lvl7pPr>
            <a:lvl8pPr algn="l">
              <a:defRPr sz="1200" b="1">
                <a:solidFill>
                  <a:srgbClr val="2FD6D3"/>
                </a:solidFill>
                <a:latin typeface="Ubuntu Sans"/>
                <a:ea typeface="Ubuntu Sans"/>
                <a:cs typeface="Ubuntu Sans"/>
              </a:defRPr>
            </a:lvl8pPr>
            <a:lvl9pPr algn="l">
              <a:defRPr sz="1200" b="1">
                <a:solidFill>
                  <a:srgbClr val="2FD6D3"/>
                </a:solidFill>
                <a:latin typeface="Ubuntu Sans"/>
                <a:ea typeface="Ubuntu Sans"/>
                <a:cs typeface="Ubuntu Sans"/>
              </a:defRPr>
            </a:lvl9pPr>
          </a:lstStyle>
          <a:p xmlns:a="http://schemas.openxmlformats.org/drawingml/2006/main">
            <a:pPr algn="l">
              <a:defRPr sz="1200" b="1">
                <a:solidFill>
                  <a:srgbClr val="2FD6D3"/>
                </a:solidFill>
                <a:latin typeface="Ubuntu Sans"/>
                <a:ea typeface="Ubuntu Sans"/>
                <a:cs typeface="Ubuntu Sans"/>
              </a:defRPr>
            </a:pPr>
            <a:r>
              <a:rPr sz="1200" b="1">
                <a:solidFill>
                  <a:srgbClr val="2FD6D3"/>
                </a:solidFill>
                <a:latin typeface="Ubuntu Sans"/>
                <a:ea typeface="Ubuntu Sans"/>
                <a:cs typeface="Ubuntu Sans"/>
              </a:rPr>
              <a:t>HR</a:t>
            </a:r>
          </a:p>
        </p:txBody>
      </p:sp>
      <p:sp>
        <p:nvSpPr>
          <p:cNvPr id="15" name="">
            <a:extLst xmlns:a="http://schemas.openxmlformats.org/drawingml/2006/main">
              <a:ext uri="{FF2B5EF4-FFF2-40B4-BE49-F238E27FC236}">
                <a16:creationId xmlns:a16="http://schemas.microsoft.com/office/drawing/2014/main" id="{EACB80F1-43AC-42BD-966C-FE048F13080D}"/>
              </a:ext>
            </a:extLst>
          </p:cNvPr>
          <p:cNvSpPr>
            <a:spLocks xmlns:a="http://schemas.openxmlformats.org/drawingml/2006/main" noGrp="1"/>
          </p:cNvSpPr>
          <p:nvPr/>
        </p:nvSpPr>
        <p:spPr>
          <a:xfrm xmlns:a="http://schemas.openxmlformats.org/drawingml/2006/main">
            <a:off x="2667000" y="3695700"/>
            <a:ext cx="27813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125" b="0">
                <a:solidFill>
                  <a:srgbClr val="A9BCD0"/>
                </a:solidFill>
                <a:latin typeface="Ubuntu Sans"/>
                <a:ea typeface="Ubuntu Sans"/>
                <a:cs typeface="Ubuntu Sans"/>
              </a:defRPr>
            </a:defPPr>
            <a:lvl1pPr algn="l">
              <a:defRPr sz="1125" b="0">
                <a:solidFill>
                  <a:srgbClr val="A9BCD0"/>
                </a:solidFill>
                <a:latin typeface="Ubuntu Sans"/>
                <a:ea typeface="Ubuntu Sans"/>
                <a:cs typeface="Ubuntu Sans"/>
              </a:defRPr>
            </a:lvl1pPr>
            <a:lvl2pPr algn="l">
              <a:defRPr sz="1125" b="0">
                <a:solidFill>
                  <a:srgbClr val="A9BCD0"/>
                </a:solidFill>
                <a:latin typeface="Ubuntu Sans"/>
                <a:ea typeface="Ubuntu Sans"/>
                <a:cs typeface="Ubuntu Sans"/>
              </a:defRPr>
            </a:lvl2pPr>
            <a:lvl3pPr algn="l">
              <a:defRPr sz="1125" b="0">
                <a:solidFill>
                  <a:srgbClr val="A9BCD0"/>
                </a:solidFill>
                <a:latin typeface="Ubuntu Sans"/>
                <a:ea typeface="Ubuntu Sans"/>
                <a:cs typeface="Ubuntu Sans"/>
              </a:defRPr>
            </a:lvl3pPr>
            <a:lvl4pPr algn="l">
              <a:defRPr sz="1125" b="0">
                <a:solidFill>
                  <a:srgbClr val="A9BCD0"/>
                </a:solidFill>
                <a:latin typeface="Ubuntu Sans"/>
                <a:ea typeface="Ubuntu Sans"/>
                <a:cs typeface="Ubuntu Sans"/>
              </a:defRPr>
            </a:lvl4pPr>
            <a:lvl5pPr algn="l">
              <a:defRPr sz="1125" b="0">
                <a:solidFill>
                  <a:srgbClr val="A9BCD0"/>
                </a:solidFill>
                <a:latin typeface="Ubuntu Sans"/>
                <a:ea typeface="Ubuntu Sans"/>
                <a:cs typeface="Ubuntu Sans"/>
              </a:defRPr>
            </a:lvl5pPr>
            <a:lvl6pPr algn="l">
              <a:defRPr sz="1125" b="0">
                <a:solidFill>
                  <a:srgbClr val="A9BCD0"/>
                </a:solidFill>
                <a:latin typeface="Ubuntu Sans"/>
                <a:ea typeface="Ubuntu Sans"/>
                <a:cs typeface="Ubuntu Sans"/>
              </a:defRPr>
            </a:lvl6pPr>
            <a:lvl7pPr algn="l">
              <a:defRPr sz="1125" b="0">
                <a:solidFill>
                  <a:srgbClr val="A9BCD0"/>
                </a:solidFill>
                <a:latin typeface="Ubuntu Sans"/>
                <a:ea typeface="Ubuntu Sans"/>
                <a:cs typeface="Ubuntu Sans"/>
              </a:defRPr>
            </a:lvl7pPr>
            <a:lvl8pPr algn="l">
              <a:defRPr sz="1125" b="0">
                <a:solidFill>
                  <a:srgbClr val="A9BCD0"/>
                </a:solidFill>
                <a:latin typeface="Ubuntu Sans"/>
                <a:ea typeface="Ubuntu Sans"/>
                <a:cs typeface="Ubuntu Sans"/>
              </a:defRPr>
            </a:lvl8pPr>
            <a:lvl9pPr algn="l">
              <a:defRPr sz="1125" b="0">
                <a:solidFill>
                  <a:srgbClr val="A9BCD0"/>
                </a:solidFill>
                <a:latin typeface="Ubuntu Sans"/>
                <a:ea typeface="Ubuntu Sans"/>
                <a:cs typeface="Ubuntu Sans"/>
              </a:defRPr>
            </a:lvl9pPr>
          </a:lstStyle>
          <a:p xmlns:a="http://schemas.openxmlformats.org/drawingml/2006/main">
            <a:pPr algn="l">
              <a:defRPr sz="1125" b="0">
                <a:solidFill>
                  <a:srgbClr val="A9BCD0"/>
                </a:solidFill>
                <a:latin typeface="Ubuntu Sans"/>
                <a:ea typeface="Ubuntu Sans"/>
                <a:cs typeface="Ubuntu Sans"/>
              </a:defRPr>
            </a:pPr>
            <a:r>
              <a:rPr sz="1125" b="0">
                <a:solidFill>
                  <a:srgbClr val="A9BCD0"/>
                </a:solidFill>
                <a:latin typeface="Ubuntu Sans"/>
                <a:ea typeface="Ubuntu Sans"/>
                <a:cs typeface="Ubuntu Sans"/>
              </a:rPr>
              <a:t>Offers, interviews, stages and chat</a:t>
            </a:r>
          </a:p>
        </p:txBody>
      </p:sp>
      <p:sp>
        <p:nvSpPr>
          <p:cNvPr id="16" name="">
            <a:extLst xmlns:a="http://schemas.openxmlformats.org/drawingml/2006/main">
              <a:ext uri="{FF2B5EF4-FFF2-40B4-BE49-F238E27FC236}">
                <a16:creationId xmlns:a16="http://schemas.microsoft.com/office/drawing/2014/main" id="{92675393-BAEC-4B3D-956A-D4D6D1E0E0D8}"/>
              </a:ext>
            </a:extLst>
          </p:cNvPr>
          <p:cNvSpPr>
            <a:spLocks xmlns:a="http://schemas.openxmlformats.org/drawingml/2006/main" noGrp="1"/>
          </p:cNvSpPr>
          <p:nvPr/>
        </p:nvSpPr>
        <p:spPr>
          <a:xfrm xmlns:a="http://schemas.openxmlformats.org/drawingml/2006/main">
            <a:off x="876300" y="4171950"/>
            <a:ext cx="4572000" cy="0"/>
          </a:xfrm>
          <a:prstGeom xmlns:a="http://schemas.openxmlformats.org/drawingml/2006/main" prst="line">
            <a:avLst/>
          </a:prstGeom>
          <a:noFill xmlns:a="http://schemas.openxmlformats.org/drawingml/2006/main"/>
          <a:ln xmlns:a="http://schemas.openxmlformats.org/drawingml/2006/main" w="9525">
            <a:solidFill>
              <a:srgbClr val="2B4563"/>
            </a:solidFill>
            <a:prstDash val="solid"/>
          </a:ln>
        </p:spPr>
      </p:sp>
      <p:sp>
        <p:nvSpPr>
          <p:cNvPr id="17" name="">
            <a:extLst xmlns:a="http://schemas.openxmlformats.org/drawingml/2006/main">
              <a:ext uri="{FF2B5EF4-FFF2-40B4-BE49-F238E27FC236}">
                <a16:creationId xmlns:a16="http://schemas.microsoft.com/office/drawing/2014/main" id="{8914F7E3-869E-49E9-860D-C8C8DE2DB88E}"/>
              </a:ext>
            </a:extLst>
          </p:cNvPr>
          <p:cNvSpPr>
            <a:spLocks xmlns:a="http://schemas.openxmlformats.org/drawingml/2006/main" noGrp="1"/>
          </p:cNvSpPr>
          <p:nvPr/>
        </p:nvSpPr>
        <p:spPr>
          <a:xfrm xmlns:a="http://schemas.openxmlformats.org/drawingml/2006/main">
            <a:off x="876300" y="4286250"/>
            <a:ext cx="1790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5833"/>
          </a:bodyPr>
          <a:lstStyle xmlns:a="http://schemas.openxmlformats.org/drawingml/2006/main">
            <a:defPPr algn="l">
              <a:defRPr sz="1200" b="1">
                <a:solidFill>
                  <a:srgbClr val="2FD6D3"/>
                </a:solidFill>
                <a:latin typeface="Ubuntu Sans"/>
                <a:ea typeface="Ubuntu Sans"/>
                <a:cs typeface="Ubuntu Sans"/>
              </a:defRPr>
            </a:defPPr>
            <a:lvl1pPr algn="l">
              <a:defRPr sz="1200" b="1">
                <a:solidFill>
                  <a:srgbClr val="2FD6D3"/>
                </a:solidFill>
                <a:latin typeface="Ubuntu Sans"/>
                <a:ea typeface="Ubuntu Sans"/>
                <a:cs typeface="Ubuntu Sans"/>
              </a:defRPr>
            </a:lvl1pPr>
            <a:lvl2pPr algn="l">
              <a:defRPr sz="1200" b="1">
                <a:solidFill>
                  <a:srgbClr val="2FD6D3"/>
                </a:solidFill>
                <a:latin typeface="Ubuntu Sans"/>
                <a:ea typeface="Ubuntu Sans"/>
                <a:cs typeface="Ubuntu Sans"/>
              </a:defRPr>
            </a:lvl2pPr>
            <a:lvl3pPr algn="l">
              <a:defRPr sz="1200" b="1">
                <a:solidFill>
                  <a:srgbClr val="2FD6D3"/>
                </a:solidFill>
                <a:latin typeface="Ubuntu Sans"/>
                <a:ea typeface="Ubuntu Sans"/>
                <a:cs typeface="Ubuntu Sans"/>
              </a:defRPr>
            </a:lvl3pPr>
            <a:lvl4pPr algn="l">
              <a:defRPr sz="1200" b="1">
                <a:solidFill>
                  <a:srgbClr val="2FD6D3"/>
                </a:solidFill>
                <a:latin typeface="Ubuntu Sans"/>
                <a:ea typeface="Ubuntu Sans"/>
                <a:cs typeface="Ubuntu Sans"/>
              </a:defRPr>
            </a:lvl4pPr>
            <a:lvl5pPr algn="l">
              <a:defRPr sz="1200" b="1">
                <a:solidFill>
                  <a:srgbClr val="2FD6D3"/>
                </a:solidFill>
                <a:latin typeface="Ubuntu Sans"/>
                <a:ea typeface="Ubuntu Sans"/>
                <a:cs typeface="Ubuntu Sans"/>
              </a:defRPr>
            </a:lvl5pPr>
            <a:lvl6pPr algn="l">
              <a:defRPr sz="1200" b="1">
                <a:solidFill>
                  <a:srgbClr val="2FD6D3"/>
                </a:solidFill>
                <a:latin typeface="Ubuntu Sans"/>
                <a:ea typeface="Ubuntu Sans"/>
                <a:cs typeface="Ubuntu Sans"/>
              </a:defRPr>
            </a:lvl6pPr>
            <a:lvl7pPr algn="l">
              <a:defRPr sz="1200" b="1">
                <a:solidFill>
                  <a:srgbClr val="2FD6D3"/>
                </a:solidFill>
                <a:latin typeface="Ubuntu Sans"/>
                <a:ea typeface="Ubuntu Sans"/>
                <a:cs typeface="Ubuntu Sans"/>
              </a:defRPr>
            </a:lvl7pPr>
            <a:lvl8pPr algn="l">
              <a:defRPr sz="1200" b="1">
                <a:solidFill>
                  <a:srgbClr val="2FD6D3"/>
                </a:solidFill>
                <a:latin typeface="Ubuntu Sans"/>
                <a:ea typeface="Ubuntu Sans"/>
                <a:cs typeface="Ubuntu Sans"/>
              </a:defRPr>
            </a:lvl8pPr>
            <a:lvl9pPr algn="l">
              <a:defRPr sz="1200" b="1">
                <a:solidFill>
                  <a:srgbClr val="2FD6D3"/>
                </a:solidFill>
                <a:latin typeface="Ubuntu Sans"/>
                <a:ea typeface="Ubuntu Sans"/>
                <a:cs typeface="Ubuntu Sans"/>
              </a:defRPr>
            </a:lvl9pPr>
          </a:lstStyle>
          <a:p xmlns:a="http://schemas.openxmlformats.org/drawingml/2006/main">
            <a:pPr algn="l">
              <a:defRPr sz="1200" b="1">
                <a:solidFill>
                  <a:srgbClr val="2FD6D3"/>
                </a:solidFill>
                <a:latin typeface="Ubuntu Sans"/>
                <a:ea typeface="Ubuntu Sans"/>
                <a:cs typeface="Ubuntu Sans"/>
              </a:defRPr>
            </a:pPr>
            <a:r>
              <a:rPr sz="1200" b="1">
                <a:solidFill>
                  <a:srgbClr val="2FD6D3"/>
                </a:solidFill>
                <a:latin typeface="Ubuntu Sans"/>
                <a:ea typeface="Ubuntu Sans"/>
                <a:cs typeface="Ubuntu Sans"/>
              </a:rPr>
              <a:t>RECRUITER</a:t>
            </a:r>
          </a:p>
        </p:txBody>
      </p:sp>
      <p:sp>
        <p:nvSpPr>
          <p:cNvPr id="18" name="">
            <a:extLst xmlns:a="http://schemas.openxmlformats.org/drawingml/2006/main">
              <a:ext uri="{FF2B5EF4-FFF2-40B4-BE49-F238E27FC236}">
                <a16:creationId xmlns:a16="http://schemas.microsoft.com/office/drawing/2014/main" id="{BF3CE9A2-4A80-4624-99AC-285B7AF85842}"/>
              </a:ext>
            </a:extLst>
          </p:cNvPr>
          <p:cNvSpPr>
            <a:spLocks xmlns:a="http://schemas.openxmlformats.org/drawingml/2006/main" noGrp="1"/>
          </p:cNvSpPr>
          <p:nvPr/>
        </p:nvSpPr>
        <p:spPr>
          <a:xfrm xmlns:a="http://schemas.openxmlformats.org/drawingml/2006/main">
            <a:off x="2667000" y="4248150"/>
            <a:ext cx="27813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125" b="0">
                <a:solidFill>
                  <a:srgbClr val="A9BCD0"/>
                </a:solidFill>
                <a:latin typeface="Ubuntu Sans"/>
                <a:ea typeface="Ubuntu Sans"/>
                <a:cs typeface="Ubuntu Sans"/>
              </a:defRPr>
            </a:defPPr>
            <a:lvl1pPr algn="l">
              <a:defRPr sz="1125" b="0">
                <a:solidFill>
                  <a:srgbClr val="A9BCD0"/>
                </a:solidFill>
                <a:latin typeface="Ubuntu Sans"/>
                <a:ea typeface="Ubuntu Sans"/>
                <a:cs typeface="Ubuntu Sans"/>
              </a:defRPr>
            </a:lvl1pPr>
            <a:lvl2pPr algn="l">
              <a:defRPr sz="1125" b="0">
                <a:solidFill>
                  <a:srgbClr val="A9BCD0"/>
                </a:solidFill>
                <a:latin typeface="Ubuntu Sans"/>
                <a:ea typeface="Ubuntu Sans"/>
                <a:cs typeface="Ubuntu Sans"/>
              </a:defRPr>
            </a:lvl2pPr>
            <a:lvl3pPr algn="l">
              <a:defRPr sz="1125" b="0">
                <a:solidFill>
                  <a:srgbClr val="A9BCD0"/>
                </a:solidFill>
                <a:latin typeface="Ubuntu Sans"/>
                <a:ea typeface="Ubuntu Sans"/>
                <a:cs typeface="Ubuntu Sans"/>
              </a:defRPr>
            </a:lvl3pPr>
            <a:lvl4pPr algn="l">
              <a:defRPr sz="1125" b="0">
                <a:solidFill>
                  <a:srgbClr val="A9BCD0"/>
                </a:solidFill>
                <a:latin typeface="Ubuntu Sans"/>
                <a:ea typeface="Ubuntu Sans"/>
                <a:cs typeface="Ubuntu Sans"/>
              </a:defRPr>
            </a:lvl4pPr>
            <a:lvl5pPr algn="l">
              <a:defRPr sz="1125" b="0">
                <a:solidFill>
                  <a:srgbClr val="A9BCD0"/>
                </a:solidFill>
                <a:latin typeface="Ubuntu Sans"/>
                <a:ea typeface="Ubuntu Sans"/>
                <a:cs typeface="Ubuntu Sans"/>
              </a:defRPr>
            </a:lvl5pPr>
            <a:lvl6pPr algn="l">
              <a:defRPr sz="1125" b="0">
                <a:solidFill>
                  <a:srgbClr val="A9BCD0"/>
                </a:solidFill>
                <a:latin typeface="Ubuntu Sans"/>
                <a:ea typeface="Ubuntu Sans"/>
                <a:cs typeface="Ubuntu Sans"/>
              </a:defRPr>
            </a:lvl6pPr>
            <a:lvl7pPr algn="l">
              <a:defRPr sz="1125" b="0">
                <a:solidFill>
                  <a:srgbClr val="A9BCD0"/>
                </a:solidFill>
                <a:latin typeface="Ubuntu Sans"/>
                <a:ea typeface="Ubuntu Sans"/>
                <a:cs typeface="Ubuntu Sans"/>
              </a:defRPr>
            </a:lvl7pPr>
            <a:lvl8pPr algn="l">
              <a:defRPr sz="1125" b="0">
                <a:solidFill>
                  <a:srgbClr val="A9BCD0"/>
                </a:solidFill>
                <a:latin typeface="Ubuntu Sans"/>
                <a:ea typeface="Ubuntu Sans"/>
                <a:cs typeface="Ubuntu Sans"/>
              </a:defRPr>
            </a:lvl8pPr>
            <a:lvl9pPr algn="l">
              <a:defRPr sz="1125" b="0">
                <a:solidFill>
                  <a:srgbClr val="A9BCD0"/>
                </a:solidFill>
                <a:latin typeface="Ubuntu Sans"/>
                <a:ea typeface="Ubuntu Sans"/>
                <a:cs typeface="Ubuntu Sans"/>
              </a:defRPr>
            </a:lvl9pPr>
          </a:lstStyle>
          <a:p xmlns:a="http://schemas.openxmlformats.org/drawingml/2006/main">
            <a:pPr algn="l">
              <a:defRPr sz="1125" b="0">
                <a:solidFill>
                  <a:srgbClr val="A9BCD0"/>
                </a:solidFill>
                <a:latin typeface="Ubuntu Sans"/>
                <a:ea typeface="Ubuntu Sans"/>
                <a:cs typeface="Ubuntu Sans"/>
              </a:defRPr>
            </a:pPr>
            <a:r>
              <a:rPr sz="1125" b="0">
                <a:solidFill>
                  <a:srgbClr val="A9BCD0"/>
                </a:solidFill>
                <a:latin typeface="Ubuntu Sans"/>
                <a:ea typeface="Ubuntu Sans"/>
                <a:cs typeface="Ubuntu Sans"/>
              </a:rPr>
              <a:t>Applications, evaluation and chat</a:t>
            </a:r>
          </a:p>
        </p:txBody>
      </p:sp>
      <p:sp>
        <p:nvSpPr>
          <p:cNvPr id="19" name="">
            <a:extLst xmlns:a="http://schemas.openxmlformats.org/drawingml/2006/main">
              <a:ext uri="{FF2B5EF4-FFF2-40B4-BE49-F238E27FC236}">
                <a16:creationId xmlns:a16="http://schemas.microsoft.com/office/drawing/2014/main" id="{B4EFBF81-4AF5-4D7B-BDEB-1C9C62AB76F6}"/>
              </a:ext>
            </a:extLst>
          </p:cNvPr>
          <p:cNvSpPr>
            <a:spLocks xmlns:a="http://schemas.openxmlformats.org/drawingml/2006/main" noGrp="1"/>
          </p:cNvSpPr>
          <p:nvPr/>
        </p:nvSpPr>
        <p:spPr>
          <a:xfrm xmlns:a="http://schemas.openxmlformats.org/drawingml/2006/main">
            <a:off x="876300" y="4724400"/>
            <a:ext cx="4572000" cy="0"/>
          </a:xfrm>
          <a:prstGeom xmlns:a="http://schemas.openxmlformats.org/drawingml/2006/main" prst="line">
            <a:avLst/>
          </a:prstGeom>
          <a:noFill xmlns:a="http://schemas.openxmlformats.org/drawingml/2006/main"/>
          <a:ln xmlns:a="http://schemas.openxmlformats.org/drawingml/2006/main" w="9525">
            <a:solidFill>
              <a:srgbClr val="2B4563"/>
            </a:solidFill>
            <a:prstDash val="solid"/>
          </a:ln>
        </p:spPr>
      </p:sp>
      <p:sp>
        <p:nvSpPr>
          <p:cNvPr id="20" name="">
            <a:extLst xmlns:a="http://schemas.openxmlformats.org/drawingml/2006/main">
              <a:ext uri="{FF2B5EF4-FFF2-40B4-BE49-F238E27FC236}">
                <a16:creationId xmlns:a16="http://schemas.microsoft.com/office/drawing/2014/main" id="{C50D7234-0E64-4731-83D0-131AD752506B}"/>
              </a:ext>
            </a:extLst>
          </p:cNvPr>
          <p:cNvSpPr>
            <a:spLocks xmlns:a="http://schemas.openxmlformats.org/drawingml/2006/main" noGrp="1"/>
          </p:cNvSpPr>
          <p:nvPr/>
        </p:nvSpPr>
        <p:spPr>
          <a:xfrm xmlns:a="http://schemas.openxmlformats.org/drawingml/2006/main">
            <a:off x="876300" y="4838700"/>
            <a:ext cx="1790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5833"/>
          </a:bodyPr>
          <a:lstStyle xmlns:a="http://schemas.openxmlformats.org/drawingml/2006/main">
            <a:defPPr algn="l">
              <a:defRPr sz="1200" b="1">
                <a:solidFill>
                  <a:srgbClr val="2FD6D3"/>
                </a:solidFill>
                <a:latin typeface="Ubuntu Sans"/>
                <a:ea typeface="Ubuntu Sans"/>
                <a:cs typeface="Ubuntu Sans"/>
              </a:defRPr>
            </a:defPPr>
            <a:lvl1pPr algn="l">
              <a:defRPr sz="1200" b="1">
                <a:solidFill>
                  <a:srgbClr val="2FD6D3"/>
                </a:solidFill>
                <a:latin typeface="Ubuntu Sans"/>
                <a:ea typeface="Ubuntu Sans"/>
                <a:cs typeface="Ubuntu Sans"/>
              </a:defRPr>
            </a:lvl1pPr>
            <a:lvl2pPr algn="l">
              <a:defRPr sz="1200" b="1">
                <a:solidFill>
                  <a:srgbClr val="2FD6D3"/>
                </a:solidFill>
                <a:latin typeface="Ubuntu Sans"/>
                <a:ea typeface="Ubuntu Sans"/>
                <a:cs typeface="Ubuntu Sans"/>
              </a:defRPr>
            </a:lvl2pPr>
            <a:lvl3pPr algn="l">
              <a:defRPr sz="1200" b="1">
                <a:solidFill>
                  <a:srgbClr val="2FD6D3"/>
                </a:solidFill>
                <a:latin typeface="Ubuntu Sans"/>
                <a:ea typeface="Ubuntu Sans"/>
                <a:cs typeface="Ubuntu Sans"/>
              </a:defRPr>
            </a:lvl3pPr>
            <a:lvl4pPr algn="l">
              <a:defRPr sz="1200" b="1">
                <a:solidFill>
                  <a:srgbClr val="2FD6D3"/>
                </a:solidFill>
                <a:latin typeface="Ubuntu Sans"/>
                <a:ea typeface="Ubuntu Sans"/>
                <a:cs typeface="Ubuntu Sans"/>
              </a:defRPr>
            </a:lvl4pPr>
            <a:lvl5pPr algn="l">
              <a:defRPr sz="1200" b="1">
                <a:solidFill>
                  <a:srgbClr val="2FD6D3"/>
                </a:solidFill>
                <a:latin typeface="Ubuntu Sans"/>
                <a:ea typeface="Ubuntu Sans"/>
                <a:cs typeface="Ubuntu Sans"/>
              </a:defRPr>
            </a:lvl5pPr>
            <a:lvl6pPr algn="l">
              <a:defRPr sz="1200" b="1">
                <a:solidFill>
                  <a:srgbClr val="2FD6D3"/>
                </a:solidFill>
                <a:latin typeface="Ubuntu Sans"/>
                <a:ea typeface="Ubuntu Sans"/>
                <a:cs typeface="Ubuntu Sans"/>
              </a:defRPr>
            </a:lvl6pPr>
            <a:lvl7pPr algn="l">
              <a:defRPr sz="1200" b="1">
                <a:solidFill>
                  <a:srgbClr val="2FD6D3"/>
                </a:solidFill>
                <a:latin typeface="Ubuntu Sans"/>
                <a:ea typeface="Ubuntu Sans"/>
                <a:cs typeface="Ubuntu Sans"/>
              </a:defRPr>
            </a:lvl7pPr>
            <a:lvl8pPr algn="l">
              <a:defRPr sz="1200" b="1">
                <a:solidFill>
                  <a:srgbClr val="2FD6D3"/>
                </a:solidFill>
                <a:latin typeface="Ubuntu Sans"/>
                <a:ea typeface="Ubuntu Sans"/>
                <a:cs typeface="Ubuntu Sans"/>
              </a:defRPr>
            </a:lvl8pPr>
            <a:lvl9pPr algn="l">
              <a:defRPr sz="1200" b="1">
                <a:solidFill>
                  <a:srgbClr val="2FD6D3"/>
                </a:solidFill>
                <a:latin typeface="Ubuntu Sans"/>
                <a:ea typeface="Ubuntu Sans"/>
                <a:cs typeface="Ubuntu Sans"/>
              </a:defRPr>
            </a:lvl9pPr>
          </a:lstStyle>
          <a:p xmlns:a="http://schemas.openxmlformats.org/drawingml/2006/main">
            <a:pPr algn="l">
              <a:defRPr sz="1200" b="1">
                <a:solidFill>
                  <a:srgbClr val="2FD6D3"/>
                </a:solidFill>
                <a:latin typeface="Ubuntu Sans"/>
                <a:ea typeface="Ubuntu Sans"/>
                <a:cs typeface="Ubuntu Sans"/>
              </a:defRPr>
            </a:pPr>
            <a:r>
              <a:rPr sz="1200" b="1">
                <a:solidFill>
                  <a:srgbClr val="2FD6D3"/>
                </a:solidFill>
                <a:latin typeface="Ubuntu Sans"/>
                <a:ea typeface="Ubuntu Sans"/>
                <a:cs typeface="Ubuntu Sans"/>
              </a:rPr>
              <a:t>HIRING MANAGER</a:t>
            </a:r>
          </a:p>
        </p:txBody>
      </p:sp>
      <p:sp>
        <p:nvSpPr>
          <p:cNvPr id="21" name="">
            <a:extLst xmlns:a="http://schemas.openxmlformats.org/drawingml/2006/main">
              <a:ext uri="{FF2B5EF4-FFF2-40B4-BE49-F238E27FC236}">
                <a16:creationId xmlns:a16="http://schemas.microsoft.com/office/drawing/2014/main" id="{4EA6DB6A-0C04-4061-A150-64656AD6E0B5}"/>
              </a:ext>
            </a:extLst>
          </p:cNvPr>
          <p:cNvSpPr>
            <a:spLocks xmlns:a="http://schemas.openxmlformats.org/drawingml/2006/main" noGrp="1"/>
          </p:cNvSpPr>
          <p:nvPr/>
        </p:nvSpPr>
        <p:spPr>
          <a:xfrm xmlns:a="http://schemas.openxmlformats.org/drawingml/2006/main">
            <a:off x="2667000" y="4800600"/>
            <a:ext cx="27813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8023"/>
          </a:bodyPr>
          <a:lstStyle xmlns:a="http://schemas.openxmlformats.org/drawingml/2006/main">
            <a:defPPr algn="l">
              <a:defRPr sz="1125" b="0">
                <a:solidFill>
                  <a:srgbClr val="A9BCD0"/>
                </a:solidFill>
                <a:latin typeface="Ubuntu Sans"/>
                <a:ea typeface="Ubuntu Sans"/>
                <a:cs typeface="Ubuntu Sans"/>
              </a:defRPr>
            </a:defPPr>
            <a:lvl1pPr algn="l">
              <a:defRPr sz="1125" b="0">
                <a:solidFill>
                  <a:srgbClr val="A9BCD0"/>
                </a:solidFill>
                <a:latin typeface="Ubuntu Sans"/>
                <a:ea typeface="Ubuntu Sans"/>
                <a:cs typeface="Ubuntu Sans"/>
              </a:defRPr>
            </a:lvl1pPr>
            <a:lvl2pPr algn="l">
              <a:defRPr sz="1125" b="0">
                <a:solidFill>
                  <a:srgbClr val="A9BCD0"/>
                </a:solidFill>
                <a:latin typeface="Ubuntu Sans"/>
                <a:ea typeface="Ubuntu Sans"/>
                <a:cs typeface="Ubuntu Sans"/>
              </a:defRPr>
            </a:lvl2pPr>
            <a:lvl3pPr algn="l">
              <a:defRPr sz="1125" b="0">
                <a:solidFill>
                  <a:srgbClr val="A9BCD0"/>
                </a:solidFill>
                <a:latin typeface="Ubuntu Sans"/>
                <a:ea typeface="Ubuntu Sans"/>
                <a:cs typeface="Ubuntu Sans"/>
              </a:defRPr>
            </a:lvl3pPr>
            <a:lvl4pPr algn="l">
              <a:defRPr sz="1125" b="0">
                <a:solidFill>
                  <a:srgbClr val="A9BCD0"/>
                </a:solidFill>
                <a:latin typeface="Ubuntu Sans"/>
                <a:ea typeface="Ubuntu Sans"/>
                <a:cs typeface="Ubuntu Sans"/>
              </a:defRPr>
            </a:lvl4pPr>
            <a:lvl5pPr algn="l">
              <a:defRPr sz="1125" b="0">
                <a:solidFill>
                  <a:srgbClr val="A9BCD0"/>
                </a:solidFill>
                <a:latin typeface="Ubuntu Sans"/>
                <a:ea typeface="Ubuntu Sans"/>
                <a:cs typeface="Ubuntu Sans"/>
              </a:defRPr>
            </a:lvl5pPr>
            <a:lvl6pPr algn="l">
              <a:defRPr sz="1125" b="0">
                <a:solidFill>
                  <a:srgbClr val="A9BCD0"/>
                </a:solidFill>
                <a:latin typeface="Ubuntu Sans"/>
                <a:ea typeface="Ubuntu Sans"/>
                <a:cs typeface="Ubuntu Sans"/>
              </a:defRPr>
            </a:lvl6pPr>
            <a:lvl7pPr algn="l">
              <a:defRPr sz="1125" b="0">
                <a:solidFill>
                  <a:srgbClr val="A9BCD0"/>
                </a:solidFill>
                <a:latin typeface="Ubuntu Sans"/>
                <a:ea typeface="Ubuntu Sans"/>
                <a:cs typeface="Ubuntu Sans"/>
              </a:defRPr>
            </a:lvl7pPr>
            <a:lvl8pPr algn="l">
              <a:defRPr sz="1125" b="0">
                <a:solidFill>
                  <a:srgbClr val="A9BCD0"/>
                </a:solidFill>
                <a:latin typeface="Ubuntu Sans"/>
                <a:ea typeface="Ubuntu Sans"/>
                <a:cs typeface="Ubuntu Sans"/>
              </a:defRPr>
            </a:lvl8pPr>
            <a:lvl9pPr algn="l">
              <a:defRPr sz="1125" b="0">
                <a:solidFill>
                  <a:srgbClr val="A9BCD0"/>
                </a:solidFill>
                <a:latin typeface="Ubuntu Sans"/>
                <a:ea typeface="Ubuntu Sans"/>
                <a:cs typeface="Ubuntu Sans"/>
              </a:defRPr>
            </a:lvl9pPr>
          </a:lstStyle>
          <a:p xmlns:a="http://schemas.openxmlformats.org/drawingml/2006/main">
            <a:pPr algn="l">
              <a:defRPr sz="1125" b="0">
                <a:solidFill>
                  <a:srgbClr val="A9BCD0"/>
                </a:solidFill>
                <a:latin typeface="Ubuntu Sans"/>
                <a:ea typeface="Ubuntu Sans"/>
                <a:cs typeface="Ubuntu Sans"/>
              </a:defRPr>
            </a:pPr>
            <a:r>
              <a:rPr sz="1125" b="0">
                <a:solidFill>
                  <a:srgbClr val="A9BCD0"/>
                </a:solidFill>
                <a:latin typeface="Ubuntu Sans"/>
                <a:ea typeface="Ubuntu Sans"/>
                <a:cs typeface="Ubuntu Sans"/>
              </a:rPr>
              <a:t>Review, feedback, analytics and stage changes</a:t>
            </a:r>
          </a:p>
        </p:txBody>
      </p:sp>
      <p:sp>
        <p:nvSpPr>
          <p:cNvPr id="22" name="">
            <a:extLst xmlns:a="http://schemas.openxmlformats.org/drawingml/2006/main">
              <a:ext uri="{FF2B5EF4-FFF2-40B4-BE49-F238E27FC236}">
                <a16:creationId xmlns:a16="http://schemas.microsoft.com/office/drawing/2014/main" id="{7EC19A9D-6068-4B4B-A566-5CB6852AF6F6}"/>
              </a:ext>
            </a:extLst>
          </p:cNvPr>
          <p:cNvSpPr>
            <a:spLocks xmlns:a="http://schemas.openxmlformats.org/drawingml/2006/main" noGrp="1"/>
          </p:cNvSpPr>
          <p:nvPr/>
        </p:nvSpPr>
        <p:spPr>
          <a:xfrm xmlns:a="http://schemas.openxmlformats.org/drawingml/2006/main">
            <a:off x="5981700" y="3257550"/>
            <a:ext cx="4762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7500"/>
          </a:bodyPr>
          <a:lstStyle xmlns:a="http://schemas.openxmlformats.org/drawingml/2006/main">
            <a:defPPr algn="ctr">
              <a:defRPr sz="3600" b="1">
                <a:solidFill>
                  <a:srgbClr val="FFCA6A"/>
                </a:solidFill>
                <a:latin typeface="Ubuntu Sans"/>
                <a:ea typeface="Ubuntu Sans"/>
                <a:cs typeface="Ubuntu Sans"/>
              </a:defRPr>
            </a:defPPr>
            <a:lvl1pPr algn="ctr">
              <a:defRPr sz="3600" b="1">
                <a:solidFill>
                  <a:srgbClr val="FFCA6A"/>
                </a:solidFill>
                <a:latin typeface="Ubuntu Sans"/>
                <a:ea typeface="Ubuntu Sans"/>
                <a:cs typeface="Ubuntu Sans"/>
              </a:defRPr>
            </a:lvl1pPr>
            <a:lvl2pPr algn="ctr">
              <a:defRPr sz="3600" b="1">
                <a:solidFill>
                  <a:srgbClr val="FFCA6A"/>
                </a:solidFill>
                <a:latin typeface="Ubuntu Sans"/>
                <a:ea typeface="Ubuntu Sans"/>
                <a:cs typeface="Ubuntu Sans"/>
              </a:defRPr>
            </a:lvl2pPr>
            <a:lvl3pPr algn="ctr">
              <a:defRPr sz="3600" b="1">
                <a:solidFill>
                  <a:srgbClr val="FFCA6A"/>
                </a:solidFill>
                <a:latin typeface="Ubuntu Sans"/>
                <a:ea typeface="Ubuntu Sans"/>
                <a:cs typeface="Ubuntu Sans"/>
              </a:defRPr>
            </a:lvl3pPr>
            <a:lvl4pPr algn="ctr">
              <a:defRPr sz="3600" b="1">
                <a:solidFill>
                  <a:srgbClr val="FFCA6A"/>
                </a:solidFill>
                <a:latin typeface="Ubuntu Sans"/>
                <a:ea typeface="Ubuntu Sans"/>
                <a:cs typeface="Ubuntu Sans"/>
              </a:defRPr>
            </a:lvl4pPr>
            <a:lvl5pPr algn="ctr">
              <a:defRPr sz="3600" b="1">
                <a:solidFill>
                  <a:srgbClr val="FFCA6A"/>
                </a:solidFill>
                <a:latin typeface="Ubuntu Sans"/>
                <a:ea typeface="Ubuntu Sans"/>
                <a:cs typeface="Ubuntu Sans"/>
              </a:defRPr>
            </a:lvl5pPr>
            <a:lvl6pPr algn="ctr">
              <a:defRPr sz="3600" b="1">
                <a:solidFill>
                  <a:srgbClr val="FFCA6A"/>
                </a:solidFill>
                <a:latin typeface="Ubuntu Sans"/>
                <a:ea typeface="Ubuntu Sans"/>
                <a:cs typeface="Ubuntu Sans"/>
              </a:defRPr>
            </a:lvl6pPr>
            <a:lvl7pPr algn="ctr">
              <a:defRPr sz="3600" b="1">
                <a:solidFill>
                  <a:srgbClr val="FFCA6A"/>
                </a:solidFill>
                <a:latin typeface="Ubuntu Sans"/>
                <a:ea typeface="Ubuntu Sans"/>
                <a:cs typeface="Ubuntu Sans"/>
              </a:defRPr>
            </a:lvl7pPr>
            <a:lvl8pPr algn="ctr">
              <a:defRPr sz="3600" b="1">
                <a:solidFill>
                  <a:srgbClr val="FFCA6A"/>
                </a:solidFill>
                <a:latin typeface="Ubuntu Sans"/>
                <a:ea typeface="Ubuntu Sans"/>
                <a:cs typeface="Ubuntu Sans"/>
              </a:defRPr>
            </a:lvl8pPr>
            <a:lvl9pPr algn="ctr">
              <a:defRPr sz="3600" b="1">
                <a:solidFill>
                  <a:srgbClr val="FFCA6A"/>
                </a:solidFill>
                <a:latin typeface="Ubuntu Sans"/>
                <a:ea typeface="Ubuntu Sans"/>
                <a:cs typeface="Ubuntu Sans"/>
              </a:defRPr>
            </a:lvl9pPr>
          </a:lstStyle>
          <a:p xmlns:a="http://schemas.openxmlformats.org/drawingml/2006/main">
            <a:pPr algn="ctr">
              <a:defRPr sz="3600" b="1">
                <a:solidFill>
                  <a:srgbClr val="FFCA6A"/>
                </a:solidFill>
                <a:latin typeface="Ubuntu Sans"/>
                <a:ea typeface="Ubuntu Sans"/>
                <a:cs typeface="Ubuntu Sans"/>
              </a:defRPr>
            </a:pPr>
            <a:r>
              <a:rPr sz="3600" b="1">
                <a:solidFill>
                  <a:srgbClr val="FFCA6A"/>
                </a:solidFill>
                <a:latin typeface="Ubuntu Sans"/>
                <a:ea typeface="Ubuntu Sans"/>
                <a:cs typeface="Ubuntu Sans"/>
              </a:rPr>
              <a:t>+</a:t>
            </a:r>
          </a:p>
        </p:txBody>
      </p:sp>
      <p:sp>
        <p:nvSpPr>
          <p:cNvPr id="23" name="">
            <a:extLst xmlns:a="http://schemas.openxmlformats.org/drawingml/2006/main">
              <a:ext uri="{FF2B5EF4-FFF2-40B4-BE49-F238E27FC236}">
                <a16:creationId xmlns:a16="http://schemas.microsoft.com/office/drawing/2014/main" id="{457AFD82-79E7-46B6-BADB-2FB21C2DBF0B}"/>
              </a:ext>
            </a:extLst>
          </p:cNvPr>
          <p:cNvSpPr>
            <a:spLocks xmlns:a="http://schemas.openxmlformats.org/drawingml/2006/main" noGrp="1"/>
          </p:cNvSpPr>
          <p:nvPr/>
        </p:nvSpPr>
        <p:spPr>
          <a:xfrm xmlns:a="http://schemas.openxmlformats.org/drawingml/2006/main">
            <a:off x="6705600" y="1885950"/>
            <a:ext cx="4876800" cy="3848100"/>
          </a:xfrm>
          <a:prstGeom xmlns:a="http://schemas.openxmlformats.org/drawingml/2006/main" prst="roundRect">
            <a:avLst>
              <a:gd name="adj" fmla="val 2970"/>
            </a:avLst>
          </a:prstGeom>
          <a:solidFill xmlns:a="http://schemas.openxmlformats.org/drawingml/2006/main">
            <a:srgbClr val="0B182B"/>
          </a:solidFill>
          <a:ln xmlns:a="http://schemas.openxmlformats.org/drawingml/2006/main" w="11430">
            <a:solidFill>
              <a:srgbClr val="2B4563"/>
            </a:solidFill>
            <a:prstDash val="solid"/>
          </a:ln>
        </p:spPr>
      </p:sp>
      <p:sp>
        <p:nvSpPr>
          <p:cNvPr id="24" name="">
            <a:extLst xmlns:a="http://schemas.openxmlformats.org/drawingml/2006/main">
              <a:ext uri="{FF2B5EF4-FFF2-40B4-BE49-F238E27FC236}">
                <a16:creationId xmlns:a16="http://schemas.microsoft.com/office/drawing/2014/main" id="{D0494D5F-AA4A-4E33-97D0-560E09FFA1D1}"/>
              </a:ext>
            </a:extLst>
          </p:cNvPr>
          <p:cNvSpPr>
            <a:spLocks xmlns:a="http://schemas.openxmlformats.org/drawingml/2006/main" noGrp="1"/>
          </p:cNvSpPr>
          <p:nvPr/>
        </p:nvSpPr>
        <p:spPr>
          <a:xfrm xmlns:a="http://schemas.openxmlformats.org/drawingml/2006/main">
            <a:off x="6991350" y="2095500"/>
            <a:ext cx="4095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1333"/>
          </a:bodyPr>
          <a:lstStyle xmlns:a="http://schemas.openxmlformats.org/drawingml/2006/main">
            <a:defPPr algn="l">
              <a:defRPr sz="1875" b="1">
                <a:solidFill>
                  <a:srgbClr val="F4F8FF"/>
                </a:solidFill>
                <a:latin typeface="Ubuntu Sans"/>
                <a:ea typeface="Ubuntu Sans"/>
                <a:cs typeface="Ubuntu Sans"/>
              </a:defRPr>
            </a:defPPr>
            <a:lvl1pPr algn="l">
              <a:defRPr sz="1875" b="1">
                <a:solidFill>
                  <a:srgbClr val="F4F8FF"/>
                </a:solidFill>
                <a:latin typeface="Ubuntu Sans"/>
                <a:ea typeface="Ubuntu Sans"/>
                <a:cs typeface="Ubuntu Sans"/>
              </a:defRPr>
            </a:lvl1pPr>
            <a:lvl2pPr algn="l">
              <a:defRPr sz="1875" b="1">
                <a:solidFill>
                  <a:srgbClr val="F4F8FF"/>
                </a:solidFill>
                <a:latin typeface="Ubuntu Sans"/>
                <a:ea typeface="Ubuntu Sans"/>
                <a:cs typeface="Ubuntu Sans"/>
              </a:defRPr>
            </a:lvl2pPr>
            <a:lvl3pPr algn="l">
              <a:defRPr sz="1875" b="1">
                <a:solidFill>
                  <a:srgbClr val="F4F8FF"/>
                </a:solidFill>
                <a:latin typeface="Ubuntu Sans"/>
                <a:ea typeface="Ubuntu Sans"/>
                <a:cs typeface="Ubuntu Sans"/>
              </a:defRPr>
            </a:lvl3pPr>
            <a:lvl4pPr algn="l">
              <a:defRPr sz="1875" b="1">
                <a:solidFill>
                  <a:srgbClr val="F4F8FF"/>
                </a:solidFill>
                <a:latin typeface="Ubuntu Sans"/>
                <a:ea typeface="Ubuntu Sans"/>
                <a:cs typeface="Ubuntu Sans"/>
              </a:defRPr>
            </a:lvl4pPr>
            <a:lvl5pPr algn="l">
              <a:defRPr sz="1875" b="1">
                <a:solidFill>
                  <a:srgbClr val="F4F8FF"/>
                </a:solidFill>
                <a:latin typeface="Ubuntu Sans"/>
                <a:ea typeface="Ubuntu Sans"/>
                <a:cs typeface="Ubuntu Sans"/>
              </a:defRPr>
            </a:lvl5pPr>
            <a:lvl6pPr algn="l">
              <a:defRPr sz="1875" b="1">
                <a:solidFill>
                  <a:srgbClr val="F4F8FF"/>
                </a:solidFill>
                <a:latin typeface="Ubuntu Sans"/>
                <a:ea typeface="Ubuntu Sans"/>
                <a:cs typeface="Ubuntu Sans"/>
              </a:defRPr>
            </a:lvl6pPr>
            <a:lvl7pPr algn="l">
              <a:defRPr sz="1875" b="1">
                <a:solidFill>
                  <a:srgbClr val="F4F8FF"/>
                </a:solidFill>
                <a:latin typeface="Ubuntu Sans"/>
                <a:ea typeface="Ubuntu Sans"/>
                <a:cs typeface="Ubuntu Sans"/>
              </a:defRPr>
            </a:lvl7pPr>
            <a:lvl8pPr algn="l">
              <a:defRPr sz="1875" b="1">
                <a:solidFill>
                  <a:srgbClr val="F4F8FF"/>
                </a:solidFill>
                <a:latin typeface="Ubuntu Sans"/>
                <a:ea typeface="Ubuntu Sans"/>
                <a:cs typeface="Ubuntu Sans"/>
              </a:defRPr>
            </a:lvl8pPr>
            <a:lvl9pPr algn="l">
              <a:defRPr sz="1875" b="1">
                <a:solidFill>
                  <a:srgbClr val="F4F8FF"/>
                </a:solidFill>
                <a:latin typeface="Ubuntu Sans"/>
                <a:ea typeface="Ubuntu Sans"/>
                <a:cs typeface="Ubuntu Sans"/>
              </a:defRPr>
            </a:lvl9pPr>
          </a:lstStyle>
          <a:p xmlns:a="http://schemas.openxmlformats.org/drawingml/2006/main">
            <a:pPr algn="l">
              <a:defRPr sz="1875" b="1">
                <a:solidFill>
                  <a:srgbClr val="F4F8FF"/>
                </a:solidFill>
                <a:latin typeface="Ubuntu Sans"/>
                <a:ea typeface="Ubuntu Sans"/>
                <a:cs typeface="Ubuntu Sans"/>
              </a:defRPr>
            </a:pPr>
            <a:r>
              <a:rPr sz="1875" b="1">
                <a:solidFill>
                  <a:srgbClr val="F4F8FF"/>
                </a:solidFill>
                <a:latin typeface="Ubuntu Sans"/>
                <a:ea typeface="Ubuntu Sans"/>
                <a:cs typeface="Ubuntu Sans"/>
              </a:rPr>
              <a:t>Resource scope</a:t>
            </a:r>
          </a:p>
        </p:txBody>
      </p:sp>
      <p:sp>
        <p:nvSpPr>
          <p:cNvPr id="25" name="">
            <a:extLst xmlns:a="http://schemas.openxmlformats.org/drawingml/2006/main">
              <a:ext uri="{FF2B5EF4-FFF2-40B4-BE49-F238E27FC236}">
                <a16:creationId xmlns:a16="http://schemas.microsoft.com/office/drawing/2014/main" id="{485BE3A5-3134-4A3B-A6E0-76DAB8AB5C12}"/>
              </a:ext>
            </a:extLst>
          </p:cNvPr>
          <p:cNvSpPr>
            <a:spLocks xmlns:a="http://schemas.openxmlformats.org/drawingml/2006/main" noGrp="1"/>
          </p:cNvSpPr>
          <p:nvPr/>
        </p:nvSpPr>
        <p:spPr>
          <a:xfrm xmlns:a="http://schemas.openxmlformats.org/drawingml/2006/main">
            <a:off x="6991350" y="2647950"/>
            <a:ext cx="4305300" cy="1066800"/>
          </a:xfrm>
          <a:prstGeom xmlns:a="http://schemas.openxmlformats.org/drawingml/2006/main" prst="roundRect">
            <a:avLst>
              <a:gd name="adj" fmla="val 10714"/>
            </a:avLst>
          </a:prstGeom>
          <a:solidFill xmlns:a="http://schemas.openxmlformats.org/drawingml/2006/main">
            <a:srgbClr val="10223A"/>
          </a:solidFill>
          <a:ln xmlns:a="http://schemas.openxmlformats.org/drawingml/2006/main" w="11430">
            <a:solidFill>
              <a:srgbClr val="2B4563"/>
            </a:solidFill>
            <a:prstDash val="solid"/>
          </a:ln>
        </p:spPr>
      </p:sp>
      <p:sp>
        <p:nvSpPr>
          <p:cNvPr id="26" name="">
            <a:extLst xmlns:a="http://schemas.openxmlformats.org/drawingml/2006/main">
              <a:ext uri="{FF2B5EF4-FFF2-40B4-BE49-F238E27FC236}">
                <a16:creationId xmlns:a16="http://schemas.microsoft.com/office/drawing/2014/main" id="{5D7BB2D3-14A1-445A-8A1B-666BB595F2A5}"/>
              </a:ext>
            </a:extLst>
          </p:cNvPr>
          <p:cNvSpPr>
            <a:spLocks xmlns:a="http://schemas.openxmlformats.org/drawingml/2006/main" noGrp="1"/>
          </p:cNvSpPr>
          <p:nvPr/>
        </p:nvSpPr>
        <p:spPr>
          <a:xfrm xmlns:a="http://schemas.openxmlformats.org/drawingml/2006/main">
            <a:off x="6991350" y="2647950"/>
            <a:ext cx="66675" cy="1066800"/>
          </a:xfrm>
          <a:prstGeom xmlns:a="http://schemas.openxmlformats.org/drawingml/2006/main" prst="roundRect">
            <a:avLst>
              <a:gd name="adj" fmla="val 50000"/>
            </a:avLst>
          </a:prstGeom>
          <a:solidFill xmlns:a="http://schemas.openxmlformats.org/drawingml/2006/main">
            <a:srgbClr val="8A7CFF"/>
          </a:solidFill>
          <a:ln xmlns:a="http://schemas.openxmlformats.org/drawingml/2006/main" w="0">
            <a:solidFill>
              <a:srgbClr val="8A7CFF"/>
            </a:solidFill>
            <a:prstDash val="solid"/>
          </a:ln>
        </p:spPr>
      </p:sp>
      <p:sp>
        <p:nvSpPr>
          <p:cNvPr id="27" name="">
            <a:extLst xmlns:a="http://schemas.openxmlformats.org/drawingml/2006/main">
              <a:ext uri="{FF2B5EF4-FFF2-40B4-BE49-F238E27FC236}">
                <a16:creationId xmlns:a16="http://schemas.microsoft.com/office/drawing/2014/main" id="{CB0E3A9C-B9EA-4343-8355-AA94F8C32C3F}"/>
              </a:ext>
            </a:extLst>
          </p:cNvPr>
          <p:cNvSpPr>
            <a:spLocks xmlns:a="http://schemas.openxmlformats.org/drawingml/2006/main" noGrp="1"/>
          </p:cNvSpPr>
          <p:nvPr/>
        </p:nvSpPr>
        <p:spPr>
          <a:xfrm xmlns:a="http://schemas.openxmlformats.org/drawingml/2006/main">
            <a:off x="7200900" y="2762250"/>
            <a:ext cx="3981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F4F8FF"/>
                </a:solidFill>
                <a:latin typeface="Ubuntu Sans"/>
                <a:ea typeface="Ubuntu Sans"/>
                <a:cs typeface="Ubuntu Sans"/>
              </a:defRPr>
            </a:defPPr>
            <a:lvl1pPr algn="l">
              <a:defRPr sz="1575" b="1">
                <a:solidFill>
                  <a:srgbClr val="F4F8FF"/>
                </a:solidFill>
                <a:latin typeface="Ubuntu Sans"/>
                <a:ea typeface="Ubuntu Sans"/>
                <a:cs typeface="Ubuntu Sans"/>
              </a:defRPr>
            </a:lvl1pPr>
            <a:lvl2pPr algn="l">
              <a:defRPr sz="1575" b="1">
                <a:solidFill>
                  <a:srgbClr val="F4F8FF"/>
                </a:solidFill>
                <a:latin typeface="Ubuntu Sans"/>
                <a:ea typeface="Ubuntu Sans"/>
                <a:cs typeface="Ubuntu Sans"/>
              </a:defRPr>
            </a:lvl2pPr>
            <a:lvl3pPr algn="l">
              <a:defRPr sz="1575" b="1">
                <a:solidFill>
                  <a:srgbClr val="F4F8FF"/>
                </a:solidFill>
                <a:latin typeface="Ubuntu Sans"/>
                <a:ea typeface="Ubuntu Sans"/>
                <a:cs typeface="Ubuntu Sans"/>
              </a:defRPr>
            </a:lvl3pPr>
            <a:lvl4pPr algn="l">
              <a:defRPr sz="1575" b="1">
                <a:solidFill>
                  <a:srgbClr val="F4F8FF"/>
                </a:solidFill>
                <a:latin typeface="Ubuntu Sans"/>
                <a:ea typeface="Ubuntu Sans"/>
                <a:cs typeface="Ubuntu Sans"/>
              </a:defRPr>
            </a:lvl4pPr>
            <a:lvl5pPr algn="l">
              <a:defRPr sz="1575" b="1">
                <a:solidFill>
                  <a:srgbClr val="F4F8FF"/>
                </a:solidFill>
                <a:latin typeface="Ubuntu Sans"/>
                <a:ea typeface="Ubuntu Sans"/>
                <a:cs typeface="Ubuntu Sans"/>
              </a:defRPr>
            </a:lvl5pPr>
            <a:lvl6pPr algn="l">
              <a:defRPr sz="1575" b="1">
                <a:solidFill>
                  <a:srgbClr val="F4F8FF"/>
                </a:solidFill>
                <a:latin typeface="Ubuntu Sans"/>
                <a:ea typeface="Ubuntu Sans"/>
                <a:cs typeface="Ubuntu Sans"/>
              </a:defRPr>
            </a:lvl6pPr>
            <a:lvl7pPr algn="l">
              <a:defRPr sz="1575" b="1">
                <a:solidFill>
                  <a:srgbClr val="F4F8FF"/>
                </a:solidFill>
                <a:latin typeface="Ubuntu Sans"/>
                <a:ea typeface="Ubuntu Sans"/>
                <a:cs typeface="Ubuntu Sans"/>
              </a:defRPr>
            </a:lvl7pPr>
            <a:lvl8pPr algn="l">
              <a:defRPr sz="1575" b="1">
                <a:solidFill>
                  <a:srgbClr val="F4F8FF"/>
                </a:solidFill>
                <a:latin typeface="Ubuntu Sans"/>
                <a:ea typeface="Ubuntu Sans"/>
                <a:cs typeface="Ubuntu Sans"/>
              </a:defRPr>
            </a:lvl8pPr>
            <a:lvl9pPr algn="l">
              <a:defRPr sz="1575" b="1">
                <a:solidFill>
                  <a:srgbClr val="F4F8FF"/>
                </a:solidFill>
                <a:latin typeface="Ubuntu Sans"/>
                <a:ea typeface="Ubuntu Sans"/>
                <a:cs typeface="Ubuntu Sans"/>
              </a:defRPr>
            </a:lvl9pPr>
          </a:lstStyle>
          <a:p xmlns:a="http://schemas.openxmlformats.org/drawingml/2006/main">
            <a:pPr algn="l">
              <a:defRPr sz="1575" b="1">
                <a:solidFill>
                  <a:srgbClr val="F4F8FF"/>
                </a:solidFill>
                <a:latin typeface="Ubuntu Sans"/>
                <a:ea typeface="Ubuntu Sans"/>
                <a:cs typeface="Ubuntu Sans"/>
              </a:defRPr>
            </a:pPr>
            <a:r>
              <a:rPr sz="1575" b="1">
                <a:solidFill>
                  <a:srgbClr val="F4F8FF"/>
                </a:solidFill>
                <a:latin typeface="Ubuntu Sans"/>
                <a:ea typeface="Ubuntu Sans"/>
                <a:cs typeface="Ubuntu Sans"/>
              </a:rPr>
              <a:t>Same company</a:t>
            </a:r>
          </a:p>
        </p:txBody>
      </p:sp>
      <p:sp>
        <p:nvSpPr>
          <p:cNvPr id="28" name="">
            <a:extLst xmlns:a="http://schemas.openxmlformats.org/drawingml/2006/main">
              <a:ext uri="{FF2B5EF4-FFF2-40B4-BE49-F238E27FC236}">
                <a16:creationId xmlns:a16="http://schemas.microsoft.com/office/drawing/2014/main" id="{7371DF33-0A36-498A-BE4C-9E00679881D9}"/>
              </a:ext>
            </a:extLst>
          </p:cNvPr>
          <p:cNvSpPr>
            <a:spLocks xmlns:a="http://schemas.openxmlformats.org/drawingml/2006/main" noGrp="1"/>
          </p:cNvSpPr>
          <p:nvPr/>
        </p:nvSpPr>
        <p:spPr>
          <a:xfrm xmlns:a="http://schemas.openxmlformats.org/drawingml/2006/main">
            <a:off x="7200900" y="3057525"/>
            <a:ext cx="39814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A9BCD0"/>
                </a:solidFill>
                <a:latin typeface="Ubuntu Sans"/>
                <a:ea typeface="Ubuntu Sans"/>
                <a:cs typeface="Ubuntu Sans"/>
              </a:defRPr>
            </a:defPPr>
            <a:lvl1pPr algn="l">
              <a:defRPr sz="1125" b="0">
                <a:solidFill>
                  <a:srgbClr val="A9BCD0"/>
                </a:solidFill>
                <a:latin typeface="Ubuntu Sans"/>
                <a:ea typeface="Ubuntu Sans"/>
                <a:cs typeface="Ubuntu Sans"/>
              </a:defRPr>
            </a:lvl1pPr>
            <a:lvl2pPr algn="l">
              <a:defRPr sz="1125" b="0">
                <a:solidFill>
                  <a:srgbClr val="A9BCD0"/>
                </a:solidFill>
                <a:latin typeface="Ubuntu Sans"/>
                <a:ea typeface="Ubuntu Sans"/>
                <a:cs typeface="Ubuntu Sans"/>
              </a:defRPr>
            </a:lvl2pPr>
            <a:lvl3pPr algn="l">
              <a:defRPr sz="1125" b="0">
                <a:solidFill>
                  <a:srgbClr val="A9BCD0"/>
                </a:solidFill>
                <a:latin typeface="Ubuntu Sans"/>
                <a:ea typeface="Ubuntu Sans"/>
                <a:cs typeface="Ubuntu Sans"/>
              </a:defRPr>
            </a:lvl3pPr>
            <a:lvl4pPr algn="l">
              <a:defRPr sz="1125" b="0">
                <a:solidFill>
                  <a:srgbClr val="A9BCD0"/>
                </a:solidFill>
                <a:latin typeface="Ubuntu Sans"/>
                <a:ea typeface="Ubuntu Sans"/>
                <a:cs typeface="Ubuntu Sans"/>
              </a:defRPr>
            </a:lvl4pPr>
            <a:lvl5pPr algn="l">
              <a:defRPr sz="1125" b="0">
                <a:solidFill>
                  <a:srgbClr val="A9BCD0"/>
                </a:solidFill>
                <a:latin typeface="Ubuntu Sans"/>
                <a:ea typeface="Ubuntu Sans"/>
                <a:cs typeface="Ubuntu Sans"/>
              </a:defRPr>
            </a:lvl5pPr>
            <a:lvl6pPr algn="l">
              <a:defRPr sz="1125" b="0">
                <a:solidFill>
                  <a:srgbClr val="A9BCD0"/>
                </a:solidFill>
                <a:latin typeface="Ubuntu Sans"/>
                <a:ea typeface="Ubuntu Sans"/>
                <a:cs typeface="Ubuntu Sans"/>
              </a:defRPr>
            </a:lvl6pPr>
            <a:lvl7pPr algn="l">
              <a:defRPr sz="1125" b="0">
                <a:solidFill>
                  <a:srgbClr val="A9BCD0"/>
                </a:solidFill>
                <a:latin typeface="Ubuntu Sans"/>
                <a:ea typeface="Ubuntu Sans"/>
                <a:cs typeface="Ubuntu Sans"/>
              </a:defRPr>
            </a:lvl7pPr>
            <a:lvl8pPr algn="l">
              <a:defRPr sz="1125" b="0">
                <a:solidFill>
                  <a:srgbClr val="A9BCD0"/>
                </a:solidFill>
                <a:latin typeface="Ubuntu Sans"/>
                <a:ea typeface="Ubuntu Sans"/>
                <a:cs typeface="Ubuntu Sans"/>
              </a:defRPr>
            </a:lvl8pPr>
            <a:lvl9pPr algn="l">
              <a:defRPr sz="1125" b="0">
                <a:solidFill>
                  <a:srgbClr val="A9BCD0"/>
                </a:solidFill>
                <a:latin typeface="Ubuntu Sans"/>
                <a:ea typeface="Ubuntu Sans"/>
                <a:cs typeface="Ubuntu Sans"/>
              </a:defRPr>
            </a:lvl9pPr>
          </a:lstStyle>
          <a:p xmlns:a="http://schemas.openxmlformats.org/drawingml/2006/main">
            <a:pPr algn="l">
              <a:defRPr sz="1125" b="0">
                <a:solidFill>
                  <a:srgbClr val="A9BCD0"/>
                </a:solidFill>
                <a:latin typeface="Ubuntu Sans"/>
                <a:ea typeface="Ubuntu Sans"/>
                <a:cs typeface="Ubuntu Sans"/>
              </a:defRPr>
            </a:pPr>
            <a:r>
              <a:rPr sz="1125" b="0">
                <a:solidFill>
                  <a:srgbClr val="A9BCD0"/>
                </a:solidFill>
                <a:latin typeface="Ubuntu Sans"/>
                <a:ea typeface="Ubuntu Sans"/>
                <a:cs typeface="Ubuntu Sans"/>
              </a:rPr>
              <a:t>A member cannot access another organization's candidates or offers</a:t>
            </a:r>
          </a:p>
        </p:txBody>
      </p:sp>
      <p:sp>
        <p:nvSpPr>
          <p:cNvPr id="29" name="">
            <a:extLst xmlns:a="http://schemas.openxmlformats.org/drawingml/2006/main">
              <a:ext uri="{FF2B5EF4-FFF2-40B4-BE49-F238E27FC236}">
                <a16:creationId xmlns:a16="http://schemas.microsoft.com/office/drawing/2014/main" id="{DB9EF805-04FC-4EFD-AE11-CBAA309A3065}"/>
              </a:ext>
            </a:extLst>
          </p:cNvPr>
          <p:cNvSpPr>
            <a:spLocks xmlns:a="http://schemas.openxmlformats.org/drawingml/2006/main" noGrp="1"/>
          </p:cNvSpPr>
          <p:nvPr/>
        </p:nvSpPr>
        <p:spPr>
          <a:xfrm xmlns:a="http://schemas.openxmlformats.org/drawingml/2006/main">
            <a:off x="6991350" y="3905250"/>
            <a:ext cx="4305300" cy="1066800"/>
          </a:xfrm>
          <a:prstGeom xmlns:a="http://schemas.openxmlformats.org/drawingml/2006/main" prst="roundRect">
            <a:avLst>
              <a:gd name="adj" fmla="val 10714"/>
            </a:avLst>
          </a:prstGeom>
          <a:solidFill xmlns:a="http://schemas.openxmlformats.org/drawingml/2006/main">
            <a:srgbClr val="10223A"/>
          </a:solidFill>
          <a:ln xmlns:a="http://schemas.openxmlformats.org/drawingml/2006/main" w="11430">
            <a:solidFill>
              <a:srgbClr val="2B4563"/>
            </a:solidFill>
            <a:prstDash val="solid"/>
          </a:ln>
        </p:spPr>
      </p:sp>
      <p:sp>
        <p:nvSpPr>
          <p:cNvPr id="30" name="">
            <a:extLst xmlns:a="http://schemas.openxmlformats.org/drawingml/2006/main">
              <a:ext uri="{FF2B5EF4-FFF2-40B4-BE49-F238E27FC236}">
                <a16:creationId xmlns:a16="http://schemas.microsoft.com/office/drawing/2014/main" id="{1E36F70E-866E-4C1C-9999-A6C0B7DDCBF0}"/>
              </a:ext>
            </a:extLst>
          </p:cNvPr>
          <p:cNvSpPr>
            <a:spLocks xmlns:a="http://schemas.openxmlformats.org/drawingml/2006/main" noGrp="1"/>
          </p:cNvSpPr>
          <p:nvPr/>
        </p:nvSpPr>
        <p:spPr>
          <a:xfrm xmlns:a="http://schemas.openxmlformats.org/drawingml/2006/main">
            <a:off x="6991350" y="3905250"/>
            <a:ext cx="66675" cy="1066800"/>
          </a:xfrm>
          <a:prstGeom xmlns:a="http://schemas.openxmlformats.org/drawingml/2006/main" prst="roundRect">
            <a:avLst>
              <a:gd name="adj" fmla="val 50000"/>
            </a:avLst>
          </a:prstGeom>
          <a:solidFill xmlns:a="http://schemas.openxmlformats.org/drawingml/2006/main">
            <a:srgbClr val="2FD6D3"/>
          </a:solidFill>
          <a:ln xmlns:a="http://schemas.openxmlformats.org/drawingml/2006/main" w="0">
            <a:solidFill>
              <a:srgbClr val="2FD6D3"/>
            </a:solidFill>
            <a:prstDash val="solid"/>
          </a:ln>
        </p:spPr>
      </p:sp>
      <p:sp>
        <p:nvSpPr>
          <p:cNvPr id="31" name="">
            <a:extLst xmlns:a="http://schemas.openxmlformats.org/drawingml/2006/main">
              <a:ext uri="{FF2B5EF4-FFF2-40B4-BE49-F238E27FC236}">
                <a16:creationId xmlns:a16="http://schemas.microsoft.com/office/drawing/2014/main" id="{50F4196E-9C96-46EF-9A8F-719A7E4BDCD0}"/>
              </a:ext>
            </a:extLst>
          </p:cNvPr>
          <p:cNvSpPr>
            <a:spLocks xmlns:a="http://schemas.openxmlformats.org/drawingml/2006/main" noGrp="1"/>
          </p:cNvSpPr>
          <p:nvPr/>
        </p:nvSpPr>
        <p:spPr>
          <a:xfrm xmlns:a="http://schemas.openxmlformats.org/drawingml/2006/main">
            <a:off x="7200900" y="4019550"/>
            <a:ext cx="3981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F4F8FF"/>
                </a:solidFill>
                <a:latin typeface="Ubuntu Sans"/>
                <a:ea typeface="Ubuntu Sans"/>
                <a:cs typeface="Ubuntu Sans"/>
              </a:defRPr>
            </a:defPPr>
            <a:lvl1pPr algn="l">
              <a:defRPr sz="1575" b="1">
                <a:solidFill>
                  <a:srgbClr val="F4F8FF"/>
                </a:solidFill>
                <a:latin typeface="Ubuntu Sans"/>
                <a:ea typeface="Ubuntu Sans"/>
                <a:cs typeface="Ubuntu Sans"/>
              </a:defRPr>
            </a:lvl1pPr>
            <a:lvl2pPr algn="l">
              <a:defRPr sz="1575" b="1">
                <a:solidFill>
                  <a:srgbClr val="F4F8FF"/>
                </a:solidFill>
                <a:latin typeface="Ubuntu Sans"/>
                <a:ea typeface="Ubuntu Sans"/>
                <a:cs typeface="Ubuntu Sans"/>
              </a:defRPr>
            </a:lvl2pPr>
            <a:lvl3pPr algn="l">
              <a:defRPr sz="1575" b="1">
                <a:solidFill>
                  <a:srgbClr val="F4F8FF"/>
                </a:solidFill>
                <a:latin typeface="Ubuntu Sans"/>
                <a:ea typeface="Ubuntu Sans"/>
                <a:cs typeface="Ubuntu Sans"/>
              </a:defRPr>
            </a:lvl3pPr>
            <a:lvl4pPr algn="l">
              <a:defRPr sz="1575" b="1">
                <a:solidFill>
                  <a:srgbClr val="F4F8FF"/>
                </a:solidFill>
                <a:latin typeface="Ubuntu Sans"/>
                <a:ea typeface="Ubuntu Sans"/>
                <a:cs typeface="Ubuntu Sans"/>
              </a:defRPr>
            </a:lvl4pPr>
            <a:lvl5pPr algn="l">
              <a:defRPr sz="1575" b="1">
                <a:solidFill>
                  <a:srgbClr val="F4F8FF"/>
                </a:solidFill>
                <a:latin typeface="Ubuntu Sans"/>
                <a:ea typeface="Ubuntu Sans"/>
                <a:cs typeface="Ubuntu Sans"/>
              </a:defRPr>
            </a:lvl5pPr>
            <a:lvl6pPr algn="l">
              <a:defRPr sz="1575" b="1">
                <a:solidFill>
                  <a:srgbClr val="F4F8FF"/>
                </a:solidFill>
                <a:latin typeface="Ubuntu Sans"/>
                <a:ea typeface="Ubuntu Sans"/>
                <a:cs typeface="Ubuntu Sans"/>
              </a:defRPr>
            </a:lvl6pPr>
            <a:lvl7pPr algn="l">
              <a:defRPr sz="1575" b="1">
                <a:solidFill>
                  <a:srgbClr val="F4F8FF"/>
                </a:solidFill>
                <a:latin typeface="Ubuntu Sans"/>
                <a:ea typeface="Ubuntu Sans"/>
                <a:cs typeface="Ubuntu Sans"/>
              </a:defRPr>
            </a:lvl7pPr>
            <a:lvl8pPr algn="l">
              <a:defRPr sz="1575" b="1">
                <a:solidFill>
                  <a:srgbClr val="F4F8FF"/>
                </a:solidFill>
                <a:latin typeface="Ubuntu Sans"/>
                <a:ea typeface="Ubuntu Sans"/>
                <a:cs typeface="Ubuntu Sans"/>
              </a:defRPr>
            </a:lvl8pPr>
            <a:lvl9pPr algn="l">
              <a:defRPr sz="1575" b="1">
                <a:solidFill>
                  <a:srgbClr val="F4F8FF"/>
                </a:solidFill>
                <a:latin typeface="Ubuntu Sans"/>
                <a:ea typeface="Ubuntu Sans"/>
                <a:cs typeface="Ubuntu Sans"/>
              </a:defRPr>
            </a:lvl9pPr>
          </a:lstStyle>
          <a:p xmlns:a="http://schemas.openxmlformats.org/drawingml/2006/main">
            <a:pPr algn="l">
              <a:defRPr sz="1575" b="1">
                <a:solidFill>
                  <a:srgbClr val="F4F8FF"/>
                </a:solidFill>
                <a:latin typeface="Ubuntu Sans"/>
                <a:ea typeface="Ubuntu Sans"/>
                <a:cs typeface="Ubuntu Sans"/>
              </a:defRPr>
            </a:pPr>
            <a:r>
              <a:rPr sz="1575" b="1">
                <a:solidFill>
                  <a:srgbClr val="F4F8FF"/>
                </a:solidFill>
                <a:latin typeface="Ubuntu Sans"/>
                <a:ea typeface="Ubuntu Sans"/>
                <a:cs typeface="Ubuntu Sans"/>
              </a:rPr>
              <a:t>Same candidate</a:t>
            </a:r>
          </a:p>
        </p:txBody>
      </p:sp>
      <p:sp>
        <p:nvSpPr>
          <p:cNvPr id="32" name="">
            <a:extLst xmlns:a="http://schemas.openxmlformats.org/drawingml/2006/main">
              <a:ext uri="{FF2B5EF4-FFF2-40B4-BE49-F238E27FC236}">
                <a16:creationId xmlns:a16="http://schemas.microsoft.com/office/drawing/2014/main" id="{EE3B5180-6BF5-4A16-8B5C-06A3B6F029E7}"/>
              </a:ext>
            </a:extLst>
          </p:cNvPr>
          <p:cNvSpPr>
            <a:spLocks xmlns:a="http://schemas.openxmlformats.org/drawingml/2006/main" noGrp="1"/>
          </p:cNvSpPr>
          <p:nvPr/>
        </p:nvSpPr>
        <p:spPr>
          <a:xfrm xmlns:a="http://schemas.openxmlformats.org/drawingml/2006/main">
            <a:off x="7200900" y="4314825"/>
            <a:ext cx="39814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A9BCD0"/>
                </a:solidFill>
                <a:latin typeface="Ubuntu Sans"/>
                <a:ea typeface="Ubuntu Sans"/>
                <a:cs typeface="Ubuntu Sans"/>
              </a:defRPr>
            </a:defPPr>
            <a:lvl1pPr algn="l">
              <a:defRPr sz="1125" b="0">
                <a:solidFill>
                  <a:srgbClr val="A9BCD0"/>
                </a:solidFill>
                <a:latin typeface="Ubuntu Sans"/>
                <a:ea typeface="Ubuntu Sans"/>
                <a:cs typeface="Ubuntu Sans"/>
              </a:defRPr>
            </a:lvl1pPr>
            <a:lvl2pPr algn="l">
              <a:defRPr sz="1125" b="0">
                <a:solidFill>
                  <a:srgbClr val="A9BCD0"/>
                </a:solidFill>
                <a:latin typeface="Ubuntu Sans"/>
                <a:ea typeface="Ubuntu Sans"/>
                <a:cs typeface="Ubuntu Sans"/>
              </a:defRPr>
            </a:lvl2pPr>
            <a:lvl3pPr algn="l">
              <a:defRPr sz="1125" b="0">
                <a:solidFill>
                  <a:srgbClr val="A9BCD0"/>
                </a:solidFill>
                <a:latin typeface="Ubuntu Sans"/>
                <a:ea typeface="Ubuntu Sans"/>
                <a:cs typeface="Ubuntu Sans"/>
              </a:defRPr>
            </a:lvl3pPr>
            <a:lvl4pPr algn="l">
              <a:defRPr sz="1125" b="0">
                <a:solidFill>
                  <a:srgbClr val="A9BCD0"/>
                </a:solidFill>
                <a:latin typeface="Ubuntu Sans"/>
                <a:ea typeface="Ubuntu Sans"/>
                <a:cs typeface="Ubuntu Sans"/>
              </a:defRPr>
            </a:lvl4pPr>
            <a:lvl5pPr algn="l">
              <a:defRPr sz="1125" b="0">
                <a:solidFill>
                  <a:srgbClr val="A9BCD0"/>
                </a:solidFill>
                <a:latin typeface="Ubuntu Sans"/>
                <a:ea typeface="Ubuntu Sans"/>
                <a:cs typeface="Ubuntu Sans"/>
              </a:defRPr>
            </a:lvl5pPr>
            <a:lvl6pPr algn="l">
              <a:defRPr sz="1125" b="0">
                <a:solidFill>
                  <a:srgbClr val="A9BCD0"/>
                </a:solidFill>
                <a:latin typeface="Ubuntu Sans"/>
                <a:ea typeface="Ubuntu Sans"/>
                <a:cs typeface="Ubuntu Sans"/>
              </a:defRPr>
            </a:lvl6pPr>
            <a:lvl7pPr algn="l">
              <a:defRPr sz="1125" b="0">
                <a:solidFill>
                  <a:srgbClr val="A9BCD0"/>
                </a:solidFill>
                <a:latin typeface="Ubuntu Sans"/>
                <a:ea typeface="Ubuntu Sans"/>
                <a:cs typeface="Ubuntu Sans"/>
              </a:defRPr>
            </a:lvl7pPr>
            <a:lvl8pPr algn="l">
              <a:defRPr sz="1125" b="0">
                <a:solidFill>
                  <a:srgbClr val="A9BCD0"/>
                </a:solidFill>
                <a:latin typeface="Ubuntu Sans"/>
                <a:ea typeface="Ubuntu Sans"/>
                <a:cs typeface="Ubuntu Sans"/>
              </a:defRPr>
            </a:lvl8pPr>
            <a:lvl9pPr algn="l">
              <a:defRPr sz="1125" b="0">
                <a:solidFill>
                  <a:srgbClr val="A9BCD0"/>
                </a:solidFill>
                <a:latin typeface="Ubuntu Sans"/>
                <a:ea typeface="Ubuntu Sans"/>
                <a:cs typeface="Ubuntu Sans"/>
              </a:defRPr>
            </a:lvl9pPr>
          </a:lstStyle>
          <a:p xmlns:a="http://schemas.openxmlformats.org/drawingml/2006/main">
            <a:pPr algn="l">
              <a:defRPr sz="1125" b="0">
                <a:solidFill>
                  <a:srgbClr val="A9BCD0"/>
                </a:solidFill>
                <a:latin typeface="Ubuntu Sans"/>
                <a:ea typeface="Ubuntu Sans"/>
                <a:cs typeface="Ubuntu Sans"/>
              </a:defRPr>
            </a:pPr>
            <a:r>
              <a:rPr sz="1125" b="0">
                <a:solidFill>
                  <a:srgbClr val="A9BCD0"/>
                </a:solidFill>
                <a:latin typeface="Ubuntu Sans"/>
                <a:ea typeface="Ubuntu Sans"/>
                <a:cs typeface="Ubuntu Sans"/>
              </a:rPr>
              <a:t>A candidate can access only their own profile, files and applications</a:t>
            </a:r>
          </a:p>
        </p:txBody>
      </p:sp>
      <p:sp>
        <p:nvSpPr>
          <p:cNvPr id="33" name="">
            <a:extLst xmlns:a="http://schemas.openxmlformats.org/drawingml/2006/main">
              <a:ext uri="{FF2B5EF4-FFF2-40B4-BE49-F238E27FC236}">
                <a16:creationId xmlns:a16="http://schemas.microsoft.com/office/drawing/2014/main" id="{E390C040-097D-431C-973E-752C73EEA821}"/>
              </a:ext>
            </a:extLst>
          </p:cNvPr>
          <p:cNvSpPr>
            <a:spLocks xmlns:a="http://schemas.openxmlformats.org/drawingml/2006/main" noGrp="1"/>
          </p:cNvSpPr>
          <p:nvPr/>
        </p:nvSpPr>
        <p:spPr>
          <a:xfrm xmlns:a="http://schemas.openxmlformats.org/drawingml/2006/main">
            <a:off x="6991350" y="5162550"/>
            <a:ext cx="43053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9583"/>
          </a:bodyPr>
          <a:lstStyle xmlns:a="http://schemas.openxmlformats.org/drawingml/2006/main">
            <a:defPPr algn="l">
              <a:defRPr sz="1200" b="0">
                <a:solidFill>
                  <a:srgbClr val="FFCA6A"/>
                </a:solidFill>
                <a:latin typeface="Ubuntu Sans"/>
                <a:ea typeface="Ubuntu Sans"/>
                <a:cs typeface="Ubuntu Sans"/>
              </a:defRPr>
            </a:defPPr>
            <a:lvl1pPr algn="l">
              <a:defRPr sz="1200" b="0">
                <a:solidFill>
                  <a:srgbClr val="FFCA6A"/>
                </a:solidFill>
                <a:latin typeface="Ubuntu Sans"/>
                <a:ea typeface="Ubuntu Sans"/>
                <a:cs typeface="Ubuntu Sans"/>
              </a:defRPr>
            </a:lvl1pPr>
            <a:lvl2pPr algn="l">
              <a:defRPr sz="1200" b="0">
                <a:solidFill>
                  <a:srgbClr val="FFCA6A"/>
                </a:solidFill>
                <a:latin typeface="Ubuntu Sans"/>
                <a:ea typeface="Ubuntu Sans"/>
                <a:cs typeface="Ubuntu Sans"/>
              </a:defRPr>
            </a:lvl2pPr>
            <a:lvl3pPr algn="l">
              <a:defRPr sz="1200" b="0">
                <a:solidFill>
                  <a:srgbClr val="FFCA6A"/>
                </a:solidFill>
                <a:latin typeface="Ubuntu Sans"/>
                <a:ea typeface="Ubuntu Sans"/>
                <a:cs typeface="Ubuntu Sans"/>
              </a:defRPr>
            </a:lvl3pPr>
            <a:lvl4pPr algn="l">
              <a:defRPr sz="1200" b="0">
                <a:solidFill>
                  <a:srgbClr val="FFCA6A"/>
                </a:solidFill>
                <a:latin typeface="Ubuntu Sans"/>
                <a:ea typeface="Ubuntu Sans"/>
                <a:cs typeface="Ubuntu Sans"/>
              </a:defRPr>
            </a:lvl4pPr>
            <a:lvl5pPr algn="l">
              <a:defRPr sz="1200" b="0">
                <a:solidFill>
                  <a:srgbClr val="FFCA6A"/>
                </a:solidFill>
                <a:latin typeface="Ubuntu Sans"/>
                <a:ea typeface="Ubuntu Sans"/>
                <a:cs typeface="Ubuntu Sans"/>
              </a:defRPr>
            </a:lvl5pPr>
            <a:lvl6pPr algn="l">
              <a:defRPr sz="1200" b="0">
                <a:solidFill>
                  <a:srgbClr val="FFCA6A"/>
                </a:solidFill>
                <a:latin typeface="Ubuntu Sans"/>
                <a:ea typeface="Ubuntu Sans"/>
                <a:cs typeface="Ubuntu Sans"/>
              </a:defRPr>
            </a:lvl6pPr>
            <a:lvl7pPr algn="l">
              <a:defRPr sz="1200" b="0">
                <a:solidFill>
                  <a:srgbClr val="FFCA6A"/>
                </a:solidFill>
                <a:latin typeface="Ubuntu Sans"/>
                <a:ea typeface="Ubuntu Sans"/>
                <a:cs typeface="Ubuntu Sans"/>
              </a:defRPr>
            </a:lvl7pPr>
            <a:lvl8pPr algn="l">
              <a:defRPr sz="1200" b="0">
                <a:solidFill>
                  <a:srgbClr val="FFCA6A"/>
                </a:solidFill>
                <a:latin typeface="Ubuntu Sans"/>
                <a:ea typeface="Ubuntu Sans"/>
                <a:cs typeface="Ubuntu Sans"/>
              </a:defRPr>
            </a:lvl8pPr>
            <a:lvl9pPr algn="l">
              <a:defRPr sz="1200" b="0">
                <a:solidFill>
                  <a:srgbClr val="FFCA6A"/>
                </a:solidFill>
                <a:latin typeface="Ubuntu Sans"/>
                <a:ea typeface="Ubuntu Sans"/>
                <a:cs typeface="Ubuntu Sans"/>
              </a:defRPr>
            </a:lvl9pPr>
          </a:lstStyle>
          <a:p xmlns:a="http://schemas.openxmlformats.org/drawingml/2006/main">
            <a:pPr algn="l">
              <a:defRPr sz="1200" b="0">
                <a:solidFill>
                  <a:srgbClr val="FFCA6A"/>
                </a:solidFill>
                <a:latin typeface="Ubuntu Sans"/>
                <a:ea typeface="Ubuntu Sans"/>
                <a:cs typeface="Ubuntu Sans"/>
              </a:defRPr>
            </a:pPr>
            <a:r>
              <a:rPr sz="1200" b="0">
                <a:solidFill>
                  <a:srgbClr val="FFCA6A"/>
                </a:solidFill>
                <a:latin typeface="Ubuntu Sans"/>
                <a:ea typeface="Ubuntu Sans"/>
                <a:cs typeface="Ubuntu Sans"/>
              </a:rPr>
              <a:t>Foreign or missing resources return a safe response that avoids leaking private existence.</a:t>
            </a:r>
          </a:p>
        </p:txBody>
      </p:sp>
      <p:sp>
        <p:nvSpPr>
          <p:cNvPr id="34" name="">
            <a:extLst xmlns:a="http://schemas.openxmlformats.org/drawingml/2006/main">
              <a:ext uri="{FF2B5EF4-FFF2-40B4-BE49-F238E27FC236}">
                <a16:creationId xmlns:a16="http://schemas.microsoft.com/office/drawing/2014/main" id="{CD0ED19F-183A-4ED8-B035-C0E50B1A0B34}"/>
              </a:ext>
            </a:extLst>
          </p:cNvPr>
          <p:cNvSpPr>
            <a:spLocks xmlns:a="http://schemas.openxmlformats.org/drawingml/2006/main" noGrp="1"/>
          </p:cNvSpPr>
          <p:nvPr/>
        </p:nvSpPr>
        <p:spPr>
          <a:xfrm xmlns:a="http://schemas.openxmlformats.org/drawingml/2006/main">
            <a:off x="609600" y="651510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63636"/>
          </a:bodyPr>
          <a:lstStyle xmlns:a="http://schemas.openxmlformats.org/drawingml/2006/main">
            <a:defPPr algn="l">
              <a:defRPr sz="825" b="1">
                <a:solidFill>
                  <a:srgbClr val="66819E"/>
                </a:solidFill>
                <a:latin typeface="Ubuntu Sans"/>
                <a:ea typeface="Ubuntu Sans"/>
                <a:cs typeface="Ubuntu Sans"/>
              </a:defRPr>
            </a:defPPr>
            <a:lvl1pPr algn="l">
              <a:defRPr sz="825" b="1">
                <a:solidFill>
                  <a:srgbClr val="66819E"/>
                </a:solidFill>
                <a:latin typeface="Ubuntu Sans"/>
                <a:ea typeface="Ubuntu Sans"/>
                <a:cs typeface="Ubuntu Sans"/>
              </a:defRPr>
            </a:lvl1pPr>
            <a:lvl2pPr algn="l">
              <a:defRPr sz="825" b="1">
                <a:solidFill>
                  <a:srgbClr val="66819E"/>
                </a:solidFill>
                <a:latin typeface="Ubuntu Sans"/>
                <a:ea typeface="Ubuntu Sans"/>
                <a:cs typeface="Ubuntu Sans"/>
              </a:defRPr>
            </a:lvl2pPr>
            <a:lvl3pPr algn="l">
              <a:defRPr sz="825" b="1">
                <a:solidFill>
                  <a:srgbClr val="66819E"/>
                </a:solidFill>
                <a:latin typeface="Ubuntu Sans"/>
                <a:ea typeface="Ubuntu Sans"/>
                <a:cs typeface="Ubuntu Sans"/>
              </a:defRPr>
            </a:lvl3pPr>
            <a:lvl4pPr algn="l">
              <a:defRPr sz="825" b="1">
                <a:solidFill>
                  <a:srgbClr val="66819E"/>
                </a:solidFill>
                <a:latin typeface="Ubuntu Sans"/>
                <a:ea typeface="Ubuntu Sans"/>
                <a:cs typeface="Ubuntu Sans"/>
              </a:defRPr>
            </a:lvl4pPr>
            <a:lvl5pPr algn="l">
              <a:defRPr sz="825" b="1">
                <a:solidFill>
                  <a:srgbClr val="66819E"/>
                </a:solidFill>
                <a:latin typeface="Ubuntu Sans"/>
                <a:ea typeface="Ubuntu Sans"/>
                <a:cs typeface="Ubuntu Sans"/>
              </a:defRPr>
            </a:lvl5pPr>
            <a:lvl6pPr algn="l">
              <a:defRPr sz="825" b="1">
                <a:solidFill>
                  <a:srgbClr val="66819E"/>
                </a:solidFill>
                <a:latin typeface="Ubuntu Sans"/>
                <a:ea typeface="Ubuntu Sans"/>
                <a:cs typeface="Ubuntu Sans"/>
              </a:defRPr>
            </a:lvl6pPr>
            <a:lvl7pPr algn="l">
              <a:defRPr sz="825" b="1">
                <a:solidFill>
                  <a:srgbClr val="66819E"/>
                </a:solidFill>
                <a:latin typeface="Ubuntu Sans"/>
                <a:ea typeface="Ubuntu Sans"/>
                <a:cs typeface="Ubuntu Sans"/>
              </a:defRPr>
            </a:lvl7pPr>
            <a:lvl8pPr algn="l">
              <a:defRPr sz="825" b="1">
                <a:solidFill>
                  <a:srgbClr val="66819E"/>
                </a:solidFill>
                <a:latin typeface="Ubuntu Sans"/>
                <a:ea typeface="Ubuntu Sans"/>
                <a:cs typeface="Ubuntu Sans"/>
              </a:defRPr>
            </a:lvl8pPr>
            <a:lvl9pPr algn="l">
              <a:defRPr sz="825" b="1">
                <a:solidFill>
                  <a:srgbClr val="66819E"/>
                </a:solidFill>
                <a:latin typeface="Ubuntu Sans"/>
                <a:ea typeface="Ubuntu Sans"/>
                <a:cs typeface="Ubuntu Sans"/>
              </a:defRPr>
            </a:lvl9pPr>
          </a:lstStyle>
          <a:p xmlns:a="http://schemas.openxmlformats.org/drawingml/2006/main">
            <a:pPr algn="l">
              <a:defRPr sz="825" b="1">
                <a:solidFill>
                  <a:srgbClr val="66819E"/>
                </a:solidFill>
                <a:latin typeface="Ubuntu Sans"/>
                <a:ea typeface="Ubuntu Sans"/>
                <a:cs typeface="Ubuntu Sans"/>
              </a:defRPr>
            </a:pPr>
            <a:r>
              <a:rPr sz="825" b="1">
                <a:solidFill>
                  <a:srgbClr val="66819E"/>
                </a:solidFill>
                <a:latin typeface="Ubuntu Sans"/>
                <a:ea typeface="Ubuntu Sans"/>
                <a:cs typeface="Ubuntu Sans"/>
              </a:rPr>
              <a:t>CODITENT  •  BACKEND</a:t>
            </a:r>
          </a:p>
        </p:txBody>
      </p:sp>
    </p:spTree>
    <p:extLst>
      <p:ext uri="{BB962C8B-B14F-4D97-AF65-F5344CB8AC3E}">
        <p14:creationId xmlns:p14="http://schemas.microsoft.com/office/powerpoint/2010/main" val="1975223277"/>
      </p:ext>
    </p:extLst>
  </p:cSld>
</p:sld>
</file>

<file path=ppt/slides/slide9.xml><?xml version="1.0" encoding="utf-8"?>
<p:sld xmlns:p="http://schemas.openxmlformats.org/presentationml/2006/main">
  <p:cSld>
    <p:bg>
      <p:bgPr>
        <a:solidFill xmlns:a="http://schemas.openxmlformats.org/drawingml/2006/main">
          <a:srgbClr val="07111F"/>
        </a:solidFill>
      </p:bgPr>
    </p:bg>
    <p:spTree>
      <p:nvGrpSpPr>
        <p:cNvPr id="1" name=""/>
        <p:cNvGrpSpPr/>
        <p:nvPr/>
      </p:nvGrpSpPr>
      <p:grpSpPr>
        <a:xfrm xmlns:a="http://schemas.openxmlformats.org/drawingml/2006/main"/>
      </p:grpSpPr>
      <p:sp>
        <p:nvSpPr>
          <p:cNvPr id="39" name="">
            <a:extLst xmlns:a="http://schemas.openxmlformats.org/drawingml/2006/main">
              <a:ext uri="{FF2B5EF4-FFF2-40B4-BE49-F238E27FC236}">
                <a16:creationId xmlns:a16="http://schemas.microsoft.com/office/drawing/2014/main" id="{ECC525A3-3BD7-4BFA-8512-CA603DAB8E1A}"/>
              </a:ext>
            </a:extLst>
          </p:cNvPr>
          <p:cNvSpPr>
            <a:spLocks xmlns:a="http://schemas.openxmlformats.org/drawingml/2006/main" noGrp="1"/>
          </p:cNvSpPr>
          <p:nvPr/>
        </p:nvSpPr>
        <p:spPr>
          <a:xfrm xmlns:a="http://schemas.openxmlformats.org/drawingml/2006/main">
            <a:off x="609600" y="3238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l">
              <a:defRPr sz="1050" b="1">
                <a:solidFill>
                  <a:srgbClr val="2FD6D3"/>
                </a:solidFill>
                <a:latin typeface="Ubuntu Sans"/>
                <a:ea typeface="Ubuntu Sans"/>
                <a:cs typeface="Ubuntu Sans"/>
              </a:defRPr>
            </a:defPPr>
            <a:lvl1pPr algn="l">
              <a:defRPr sz="1050" b="1">
                <a:solidFill>
                  <a:srgbClr val="2FD6D3"/>
                </a:solidFill>
                <a:latin typeface="Ubuntu Sans"/>
                <a:ea typeface="Ubuntu Sans"/>
                <a:cs typeface="Ubuntu Sans"/>
              </a:defRPr>
            </a:lvl1pPr>
            <a:lvl2pPr algn="l">
              <a:defRPr sz="1050" b="1">
                <a:solidFill>
                  <a:srgbClr val="2FD6D3"/>
                </a:solidFill>
                <a:latin typeface="Ubuntu Sans"/>
                <a:ea typeface="Ubuntu Sans"/>
                <a:cs typeface="Ubuntu Sans"/>
              </a:defRPr>
            </a:lvl2pPr>
            <a:lvl3pPr algn="l">
              <a:defRPr sz="1050" b="1">
                <a:solidFill>
                  <a:srgbClr val="2FD6D3"/>
                </a:solidFill>
                <a:latin typeface="Ubuntu Sans"/>
                <a:ea typeface="Ubuntu Sans"/>
                <a:cs typeface="Ubuntu Sans"/>
              </a:defRPr>
            </a:lvl3pPr>
            <a:lvl4pPr algn="l">
              <a:defRPr sz="1050" b="1">
                <a:solidFill>
                  <a:srgbClr val="2FD6D3"/>
                </a:solidFill>
                <a:latin typeface="Ubuntu Sans"/>
                <a:ea typeface="Ubuntu Sans"/>
                <a:cs typeface="Ubuntu Sans"/>
              </a:defRPr>
            </a:lvl4pPr>
            <a:lvl5pPr algn="l">
              <a:defRPr sz="1050" b="1">
                <a:solidFill>
                  <a:srgbClr val="2FD6D3"/>
                </a:solidFill>
                <a:latin typeface="Ubuntu Sans"/>
                <a:ea typeface="Ubuntu Sans"/>
                <a:cs typeface="Ubuntu Sans"/>
              </a:defRPr>
            </a:lvl5pPr>
            <a:lvl6pPr algn="l">
              <a:defRPr sz="1050" b="1">
                <a:solidFill>
                  <a:srgbClr val="2FD6D3"/>
                </a:solidFill>
                <a:latin typeface="Ubuntu Sans"/>
                <a:ea typeface="Ubuntu Sans"/>
                <a:cs typeface="Ubuntu Sans"/>
              </a:defRPr>
            </a:lvl6pPr>
            <a:lvl7pPr algn="l">
              <a:defRPr sz="1050" b="1">
                <a:solidFill>
                  <a:srgbClr val="2FD6D3"/>
                </a:solidFill>
                <a:latin typeface="Ubuntu Sans"/>
                <a:ea typeface="Ubuntu Sans"/>
                <a:cs typeface="Ubuntu Sans"/>
              </a:defRPr>
            </a:lvl7pPr>
            <a:lvl8pPr algn="l">
              <a:defRPr sz="1050" b="1">
                <a:solidFill>
                  <a:srgbClr val="2FD6D3"/>
                </a:solidFill>
                <a:latin typeface="Ubuntu Sans"/>
                <a:ea typeface="Ubuntu Sans"/>
                <a:cs typeface="Ubuntu Sans"/>
              </a:defRPr>
            </a:lvl8pPr>
            <a:lvl9pPr algn="l">
              <a:defRPr sz="1050" b="1">
                <a:solidFill>
                  <a:srgbClr val="2FD6D3"/>
                </a:solidFill>
                <a:latin typeface="Ubuntu Sans"/>
                <a:ea typeface="Ubuntu Sans"/>
                <a:cs typeface="Ubuntu Sans"/>
              </a:defRPr>
            </a:lvl9pPr>
          </a:lstStyle>
          <a:p xmlns:a="http://schemas.openxmlformats.org/drawingml/2006/main">
            <a:pPr algn="l">
              <a:defRPr sz="1050" b="1">
                <a:solidFill>
                  <a:srgbClr val="2FD6D3"/>
                </a:solidFill>
                <a:latin typeface="Ubuntu Sans"/>
                <a:ea typeface="Ubuntu Sans"/>
                <a:cs typeface="Ubuntu Sans"/>
              </a:defRPr>
            </a:pPr>
            <a:r>
              <a:rPr sz="1050" b="1">
                <a:solidFill>
                  <a:srgbClr val="2FD6D3"/>
                </a:solidFill>
                <a:latin typeface="Ubuntu Sans"/>
                <a:ea typeface="Ubuntu Sans"/>
                <a:cs typeface="Ubuntu Sans"/>
              </a:rPr>
              <a:t>BUSINESS RULES</a:t>
            </a:r>
          </a:p>
        </p:txBody>
      </p:sp>
      <p:sp>
        <p:nvSpPr>
          <p:cNvPr id="2" name="">
            <a:extLst xmlns:a="http://schemas.openxmlformats.org/drawingml/2006/main">
              <a:ext uri="{FF2B5EF4-FFF2-40B4-BE49-F238E27FC236}">
                <a16:creationId xmlns:a16="http://schemas.microsoft.com/office/drawing/2014/main" id="{DB7F2B67-B0AD-4E9C-B0F8-6B4E10227597}"/>
              </a:ext>
            </a:extLst>
          </p:cNvPr>
          <p:cNvSpPr>
            <a:spLocks xmlns:a="http://schemas.openxmlformats.org/drawingml/2006/main" noGrp="1"/>
          </p:cNvSpPr>
          <p:nvPr/>
        </p:nvSpPr>
        <p:spPr>
          <a:xfrm xmlns:a="http://schemas.openxmlformats.org/drawingml/2006/main">
            <a:off x="609600" y="590550"/>
            <a:ext cx="10382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6032"/>
          </a:bodyPr>
          <a:lstStyle xmlns:a="http://schemas.openxmlformats.org/drawingml/2006/main">
            <a:defPPr algn="l">
              <a:defRPr sz="3150" b="1">
                <a:solidFill>
                  <a:srgbClr val="F4F8FF"/>
                </a:solidFill>
                <a:latin typeface="Ubuntu Sans"/>
                <a:ea typeface="Ubuntu Sans"/>
                <a:cs typeface="Ubuntu Sans"/>
              </a:defRPr>
            </a:defPPr>
            <a:lvl1pPr algn="l">
              <a:defRPr sz="3150" b="1">
                <a:solidFill>
                  <a:srgbClr val="F4F8FF"/>
                </a:solidFill>
                <a:latin typeface="Ubuntu Sans"/>
                <a:ea typeface="Ubuntu Sans"/>
                <a:cs typeface="Ubuntu Sans"/>
              </a:defRPr>
            </a:lvl1pPr>
            <a:lvl2pPr algn="l">
              <a:defRPr sz="3150" b="1">
                <a:solidFill>
                  <a:srgbClr val="F4F8FF"/>
                </a:solidFill>
                <a:latin typeface="Ubuntu Sans"/>
                <a:ea typeface="Ubuntu Sans"/>
                <a:cs typeface="Ubuntu Sans"/>
              </a:defRPr>
            </a:lvl2pPr>
            <a:lvl3pPr algn="l">
              <a:defRPr sz="3150" b="1">
                <a:solidFill>
                  <a:srgbClr val="F4F8FF"/>
                </a:solidFill>
                <a:latin typeface="Ubuntu Sans"/>
                <a:ea typeface="Ubuntu Sans"/>
                <a:cs typeface="Ubuntu Sans"/>
              </a:defRPr>
            </a:lvl3pPr>
            <a:lvl4pPr algn="l">
              <a:defRPr sz="3150" b="1">
                <a:solidFill>
                  <a:srgbClr val="F4F8FF"/>
                </a:solidFill>
                <a:latin typeface="Ubuntu Sans"/>
                <a:ea typeface="Ubuntu Sans"/>
                <a:cs typeface="Ubuntu Sans"/>
              </a:defRPr>
            </a:lvl4pPr>
            <a:lvl5pPr algn="l">
              <a:defRPr sz="3150" b="1">
                <a:solidFill>
                  <a:srgbClr val="F4F8FF"/>
                </a:solidFill>
                <a:latin typeface="Ubuntu Sans"/>
                <a:ea typeface="Ubuntu Sans"/>
                <a:cs typeface="Ubuntu Sans"/>
              </a:defRPr>
            </a:lvl5pPr>
            <a:lvl6pPr algn="l">
              <a:defRPr sz="3150" b="1">
                <a:solidFill>
                  <a:srgbClr val="F4F8FF"/>
                </a:solidFill>
                <a:latin typeface="Ubuntu Sans"/>
                <a:ea typeface="Ubuntu Sans"/>
                <a:cs typeface="Ubuntu Sans"/>
              </a:defRPr>
            </a:lvl6pPr>
            <a:lvl7pPr algn="l">
              <a:defRPr sz="3150" b="1">
                <a:solidFill>
                  <a:srgbClr val="F4F8FF"/>
                </a:solidFill>
                <a:latin typeface="Ubuntu Sans"/>
                <a:ea typeface="Ubuntu Sans"/>
                <a:cs typeface="Ubuntu Sans"/>
              </a:defRPr>
            </a:lvl7pPr>
            <a:lvl8pPr algn="l">
              <a:defRPr sz="3150" b="1">
                <a:solidFill>
                  <a:srgbClr val="F4F8FF"/>
                </a:solidFill>
                <a:latin typeface="Ubuntu Sans"/>
                <a:ea typeface="Ubuntu Sans"/>
                <a:cs typeface="Ubuntu Sans"/>
              </a:defRPr>
            </a:lvl8pPr>
            <a:lvl9pPr algn="l">
              <a:defRPr sz="3150" b="1">
                <a:solidFill>
                  <a:srgbClr val="F4F8FF"/>
                </a:solidFill>
                <a:latin typeface="Ubuntu Sans"/>
                <a:ea typeface="Ubuntu Sans"/>
                <a:cs typeface="Ubuntu Sans"/>
              </a:defRPr>
            </a:lvl9pPr>
          </a:lstStyle>
          <a:p xmlns:a="http://schemas.openxmlformats.org/drawingml/2006/main">
            <a:pPr algn="l">
              <a:defRPr sz="3150" b="1">
                <a:solidFill>
                  <a:srgbClr val="F4F8FF"/>
                </a:solidFill>
                <a:latin typeface="Ubuntu Sans"/>
                <a:ea typeface="Ubuntu Sans"/>
                <a:cs typeface="Ubuntu Sans"/>
              </a:defRPr>
            </a:pPr>
            <a:r>
              <a:rPr sz="3150" b="1">
                <a:solidFill>
                  <a:srgbClr val="F4F8FF"/>
                </a:solidFill>
                <a:latin typeface="Ubuntu Sans"/>
                <a:ea typeface="Ubuntu Sans"/>
                <a:cs typeface="Ubuntu Sans"/>
              </a:rPr>
              <a:t>Application workflow</a:t>
            </a:r>
          </a:p>
        </p:txBody>
      </p:sp>
      <p:sp>
        <p:nvSpPr>
          <p:cNvPr id="3" name="">
            <a:extLst xmlns:a="http://schemas.openxmlformats.org/drawingml/2006/main">
              <a:ext uri="{FF2B5EF4-FFF2-40B4-BE49-F238E27FC236}">
                <a16:creationId xmlns:a16="http://schemas.microsoft.com/office/drawing/2014/main" id="{36E275CE-27B1-4381-A7D3-7E4B6BE7546B}"/>
              </a:ext>
            </a:extLst>
          </p:cNvPr>
          <p:cNvSpPr>
            <a:spLocks xmlns:a="http://schemas.openxmlformats.org/drawingml/2006/main" noGrp="1"/>
          </p:cNvSpPr>
          <p:nvPr/>
        </p:nvSpPr>
        <p:spPr>
          <a:xfrm xmlns:a="http://schemas.openxmlformats.org/drawingml/2006/main">
            <a:off x="11258550" y="419100"/>
            <a:ext cx="323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r">
              <a:defRPr sz="1050" b="1">
                <a:solidFill>
                  <a:srgbClr val="A9BCD0"/>
                </a:solidFill>
                <a:latin typeface="Ubuntu Sans"/>
                <a:ea typeface="Ubuntu Sans"/>
                <a:cs typeface="Ubuntu Sans"/>
              </a:defRPr>
            </a:defPPr>
            <a:lvl1pPr algn="r">
              <a:defRPr sz="1050" b="1">
                <a:solidFill>
                  <a:srgbClr val="A9BCD0"/>
                </a:solidFill>
                <a:latin typeface="Ubuntu Sans"/>
                <a:ea typeface="Ubuntu Sans"/>
                <a:cs typeface="Ubuntu Sans"/>
              </a:defRPr>
            </a:lvl1pPr>
            <a:lvl2pPr algn="r">
              <a:defRPr sz="1050" b="1">
                <a:solidFill>
                  <a:srgbClr val="A9BCD0"/>
                </a:solidFill>
                <a:latin typeface="Ubuntu Sans"/>
                <a:ea typeface="Ubuntu Sans"/>
                <a:cs typeface="Ubuntu Sans"/>
              </a:defRPr>
            </a:lvl2pPr>
            <a:lvl3pPr algn="r">
              <a:defRPr sz="1050" b="1">
                <a:solidFill>
                  <a:srgbClr val="A9BCD0"/>
                </a:solidFill>
                <a:latin typeface="Ubuntu Sans"/>
                <a:ea typeface="Ubuntu Sans"/>
                <a:cs typeface="Ubuntu Sans"/>
              </a:defRPr>
            </a:lvl3pPr>
            <a:lvl4pPr algn="r">
              <a:defRPr sz="1050" b="1">
                <a:solidFill>
                  <a:srgbClr val="A9BCD0"/>
                </a:solidFill>
                <a:latin typeface="Ubuntu Sans"/>
                <a:ea typeface="Ubuntu Sans"/>
                <a:cs typeface="Ubuntu Sans"/>
              </a:defRPr>
            </a:lvl4pPr>
            <a:lvl5pPr algn="r">
              <a:defRPr sz="1050" b="1">
                <a:solidFill>
                  <a:srgbClr val="A9BCD0"/>
                </a:solidFill>
                <a:latin typeface="Ubuntu Sans"/>
                <a:ea typeface="Ubuntu Sans"/>
                <a:cs typeface="Ubuntu Sans"/>
              </a:defRPr>
            </a:lvl5pPr>
            <a:lvl6pPr algn="r">
              <a:defRPr sz="1050" b="1">
                <a:solidFill>
                  <a:srgbClr val="A9BCD0"/>
                </a:solidFill>
                <a:latin typeface="Ubuntu Sans"/>
                <a:ea typeface="Ubuntu Sans"/>
                <a:cs typeface="Ubuntu Sans"/>
              </a:defRPr>
            </a:lvl6pPr>
            <a:lvl7pPr algn="r">
              <a:defRPr sz="1050" b="1">
                <a:solidFill>
                  <a:srgbClr val="A9BCD0"/>
                </a:solidFill>
                <a:latin typeface="Ubuntu Sans"/>
                <a:ea typeface="Ubuntu Sans"/>
                <a:cs typeface="Ubuntu Sans"/>
              </a:defRPr>
            </a:lvl7pPr>
            <a:lvl8pPr algn="r">
              <a:defRPr sz="1050" b="1">
                <a:solidFill>
                  <a:srgbClr val="A9BCD0"/>
                </a:solidFill>
                <a:latin typeface="Ubuntu Sans"/>
                <a:ea typeface="Ubuntu Sans"/>
                <a:cs typeface="Ubuntu Sans"/>
              </a:defRPr>
            </a:lvl8pPr>
            <a:lvl9pPr algn="r">
              <a:defRPr sz="1050" b="1">
                <a:solidFill>
                  <a:srgbClr val="A9BCD0"/>
                </a:solidFill>
                <a:latin typeface="Ubuntu Sans"/>
                <a:ea typeface="Ubuntu Sans"/>
                <a:cs typeface="Ubuntu Sans"/>
              </a:defRPr>
            </a:lvl9pPr>
          </a:lstStyle>
          <a:p xmlns:a="http://schemas.openxmlformats.org/drawingml/2006/main">
            <a:pPr algn="r">
              <a:defRPr sz="1050" b="1">
                <a:solidFill>
                  <a:srgbClr val="A9BCD0"/>
                </a:solidFill>
                <a:latin typeface="Ubuntu Sans"/>
                <a:ea typeface="Ubuntu Sans"/>
                <a:cs typeface="Ubuntu Sans"/>
              </a:defRPr>
            </a:pPr>
            <a:r>
              <a:rPr sz="1050" b="1">
                <a:solidFill>
                  <a:srgbClr val="A9BCD0"/>
                </a:solidFill>
                <a:latin typeface="Ubuntu Sans"/>
                <a:ea typeface="Ubuntu Sans"/>
                <a:cs typeface="Ubuntu Sans"/>
              </a:rPr>
              <a:t>09</a:t>
            </a:r>
          </a:p>
        </p:txBody>
      </p:sp>
      <p:sp>
        <p:nvSpPr>
          <p:cNvPr id="4" name="">
            <a:extLst xmlns:a="http://schemas.openxmlformats.org/drawingml/2006/main">
              <a:ext uri="{FF2B5EF4-FFF2-40B4-BE49-F238E27FC236}">
                <a16:creationId xmlns:a16="http://schemas.microsoft.com/office/drawing/2014/main" id="{5E24C085-6081-42C4-BC91-F8C9E1D617AE}"/>
              </a:ext>
            </a:extLst>
          </p:cNvPr>
          <p:cNvSpPr>
            <a:spLocks xmlns:a="http://schemas.openxmlformats.org/drawingml/2006/main" noGrp="1"/>
          </p:cNvSpPr>
          <p:nvPr/>
        </p:nvSpPr>
        <p:spPr>
          <a:xfrm xmlns:a="http://schemas.openxmlformats.org/drawingml/2006/main">
            <a:off x="609600" y="1219200"/>
            <a:ext cx="10972800" cy="0"/>
          </a:xfrm>
          <a:prstGeom xmlns:a="http://schemas.openxmlformats.org/drawingml/2006/main" prst="line">
            <a:avLst/>
          </a:prstGeom>
          <a:noFill xmlns:a="http://schemas.openxmlformats.org/drawingml/2006/main"/>
          <a:ln xmlns:a="http://schemas.openxmlformats.org/drawingml/2006/main" w="9525">
            <a:solidFill>
              <a:srgbClr val="2B4563"/>
            </a:solidFill>
            <a:prstDash val="solid"/>
          </a:ln>
        </p:spPr>
      </p:sp>
      <p:sp>
        <p:nvSpPr>
          <p:cNvPr id="5" name="">
            <a:extLst xmlns:a="http://schemas.openxmlformats.org/drawingml/2006/main">
              <a:ext uri="{FF2B5EF4-FFF2-40B4-BE49-F238E27FC236}">
                <a16:creationId xmlns:a16="http://schemas.microsoft.com/office/drawing/2014/main" id="{6907F9AF-A535-4E16-8B85-EDBD94DB6D64}"/>
              </a:ext>
            </a:extLst>
          </p:cNvPr>
          <p:cNvSpPr>
            <a:spLocks xmlns:a="http://schemas.openxmlformats.org/drawingml/2006/main" noGrp="1"/>
          </p:cNvSpPr>
          <p:nvPr/>
        </p:nvSpPr>
        <p:spPr>
          <a:xfrm xmlns:a="http://schemas.openxmlformats.org/drawingml/2006/main">
            <a:off x="609600" y="1371600"/>
            <a:ext cx="10191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2424"/>
          </a:bodyPr>
          <a:lstStyle xmlns:a="http://schemas.openxmlformats.org/drawingml/2006/main">
            <a:defPPr algn="l">
              <a:defRPr sz="1650" b="0">
                <a:solidFill>
                  <a:srgbClr val="A9BCD0"/>
                </a:solidFill>
                <a:latin typeface="Ubuntu Sans"/>
                <a:ea typeface="Ubuntu Sans"/>
                <a:cs typeface="Ubuntu Sans"/>
              </a:defRPr>
            </a:defPPr>
            <a:lvl1pPr algn="l">
              <a:defRPr sz="1650" b="0">
                <a:solidFill>
                  <a:srgbClr val="A9BCD0"/>
                </a:solidFill>
                <a:latin typeface="Ubuntu Sans"/>
                <a:ea typeface="Ubuntu Sans"/>
                <a:cs typeface="Ubuntu Sans"/>
              </a:defRPr>
            </a:lvl1pPr>
            <a:lvl2pPr algn="l">
              <a:defRPr sz="1650" b="0">
                <a:solidFill>
                  <a:srgbClr val="A9BCD0"/>
                </a:solidFill>
                <a:latin typeface="Ubuntu Sans"/>
                <a:ea typeface="Ubuntu Sans"/>
                <a:cs typeface="Ubuntu Sans"/>
              </a:defRPr>
            </a:lvl2pPr>
            <a:lvl3pPr algn="l">
              <a:defRPr sz="1650" b="0">
                <a:solidFill>
                  <a:srgbClr val="A9BCD0"/>
                </a:solidFill>
                <a:latin typeface="Ubuntu Sans"/>
                <a:ea typeface="Ubuntu Sans"/>
                <a:cs typeface="Ubuntu Sans"/>
              </a:defRPr>
            </a:lvl3pPr>
            <a:lvl4pPr algn="l">
              <a:defRPr sz="1650" b="0">
                <a:solidFill>
                  <a:srgbClr val="A9BCD0"/>
                </a:solidFill>
                <a:latin typeface="Ubuntu Sans"/>
                <a:ea typeface="Ubuntu Sans"/>
                <a:cs typeface="Ubuntu Sans"/>
              </a:defRPr>
            </a:lvl4pPr>
            <a:lvl5pPr algn="l">
              <a:defRPr sz="1650" b="0">
                <a:solidFill>
                  <a:srgbClr val="A9BCD0"/>
                </a:solidFill>
                <a:latin typeface="Ubuntu Sans"/>
                <a:ea typeface="Ubuntu Sans"/>
                <a:cs typeface="Ubuntu Sans"/>
              </a:defRPr>
            </a:lvl5pPr>
            <a:lvl6pPr algn="l">
              <a:defRPr sz="1650" b="0">
                <a:solidFill>
                  <a:srgbClr val="A9BCD0"/>
                </a:solidFill>
                <a:latin typeface="Ubuntu Sans"/>
                <a:ea typeface="Ubuntu Sans"/>
                <a:cs typeface="Ubuntu Sans"/>
              </a:defRPr>
            </a:lvl6pPr>
            <a:lvl7pPr algn="l">
              <a:defRPr sz="1650" b="0">
                <a:solidFill>
                  <a:srgbClr val="A9BCD0"/>
                </a:solidFill>
                <a:latin typeface="Ubuntu Sans"/>
                <a:ea typeface="Ubuntu Sans"/>
                <a:cs typeface="Ubuntu Sans"/>
              </a:defRPr>
            </a:lvl7pPr>
            <a:lvl8pPr algn="l">
              <a:defRPr sz="1650" b="0">
                <a:solidFill>
                  <a:srgbClr val="A9BCD0"/>
                </a:solidFill>
                <a:latin typeface="Ubuntu Sans"/>
                <a:ea typeface="Ubuntu Sans"/>
                <a:cs typeface="Ubuntu Sans"/>
              </a:defRPr>
            </a:lvl8pPr>
            <a:lvl9pPr algn="l">
              <a:defRPr sz="1650" b="0">
                <a:solidFill>
                  <a:srgbClr val="A9BCD0"/>
                </a:solidFill>
                <a:latin typeface="Ubuntu Sans"/>
                <a:ea typeface="Ubuntu Sans"/>
                <a:cs typeface="Ubuntu Sans"/>
              </a:defRPr>
            </a:lvl9pPr>
          </a:lstStyle>
          <a:p xmlns:a="http://schemas.openxmlformats.org/drawingml/2006/main">
            <a:pPr algn="l">
              <a:defRPr sz="1650" b="0">
                <a:solidFill>
                  <a:srgbClr val="A9BCD0"/>
                </a:solidFill>
                <a:latin typeface="Ubuntu Sans"/>
                <a:ea typeface="Ubuntu Sans"/>
                <a:cs typeface="Ubuntu Sans"/>
              </a:defRPr>
            </a:pPr>
            <a:r>
              <a:rPr sz="1650" b="0">
                <a:solidFill>
                  <a:srgbClr val="A9BCD0"/>
                </a:solidFill>
                <a:latin typeface="Ubuntu Sans"/>
                <a:ea typeface="Ubuntu Sans"/>
                <a:cs typeface="Ubuntu Sans"/>
              </a:rPr>
              <a:t>The backend controls every stage change and records the recruitment history.</a:t>
            </a:r>
          </a:p>
        </p:txBody>
      </p:sp>
      <p:sp>
        <p:nvSpPr>
          <p:cNvPr id="6" name="">
            <a:extLst xmlns:a="http://schemas.openxmlformats.org/drawingml/2006/main">
              <a:ext uri="{FF2B5EF4-FFF2-40B4-BE49-F238E27FC236}">
                <a16:creationId xmlns:a16="http://schemas.microsoft.com/office/drawing/2014/main" id="{BD723715-FF6E-4148-AA89-A4630EA97742}"/>
              </a:ext>
            </a:extLst>
          </p:cNvPr>
          <p:cNvSpPr>
            <a:spLocks xmlns:a="http://schemas.openxmlformats.org/drawingml/2006/main" noGrp="1"/>
          </p:cNvSpPr>
          <p:nvPr/>
        </p:nvSpPr>
        <p:spPr>
          <a:xfrm xmlns:a="http://schemas.openxmlformats.org/drawingml/2006/main">
            <a:off x="609600" y="2286000"/>
            <a:ext cx="1524000" cy="1866900"/>
          </a:xfrm>
          <a:prstGeom xmlns:a="http://schemas.openxmlformats.org/drawingml/2006/main" prst="roundRect">
            <a:avLst>
              <a:gd name="adj" fmla="val 7500"/>
            </a:avLst>
          </a:prstGeom>
          <a:solidFill xmlns:a="http://schemas.openxmlformats.org/drawingml/2006/main">
            <a:srgbClr val="10223A"/>
          </a:solidFill>
          <a:ln xmlns:a="http://schemas.openxmlformats.org/drawingml/2006/main" w="19050">
            <a:solidFill>
              <a:srgbClr val="2FD6D3"/>
            </a:solidFill>
            <a:prstDash val="solid"/>
          </a:ln>
        </p:spPr>
      </p:sp>
      <p:sp>
        <p:nvSpPr>
          <p:cNvPr id="7" name="">
            <a:extLst xmlns:a="http://schemas.openxmlformats.org/drawingml/2006/main">
              <a:ext uri="{FF2B5EF4-FFF2-40B4-BE49-F238E27FC236}">
                <a16:creationId xmlns:a16="http://schemas.microsoft.com/office/drawing/2014/main" id="{8D303070-4380-4960-9E39-9A0AE57C4FF9}"/>
              </a:ext>
            </a:extLst>
          </p:cNvPr>
          <p:cNvSpPr>
            <a:spLocks xmlns:a="http://schemas.openxmlformats.org/drawingml/2006/main" noGrp="1"/>
          </p:cNvSpPr>
          <p:nvPr/>
        </p:nvSpPr>
        <p:spPr>
          <a:xfrm xmlns:a="http://schemas.openxmlformats.org/drawingml/2006/main">
            <a:off x="800100" y="2438400"/>
            <a:ext cx="438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275" b="1">
                <a:solidFill>
                  <a:srgbClr val="2FD6D3"/>
                </a:solidFill>
                <a:latin typeface="Ubuntu Sans"/>
                <a:ea typeface="Ubuntu Sans"/>
                <a:cs typeface="Ubuntu Sans"/>
              </a:defRPr>
            </a:defPPr>
            <a:lvl1pPr algn="l">
              <a:defRPr sz="1275" b="1">
                <a:solidFill>
                  <a:srgbClr val="2FD6D3"/>
                </a:solidFill>
                <a:latin typeface="Ubuntu Sans"/>
                <a:ea typeface="Ubuntu Sans"/>
                <a:cs typeface="Ubuntu Sans"/>
              </a:defRPr>
            </a:lvl1pPr>
            <a:lvl2pPr algn="l">
              <a:defRPr sz="1275" b="1">
                <a:solidFill>
                  <a:srgbClr val="2FD6D3"/>
                </a:solidFill>
                <a:latin typeface="Ubuntu Sans"/>
                <a:ea typeface="Ubuntu Sans"/>
                <a:cs typeface="Ubuntu Sans"/>
              </a:defRPr>
            </a:lvl2pPr>
            <a:lvl3pPr algn="l">
              <a:defRPr sz="1275" b="1">
                <a:solidFill>
                  <a:srgbClr val="2FD6D3"/>
                </a:solidFill>
                <a:latin typeface="Ubuntu Sans"/>
                <a:ea typeface="Ubuntu Sans"/>
                <a:cs typeface="Ubuntu Sans"/>
              </a:defRPr>
            </a:lvl3pPr>
            <a:lvl4pPr algn="l">
              <a:defRPr sz="1275" b="1">
                <a:solidFill>
                  <a:srgbClr val="2FD6D3"/>
                </a:solidFill>
                <a:latin typeface="Ubuntu Sans"/>
                <a:ea typeface="Ubuntu Sans"/>
                <a:cs typeface="Ubuntu Sans"/>
              </a:defRPr>
            </a:lvl4pPr>
            <a:lvl5pPr algn="l">
              <a:defRPr sz="1275" b="1">
                <a:solidFill>
                  <a:srgbClr val="2FD6D3"/>
                </a:solidFill>
                <a:latin typeface="Ubuntu Sans"/>
                <a:ea typeface="Ubuntu Sans"/>
                <a:cs typeface="Ubuntu Sans"/>
              </a:defRPr>
            </a:lvl5pPr>
            <a:lvl6pPr algn="l">
              <a:defRPr sz="1275" b="1">
                <a:solidFill>
                  <a:srgbClr val="2FD6D3"/>
                </a:solidFill>
                <a:latin typeface="Ubuntu Sans"/>
                <a:ea typeface="Ubuntu Sans"/>
                <a:cs typeface="Ubuntu Sans"/>
              </a:defRPr>
            </a:lvl6pPr>
            <a:lvl7pPr algn="l">
              <a:defRPr sz="1275" b="1">
                <a:solidFill>
                  <a:srgbClr val="2FD6D3"/>
                </a:solidFill>
                <a:latin typeface="Ubuntu Sans"/>
                <a:ea typeface="Ubuntu Sans"/>
                <a:cs typeface="Ubuntu Sans"/>
              </a:defRPr>
            </a:lvl7pPr>
            <a:lvl8pPr algn="l">
              <a:defRPr sz="1275" b="1">
                <a:solidFill>
                  <a:srgbClr val="2FD6D3"/>
                </a:solidFill>
                <a:latin typeface="Ubuntu Sans"/>
                <a:ea typeface="Ubuntu Sans"/>
                <a:cs typeface="Ubuntu Sans"/>
              </a:defRPr>
            </a:lvl8pPr>
            <a:lvl9pPr algn="l">
              <a:defRPr sz="1275" b="1">
                <a:solidFill>
                  <a:srgbClr val="2FD6D3"/>
                </a:solidFill>
                <a:latin typeface="Ubuntu Sans"/>
                <a:ea typeface="Ubuntu Sans"/>
                <a:cs typeface="Ubuntu Sans"/>
              </a:defRPr>
            </a:lvl9pPr>
          </a:lstStyle>
          <a:p xmlns:a="http://schemas.openxmlformats.org/drawingml/2006/main">
            <a:pPr algn="l">
              <a:defRPr sz="1275" b="1">
                <a:solidFill>
                  <a:srgbClr val="2FD6D3"/>
                </a:solidFill>
                <a:latin typeface="Ubuntu Sans"/>
                <a:ea typeface="Ubuntu Sans"/>
                <a:cs typeface="Ubuntu Sans"/>
              </a:defRPr>
            </a:pPr>
            <a:r>
              <a:rPr sz="1275" b="1">
                <a:solidFill>
                  <a:srgbClr val="2FD6D3"/>
                </a:solidFill>
                <a:latin typeface="Ubuntu Sans"/>
                <a:ea typeface="Ubuntu Sans"/>
                <a:cs typeface="Ubuntu Sans"/>
              </a:rPr>
              <a:t>01</a:t>
            </a:r>
          </a:p>
        </p:txBody>
      </p:sp>
      <p:sp>
        <p:nvSpPr>
          <p:cNvPr id="8" name="">
            <a:extLst xmlns:a="http://schemas.openxmlformats.org/drawingml/2006/main">
              <a:ext uri="{FF2B5EF4-FFF2-40B4-BE49-F238E27FC236}">
                <a16:creationId xmlns:a16="http://schemas.microsoft.com/office/drawing/2014/main" id="{E760C9E2-131C-4FE0-AA56-BB65F96108B2}"/>
              </a:ext>
            </a:extLst>
          </p:cNvPr>
          <p:cNvSpPr>
            <a:spLocks xmlns:a="http://schemas.openxmlformats.org/drawingml/2006/main" noGrp="1"/>
          </p:cNvSpPr>
          <p:nvPr/>
        </p:nvSpPr>
        <p:spPr>
          <a:xfrm xmlns:a="http://schemas.openxmlformats.org/drawingml/2006/main">
            <a:off x="800100" y="2819400"/>
            <a:ext cx="114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8406"/>
          </a:bodyPr>
          <a:lstStyle xmlns:a="http://schemas.openxmlformats.org/drawingml/2006/main">
            <a:defPPr algn="l">
              <a:defRPr sz="1725" b="1">
                <a:solidFill>
                  <a:srgbClr val="F4F8FF"/>
                </a:solidFill>
                <a:latin typeface="Ubuntu Sans"/>
                <a:ea typeface="Ubuntu Sans"/>
                <a:cs typeface="Ubuntu Sans"/>
              </a:defRPr>
            </a:defPPr>
            <a:lvl1pPr algn="l">
              <a:defRPr sz="1725" b="1">
                <a:solidFill>
                  <a:srgbClr val="F4F8FF"/>
                </a:solidFill>
                <a:latin typeface="Ubuntu Sans"/>
                <a:ea typeface="Ubuntu Sans"/>
                <a:cs typeface="Ubuntu Sans"/>
              </a:defRPr>
            </a:lvl1pPr>
            <a:lvl2pPr algn="l">
              <a:defRPr sz="1725" b="1">
                <a:solidFill>
                  <a:srgbClr val="F4F8FF"/>
                </a:solidFill>
                <a:latin typeface="Ubuntu Sans"/>
                <a:ea typeface="Ubuntu Sans"/>
                <a:cs typeface="Ubuntu Sans"/>
              </a:defRPr>
            </a:lvl2pPr>
            <a:lvl3pPr algn="l">
              <a:defRPr sz="1725" b="1">
                <a:solidFill>
                  <a:srgbClr val="F4F8FF"/>
                </a:solidFill>
                <a:latin typeface="Ubuntu Sans"/>
                <a:ea typeface="Ubuntu Sans"/>
                <a:cs typeface="Ubuntu Sans"/>
              </a:defRPr>
            </a:lvl3pPr>
            <a:lvl4pPr algn="l">
              <a:defRPr sz="1725" b="1">
                <a:solidFill>
                  <a:srgbClr val="F4F8FF"/>
                </a:solidFill>
                <a:latin typeface="Ubuntu Sans"/>
                <a:ea typeface="Ubuntu Sans"/>
                <a:cs typeface="Ubuntu Sans"/>
              </a:defRPr>
            </a:lvl4pPr>
            <a:lvl5pPr algn="l">
              <a:defRPr sz="1725" b="1">
                <a:solidFill>
                  <a:srgbClr val="F4F8FF"/>
                </a:solidFill>
                <a:latin typeface="Ubuntu Sans"/>
                <a:ea typeface="Ubuntu Sans"/>
                <a:cs typeface="Ubuntu Sans"/>
              </a:defRPr>
            </a:lvl5pPr>
            <a:lvl6pPr algn="l">
              <a:defRPr sz="1725" b="1">
                <a:solidFill>
                  <a:srgbClr val="F4F8FF"/>
                </a:solidFill>
                <a:latin typeface="Ubuntu Sans"/>
                <a:ea typeface="Ubuntu Sans"/>
                <a:cs typeface="Ubuntu Sans"/>
              </a:defRPr>
            </a:lvl6pPr>
            <a:lvl7pPr algn="l">
              <a:defRPr sz="1725" b="1">
                <a:solidFill>
                  <a:srgbClr val="F4F8FF"/>
                </a:solidFill>
                <a:latin typeface="Ubuntu Sans"/>
                <a:ea typeface="Ubuntu Sans"/>
                <a:cs typeface="Ubuntu Sans"/>
              </a:defRPr>
            </a:lvl7pPr>
            <a:lvl8pPr algn="l">
              <a:defRPr sz="1725" b="1">
                <a:solidFill>
                  <a:srgbClr val="F4F8FF"/>
                </a:solidFill>
                <a:latin typeface="Ubuntu Sans"/>
                <a:ea typeface="Ubuntu Sans"/>
                <a:cs typeface="Ubuntu Sans"/>
              </a:defRPr>
            </a:lvl8pPr>
            <a:lvl9pPr algn="l">
              <a:defRPr sz="1725" b="1">
                <a:solidFill>
                  <a:srgbClr val="F4F8FF"/>
                </a:solidFill>
                <a:latin typeface="Ubuntu Sans"/>
                <a:ea typeface="Ubuntu Sans"/>
                <a:cs typeface="Ubuntu Sans"/>
              </a:defRPr>
            </a:lvl9pPr>
          </a:lstStyle>
          <a:p xmlns:a="http://schemas.openxmlformats.org/drawingml/2006/main">
            <a:pPr algn="l">
              <a:defRPr sz="1725" b="1">
                <a:solidFill>
                  <a:srgbClr val="F4F8FF"/>
                </a:solidFill>
                <a:latin typeface="Ubuntu Sans"/>
                <a:ea typeface="Ubuntu Sans"/>
                <a:cs typeface="Ubuntu Sans"/>
              </a:defRPr>
            </a:pPr>
            <a:r>
              <a:rPr sz="1725" b="1">
                <a:solidFill>
                  <a:srgbClr val="F4F8FF"/>
                </a:solidFill>
                <a:latin typeface="Ubuntu Sans"/>
                <a:ea typeface="Ubuntu Sans"/>
                <a:cs typeface="Ubuntu Sans"/>
              </a:rPr>
              <a:t>Discover</a:t>
            </a:r>
          </a:p>
        </p:txBody>
      </p:sp>
      <p:sp>
        <p:nvSpPr>
          <p:cNvPr id="9" name="">
            <a:extLst xmlns:a="http://schemas.openxmlformats.org/drawingml/2006/main">
              <a:ext uri="{FF2B5EF4-FFF2-40B4-BE49-F238E27FC236}">
                <a16:creationId xmlns:a16="http://schemas.microsoft.com/office/drawing/2014/main" id="{C52D76F4-8FF2-42B7-A1C9-43ECA1ECCECB}"/>
              </a:ext>
            </a:extLst>
          </p:cNvPr>
          <p:cNvSpPr>
            <a:spLocks xmlns:a="http://schemas.openxmlformats.org/drawingml/2006/main" noGrp="1"/>
          </p:cNvSpPr>
          <p:nvPr/>
        </p:nvSpPr>
        <p:spPr>
          <a:xfrm xmlns:a="http://schemas.openxmlformats.org/drawingml/2006/main">
            <a:off x="800100" y="3276600"/>
            <a:ext cx="1143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A9BCD0"/>
                </a:solidFill>
                <a:latin typeface="Ubuntu Sans"/>
                <a:ea typeface="Ubuntu Sans"/>
                <a:cs typeface="Ubuntu Sans"/>
              </a:defRPr>
            </a:defPPr>
            <a:lvl1pPr algn="l">
              <a:defRPr sz="1125" b="0">
                <a:solidFill>
                  <a:srgbClr val="A9BCD0"/>
                </a:solidFill>
                <a:latin typeface="Ubuntu Sans"/>
                <a:ea typeface="Ubuntu Sans"/>
                <a:cs typeface="Ubuntu Sans"/>
              </a:defRPr>
            </a:lvl1pPr>
            <a:lvl2pPr algn="l">
              <a:defRPr sz="1125" b="0">
                <a:solidFill>
                  <a:srgbClr val="A9BCD0"/>
                </a:solidFill>
                <a:latin typeface="Ubuntu Sans"/>
                <a:ea typeface="Ubuntu Sans"/>
                <a:cs typeface="Ubuntu Sans"/>
              </a:defRPr>
            </a:lvl2pPr>
            <a:lvl3pPr algn="l">
              <a:defRPr sz="1125" b="0">
                <a:solidFill>
                  <a:srgbClr val="A9BCD0"/>
                </a:solidFill>
                <a:latin typeface="Ubuntu Sans"/>
                <a:ea typeface="Ubuntu Sans"/>
                <a:cs typeface="Ubuntu Sans"/>
              </a:defRPr>
            </a:lvl3pPr>
            <a:lvl4pPr algn="l">
              <a:defRPr sz="1125" b="0">
                <a:solidFill>
                  <a:srgbClr val="A9BCD0"/>
                </a:solidFill>
                <a:latin typeface="Ubuntu Sans"/>
                <a:ea typeface="Ubuntu Sans"/>
                <a:cs typeface="Ubuntu Sans"/>
              </a:defRPr>
            </a:lvl4pPr>
            <a:lvl5pPr algn="l">
              <a:defRPr sz="1125" b="0">
                <a:solidFill>
                  <a:srgbClr val="A9BCD0"/>
                </a:solidFill>
                <a:latin typeface="Ubuntu Sans"/>
                <a:ea typeface="Ubuntu Sans"/>
                <a:cs typeface="Ubuntu Sans"/>
              </a:defRPr>
            </a:lvl5pPr>
            <a:lvl6pPr algn="l">
              <a:defRPr sz="1125" b="0">
                <a:solidFill>
                  <a:srgbClr val="A9BCD0"/>
                </a:solidFill>
                <a:latin typeface="Ubuntu Sans"/>
                <a:ea typeface="Ubuntu Sans"/>
                <a:cs typeface="Ubuntu Sans"/>
              </a:defRPr>
            </a:lvl6pPr>
            <a:lvl7pPr algn="l">
              <a:defRPr sz="1125" b="0">
                <a:solidFill>
                  <a:srgbClr val="A9BCD0"/>
                </a:solidFill>
                <a:latin typeface="Ubuntu Sans"/>
                <a:ea typeface="Ubuntu Sans"/>
                <a:cs typeface="Ubuntu Sans"/>
              </a:defRPr>
            </a:lvl7pPr>
            <a:lvl8pPr algn="l">
              <a:defRPr sz="1125" b="0">
                <a:solidFill>
                  <a:srgbClr val="A9BCD0"/>
                </a:solidFill>
                <a:latin typeface="Ubuntu Sans"/>
                <a:ea typeface="Ubuntu Sans"/>
                <a:cs typeface="Ubuntu Sans"/>
              </a:defRPr>
            </a:lvl8pPr>
            <a:lvl9pPr algn="l">
              <a:defRPr sz="1125" b="0">
                <a:solidFill>
                  <a:srgbClr val="A9BCD0"/>
                </a:solidFill>
                <a:latin typeface="Ubuntu Sans"/>
                <a:ea typeface="Ubuntu Sans"/>
                <a:cs typeface="Ubuntu Sans"/>
              </a:defRPr>
            </a:lvl9pPr>
          </a:lstStyle>
          <a:p xmlns:a="http://schemas.openxmlformats.org/drawingml/2006/main">
            <a:pPr algn="l">
              <a:defRPr sz="1125" b="0">
                <a:solidFill>
                  <a:srgbClr val="A9BCD0"/>
                </a:solidFill>
                <a:latin typeface="Ubuntu Sans"/>
                <a:ea typeface="Ubuntu Sans"/>
                <a:cs typeface="Ubuntu Sans"/>
              </a:defRPr>
            </a:pPr>
            <a:r>
              <a:rPr sz="1125" b="0">
                <a:solidFill>
                  <a:srgbClr val="A9BCD0"/>
                </a:solidFill>
                <a:latin typeface="Ubuntu Sans"/>
                <a:ea typeface="Ubuntu Sans"/>
                <a:cs typeface="Ubuntu Sans"/>
              </a:rPr>
              <a:t>Offers and recommendations</a:t>
            </a:r>
          </a:p>
        </p:txBody>
      </p:sp>
      <p:sp>
        <p:nvSpPr>
          <p:cNvPr id="10" name="">
            <a:extLst xmlns:a="http://schemas.openxmlformats.org/drawingml/2006/main">
              <a:ext uri="{FF2B5EF4-FFF2-40B4-BE49-F238E27FC236}">
                <a16:creationId xmlns:a16="http://schemas.microsoft.com/office/drawing/2014/main" id="{46309ADE-5449-445E-8EDD-D3B2378F6D86}"/>
              </a:ext>
            </a:extLst>
          </p:cNvPr>
          <p:cNvSpPr>
            <a:spLocks xmlns:a="http://schemas.openxmlformats.org/drawingml/2006/main" noGrp="1"/>
          </p:cNvSpPr>
          <p:nvPr/>
        </p:nvSpPr>
        <p:spPr>
          <a:xfrm xmlns:a="http://schemas.openxmlformats.org/drawingml/2006/main">
            <a:off x="2133600" y="3219450"/>
            <a:ext cx="295275" cy="0"/>
          </a:xfrm>
          <a:prstGeom xmlns:a="http://schemas.openxmlformats.org/drawingml/2006/main" prst="line">
            <a:avLst/>
          </a:prstGeom>
          <a:noFill xmlns:a="http://schemas.openxmlformats.org/drawingml/2006/main"/>
          <a:ln xmlns:a="http://schemas.openxmlformats.org/drawingml/2006/main" w="19050">
            <a:solidFill>
              <a:srgbClr val="2B4563"/>
            </a:solidFill>
            <a:prstDash val="solid"/>
          </a:ln>
        </p:spPr>
      </p:sp>
      <p:sp>
        <p:nvSpPr>
          <p:cNvPr id="11" name="">
            <a:extLst xmlns:a="http://schemas.openxmlformats.org/drawingml/2006/main">
              <a:ext uri="{FF2B5EF4-FFF2-40B4-BE49-F238E27FC236}">
                <a16:creationId xmlns:a16="http://schemas.microsoft.com/office/drawing/2014/main" id="{C52684CD-A646-4586-BF15-24DDC0FCAEC4}"/>
              </a:ext>
            </a:extLst>
          </p:cNvPr>
          <p:cNvSpPr>
            <a:spLocks xmlns:a="http://schemas.openxmlformats.org/drawingml/2006/main" noGrp="1"/>
          </p:cNvSpPr>
          <p:nvPr/>
        </p:nvSpPr>
        <p:spPr>
          <a:xfrm xmlns:a="http://schemas.openxmlformats.org/drawingml/2006/main">
            <a:off x="2428875" y="2286000"/>
            <a:ext cx="1524000" cy="1866900"/>
          </a:xfrm>
          <a:prstGeom xmlns:a="http://schemas.openxmlformats.org/drawingml/2006/main" prst="roundRect">
            <a:avLst>
              <a:gd name="adj" fmla="val 7500"/>
            </a:avLst>
          </a:prstGeom>
          <a:solidFill xmlns:a="http://schemas.openxmlformats.org/drawingml/2006/main">
            <a:srgbClr val="10223A"/>
          </a:solidFill>
          <a:ln xmlns:a="http://schemas.openxmlformats.org/drawingml/2006/main" w="19050">
            <a:solidFill>
              <a:srgbClr val="4FA7FF"/>
            </a:solidFill>
            <a:prstDash val="solid"/>
          </a:ln>
        </p:spPr>
      </p:sp>
      <p:sp>
        <p:nvSpPr>
          <p:cNvPr id="12" name="">
            <a:extLst xmlns:a="http://schemas.openxmlformats.org/drawingml/2006/main">
              <a:ext uri="{FF2B5EF4-FFF2-40B4-BE49-F238E27FC236}">
                <a16:creationId xmlns:a16="http://schemas.microsoft.com/office/drawing/2014/main" id="{709A711F-695F-4855-8BA4-F91B964E9062}"/>
              </a:ext>
            </a:extLst>
          </p:cNvPr>
          <p:cNvSpPr>
            <a:spLocks xmlns:a="http://schemas.openxmlformats.org/drawingml/2006/main" noGrp="1"/>
          </p:cNvSpPr>
          <p:nvPr/>
        </p:nvSpPr>
        <p:spPr>
          <a:xfrm xmlns:a="http://schemas.openxmlformats.org/drawingml/2006/main">
            <a:off x="2619375" y="2438400"/>
            <a:ext cx="438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275" b="1">
                <a:solidFill>
                  <a:srgbClr val="4FA7FF"/>
                </a:solidFill>
                <a:latin typeface="Ubuntu Sans"/>
                <a:ea typeface="Ubuntu Sans"/>
                <a:cs typeface="Ubuntu Sans"/>
              </a:defRPr>
            </a:defPPr>
            <a:lvl1pPr algn="l">
              <a:defRPr sz="1275" b="1">
                <a:solidFill>
                  <a:srgbClr val="4FA7FF"/>
                </a:solidFill>
                <a:latin typeface="Ubuntu Sans"/>
                <a:ea typeface="Ubuntu Sans"/>
                <a:cs typeface="Ubuntu Sans"/>
              </a:defRPr>
            </a:lvl1pPr>
            <a:lvl2pPr algn="l">
              <a:defRPr sz="1275" b="1">
                <a:solidFill>
                  <a:srgbClr val="4FA7FF"/>
                </a:solidFill>
                <a:latin typeface="Ubuntu Sans"/>
                <a:ea typeface="Ubuntu Sans"/>
                <a:cs typeface="Ubuntu Sans"/>
              </a:defRPr>
            </a:lvl2pPr>
            <a:lvl3pPr algn="l">
              <a:defRPr sz="1275" b="1">
                <a:solidFill>
                  <a:srgbClr val="4FA7FF"/>
                </a:solidFill>
                <a:latin typeface="Ubuntu Sans"/>
                <a:ea typeface="Ubuntu Sans"/>
                <a:cs typeface="Ubuntu Sans"/>
              </a:defRPr>
            </a:lvl3pPr>
            <a:lvl4pPr algn="l">
              <a:defRPr sz="1275" b="1">
                <a:solidFill>
                  <a:srgbClr val="4FA7FF"/>
                </a:solidFill>
                <a:latin typeface="Ubuntu Sans"/>
                <a:ea typeface="Ubuntu Sans"/>
                <a:cs typeface="Ubuntu Sans"/>
              </a:defRPr>
            </a:lvl4pPr>
            <a:lvl5pPr algn="l">
              <a:defRPr sz="1275" b="1">
                <a:solidFill>
                  <a:srgbClr val="4FA7FF"/>
                </a:solidFill>
                <a:latin typeface="Ubuntu Sans"/>
                <a:ea typeface="Ubuntu Sans"/>
                <a:cs typeface="Ubuntu Sans"/>
              </a:defRPr>
            </a:lvl5pPr>
            <a:lvl6pPr algn="l">
              <a:defRPr sz="1275" b="1">
                <a:solidFill>
                  <a:srgbClr val="4FA7FF"/>
                </a:solidFill>
                <a:latin typeface="Ubuntu Sans"/>
                <a:ea typeface="Ubuntu Sans"/>
                <a:cs typeface="Ubuntu Sans"/>
              </a:defRPr>
            </a:lvl6pPr>
            <a:lvl7pPr algn="l">
              <a:defRPr sz="1275" b="1">
                <a:solidFill>
                  <a:srgbClr val="4FA7FF"/>
                </a:solidFill>
                <a:latin typeface="Ubuntu Sans"/>
                <a:ea typeface="Ubuntu Sans"/>
                <a:cs typeface="Ubuntu Sans"/>
              </a:defRPr>
            </a:lvl7pPr>
            <a:lvl8pPr algn="l">
              <a:defRPr sz="1275" b="1">
                <a:solidFill>
                  <a:srgbClr val="4FA7FF"/>
                </a:solidFill>
                <a:latin typeface="Ubuntu Sans"/>
                <a:ea typeface="Ubuntu Sans"/>
                <a:cs typeface="Ubuntu Sans"/>
              </a:defRPr>
            </a:lvl8pPr>
            <a:lvl9pPr algn="l">
              <a:defRPr sz="1275" b="1">
                <a:solidFill>
                  <a:srgbClr val="4FA7FF"/>
                </a:solidFill>
                <a:latin typeface="Ubuntu Sans"/>
                <a:ea typeface="Ubuntu Sans"/>
                <a:cs typeface="Ubuntu Sans"/>
              </a:defRPr>
            </a:lvl9pPr>
          </a:lstStyle>
          <a:p xmlns:a="http://schemas.openxmlformats.org/drawingml/2006/main">
            <a:pPr algn="l">
              <a:defRPr sz="1275" b="1">
                <a:solidFill>
                  <a:srgbClr val="4FA7FF"/>
                </a:solidFill>
                <a:latin typeface="Ubuntu Sans"/>
                <a:ea typeface="Ubuntu Sans"/>
                <a:cs typeface="Ubuntu Sans"/>
              </a:defRPr>
            </a:pPr>
            <a:r>
              <a:rPr sz="1275" b="1">
                <a:solidFill>
                  <a:srgbClr val="4FA7FF"/>
                </a:solidFill>
                <a:latin typeface="Ubuntu Sans"/>
                <a:ea typeface="Ubuntu Sans"/>
                <a:cs typeface="Ubuntu Sans"/>
              </a:rPr>
              <a:t>02</a:t>
            </a:r>
          </a:p>
        </p:txBody>
      </p:sp>
      <p:sp>
        <p:nvSpPr>
          <p:cNvPr id="13" name="">
            <a:extLst xmlns:a="http://schemas.openxmlformats.org/drawingml/2006/main">
              <a:ext uri="{FF2B5EF4-FFF2-40B4-BE49-F238E27FC236}">
                <a16:creationId xmlns:a16="http://schemas.microsoft.com/office/drawing/2014/main" id="{5474438C-C16B-4D08-A1DB-FF0DFACB1B04}"/>
              </a:ext>
            </a:extLst>
          </p:cNvPr>
          <p:cNvSpPr>
            <a:spLocks xmlns:a="http://schemas.openxmlformats.org/drawingml/2006/main" noGrp="1"/>
          </p:cNvSpPr>
          <p:nvPr/>
        </p:nvSpPr>
        <p:spPr>
          <a:xfrm xmlns:a="http://schemas.openxmlformats.org/drawingml/2006/main">
            <a:off x="2619375" y="2819400"/>
            <a:ext cx="114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8406"/>
          </a:bodyPr>
          <a:lstStyle xmlns:a="http://schemas.openxmlformats.org/drawingml/2006/main">
            <a:defPPr algn="l">
              <a:defRPr sz="1725" b="1">
                <a:solidFill>
                  <a:srgbClr val="F4F8FF"/>
                </a:solidFill>
                <a:latin typeface="Ubuntu Sans"/>
                <a:ea typeface="Ubuntu Sans"/>
                <a:cs typeface="Ubuntu Sans"/>
              </a:defRPr>
            </a:defPPr>
            <a:lvl1pPr algn="l">
              <a:defRPr sz="1725" b="1">
                <a:solidFill>
                  <a:srgbClr val="F4F8FF"/>
                </a:solidFill>
                <a:latin typeface="Ubuntu Sans"/>
                <a:ea typeface="Ubuntu Sans"/>
                <a:cs typeface="Ubuntu Sans"/>
              </a:defRPr>
            </a:lvl1pPr>
            <a:lvl2pPr algn="l">
              <a:defRPr sz="1725" b="1">
                <a:solidFill>
                  <a:srgbClr val="F4F8FF"/>
                </a:solidFill>
                <a:latin typeface="Ubuntu Sans"/>
                <a:ea typeface="Ubuntu Sans"/>
                <a:cs typeface="Ubuntu Sans"/>
              </a:defRPr>
            </a:lvl2pPr>
            <a:lvl3pPr algn="l">
              <a:defRPr sz="1725" b="1">
                <a:solidFill>
                  <a:srgbClr val="F4F8FF"/>
                </a:solidFill>
                <a:latin typeface="Ubuntu Sans"/>
                <a:ea typeface="Ubuntu Sans"/>
                <a:cs typeface="Ubuntu Sans"/>
              </a:defRPr>
            </a:lvl3pPr>
            <a:lvl4pPr algn="l">
              <a:defRPr sz="1725" b="1">
                <a:solidFill>
                  <a:srgbClr val="F4F8FF"/>
                </a:solidFill>
                <a:latin typeface="Ubuntu Sans"/>
                <a:ea typeface="Ubuntu Sans"/>
                <a:cs typeface="Ubuntu Sans"/>
              </a:defRPr>
            </a:lvl4pPr>
            <a:lvl5pPr algn="l">
              <a:defRPr sz="1725" b="1">
                <a:solidFill>
                  <a:srgbClr val="F4F8FF"/>
                </a:solidFill>
                <a:latin typeface="Ubuntu Sans"/>
                <a:ea typeface="Ubuntu Sans"/>
                <a:cs typeface="Ubuntu Sans"/>
              </a:defRPr>
            </a:lvl5pPr>
            <a:lvl6pPr algn="l">
              <a:defRPr sz="1725" b="1">
                <a:solidFill>
                  <a:srgbClr val="F4F8FF"/>
                </a:solidFill>
                <a:latin typeface="Ubuntu Sans"/>
                <a:ea typeface="Ubuntu Sans"/>
                <a:cs typeface="Ubuntu Sans"/>
              </a:defRPr>
            </a:lvl6pPr>
            <a:lvl7pPr algn="l">
              <a:defRPr sz="1725" b="1">
                <a:solidFill>
                  <a:srgbClr val="F4F8FF"/>
                </a:solidFill>
                <a:latin typeface="Ubuntu Sans"/>
                <a:ea typeface="Ubuntu Sans"/>
                <a:cs typeface="Ubuntu Sans"/>
              </a:defRPr>
            </a:lvl7pPr>
            <a:lvl8pPr algn="l">
              <a:defRPr sz="1725" b="1">
                <a:solidFill>
                  <a:srgbClr val="F4F8FF"/>
                </a:solidFill>
                <a:latin typeface="Ubuntu Sans"/>
                <a:ea typeface="Ubuntu Sans"/>
                <a:cs typeface="Ubuntu Sans"/>
              </a:defRPr>
            </a:lvl8pPr>
            <a:lvl9pPr algn="l">
              <a:defRPr sz="1725" b="1">
                <a:solidFill>
                  <a:srgbClr val="F4F8FF"/>
                </a:solidFill>
                <a:latin typeface="Ubuntu Sans"/>
                <a:ea typeface="Ubuntu Sans"/>
                <a:cs typeface="Ubuntu Sans"/>
              </a:defRPr>
            </a:lvl9pPr>
          </a:lstStyle>
          <a:p xmlns:a="http://schemas.openxmlformats.org/drawingml/2006/main">
            <a:pPr algn="l">
              <a:defRPr sz="1725" b="1">
                <a:solidFill>
                  <a:srgbClr val="F4F8FF"/>
                </a:solidFill>
                <a:latin typeface="Ubuntu Sans"/>
                <a:ea typeface="Ubuntu Sans"/>
                <a:cs typeface="Ubuntu Sans"/>
              </a:defRPr>
            </a:pPr>
            <a:r>
              <a:rPr sz="1725" b="1">
                <a:solidFill>
                  <a:srgbClr val="F4F8FF"/>
                </a:solidFill>
                <a:latin typeface="Ubuntu Sans"/>
                <a:ea typeface="Ubuntu Sans"/>
                <a:cs typeface="Ubuntu Sans"/>
              </a:rPr>
              <a:t>Apply</a:t>
            </a:r>
          </a:p>
        </p:txBody>
      </p:sp>
      <p:sp>
        <p:nvSpPr>
          <p:cNvPr id="14" name="">
            <a:extLst xmlns:a="http://schemas.openxmlformats.org/drawingml/2006/main">
              <a:ext uri="{FF2B5EF4-FFF2-40B4-BE49-F238E27FC236}">
                <a16:creationId xmlns:a16="http://schemas.microsoft.com/office/drawing/2014/main" id="{C2C50E89-284C-48F7-A55C-15A394010BC4}"/>
              </a:ext>
            </a:extLst>
          </p:cNvPr>
          <p:cNvSpPr>
            <a:spLocks xmlns:a="http://schemas.openxmlformats.org/drawingml/2006/main" noGrp="1"/>
          </p:cNvSpPr>
          <p:nvPr/>
        </p:nvSpPr>
        <p:spPr>
          <a:xfrm xmlns:a="http://schemas.openxmlformats.org/drawingml/2006/main">
            <a:off x="2619375" y="3276600"/>
            <a:ext cx="1143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A9BCD0"/>
                </a:solidFill>
                <a:latin typeface="Ubuntu Sans"/>
                <a:ea typeface="Ubuntu Sans"/>
                <a:cs typeface="Ubuntu Sans"/>
              </a:defRPr>
            </a:defPPr>
            <a:lvl1pPr algn="l">
              <a:defRPr sz="1125" b="0">
                <a:solidFill>
                  <a:srgbClr val="A9BCD0"/>
                </a:solidFill>
                <a:latin typeface="Ubuntu Sans"/>
                <a:ea typeface="Ubuntu Sans"/>
                <a:cs typeface="Ubuntu Sans"/>
              </a:defRPr>
            </a:lvl1pPr>
            <a:lvl2pPr algn="l">
              <a:defRPr sz="1125" b="0">
                <a:solidFill>
                  <a:srgbClr val="A9BCD0"/>
                </a:solidFill>
                <a:latin typeface="Ubuntu Sans"/>
                <a:ea typeface="Ubuntu Sans"/>
                <a:cs typeface="Ubuntu Sans"/>
              </a:defRPr>
            </a:lvl2pPr>
            <a:lvl3pPr algn="l">
              <a:defRPr sz="1125" b="0">
                <a:solidFill>
                  <a:srgbClr val="A9BCD0"/>
                </a:solidFill>
                <a:latin typeface="Ubuntu Sans"/>
                <a:ea typeface="Ubuntu Sans"/>
                <a:cs typeface="Ubuntu Sans"/>
              </a:defRPr>
            </a:lvl3pPr>
            <a:lvl4pPr algn="l">
              <a:defRPr sz="1125" b="0">
                <a:solidFill>
                  <a:srgbClr val="A9BCD0"/>
                </a:solidFill>
                <a:latin typeface="Ubuntu Sans"/>
                <a:ea typeface="Ubuntu Sans"/>
                <a:cs typeface="Ubuntu Sans"/>
              </a:defRPr>
            </a:lvl4pPr>
            <a:lvl5pPr algn="l">
              <a:defRPr sz="1125" b="0">
                <a:solidFill>
                  <a:srgbClr val="A9BCD0"/>
                </a:solidFill>
                <a:latin typeface="Ubuntu Sans"/>
                <a:ea typeface="Ubuntu Sans"/>
                <a:cs typeface="Ubuntu Sans"/>
              </a:defRPr>
            </a:lvl5pPr>
            <a:lvl6pPr algn="l">
              <a:defRPr sz="1125" b="0">
                <a:solidFill>
                  <a:srgbClr val="A9BCD0"/>
                </a:solidFill>
                <a:latin typeface="Ubuntu Sans"/>
                <a:ea typeface="Ubuntu Sans"/>
                <a:cs typeface="Ubuntu Sans"/>
              </a:defRPr>
            </a:lvl6pPr>
            <a:lvl7pPr algn="l">
              <a:defRPr sz="1125" b="0">
                <a:solidFill>
                  <a:srgbClr val="A9BCD0"/>
                </a:solidFill>
                <a:latin typeface="Ubuntu Sans"/>
                <a:ea typeface="Ubuntu Sans"/>
                <a:cs typeface="Ubuntu Sans"/>
              </a:defRPr>
            </a:lvl7pPr>
            <a:lvl8pPr algn="l">
              <a:defRPr sz="1125" b="0">
                <a:solidFill>
                  <a:srgbClr val="A9BCD0"/>
                </a:solidFill>
                <a:latin typeface="Ubuntu Sans"/>
                <a:ea typeface="Ubuntu Sans"/>
                <a:cs typeface="Ubuntu Sans"/>
              </a:defRPr>
            </a:lvl8pPr>
            <a:lvl9pPr algn="l">
              <a:defRPr sz="1125" b="0">
                <a:solidFill>
                  <a:srgbClr val="A9BCD0"/>
                </a:solidFill>
                <a:latin typeface="Ubuntu Sans"/>
                <a:ea typeface="Ubuntu Sans"/>
                <a:cs typeface="Ubuntu Sans"/>
              </a:defRPr>
            </a:lvl9pPr>
          </a:lstStyle>
          <a:p xmlns:a="http://schemas.openxmlformats.org/drawingml/2006/main">
            <a:pPr algn="l">
              <a:defRPr sz="1125" b="0">
                <a:solidFill>
                  <a:srgbClr val="A9BCD0"/>
                </a:solidFill>
                <a:latin typeface="Ubuntu Sans"/>
                <a:ea typeface="Ubuntu Sans"/>
                <a:cs typeface="Ubuntu Sans"/>
              </a:defRPr>
            </a:pPr>
            <a:r>
              <a:rPr sz="1125" b="0">
                <a:solidFill>
                  <a:srgbClr val="A9BCD0"/>
                </a:solidFill>
                <a:latin typeface="Ubuntu Sans"/>
                <a:ea typeface="Ubuntu Sans"/>
                <a:cs typeface="Ubuntu Sans"/>
              </a:rPr>
              <a:t>Validated profile and CV snapshot</a:t>
            </a:r>
          </a:p>
        </p:txBody>
      </p:sp>
      <p:sp>
        <p:nvSpPr>
          <p:cNvPr id="15" name="">
            <a:extLst xmlns:a="http://schemas.openxmlformats.org/drawingml/2006/main">
              <a:ext uri="{FF2B5EF4-FFF2-40B4-BE49-F238E27FC236}">
                <a16:creationId xmlns:a16="http://schemas.microsoft.com/office/drawing/2014/main" id="{CD9C7770-BAFB-4627-AE5F-3CBE729F6021}"/>
              </a:ext>
            </a:extLst>
          </p:cNvPr>
          <p:cNvSpPr>
            <a:spLocks xmlns:a="http://schemas.openxmlformats.org/drawingml/2006/main" noGrp="1"/>
          </p:cNvSpPr>
          <p:nvPr/>
        </p:nvSpPr>
        <p:spPr>
          <a:xfrm xmlns:a="http://schemas.openxmlformats.org/drawingml/2006/main">
            <a:off x="3952875" y="3219450"/>
            <a:ext cx="295275" cy="0"/>
          </a:xfrm>
          <a:prstGeom xmlns:a="http://schemas.openxmlformats.org/drawingml/2006/main" prst="line">
            <a:avLst/>
          </a:prstGeom>
          <a:noFill xmlns:a="http://schemas.openxmlformats.org/drawingml/2006/main"/>
          <a:ln xmlns:a="http://schemas.openxmlformats.org/drawingml/2006/main" w="19050">
            <a:solidFill>
              <a:srgbClr val="2B4563"/>
            </a:solidFill>
            <a:prstDash val="solid"/>
          </a:ln>
        </p:spPr>
      </p:sp>
      <p:sp>
        <p:nvSpPr>
          <p:cNvPr id="16" name="">
            <a:extLst xmlns:a="http://schemas.openxmlformats.org/drawingml/2006/main">
              <a:ext uri="{FF2B5EF4-FFF2-40B4-BE49-F238E27FC236}">
                <a16:creationId xmlns:a16="http://schemas.microsoft.com/office/drawing/2014/main" id="{BD393F72-2534-4ED8-A145-6EFE89D91AF8}"/>
              </a:ext>
            </a:extLst>
          </p:cNvPr>
          <p:cNvSpPr>
            <a:spLocks xmlns:a="http://schemas.openxmlformats.org/drawingml/2006/main" noGrp="1"/>
          </p:cNvSpPr>
          <p:nvPr/>
        </p:nvSpPr>
        <p:spPr>
          <a:xfrm xmlns:a="http://schemas.openxmlformats.org/drawingml/2006/main">
            <a:off x="4248150" y="2286000"/>
            <a:ext cx="1524000" cy="1866900"/>
          </a:xfrm>
          <a:prstGeom xmlns:a="http://schemas.openxmlformats.org/drawingml/2006/main" prst="roundRect">
            <a:avLst>
              <a:gd name="adj" fmla="val 7500"/>
            </a:avLst>
          </a:prstGeom>
          <a:solidFill xmlns:a="http://schemas.openxmlformats.org/drawingml/2006/main">
            <a:srgbClr val="10223A"/>
          </a:solidFill>
          <a:ln xmlns:a="http://schemas.openxmlformats.org/drawingml/2006/main" w="19050">
            <a:solidFill>
              <a:srgbClr val="8A7CFF"/>
            </a:solidFill>
            <a:prstDash val="solid"/>
          </a:ln>
        </p:spPr>
      </p:sp>
      <p:sp>
        <p:nvSpPr>
          <p:cNvPr id="17" name="">
            <a:extLst xmlns:a="http://schemas.openxmlformats.org/drawingml/2006/main">
              <a:ext uri="{FF2B5EF4-FFF2-40B4-BE49-F238E27FC236}">
                <a16:creationId xmlns:a16="http://schemas.microsoft.com/office/drawing/2014/main" id="{A68B5612-7E0C-4414-A645-505B7E5C90E8}"/>
              </a:ext>
            </a:extLst>
          </p:cNvPr>
          <p:cNvSpPr>
            <a:spLocks xmlns:a="http://schemas.openxmlformats.org/drawingml/2006/main" noGrp="1"/>
          </p:cNvSpPr>
          <p:nvPr/>
        </p:nvSpPr>
        <p:spPr>
          <a:xfrm xmlns:a="http://schemas.openxmlformats.org/drawingml/2006/main">
            <a:off x="4438650" y="2438400"/>
            <a:ext cx="438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275" b="1">
                <a:solidFill>
                  <a:srgbClr val="8A7CFF"/>
                </a:solidFill>
                <a:latin typeface="Ubuntu Sans"/>
                <a:ea typeface="Ubuntu Sans"/>
                <a:cs typeface="Ubuntu Sans"/>
              </a:defRPr>
            </a:defPPr>
            <a:lvl1pPr algn="l">
              <a:defRPr sz="1275" b="1">
                <a:solidFill>
                  <a:srgbClr val="8A7CFF"/>
                </a:solidFill>
                <a:latin typeface="Ubuntu Sans"/>
                <a:ea typeface="Ubuntu Sans"/>
                <a:cs typeface="Ubuntu Sans"/>
              </a:defRPr>
            </a:lvl1pPr>
            <a:lvl2pPr algn="l">
              <a:defRPr sz="1275" b="1">
                <a:solidFill>
                  <a:srgbClr val="8A7CFF"/>
                </a:solidFill>
                <a:latin typeface="Ubuntu Sans"/>
                <a:ea typeface="Ubuntu Sans"/>
                <a:cs typeface="Ubuntu Sans"/>
              </a:defRPr>
            </a:lvl2pPr>
            <a:lvl3pPr algn="l">
              <a:defRPr sz="1275" b="1">
                <a:solidFill>
                  <a:srgbClr val="8A7CFF"/>
                </a:solidFill>
                <a:latin typeface="Ubuntu Sans"/>
                <a:ea typeface="Ubuntu Sans"/>
                <a:cs typeface="Ubuntu Sans"/>
              </a:defRPr>
            </a:lvl3pPr>
            <a:lvl4pPr algn="l">
              <a:defRPr sz="1275" b="1">
                <a:solidFill>
                  <a:srgbClr val="8A7CFF"/>
                </a:solidFill>
                <a:latin typeface="Ubuntu Sans"/>
                <a:ea typeface="Ubuntu Sans"/>
                <a:cs typeface="Ubuntu Sans"/>
              </a:defRPr>
            </a:lvl4pPr>
            <a:lvl5pPr algn="l">
              <a:defRPr sz="1275" b="1">
                <a:solidFill>
                  <a:srgbClr val="8A7CFF"/>
                </a:solidFill>
                <a:latin typeface="Ubuntu Sans"/>
                <a:ea typeface="Ubuntu Sans"/>
                <a:cs typeface="Ubuntu Sans"/>
              </a:defRPr>
            </a:lvl5pPr>
            <a:lvl6pPr algn="l">
              <a:defRPr sz="1275" b="1">
                <a:solidFill>
                  <a:srgbClr val="8A7CFF"/>
                </a:solidFill>
                <a:latin typeface="Ubuntu Sans"/>
                <a:ea typeface="Ubuntu Sans"/>
                <a:cs typeface="Ubuntu Sans"/>
              </a:defRPr>
            </a:lvl6pPr>
            <a:lvl7pPr algn="l">
              <a:defRPr sz="1275" b="1">
                <a:solidFill>
                  <a:srgbClr val="8A7CFF"/>
                </a:solidFill>
                <a:latin typeface="Ubuntu Sans"/>
                <a:ea typeface="Ubuntu Sans"/>
                <a:cs typeface="Ubuntu Sans"/>
              </a:defRPr>
            </a:lvl7pPr>
            <a:lvl8pPr algn="l">
              <a:defRPr sz="1275" b="1">
                <a:solidFill>
                  <a:srgbClr val="8A7CFF"/>
                </a:solidFill>
                <a:latin typeface="Ubuntu Sans"/>
                <a:ea typeface="Ubuntu Sans"/>
                <a:cs typeface="Ubuntu Sans"/>
              </a:defRPr>
            </a:lvl8pPr>
            <a:lvl9pPr algn="l">
              <a:defRPr sz="1275" b="1">
                <a:solidFill>
                  <a:srgbClr val="8A7CFF"/>
                </a:solidFill>
                <a:latin typeface="Ubuntu Sans"/>
                <a:ea typeface="Ubuntu Sans"/>
                <a:cs typeface="Ubuntu Sans"/>
              </a:defRPr>
            </a:lvl9pPr>
          </a:lstStyle>
          <a:p xmlns:a="http://schemas.openxmlformats.org/drawingml/2006/main">
            <a:pPr algn="l">
              <a:defRPr sz="1275" b="1">
                <a:solidFill>
                  <a:srgbClr val="8A7CFF"/>
                </a:solidFill>
                <a:latin typeface="Ubuntu Sans"/>
                <a:ea typeface="Ubuntu Sans"/>
                <a:cs typeface="Ubuntu Sans"/>
              </a:defRPr>
            </a:pPr>
            <a:r>
              <a:rPr sz="1275" b="1">
                <a:solidFill>
                  <a:srgbClr val="8A7CFF"/>
                </a:solidFill>
                <a:latin typeface="Ubuntu Sans"/>
                <a:ea typeface="Ubuntu Sans"/>
                <a:cs typeface="Ubuntu Sans"/>
              </a:rPr>
              <a:t>03</a:t>
            </a:r>
          </a:p>
        </p:txBody>
      </p:sp>
      <p:sp>
        <p:nvSpPr>
          <p:cNvPr id="18" name="">
            <a:extLst xmlns:a="http://schemas.openxmlformats.org/drawingml/2006/main">
              <a:ext uri="{FF2B5EF4-FFF2-40B4-BE49-F238E27FC236}">
                <a16:creationId xmlns:a16="http://schemas.microsoft.com/office/drawing/2014/main" id="{2E30122C-2968-44D9-B2E5-81E078F59F30}"/>
              </a:ext>
            </a:extLst>
          </p:cNvPr>
          <p:cNvSpPr>
            <a:spLocks xmlns:a="http://schemas.openxmlformats.org/drawingml/2006/main" noGrp="1"/>
          </p:cNvSpPr>
          <p:nvPr/>
        </p:nvSpPr>
        <p:spPr>
          <a:xfrm xmlns:a="http://schemas.openxmlformats.org/drawingml/2006/main">
            <a:off x="4438650" y="2819400"/>
            <a:ext cx="114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8406"/>
          </a:bodyPr>
          <a:lstStyle xmlns:a="http://schemas.openxmlformats.org/drawingml/2006/main">
            <a:defPPr algn="l">
              <a:defRPr sz="1725" b="1">
                <a:solidFill>
                  <a:srgbClr val="F4F8FF"/>
                </a:solidFill>
                <a:latin typeface="Ubuntu Sans"/>
                <a:ea typeface="Ubuntu Sans"/>
                <a:cs typeface="Ubuntu Sans"/>
              </a:defRPr>
            </a:defPPr>
            <a:lvl1pPr algn="l">
              <a:defRPr sz="1725" b="1">
                <a:solidFill>
                  <a:srgbClr val="F4F8FF"/>
                </a:solidFill>
                <a:latin typeface="Ubuntu Sans"/>
                <a:ea typeface="Ubuntu Sans"/>
                <a:cs typeface="Ubuntu Sans"/>
              </a:defRPr>
            </a:lvl1pPr>
            <a:lvl2pPr algn="l">
              <a:defRPr sz="1725" b="1">
                <a:solidFill>
                  <a:srgbClr val="F4F8FF"/>
                </a:solidFill>
                <a:latin typeface="Ubuntu Sans"/>
                <a:ea typeface="Ubuntu Sans"/>
                <a:cs typeface="Ubuntu Sans"/>
              </a:defRPr>
            </a:lvl2pPr>
            <a:lvl3pPr algn="l">
              <a:defRPr sz="1725" b="1">
                <a:solidFill>
                  <a:srgbClr val="F4F8FF"/>
                </a:solidFill>
                <a:latin typeface="Ubuntu Sans"/>
                <a:ea typeface="Ubuntu Sans"/>
                <a:cs typeface="Ubuntu Sans"/>
              </a:defRPr>
            </a:lvl3pPr>
            <a:lvl4pPr algn="l">
              <a:defRPr sz="1725" b="1">
                <a:solidFill>
                  <a:srgbClr val="F4F8FF"/>
                </a:solidFill>
                <a:latin typeface="Ubuntu Sans"/>
                <a:ea typeface="Ubuntu Sans"/>
                <a:cs typeface="Ubuntu Sans"/>
              </a:defRPr>
            </a:lvl4pPr>
            <a:lvl5pPr algn="l">
              <a:defRPr sz="1725" b="1">
                <a:solidFill>
                  <a:srgbClr val="F4F8FF"/>
                </a:solidFill>
                <a:latin typeface="Ubuntu Sans"/>
                <a:ea typeface="Ubuntu Sans"/>
                <a:cs typeface="Ubuntu Sans"/>
              </a:defRPr>
            </a:lvl5pPr>
            <a:lvl6pPr algn="l">
              <a:defRPr sz="1725" b="1">
                <a:solidFill>
                  <a:srgbClr val="F4F8FF"/>
                </a:solidFill>
                <a:latin typeface="Ubuntu Sans"/>
                <a:ea typeface="Ubuntu Sans"/>
                <a:cs typeface="Ubuntu Sans"/>
              </a:defRPr>
            </a:lvl6pPr>
            <a:lvl7pPr algn="l">
              <a:defRPr sz="1725" b="1">
                <a:solidFill>
                  <a:srgbClr val="F4F8FF"/>
                </a:solidFill>
                <a:latin typeface="Ubuntu Sans"/>
                <a:ea typeface="Ubuntu Sans"/>
                <a:cs typeface="Ubuntu Sans"/>
              </a:defRPr>
            </a:lvl7pPr>
            <a:lvl8pPr algn="l">
              <a:defRPr sz="1725" b="1">
                <a:solidFill>
                  <a:srgbClr val="F4F8FF"/>
                </a:solidFill>
                <a:latin typeface="Ubuntu Sans"/>
                <a:ea typeface="Ubuntu Sans"/>
                <a:cs typeface="Ubuntu Sans"/>
              </a:defRPr>
            </a:lvl8pPr>
            <a:lvl9pPr algn="l">
              <a:defRPr sz="1725" b="1">
                <a:solidFill>
                  <a:srgbClr val="F4F8FF"/>
                </a:solidFill>
                <a:latin typeface="Ubuntu Sans"/>
                <a:ea typeface="Ubuntu Sans"/>
                <a:cs typeface="Ubuntu Sans"/>
              </a:defRPr>
            </a:lvl9pPr>
          </a:lstStyle>
          <a:p xmlns:a="http://schemas.openxmlformats.org/drawingml/2006/main">
            <a:pPr algn="l">
              <a:defRPr sz="1725" b="1">
                <a:solidFill>
                  <a:srgbClr val="F4F8FF"/>
                </a:solidFill>
                <a:latin typeface="Ubuntu Sans"/>
                <a:ea typeface="Ubuntu Sans"/>
                <a:cs typeface="Ubuntu Sans"/>
              </a:defRPr>
            </a:pPr>
            <a:r>
              <a:rPr sz="1725" b="1">
                <a:solidFill>
                  <a:srgbClr val="F4F8FF"/>
                </a:solidFill>
                <a:latin typeface="Ubuntu Sans"/>
                <a:ea typeface="Ubuntu Sans"/>
                <a:cs typeface="Ubuntu Sans"/>
              </a:rPr>
              <a:t>Screen</a:t>
            </a:r>
          </a:p>
        </p:txBody>
      </p:sp>
      <p:sp>
        <p:nvSpPr>
          <p:cNvPr id="19" name="">
            <a:extLst xmlns:a="http://schemas.openxmlformats.org/drawingml/2006/main">
              <a:ext uri="{FF2B5EF4-FFF2-40B4-BE49-F238E27FC236}">
                <a16:creationId xmlns:a16="http://schemas.microsoft.com/office/drawing/2014/main" id="{B193F9EA-74FA-4AF9-BDF3-168AB847DD27}"/>
              </a:ext>
            </a:extLst>
          </p:cNvPr>
          <p:cNvSpPr>
            <a:spLocks xmlns:a="http://schemas.openxmlformats.org/drawingml/2006/main" noGrp="1"/>
          </p:cNvSpPr>
          <p:nvPr/>
        </p:nvSpPr>
        <p:spPr>
          <a:xfrm xmlns:a="http://schemas.openxmlformats.org/drawingml/2006/main">
            <a:off x="4438650" y="3276600"/>
            <a:ext cx="1143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A9BCD0"/>
                </a:solidFill>
                <a:latin typeface="Ubuntu Sans"/>
                <a:ea typeface="Ubuntu Sans"/>
                <a:cs typeface="Ubuntu Sans"/>
              </a:defRPr>
            </a:defPPr>
            <a:lvl1pPr algn="l">
              <a:defRPr sz="1125" b="0">
                <a:solidFill>
                  <a:srgbClr val="A9BCD0"/>
                </a:solidFill>
                <a:latin typeface="Ubuntu Sans"/>
                <a:ea typeface="Ubuntu Sans"/>
                <a:cs typeface="Ubuntu Sans"/>
              </a:defRPr>
            </a:lvl1pPr>
            <a:lvl2pPr algn="l">
              <a:defRPr sz="1125" b="0">
                <a:solidFill>
                  <a:srgbClr val="A9BCD0"/>
                </a:solidFill>
                <a:latin typeface="Ubuntu Sans"/>
                <a:ea typeface="Ubuntu Sans"/>
                <a:cs typeface="Ubuntu Sans"/>
              </a:defRPr>
            </a:lvl2pPr>
            <a:lvl3pPr algn="l">
              <a:defRPr sz="1125" b="0">
                <a:solidFill>
                  <a:srgbClr val="A9BCD0"/>
                </a:solidFill>
                <a:latin typeface="Ubuntu Sans"/>
                <a:ea typeface="Ubuntu Sans"/>
                <a:cs typeface="Ubuntu Sans"/>
              </a:defRPr>
            </a:lvl3pPr>
            <a:lvl4pPr algn="l">
              <a:defRPr sz="1125" b="0">
                <a:solidFill>
                  <a:srgbClr val="A9BCD0"/>
                </a:solidFill>
                <a:latin typeface="Ubuntu Sans"/>
                <a:ea typeface="Ubuntu Sans"/>
                <a:cs typeface="Ubuntu Sans"/>
              </a:defRPr>
            </a:lvl4pPr>
            <a:lvl5pPr algn="l">
              <a:defRPr sz="1125" b="0">
                <a:solidFill>
                  <a:srgbClr val="A9BCD0"/>
                </a:solidFill>
                <a:latin typeface="Ubuntu Sans"/>
                <a:ea typeface="Ubuntu Sans"/>
                <a:cs typeface="Ubuntu Sans"/>
              </a:defRPr>
            </a:lvl5pPr>
            <a:lvl6pPr algn="l">
              <a:defRPr sz="1125" b="0">
                <a:solidFill>
                  <a:srgbClr val="A9BCD0"/>
                </a:solidFill>
                <a:latin typeface="Ubuntu Sans"/>
                <a:ea typeface="Ubuntu Sans"/>
                <a:cs typeface="Ubuntu Sans"/>
              </a:defRPr>
            </a:lvl6pPr>
            <a:lvl7pPr algn="l">
              <a:defRPr sz="1125" b="0">
                <a:solidFill>
                  <a:srgbClr val="A9BCD0"/>
                </a:solidFill>
                <a:latin typeface="Ubuntu Sans"/>
                <a:ea typeface="Ubuntu Sans"/>
                <a:cs typeface="Ubuntu Sans"/>
              </a:defRPr>
            </a:lvl7pPr>
            <a:lvl8pPr algn="l">
              <a:defRPr sz="1125" b="0">
                <a:solidFill>
                  <a:srgbClr val="A9BCD0"/>
                </a:solidFill>
                <a:latin typeface="Ubuntu Sans"/>
                <a:ea typeface="Ubuntu Sans"/>
                <a:cs typeface="Ubuntu Sans"/>
              </a:defRPr>
            </a:lvl8pPr>
            <a:lvl9pPr algn="l">
              <a:defRPr sz="1125" b="0">
                <a:solidFill>
                  <a:srgbClr val="A9BCD0"/>
                </a:solidFill>
                <a:latin typeface="Ubuntu Sans"/>
                <a:ea typeface="Ubuntu Sans"/>
                <a:cs typeface="Ubuntu Sans"/>
              </a:defRPr>
            </a:lvl9pPr>
          </a:lstStyle>
          <a:p xmlns:a="http://schemas.openxmlformats.org/drawingml/2006/main">
            <a:pPr algn="l">
              <a:defRPr sz="1125" b="0">
                <a:solidFill>
                  <a:srgbClr val="A9BCD0"/>
                </a:solidFill>
                <a:latin typeface="Ubuntu Sans"/>
                <a:ea typeface="Ubuntu Sans"/>
                <a:cs typeface="Ubuntu Sans"/>
              </a:defRPr>
            </a:pPr>
            <a:r>
              <a:rPr sz="1125" b="0">
                <a:solidFill>
                  <a:srgbClr val="A9BCD0"/>
                </a:solidFill>
                <a:latin typeface="Ubuntu Sans"/>
                <a:ea typeface="Ubuntu Sans"/>
                <a:cs typeface="Ubuntu Sans"/>
              </a:rPr>
              <a:t>Durable AI job adds context</a:t>
            </a:r>
          </a:p>
        </p:txBody>
      </p:sp>
      <p:sp>
        <p:nvSpPr>
          <p:cNvPr id="20" name="">
            <a:extLst xmlns:a="http://schemas.openxmlformats.org/drawingml/2006/main">
              <a:ext uri="{FF2B5EF4-FFF2-40B4-BE49-F238E27FC236}">
                <a16:creationId xmlns:a16="http://schemas.microsoft.com/office/drawing/2014/main" id="{BCE6CA16-DD4B-4F6C-BAA6-812100EE1363}"/>
              </a:ext>
            </a:extLst>
          </p:cNvPr>
          <p:cNvSpPr>
            <a:spLocks xmlns:a="http://schemas.openxmlformats.org/drawingml/2006/main" noGrp="1"/>
          </p:cNvSpPr>
          <p:nvPr/>
        </p:nvSpPr>
        <p:spPr>
          <a:xfrm xmlns:a="http://schemas.openxmlformats.org/drawingml/2006/main">
            <a:off x="5772150" y="3219450"/>
            <a:ext cx="295275" cy="0"/>
          </a:xfrm>
          <a:prstGeom xmlns:a="http://schemas.openxmlformats.org/drawingml/2006/main" prst="line">
            <a:avLst/>
          </a:prstGeom>
          <a:noFill xmlns:a="http://schemas.openxmlformats.org/drawingml/2006/main"/>
          <a:ln xmlns:a="http://schemas.openxmlformats.org/drawingml/2006/main" w="19050">
            <a:solidFill>
              <a:srgbClr val="2B4563"/>
            </a:solidFill>
            <a:prstDash val="solid"/>
          </a:ln>
        </p:spPr>
      </p:sp>
      <p:sp>
        <p:nvSpPr>
          <p:cNvPr id="21" name="">
            <a:extLst xmlns:a="http://schemas.openxmlformats.org/drawingml/2006/main">
              <a:ext uri="{FF2B5EF4-FFF2-40B4-BE49-F238E27FC236}">
                <a16:creationId xmlns:a16="http://schemas.microsoft.com/office/drawing/2014/main" id="{C7EBB832-26E0-4301-9460-112B378B45D4}"/>
              </a:ext>
            </a:extLst>
          </p:cNvPr>
          <p:cNvSpPr>
            <a:spLocks xmlns:a="http://schemas.openxmlformats.org/drawingml/2006/main" noGrp="1"/>
          </p:cNvSpPr>
          <p:nvPr/>
        </p:nvSpPr>
        <p:spPr>
          <a:xfrm xmlns:a="http://schemas.openxmlformats.org/drawingml/2006/main">
            <a:off x="6067425" y="2286000"/>
            <a:ext cx="1524000" cy="1866900"/>
          </a:xfrm>
          <a:prstGeom xmlns:a="http://schemas.openxmlformats.org/drawingml/2006/main" prst="roundRect">
            <a:avLst>
              <a:gd name="adj" fmla="val 7500"/>
            </a:avLst>
          </a:prstGeom>
          <a:solidFill xmlns:a="http://schemas.openxmlformats.org/drawingml/2006/main">
            <a:srgbClr val="10223A"/>
          </a:solidFill>
          <a:ln xmlns:a="http://schemas.openxmlformats.org/drawingml/2006/main" w="19050">
            <a:solidFill>
              <a:srgbClr val="FFCA6A"/>
            </a:solidFill>
            <a:prstDash val="solid"/>
          </a:ln>
        </p:spPr>
      </p:sp>
      <p:sp>
        <p:nvSpPr>
          <p:cNvPr id="22" name="">
            <a:extLst xmlns:a="http://schemas.openxmlformats.org/drawingml/2006/main">
              <a:ext uri="{FF2B5EF4-FFF2-40B4-BE49-F238E27FC236}">
                <a16:creationId xmlns:a16="http://schemas.microsoft.com/office/drawing/2014/main" id="{952FD734-9310-4943-995C-2FB96785A2E2}"/>
              </a:ext>
            </a:extLst>
          </p:cNvPr>
          <p:cNvSpPr>
            <a:spLocks xmlns:a="http://schemas.openxmlformats.org/drawingml/2006/main" noGrp="1"/>
          </p:cNvSpPr>
          <p:nvPr/>
        </p:nvSpPr>
        <p:spPr>
          <a:xfrm xmlns:a="http://schemas.openxmlformats.org/drawingml/2006/main">
            <a:off x="6257925" y="2438400"/>
            <a:ext cx="438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275" b="1">
                <a:solidFill>
                  <a:srgbClr val="FFCA6A"/>
                </a:solidFill>
                <a:latin typeface="Ubuntu Sans"/>
                <a:ea typeface="Ubuntu Sans"/>
                <a:cs typeface="Ubuntu Sans"/>
              </a:defRPr>
            </a:defPPr>
            <a:lvl1pPr algn="l">
              <a:defRPr sz="1275" b="1">
                <a:solidFill>
                  <a:srgbClr val="FFCA6A"/>
                </a:solidFill>
                <a:latin typeface="Ubuntu Sans"/>
                <a:ea typeface="Ubuntu Sans"/>
                <a:cs typeface="Ubuntu Sans"/>
              </a:defRPr>
            </a:lvl1pPr>
            <a:lvl2pPr algn="l">
              <a:defRPr sz="1275" b="1">
                <a:solidFill>
                  <a:srgbClr val="FFCA6A"/>
                </a:solidFill>
                <a:latin typeface="Ubuntu Sans"/>
                <a:ea typeface="Ubuntu Sans"/>
                <a:cs typeface="Ubuntu Sans"/>
              </a:defRPr>
            </a:lvl2pPr>
            <a:lvl3pPr algn="l">
              <a:defRPr sz="1275" b="1">
                <a:solidFill>
                  <a:srgbClr val="FFCA6A"/>
                </a:solidFill>
                <a:latin typeface="Ubuntu Sans"/>
                <a:ea typeface="Ubuntu Sans"/>
                <a:cs typeface="Ubuntu Sans"/>
              </a:defRPr>
            </a:lvl3pPr>
            <a:lvl4pPr algn="l">
              <a:defRPr sz="1275" b="1">
                <a:solidFill>
                  <a:srgbClr val="FFCA6A"/>
                </a:solidFill>
                <a:latin typeface="Ubuntu Sans"/>
                <a:ea typeface="Ubuntu Sans"/>
                <a:cs typeface="Ubuntu Sans"/>
              </a:defRPr>
            </a:lvl4pPr>
            <a:lvl5pPr algn="l">
              <a:defRPr sz="1275" b="1">
                <a:solidFill>
                  <a:srgbClr val="FFCA6A"/>
                </a:solidFill>
                <a:latin typeface="Ubuntu Sans"/>
                <a:ea typeface="Ubuntu Sans"/>
                <a:cs typeface="Ubuntu Sans"/>
              </a:defRPr>
            </a:lvl5pPr>
            <a:lvl6pPr algn="l">
              <a:defRPr sz="1275" b="1">
                <a:solidFill>
                  <a:srgbClr val="FFCA6A"/>
                </a:solidFill>
                <a:latin typeface="Ubuntu Sans"/>
                <a:ea typeface="Ubuntu Sans"/>
                <a:cs typeface="Ubuntu Sans"/>
              </a:defRPr>
            </a:lvl6pPr>
            <a:lvl7pPr algn="l">
              <a:defRPr sz="1275" b="1">
                <a:solidFill>
                  <a:srgbClr val="FFCA6A"/>
                </a:solidFill>
                <a:latin typeface="Ubuntu Sans"/>
                <a:ea typeface="Ubuntu Sans"/>
                <a:cs typeface="Ubuntu Sans"/>
              </a:defRPr>
            </a:lvl7pPr>
            <a:lvl8pPr algn="l">
              <a:defRPr sz="1275" b="1">
                <a:solidFill>
                  <a:srgbClr val="FFCA6A"/>
                </a:solidFill>
                <a:latin typeface="Ubuntu Sans"/>
                <a:ea typeface="Ubuntu Sans"/>
                <a:cs typeface="Ubuntu Sans"/>
              </a:defRPr>
            </a:lvl8pPr>
            <a:lvl9pPr algn="l">
              <a:defRPr sz="1275" b="1">
                <a:solidFill>
                  <a:srgbClr val="FFCA6A"/>
                </a:solidFill>
                <a:latin typeface="Ubuntu Sans"/>
                <a:ea typeface="Ubuntu Sans"/>
                <a:cs typeface="Ubuntu Sans"/>
              </a:defRPr>
            </a:lvl9pPr>
          </a:lstStyle>
          <a:p xmlns:a="http://schemas.openxmlformats.org/drawingml/2006/main">
            <a:pPr algn="l">
              <a:defRPr sz="1275" b="1">
                <a:solidFill>
                  <a:srgbClr val="FFCA6A"/>
                </a:solidFill>
                <a:latin typeface="Ubuntu Sans"/>
                <a:ea typeface="Ubuntu Sans"/>
                <a:cs typeface="Ubuntu Sans"/>
              </a:defRPr>
            </a:pPr>
            <a:r>
              <a:rPr sz="1275" b="1">
                <a:solidFill>
                  <a:srgbClr val="FFCA6A"/>
                </a:solidFill>
                <a:latin typeface="Ubuntu Sans"/>
                <a:ea typeface="Ubuntu Sans"/>
                <a:cs typeface="Ubuntu Sans"/>
              </a:rPr>
              <a:t>04</a:t>
            </a:r>
          </a:p>
        </p:txBody>
      </p:sp>
      <p:sp>
        <p:nvSpPr>
          <p:cNvPr id="23" name="">
            <a:extLst xmlns:a="http://schemas.openxmlformats.org/drawingml/2006/main">
              <a:ext uri="{FF2B5EF4-FFF2-40B4-BE49-F238E27FC236}">
                <a16:creationId xmlns:a16="http://schemas.microsoft.com/office/drawing/2014/main" id="{907400F4-1E7B-429E-AB16-165135A5ABEB}"/>
              </a:ext>
            </a:extLst>
          </p:cNvPr>
          <p:cNvSpPr>
            <a:spLocks xmlns:a="http://schemas.openxmlformats.org/drawingml/2006/main" noGrp="1"/>
          </p:cNvSpPr>
          <p:nvPr/>
        </p:nvSpPr>
        <p:spPr>
          <a:xfrm xmlns:a="http://schemas.openxmlformats.org/drawingml/2006/main">
            <a:off x="6257925" y="2819400"/>
            <a:ext cx="114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8406"/>
          </a:bodyPr>
          <a:lstStyle xmlns:a="http://schemas.openxmlformats.org/drawingml/2006/main">
            <a:defPPr algn="l">
              <a:defRPr sz="1725" b="1">
                <a:solidFill>
                  <a:srgbClr val="F4F8FF"/>
                </a:solidFill>
                <a:latin typeface="Ubuntu Sans"/>
                <a:ea typeface="Ubuntu Sans"/>
                <a:cs typeface="Ubuntu Sans"/>
              </a:defRPr>
            </a:defPPr>
            <a:lvl1pPr algn="l">
              <a:defRPr sz="1725" b="1">
                <a:solidFill>
                  <a:srgbClr val="F4F8FF"/>
                </a:solidFill>
                <a:latin typeface="Ubuntu Sans"/>
                <a:ea typeface="Ubuntu Sans"/>
                <a:cs typeface="Ubuntu Sans"/>
              </a:defRPr>
            </a:lvl1pPr>
            <a:lvl2pPr algn="l">
              <a:defRPr sz="1725" b="1">
                <a:solidFill>
                  <a:srgbClr val="F4F8FF"/>
                </a:solidFill>
                <a:latin typeface="Ubuntu Sans"/>
                <a:ea typeface="Ubuntu Sans"/>
                <a:cs typeface="Ubuntu Sans"/>
              </a:defRPr>
            </a:lvl2pPr>
            <a:lvl3pPr algn="l">
              <a:defRPr sz="1725" b="1">
                <a:solidFill>
                  <a:srgbClr val="F4F8FF"/>
                </a:solidFill>
                <a:latin typeface="Ubuntu Sans"/>
                <a:ea typeface="Ubuntu Sans"/>
                <a:cs typeface="Ubuntu Sans"/>
              </a:defRPr>
            </a:lvl3pPr>
            <a:lvl4pPr algn="l">
              <a:defRPr sz="1725" b="1">
                <a:solidFill>
                  <a:srgbClr val="F4F8FF"/>
                </a:solidFill>
                <a:latin typeface="Ubuntu Sans"/>
                <a:ea typeface="Ubuntu Sans"/>
                <a:cs typeface="Ubuntu Sans"/>
              </a:defRPr>
            </a:lvl4pPr>
            <a:lvl5pPr algn="l">
              <a:defRPr sz="1725" b="1">
                <a:solidFill>
                  <a:srgbClr val="F4F8FF"/>
                </a:solidFill>
                <a:latin typeface="Ubuntu Sans"/>
                <a:ea typeface="Ubuntu Sans"/>
                <a:cs typeface="Ubuntu Sans"/>
              </a:defRPr>
            </a:lvl5pPr>
            <a:lvl6pPr algn="l">
              <a:defRPr sz="1725" b="1">
                <a:solidFill>
                  <a:srgbClr val="F4F8FF"/>
                </a:solidFill>
                <a:latin typeface="Ubuntu Sans"/>
                <a:ea typeface="Ubuntu Sans"/>
                <a:cs typeface="Ubuntu Sans"/>
              </a:defRPr>
            </a:lvl6pPr>
            <a:lvl7pPr algn="l">
              <a:defRPr sz="1725" b="1">
                <a:solidFill>
                  <a:srgbClr val="F4F8FF"/>
                </a:solidFill>
                <a:latin typeface="Ubuntu Sans"/>
                <a:ea typeface="Ubuntu Sans"/>
                <a:cs typeface="Ubuntu Sans"/>
              </a:defRPr>
            </a:lvl7pPr>
            <a:lvl8pPr algn="l">
              <a:defRPr sz="1725" b="1">
                <a:solidFill>
                  <a:srgbClr val="F4F8FF"/>
                </a:solidFill>
                <a:latin typeface="Ubuntu Sans"/>
                <a:ea typeface="Ubuntu Sans"/>
                <a:cs typeface="Ubuntu Sans"/>
              </a:defRPr>
            </a:lvl8pPr>
            <a:lvl9pPr algn="l">
              <a:defRPr sz="1725" b="1">
                <a:solidFill>
                  <a:srgbClr val="F4F8FF"/>
                </a:solidFill>
                <a:latin typeface="Ubuntu Sans"/>
                <a:ea typeface="Ubuntu Sans"/>
                <a:cs typeface="Ubuntu Sans"/>
              </a:defRPr>
            </a:lvl9pPr>
          </a:lstStyle>
          <a:p xmlns:a="http://schemas.openxmlformats.org/drawingml/2006/main">
            <a:pPr algn="l">
              <a:defRPr sz="1725" b="1">
                <a:solidFill>
                  <a:srgbClr val="F4F8FF"/>
                </a:solidFill>
                <a:latin typeface="Ubuntu Sans"/>
                <a:ea typeface="Ubuntu Sans"/>
                <a:cs typeface="Ubuntu Sans"/>
              </a:defRPr>
            </a:pPr>
            <a:r>
              <a:rPr sz="1725" b="1">
                <a:solidFill>
                  <a:srgbClr val="F4F8FF"/>
                </a:solidFill>
                <a:latin typeface="Ubuntu Sans"/>
                <a:ea typeface="Ubuntu Sans"/>
                <a:cs typeface="Ubuntu Sans"/>
              </a:rPr>
              <a:t>Review</a:t>
            </a:r>
          </a:p>
        </p:txBody>
      </p:sp>
      <p:sp>
        <p:nvSpPr>
          <p:cNvPr id="24" name="">
            <a:extLst xmlns:a="http://schemas.openxmlformats.org/drawingml/2006/main">
              <a:ext uri="{FF2B5EF4-FFF2-40B4-BE49-F238E27FC236}">
                <a16:creationId xmlns:a16="http://schemas.microsoft.com/office/drawing/2014/main" id="{7332DB74-CAA1-4680-A722-2D3B3069DF07}"/>
              </a:ext>
            </a:extLst>
          </p:cNvPr>
          <p:cNvSpPr>
            <a:spLocks xmlns:a="http://schemas.openxmlformats.org/drawingml/2006/main" noGrp="1"/>
          </p:cNvSpPr>
          <p:nvPr/>
        </p:nvSpPr>
        <p:spPr>
          <a:xfrm xmlns:a="http://schemas.openxmlformats.org/drawingml/2006/main">
            <a:off x="6257925" y="3276600"/>
            <a:ext cx="1143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A9BCD0"/>
                </a:solidFill>
                <a:latin typeface="Ubuntu Sans"/>
                <a:ea typeface="Ubuntu Sans"/>
                <a:cs typeface="Ubuntu Sans"/>
              </a:defRPr>
            </a:defPPr>
            <a:lvl1pPr algn="l">
              <a:defRPr sz="1125" b="0">
                <a:solidFill>
                  <a:srgbClr val="A9BCD0"/>
                </a:solidFill>
                <a:latin typeface="Ubuntu Sans"/>
                <a:ea typeface="Ubuntu Sans"/>
                <a:cs typeface="Ubuntu Sans"/>
              </a:defRPr>
            </a:lvl1pPr>
            <a:lvl2pPr algn="l">
              <a:defRPr sz="1125" b="0">
                <a:solidFill>
                  <a:srgbClr val="A9BCD0"/>
                </a:solidFill>
                <a:latin typeface="Ubuntu Sans"/>
                <a:ea typeface="Ubuntu Sans"/>
                <a:cs typeface="Ubuntu Sans"/>
              </a:defRPr>
            </a:lvl2pPr>
            <a:lvl3pPr algn="l">
              <a:defRPr sz="1125" b="0">
                <a:solidFill>
                  <a:srgbClr val="A9BCD0"/>
                </a:solidFill>
                <a:latin typeface="Ubuntu Sans"/>
                <a:ea typeface="Ubuntu Sans"/>
                <a:cs typeface="Ubuntu Sans"/>
              </a:defRPr>
            </a:lvl3pPr>
            <a:lvl4pPr algn="l">
              <a:defRPr sz="1125" b="0">
                <a:solidFill>
                  <a:srgbClr val="A9BCD0"/>
                </a:solidFill>
                <a:latin typeface="Ubuntu Sans"/>
                <a:ea typeface="Ubuntu Sans"/>
                <a:cs typeface="Ubuntu Sans"/>
              </a:defRPr>
            </a:lvl4pPr>
            <a:lvl5pPr algn="l">
              <a:defRPr sz="1125" b="0">
                <a:solidFill>
                  <a:srgbClr val="A9BCD0"/>
                </a:solidFill>
                <a:latin typeface="Ubuntu Sans"/>
                <a:ea typeface="Ubuntu Sans"/>
                <a:cs typeface="Ubuntu Sans"/>
              </a:defRPr>
            </a:lvl5pPr>
            <a:lvl6pPr algn="l">
              <a:defRPr sz="1125" b="0">
                <a:solidFill>
                  <a:srgbClr val="A9BCD0"/>
                </a:solidFill>
                <a:latin typeface="Ubuntu Sans"/>
                <a:ea typeface="Ubuntu Sans"/>
                <a:cs typeface="Ubuntu Sans"/>
              </a:defRPr>
            </a:lvl6pPr>
            <a:lvl7pPr algn="l">
              <a:defRPr sz="1125" b="0">
                <a:solidFill>
                  <a:srgbClr val="A9BCD0"/>
                </a:solidFill>
                <a:latin typeface="Ubuntu Sans"/>
                <a:ea typeface="Ubuntu Sans"/>
                <a:cs typeface="Ubuntu Sans"/>
              </a:defRPr>
            </a:lvl7pPr>
            <a:lvl8pPr algn="l">
              <a:defRPr sz="1125" b="0">
                <a:solidFill>
                  <a:srgbClr val="A9BCD0"/>
                </a:solidFill>
                <a:latin typeface="Ubuntu Sans"/>
                <a:ea typeface="Ubuntu Sans"/>
                <a:cs typeface="Ubuntu Sans"/>
              </a:defRPr>
            </a:lvl8pPr>
            <a:lvl9pPr algn="l">
              <a:defRPr sz="1125" b="0">
                <a:solidFill>
                  <a:srgbClr val="A9BCD0"/>
                </a:solidFill>
                <a:latin typeface="Ubuntu Sans"/>
                <a:ea typeface="Ubuntu Sans"/>
                <a:cs typeface="Ubuntu Sans"/>
              </a:defRPr>
            </a:lvl9pPr>
          </a:lstStyle>
          <a:p xmlns:a="http://schemas.openxmlformats.org/drawingml/2006/main">
            <a:pPr algn="l">
              <a:defRPr sz="1125" b="0">
                <a:solidFill>
                  <a:srgbClr val="A9BCD0"/>
                </a:solidFill>
                <a:latin typeface="Ubuntu Sans"/>
                <a:ea typeface="Ubuntu Sans"/>
                <a:cs typeface="Ubuntu Sans"/>
              </a:defRPr>
            </a:pPr>
            <a:r>
              <a:rPr sz="1125" b="0">
                <a:solidFill>
                  <a:srgbClr val="A9BCD0"/>
                </a:solidFill>
                <a:latin typeface="Ubuntu Sans"/>
                <a:ea typeface="Ubuntu Sans"/>
                <a:cs typeface="Ubuntu Sans"/>
              </a:rPr>
              <a:t>Authorized company member</a:t>
            </a:r>
          </a:p>
        </p:txBody>
      </p:sp>
      <p:sp>
        <p:nvSpPr>
          <p:cNvPr id="25" name="">
            <a:extLst xmlns:a="http://schemas.openxmlformats.org/drawingml/2006/main">
              <a:ext uri="{FF2B5EF4-FFF2-40B4-BE49-F238E27FC236}">
                <a16:creationId xmlns:a16="http://schemas.microsoft.com/office/drawing/2014/main" id="{E6456DD6-F8B0-4453-BCE7-E165D9970801}"/>
              </a:ext>
            </a:extLst>
          </p:cNvPr>
          <p:cNvSpPr>
            <a:spLocks xmlns:a="http://schemas.openxmlformats.org/drawingml/2006/main" noGrp="1"/>
          </p:cNvSpPr>
          <p:nvPr/>
        </p:nvSpPr>
        <p:spPr>
          <a:xfrm xmlns:a="http://schemas.openxmlformats.org/drawingml/2006/main">
            <a:off x="7591425" y="3219450"/>
            <a:ext cx="295275" cy="0"/>
          </a:xfrm>
          <a:prstGeom xmlns:a="http://schemas.openxmlformats.org/drawingml/2006/main" prst="line">
            <a:avLst/>
          </a:prstGeom>
          <a:noFill xmlns:a="http://schemas.openxmlformats.org/drawingml/2006/main"/>
          <a:ln xmlns:a="http://schemas.openxmlformats.org/drawingml/2006/main" w="19050">
            <a:solidFill>
              <a:srgbClr val="2B4563"/>
            </a:solidFill>
            <a:prstDash val="solid"/>
          </a:ln>
        </p:spPr>
      </p:sp>
      <p:sp>
        <p:nvSpPr>
          <p:cNvPr id="26" name="">
            <a:extLst xmlns:a="http://schemas.openxmlformats.org/drawingml/2006/main">
              <a:ext uri="{FF2B5EF4-FFF2-40B4-BE49-F238E27FC236}">
                <a16:creationId xmlns:a16="http://schemas.microsoft.com/office/drawing/2014/main" id="{809B0F77-9473-48D7-8183-E78A6D2A2F94}"/>
              </a:ext>
            </a:extLst>
          </p:cNvPr>
          <p:cNvSpPr>
            <a:spLocks xmlns:a="http://schemas.openxmlformats.org/drawingml/2006/main" noGrp="1"/>
          </p:cNvSpPr>
          <p:nvPr/>
        </p:nvSpPr>
        <p:spPr>
          <a:xfrm xmlns:a="http://schemas.openxmlformats.org/drawingml/2006/main">
            <a:off x="7886700" y="2286000"/>
            <a:ext cx="1524000" cy="1866900"/>
          </a:xfrm>
          <a:prstGeom xmlns:a="http://schemas.openxmlformats.org/drawingml/2006/main" prst="roundRect">
            <a:avLst>
              <a:gd name="adj" fmla="val 7500"/>
            </a:avLst>
          </a:prstGeom>
          <a:solidFill xmlns:a="http://schemas.openxmlformats.org/drawingml/2006/main">
            <a:srgbClr val="10223A"/>
          </a:solidFill>
          <a:ln xmlns:a="http://schemas.openxmlformats.org/drawingml/2006/main" w="19050">
            <a:solidFill>
              <a:srgbClr val="55D6A5"/>
            </a:solidFill>
            <a:prstDash val="solid"/>
          </a:ln>
        </p:spPr>
      </p:sp>
      <p:sp>
        <p:nvSpPr>
          <p:cNvPr id="27" name="">
            <a:extLst xmlns:a="http://schemas.openxmlformats.org/drawingml/2006/main">
              <a:ext uri="{FF2B5EF4-FFF2-40B4-BE49-F238E27FC236}">
                <a16:creationId xmlns:a16="http://schemas.microsoft.com/office/drawing/2014/main" id="{EF99943A-F6E1-4B5B-8A54-74EE4B1862CF}"/>
              </a:ext>
            </a:extLst>
          </p:cNvPr>
          <p:cNvSpPr>
            <a:spLocks xmlns:a="http://schemas.openxmlformats.org/drawingml/2006/main" noGrp="1"/>
          </p:cNvSpPr>
          <p:nvPr/>
        </p:nvSpPr>
        <p:spPr>
          <a:xfrm xmlns:a="http://schemas.openxmlformats.org/drawingml/2006/main">
            <a:off x="8077200" y="2438400"/>
            <a:ext cx="438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275" b="1">
                <a:solidFill>
                  <a:srgbClr val="55D6A5"/>
                </a:solidFill>
                <a:latin typeface="Ubuntu Sans"/>
                <a:ea typeface="Ubuntu Sans"/>
                <a:cs typeface="Ubuntu Sans"/>
              </a:defRPr>
            </a:defPPr>
            <a:lvl1pPr algn="l">
              <a:defRPr sz="1275" b="1">
                <a:solidFill>
                  <a:srgbClr val="55D6A5"/>
                </a:solidFill>
                <a:latin typeface="Ubuntu Sans"/>
                <a:ea typeface="Ubuntu Sans"/>
                <a:cs typeface="Ubuntu Sans"/>
              </a:defRPr>
            </a:lvl1pPr>
            <a:lvl2pPr algn="l">
              <a:defRPr sz="1275" b="1">
                <a:solidFill>
                  <a:srgbClr val="55D6A5"/>
                </a:solidFill>
                <a:latin typeface="Ubuntu Sans"/>
                <a:ea typeface="Ubuntu Sans"/>
                <a:cs typeface="Ubuntu Sans"/>
              </a:defRPr>
            </a:lvl2pPr>
            <a:lvl3pPr algn="l">
              <a:defRPr sz="1275" b="1">
                <a:solidFill>
                  <a:srgbClr val="55D6A5"/>
                </a:solidFill>
                <a:latin typeface="Ubuntu Sans"/>
                <a:ea typeface="Ubuntu Sans"/>
                <a:cs typeface="Ubuntu Sans"/>
              </a:defRPr>
            </a:lvl3pPr>
            <a:lvl4pPr algn="l">
              <a:defRPr sz="1275" b="1">
                <a:solidFill>
                  <a:srgbClr val="55D6A5"/>
                </a:solidFill>
                <a:latin typeface="Ubuntu Sans"/>
                <a:ea typeface="Ubuntu Sans"/>
                <a:cs typeface="Ubuntu Sans"/>
              </a:defRPr>
            </a:lvl4pPr>
            <a:lvl5pPr algn="l">
              <a:defRPr sz="1275" b="1">
                <a:solidFill>
                  <a:srgbClr val="55D6A5"/>
                </a:solidFill>
                <a:latin typeface="Ubuntu Sans"/>
                <a:ea typeface="Ubuntu Sans"/>
                <a:cs typeface="Ubuntu Sans"/>
              </a:defRPr>
            </a:lvl5pPr>
            <a:lvl6pPr algn="l">
              <a:defRPr sz="1275" b="1">
                <a:solidFill>
                  <a:srgbClr val="55D6A5"/>
                </a:solidFill>
                <a:latin typeface="Ubuntu Sans"/>
                <a:ea typeface="Ubuntu Sans"/>
                <a:cs typeface="Ubuntu Sans"/>
              </a:defRPr>
            </a:lvl6pPr>
            <a:lvl7pPr algn="l">
              <a:defRPr sz="1275" b="1">
                <a:solidFill>
                  <a:srgbClr val="55D6A5"/>
                </a:solidFill>
                <a:latin typeface="Ubuntu Sans"/>
                <a:ea typeface="Ubuntu Sans"/>
                <a:cs typeface="Ubuntu Sans"/>
              </a:defRPr>
            </a:lvl7pPr>
            <a:lvl8pPr algn="l">
              <a:defRPr sz="1275" b="1">
                <a:solidFill>
                  <a:srgbClr val="55D6A5"/>
                </a:solidFill>
                <a:latin typeface="Ubuntu Sans"/>
                <a:ea typeface="Ubuntu Sans"/>
                <a:cs typeface="Ubuntu Sans"/>
              </a:defRPr>
            </a:lvl8pPr>
            <a:lvl9pPr algn="l">
              <a:defRPr sz="1275" b="1">
                <a:solidFill>
                  <a:srgbClr val="55D6A5"/>
                </a:solidFill>
                <a:latin typeface="Ubuntu Sans"/>
                <a:ea typeface="Ubuntu Sans"/>
                <a:cs typeface="Ubuntu Sans"/>
              </a:defRPr>
            </a:lvl9pPr>
          </a:lstStyle>
          <a:p xmlns:a="http://schemas.openxmlformats.org/drawingml/2006/main">
            <a:pPr algn="l">
              <a:defRPr sz="1275" b="1">
                <a:solidFill>
                  <a:srgbClr val="55D6A5"/>
                </a:solidFill>
                <a:latin typeface="Ubuntu Sans"/>
                <a:ea typeface="Ubuntu Sans"/>
                <a:cs typeface="Ubuntu Sans"/>
              </a:defRPr>
            </a:pPr>
            <a:r>
              <a:rPr sz="1275" b="1">
                <a:solidFill>
                  <a:srgbClr val="55D6A5"/>
                </a:solidFill>
                <a:latin typeface="Ubuntu Sans"/>
                <a:ea typeface="Ubuntu Sans"/>
                <a:cs typeface="Ubuntu Sans"/>
              </a:rPr>
              <a:t>05</a:t>
            </a:r>
          </a:p>
        </p:txBody>
      </p:sp>
      <p:sp>
        <p:nvSpPr>
          <p:cNvPr id="28" name="">
            <a:extLst xmlns:a="http://schemas.openxmlformats.org/drawingml/2006/main">
              <a:ext uri="{FF2B5EF4-FFF2-40B4-BE49-F238E27FC236}">
                <a16:creationId xmlns:a16="http://schemas.microsoft.com/office/drawing/2014/main" id="{77700001-1BC4-4FAE-A822-AE4847489A53}"/>
              </a:ext>
            </a:extLst>
          </p:cNvPr>
          <p:cNvSpPr>
            <a:spLocks xmlns:a="http://schemas.openxmlformats.org/drawingml/2006/main" noGrp="1"/>
          </p:cNvSpPr>
          <p:nvPr/>
        </p:nvSpPr>
        <p:spPr>
          <a:xfrm xmlns:a="http://schemas.openxmlformats.org/drawingml/2006/main">
            <a:off x="8077200" y="2819400"/>
            <a:ext cx="114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8406"/>
          </a:bodyPr>
          <a:lstStyle xmlns:a="http://schemas.openxmlformats.org/drawingml/2006/main">
            <a:defPPr algn="l">
              <a:defRPr sz="1725" b="1">
                <a:solidFill>
                  <a:srgbClr val="F4F8FF"/>
                </a:solidFill>
                <a:latin typeface="Ubuntu Sans"/>
                <a:ea typeface="Ubuntu Sans"/>
                <a:cs typeface="Ubuntu Sans"/>
              </a:defRPr>
            </a:defPPr>
            <a:lvl1pPr algn="l">
              <a:defRPr sz="1725" b="1">
                <a:solidFill>
                  <a:srgbClr val="F4F8FF"/>
                </a:solidFill>
                <a:latin typeface="Ubuntu Sans"/>
                <a:ea typeface="Ubuntu Sans"/>
                <a:cs typeface="Ubuntu Sans"/>
              </a:defRPr>
            </a:lvl1pPr>
            <a:lvl2pPr algn="l">
              <a:defRPr sz="1725" b="1">
                <a:solidFill>
                  <a:srgbClr val="F4F8FF"/>
                </a:solidFill>
                <a:latin typeface="Ubuntu Sans"/>
                <a:ea typeface="Ubuntu Sans"/>
                <a:cs typeface="Ubuntu Sans"/>
              </a:defRPr>
            </a:lvl2pPr>
            <a:lvl3pPr algn="l">
              <a:defRPr sz="1725" b="1">
                <a:solidFill>
                  <a:srgbClr val="F4F8FF"/>
                </a:solidFill>
                <a:latin typeface="Ubuntu Sans"/>
                <a:ea typeface="Ubuntu Sans"/>
                <a:cs typeface="Ubuntu Sans"/>
              </a:defRPr>
            </a:lvl3pPr>
            <a:lvl4pPr algn="l">
              <a:defRPr sz="1725" b="1">
                <a:solidFill>
                  <a:srgbClr val="F4F8FF"/>
                </a:solidFill>
                <a:latin typeface="Ubuntu Sans"/>
                <a:ea typeface="Ubuntu Sans"/>
                <a:cs typeface="Ubuntu Sans"/>
              </a:defRPr>
            </a:lvl4pPr>
            <a:lvl5pPr algn="l">
              <a:defRPr sz="1725" b="1">
                <a:solidFill>
                  <a:srgbClr val="F4F8FF"/>
                </a:solidFill>
                <a:latin typeface="Ubuntu Sans"/>
                <a:ea typeface="Ubuntu Sans"/>
                <a:cs typeface="Ubuntu Sans"/>
              </a:defRPr>
            </a:lvl5pPr>
            <a:lvl6pPr algn="l">
              <a:defRPr sz="1725" b="1">
                <a:solidFill>
                  <a:srgbClr val="F4F8FF"/>
                </a:solidFill>
                <a:latin typeface="Ubuntu Sans"/>
                <a:ea typeface="Ubuntu Sans"/>
                <a:cs typeface="Ubuntu Sans"/>
              </a:defRPr>
            </a:lvl6pPr>
            <a:lvl7pPr algn="l">
              <a:defRPr sz="1725" b="1">
                <a:solidFill>
                  <a:srgbClr val="F4F8FF"/>
                </a:solidFill>
                <a:latin typeface="Ubuntu Sans"/>
                <a:ea typeface="Ubuntu Sans"/>
                <a:cs typeface="Ubuntu Sans"/>
              </a:defRPr>
            </a:lvl7pPr>
            <a:lvl8pPr algn="l">
              <a:defRPr sz="1725" b="1">
                <a:solidFill>
                  <a:srgbClr val="F4F8FF"/>
                </a:solidFill>
                <a:latin typeface="Ubuntu Sans"/>
                <a:ea typeface="Ubuntu Sans"/>
                <a:cs typeface="Ubuntu Sans"/>
              </a:defRPr>
            </a:lvl8pPr>
            <a:lvl9pPr algn="l">
              <a:defRPr sz="1725" b="1">
                <a:solidFill>
                  <a:srgbClr val="F4F8FF"/>
                </a:solidFill>
                <a:latin typeface="Ubuntu Sans"/>
                <a:ea typeface="Ubuntu Sans"/>
                <a:cs typeface="Ubuntu Sans"/>
              </a:defRPr>
            </a:lvl9pPr>
          </a:lstStyle>
          <a:p xmlns:a="http://schemas.openxmlformats.org/drawingml/2006/main">
            <a:pPr algn="l">
              <a:defRPr sz="1725" b="1">
                <a:solidFill>
                  <a:srgbClr val="F4F8FF"/>
                </a:solidFill>
                <a:latin typeface="Ubuntu Sans"/>
                <a:ea typeface="Ubuntu Sans"/>
                <a:cs typeface="Ubuntu Sans"/>
              </a:defRPr>
            </a:pPr>
            <a:r>
              <a:rPr sz="1725" b="1">
                <a:solidFill>
                  <a:srgbClr val="F4F8FF"/>
                </a:solidFill>
                <a:latin typeface="Ubuntu Sans"/>
                <a:ea typeface="Ubuntu Sans"/>
                <a:cs typeface="Ubuntu Sans"/>
              </a:rPr>
              <a:t>Interview</a:t>
            </a:r>
          </a:p>
        </p:txBody>
      </p:sp>
      <p:sp>
        <p:nvSpPr>
          <p:cNvPr id="29" name="">
            <a:extLst xmlns:a="http://schemas.openxmlformats.org/drawingml/2006/main">
              <a:ext uri="{FF2B5EF4-FFF2-40B4-BE49-F238E27FC236}">
                <a16:creationId xmlns:a16="http://schemas.microsoft.com/office/drawing/2014/main" id="{19F77E52-080E-440B-983B-33CB64470F77}"/>
              </a:ext>
            </a:extLst>
          </p:cNvPr>
          <p:cNvSpPr>
            <a:spLocks xmlns:a="http://schemas.openxmlformats.org/drawingml/2006/main" noGrp="1"/>
          </p:cNvSpPr>
          <p:nvPr/>
        </p:nvSpPr>
        <p:spPr>
          <a:xfrm xmlns:a="http://schemas.openxmlformats.org/drawingml/2006/main">
            <a:off x="8077200" y="3276600"/>
            <a:ext cx="1143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A9BCD0"/>
                </a:solidFill>
                <a:latin typeface="Ubuntu Sans"/>
                <a:ea typeface="Ubuntu Sans"/>
                <a:cs typeface="Ubuntu Sans"/>
              </a:defRPr>
            </a:defPPr>
            <a:lvl1pPr algn="l">
              <a:defRPr sz="1125" b="0">
                <a:solidFill>
                  <a:srgbClr val="A9BCD0"/>
                </a:solidFill>
                <a:latin typeface="Ubuntu Sans"/>
                <a:ea typeface="Ubuntu Sans"/>
                <a:cs typeface="Ubuntu Sans"/>
              </a:defRPr>
            </a:lvl1pPr>
            <a:lvl2pPr algn="l">
              <a:defRPr sz="1125" b="0">
                <a:solidFill>
                  <a:srgbClr val="A9BCD0"/>
                </a:solidFill>
                <a:latin typeface="Ubuntu Sans"/>
                <a:ea typeface="Ubuntu Sans"/>
                <a:cs typeface="Ubuntu Sans"/>
              </a:defRPr>
            </a:lvl2pPr>
            <a:lvl3pPr algn="l">
              <a:defRPr sz="1125" b="0">
                <a:solidFill>
                  <a:srgbClr val="A9BCD0"/>
                </a:solidFill>
                <a:latin typeface="Ubuntu Sans"/>
                <a:ea typeface="Ubuntu Sans"/>
                <a:cs typeface="Ubuntu Sans"/>
              </a:defRPr>
            </a:lvl3pPr>
            <a:lvl4pPr algn="l">
              <a:defRPr sz="1125" b="0">
                <a:solidFill>
                  <a:srgbClr val="A9BCD0"/>
                </a:solidFill>
                <a:latin typeface="Ubuntu Sans"/>
                <a:ea typeface="Ubuntu Sans"/>
                <a:cs typeface="Ubuntu Sans"/>
              </a:defRPr>
            </a:lvl4pPr>
            <a:lvl5pPr algn="l">
              <a:defRPr sz="1125" b="0">
                <a:solidFill>
                  <a:srgbClr val="A9BCD0"/>
                </a:solidFill>
                <a:latin typeface="Ubuntu Sans"/>
                <a:ea typeface="Ubuntu Sans"/>
                <a:cs typeface="Ubuntu Sans"/>
              </a:defRPr>
            </a:lvl5pPr>
            <a:lvl6pPr algn="l">
              <a:defRPr sz="1125" b="0">
                <a:solidFill>
                  <a:srgbClr val="A9BCD0"/>
                </a:solidFill>
                <a:latin typeface="Ubuntu Sans"/>
                <a:ea typeface="Ubuntu Sans"/>
                <a:cs typeface="Ubuntu Sans"/>
              </a:defRPr>
            </a:lvl6pPr>
            <a:lvl7pPr algn="l">
              <a:defRPr sz="1125" b="0">
                <a:solidFill>
                  <a:srgbClr val="A9BCD0"/>
                </a:solidFill>
                <a:latin typeface="Ubuntu Sans"/>
                <a:ea typeface="Ubuntu Sans"/>
                <a:cs typeface="Ubuntu Sans"/>
              </a:defRPr>
            </a:lvl7pPr>
            <a:lvl8pPr algn="l">
              <a:defRPr sz="1125" b="0">
                <a:solidFill>
                  <a:srgbClr val="A9BCD0"/>
                </a:solidFill>
                <a:latin typeface="Ubuntu Sans"/>
                <a:ea typeface="Ubuntu Sans"/>
                <a:cs typeface="Ubuntu Sans"/>
              </a:defRPr>
            </a:lvl8pPr>
            <a:lvl9pPr algn="l">
              <a:defRPr sz="1125" b="0">
                <a:solidFill>
                  <a:srgbClr val="A9BCD0"/>
                </a:solidFill>
                <a:latin typeface="Ubuntu Sans"/>
                <a:ea typeface="Ubuntu Sans"/>
                <a:cs typeface="Ubuntu Sans"/>
              </a:defRPr>
            </a:lvl9pPr>
          </a:lstStyle>
          <a:p xmlns:a="http://schemas.openxmlformats.org/drawingml/2006/main">
            <a:pPr algn="l">
              <a:defRPr sz="1125" b="0">
                <a:solidFill>
                  <a:srgbClr val="A9BCD0"/>
                </a:solidFill>
                <a:latin typeface="Ubuntu Sans"/>
                <a:ea typeface="Ubuntu Sans"/>
                <a:cs typeface="Ubuntu Sans"/>
              </a:defRPr>
            </a:pPr>
            <a:r>
              <a:rPr sz="1125" b="0">
                <a:solidFill>
                  <a:srgbClr val="A9BCD0"/>
                </a:solidFill>
                <a:latin typeface="Ubuntu Sans"/>
                <a:ea typeface="Ubuntu Sans"/>
                <a:cs typeface="Ubuntu Sans"/>
              </a:rPr>
              <a:t>Scheduling and feedback</a:t>
            </a:r>
          </a:p>
        </p:txBody>
      </p:sp>
      <p:sp>
        <p:nvSpPr>
          <p:cNvPr id="30" name="">
            <a:extLst xmlns:a="http://schemas.openxmlformats.org/drawingml/2006/main">
              <a:ext uri="{FF2B5EF4-FFF2-40B4-BE49-F238E27FC236}">
                <a16:creationId xmlns:a16="http://schemas.microsoft.com/office/drawing/2014/main" id="{0C69D65E-20AA-4B15-B9FD-F94A10296E38}"/>
              </a:ext>
            </a:extLst>
          </p:cNvPr>
          <p:cNvSpPr>
            <a:spLocks xmlns:a="http://schemas.openxmlformats.org/drawingml/2006/main" noGrp="1"/>
          </p:cNvSpPr>
          <p:nvPr/>
        </p:nvSpPr>
        <p:spPr>
          <a:xfrm xmlns:a="http://schemas.openxmlformats.org/drawingml/2006/main">
            <a:off x="9410700" y="3219450"/>
            <a:ext cx="295275" cy="0"/>
          </a:xfrm>
          <a:prstGeom xmlns:a="http://schemas.openxmlformats.org/drawingml/2006/main" prst="line">
            <a:avLst/>
          </a:prstGeom>
          <a:noFill xmlns:a="http://schemas.openxmlformats.org/drawingml/2006/main"/>
          <a:ln xmlns:a="http://schemas.openxmlformats.org/drawingml/2006/main" w="19050">
            <a:solidFill>
              <a:srgbClr val="2B4563"/>
            </a:solidFill>
            <a:prstDash val="solid"/>
          </a:ln>
        </p:spPr>
      </p:sp>
      <p:sp>
        <p:nvSpPr>
          <p:cNvPr id="31" name="">
            <a:extLst xmlns:a="http://schemas.openxmlformats.org/drawingml/2006/main">
              <a:ext uri="{FF2B5EF4-FFF2-40B4-BE49-F238E27FC236}">
                <a16:creationId xmlns:a16="http://schemas.microsoft.com/office/drawing/2014/main" id="{E75DFB4A-2857-4F4F-8504-374FF40C3F88}"/>
              </a:ext>
            </a:extLst>
          </p:cNvPr>
          <p:cNvSpPr>
            <a:spLocks xmlns:a="http://schemas.openxmlformats.org/drawingml/2006/main" noGrp="1"/>
          </p:cNvSpPr>
          <p:nvPr/>
        </p:nvSpPr>
        <p:spPr>
          <a:xfrm xmlns:a="http://schemas.openxmlformats.org/drawingml/2006/main">
            <a:off x="9705975" y="2286000"/>
            <a:ext cx="1524000" cy="1866900"/>
          </a:xfrm>
          <a:prstGeom xmlns:a="http://schemas.openxmlformats.org/drawingml/2006/main" prst="roundRect">
            <a:avLst>
              <a:gd name="adj" fmla="val 7500"/>
            </a:avLst>
          </a:prstGeom>
          <a:solidFill xmlns:a="http://schemas.openxmlformats.org/drawingml/2006/main">
            <a:srgbClr val="10223A"/>
          </a:solidFill>
          <a:ln xmlns:a="http://schemas.openxmlformats.org/drawingml/2006/main" w="19050">
            <a:solidFill>
              <a:srgbClr val="FF7B8A"/>
            </a:solidFill>
            <a:prstDash val="solid"/>
          </a:ln>
        </p:spPr>
      </p:sp>
      <p:sp>
        <p:nvSpPr>
          <p:cNvPr id="32" name="">
            <a:extLst xmlns:a="http://schemas.openxmlformats.org/drawingml/2006/main">
              <a:ext uri="{FF2B5EF4-FFF2-40B4-BE49-F238E27FC236}">
                <a16:creationId xmlns:a16="http://schemas.microsoft.com/office/drawing/2014/main" id="{B89CB231-7AAC-42D6-A174-604504E4FEA9}"/>
              </a:ext>
            </a:extLst>
          </p:cNvPr>
          <p:cNvSpPr>
            <a:spLocks xmlns:a="http://schemas.openxmlformats.org/drawingml/2006/main" noGrp="1"/>
          </p:cNvSpPr>
          <p:nvPr/>
        </p:nvSpPr>
        <p:spPr>
          <a:xfrm xmlns:a="http://schemas.openxmlformats.org/drawingml/2006/main">
            <a:off x="9896475" y="2438400"/>
            <a:ext cx="438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275" b="1">
                <a:solidFill>
                  <a:srgbClr val="FF7B8A"/>
                </a:solidFill>
                <a:latin typeface="Ubuntu Sans"/>
                <a:ea typeface="Ubuntu Sans"/>
                <a:cs typeface="Ubuntu Sans"/>
              </a:defRPr>
            </a:defPPr>
            <a:lvl1pPr algn="l">
              <a:defRPr sz="1275" b="1">
                <a:solidFill>
                  <a:srgbClr val="FF7B8A"/>
                </a:solidFill>
                <a:latin typeface="Ubuntu Sans"/>
                <a:ea typeface="Ubuntu Sans"/>
                <a:cs typeface="Ubuntu Sans"/>
              </a:defRPr>
            </a:lvl1pPr>
            <a:lvl2pPr algn="l">
              <a:defRPr sz="1275" b="1">
                <a:solidFill>
                  <a:srgbClr val="FF7B8A"/>
                </a:solidFill>
                <a:latin typeface="Ubuntu Sans"/>
                <a:ea typeface="Ubuntu Sans"/>
                <a:cs typeface="Ubuntu Sans"/>
              </a:defRPr>
            </a:lvl2pPr>
            <a:lvl3pPr algn="l">
              <a:defRPr sz="1275" b="1">
                <a:solidFill>
                  <a:srgbClr val="FF7B8A"/>
                </a:solidFill>
                <a:latin typeface="Ubuntu Sans"/>
                <a:ea typeface="Ubuntu Sans"/>
                <a:cs typeface="Ubuntu Sans"/>
              </a:defRPr>
            </a:lvl3pPr>
            <a:lvl4pPr algn="l">
              <a:defRPr sz="1275" b="1">
                <a:solidFill>
                  <a:srgbClr val="FF7B8A"/>
                </a:solidFill>
                <a:latin typeface="Ubuntu Sans"/>
                <a:ea typeface="Ubuntu Sans"/>
                <a:cs typeface="Ubuntu Sans"/>
              </a:defRPr>
            </a:lvl4pPr>
            <a:lvl5pPr algn="l">
              <a:defRPr sz="1275" b="1">
                <a:solidFill>
                  <a:srgbClr val="FF7B8A"/>
                </a:solidFill>
                <a:latin typeface="Ubuntu Sans"/>
                <a:ea typeface="Ubuntu Sans"/>
                <a:cs typeface="Ubuntu Sans"/>
              </a:defRPr>
            </a:lvl5pPr>
            <a:lvl6pPr algn="l">
              <a:defRPr sz="1275" b="1">
                <a:solidFill>
                  <a:srgbClr val="FF7B8A"/>
                </a:solidFill>
                <a:latin typeface="Ubuntu Sans"/>
                <a:ea typeface="Ubuntu Sans"/>
                <a:cs typeface="Ubuntu Sans"/>
              </a:defRPr>
            </a:lvl6pPr>
            <a:lvl7pPr algn="l">
              <a:defRPr sz="1275" b="1">
                <a:solidFill>
                  <a:srgbClr val="FF7B8A"/>
                </a:solidFill>
                <a:latin typeface="Ubuntu Sans"/>
                <a:ea typeface="Ubuntu Sans"/>
                <a:cs typeface="Ubuntu Sans"/>
              </a:defRPr>
            </a:lvl7pPr>
            <a:lvl8pPr algn="l">
              <a:defRPr sz="1275" b="1">
                <a:solidFill>
                  <a:srgbClr val="FF7B8A"/>
                </a:solidFill>
                <a:latin typeface="Ubuntu Sans"/>
                <a:ea typeface="Ubuntu Sans"/>
                <a:cs typeface="Ubuntu Sans"/>
              </a:defRPr>
            </a:lvl8pPr>
            <a:lvl9pPr algn="l">
              <a:defRPr sz="1275" b="1">
                <a:solidFill>
                  <a:srgbClr val="FF7B8A"/>
                </a:solidFill>
                <a:latin typeface="Ubuntu Sans"/>
                <a:ea typeface="Ubuntu Sans"/>
                <a:cs typeface="Ubuntu Sans"/>
              </a:defRPr>
            </a:lvl9pPr>
          </a:lstStyle>
          <a:p xmlns:a="http://schemas.openxmlformats.org/drawingml/2006/main">
            <a:pPr algn="l">
              <a:defRPr sz="1275" b="1">
                <a:solidFill>
                  <a:srgbClr val="FF7B8A"/>
                </a:solidFill>
                <a:latin typeface="Ubuntu Sans"/>
                <a:ea typeface="Ubuntu Sans"/>
                <a:cs typeface="Ubuntu Sans"/>
              </a:defRPr>
            </a:pPr>
            <a:r>
              <a:rPr sz="1275" b="1">
                <a:solidFill>
                  <a:srgbClr val="FF7B8A"/>
                </a:solidFill>
                <a:latin typeface="Ubuntu Sans"/>
                <a:ea typeface="Ubuntu Sans"/>
                <a:cs typeface="Ubuntu Sans"/>
              </a:rPr>
              <a:t>06</a:t>
            </a:r>
          </a:p>
        </p:txBody>
      </p:sp>
      <p:sp>
        <p:nvSpPr>
          <p:cNvPr id="33" name="">
            <a:extLst xmlns:a="http://schemas.openxmlformats.org/drawingml/2006/main">
              <a:ext uri="{FF2B5EF4-FFF2-40B4-BE49-F238E27FC236}">
                <a16:creationId xmlns:a16="http://schemas.microsoft.com/office/drawing/2014/main" id="{AF0E7882-C948-4D4B-B902-4C0BBC2768E8}"/>
              </a:ext>
            </a:extLst>
          </p:cNvPr>
          <p:cNvSpPr>
            <a:spLocks xmlns:a="http://schemas.openxmlformats.org/drawingml/2006/main" noGrp="1"/>
          </p:cNvSpPr>
          <p:nvPr/>
        </p:nvSpPr>
        <p:spPr>
          <a:xfrm xmlns:a="http://schemas.openxmlformats.org/drawingml/2006/main">
            <a:off x="9896475" y="2819400"/>
            <a:ext cx="114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8406"/>
          </a:bodyPr>
          <a:lstStyle xmlns:a="http://schemas.openxmlformats.org/drawingml/2006/main">
            <a:defPPr algn="l">
              <a:defRPr sz="1725" b="1">
                <a:solidFill>
                  <a:srgbClr val="F4F8FF"/>
                </a:solidFill>
                <a:latin typeface="Ubuntu Sans"/>
                <a:ea typeface="Ubuntu Sans"/>
                <a:cs typeface="Ubuntu Sans"/>
              </a:defRPr>
            </a:defPPr>
            <a:lvl1pPr algn="l">
              <a:defRPr sz="1725" b="1">
                <a:solidFill>
                  <a:srgbClr val="F4F8FF"/>
                </a:solidFill>
                <a:latin typeface="Ubuntu Sans"/>
                <a:ea typeface="Ubuntu Sans"/>
                <a:cs typeface="Ubuntu Sans"/>
              </a:defRPr>
            </a:lvl1pPr>
            <a:lvl2pPr algn="l">
              <a:defRPr sz="1725" b="1">
                <a:solidFill>
                  <a:srgbClr val="F4F8FF"/>
                </a:solidFill>
                <a:latin typeface="Ubuntu Sans"/>
                <a:ea typeface="Ubuntu Sans"/>
                <a:cs typeface="Ubuntu Sans"/>
              </a:defRPr>
            </a:lvl2pPr>
            <a:lvl3pPr algn="l">
              <a:defRPr sz="1725" b="1">
                <a:solidFill>
                  <a:srgbClr val="F4F8FF"/>
                </a:solidFill>
                <a:latin typeface="Ubuntu Sans"/>
                <a:ea typeface="Ubuntu Sans"/>
                <a:cs typeface="Ubuntu Sans"/>
              </a:defRPr>
            </a:lvl3pPr>
            <a:lvl4pPr algn="l">
              <a:defRPr sz="1725" b="1">
                <a:solidFill>
                  <a:srgbClr val="F4F8FF"/>
                </a:solidFill>
                <a:latin typeface="Ubuntu Sans"/>
                <a:ea typeface="Ubuntu Sans"/>
                <a:cs typeface="Ubuntu Sans"/>
              </a:defRPr>
            </a:lvl4pPr>
            <a:lvl5pPr algn="l">
              <a:defRPr sz="1725" b="1">
                <a:solidFill>
                  <a:srgbClr val="F4F8FF"/>
                </a:solidFill>
                <a:latin typeface="Ubuntu Sans"/>
                <a:ea typeface="Ubuntu Sans"/>
                <a:cs typeface="Ubuntu Sans"/>
              </a:defRPr>
            </a:lvl5pPr>
            <a:lvl6pPr algn="l">
              <a:defRPr sz="1725" b="1">
                <a:solidFill>
                  <a:srgbClr val="F4F8FF"/>
                </a:solidFill>
                <a:latin typeface="Ubuntu Sans"/>
                <a:ea typeface="Ubuntu Sans"/>
                <a:cs typeface="Ubuntu Sans"/>
              </a:defRPr>
            </a:lvl6pPr>
            <a:lvl7pPr algn="l">
              <a:defRPr sz="1725" b="1">
                <a:solidFill>
                  <a:srgbClr val="F4F8FF"/>
                </a:solidFill>
                <a:latin typeface="Ubuntu Sans"/>
                <a:ea typeface="Ubuntu Sans"/>
                <a:cs typeface="Ubuntu Sans"/>
              </a:defRPr>
            </a:lvl7pPr>
            <a:lvl8pPr algn="l">
              <a:defRPr sz="1725" b="1">
                <a:solidFill>
                  <a:srgbClr val="F4F8FF"/>
                </a:solidFill>
                <a:latin typeface="Ubuntu Sans"/>
                <a:ea typeface="Ubuntu Sans"/>
                <a:cs typeface="Ubuntu Sans"/>
              </a:defRPr>
            </a:lvl8pPr>
            <a:lvl9pPr algn="l">
              <a:defRPr sz="1725" b="1">
                <a:solidFill>
                  <a:srgbClr val="F4F8FF"/>
                </a:solidFill>
                <a:latin typeface="Ubuntu Sans"/>
                <a:ea typeface="Ubuntu Sans"/>
                <a:cs typeface="Ubuntu Sans"/>
              </a:defRPr>
            </a:lvl9pPr>
          </a:lstStyle>
          <a:p xmlns:a="http://schemas.openxmlformats.org/drawingml/2006/main">
            <a:pPr algn="l">
              <a:defRPr sz="1725" b="1">
                <a:solidFill>
                  <a:srgbClr val="F4F8FF"/>
                </a:solidFill>
                <a:latin typeface="Ubuntu Sans"/>
                <a:ea typeface="Ubuntu Sans"/>
                <a:cs typeface="Ubuntu Sans"/>
              </a:defRPr>
            </a:pPr>
            <a:r>
              <a:rPr sz="1725" b="1">
                <a:solidFill>
                  <a:srgbClr val="F4F8FF"/>
                </a:solidFill>
                <a:latin typeface="Ubuntu Sans"/>
                <a:ea typeface="Ubuntu Sans"/>
                <a:cs typeface="Ubuntu Sans"/>
              </a:rPr>
              <a:t>Decision</a:t>
            </a:r>
          </a:p>
        </p:txBody>
      </p:sp>
      <p:sp>
        <p:nvSpPr>
          <p:cNvPr id="34" name="">
            <a:extLst xmlns:a="http://schemas.openxmlformats.org/drawingml/2006/main">
              <a:ext uri="{FF2B5EF4-FFF2-40B4-BE49-F238E27FC236}">
                <a16:creationId xmlns:a16="http://schemas.microsoft.com/office/drawing/2014/main" id="{28C203F6-864D-487E-8A7B-588C7A39A400}"/>
              </a:ext>
            </a:extLst>
          </p:cNvPr>
          <p:cNvSpPr>
            <a:spLocks xmlns:a="http://schemas.openxmlformats.org/drawingml/2006/main" noGrp="1"/>
          </p:cNvSpPr>
          <p:nvPr/>
        </p:nvSpPr>
        <p:spPr>
          <a:xfrm xmlns:a="http://schemas.openxmlformats.org/drawingml/2006/main">
            <a:off x="9896475" y="3276600"/>
            <a:ext cx="1143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A9BCD0"/>
                </a:solidFill>
                <a:latin typeface="Ubuntu Sans"/>
                <a:ea typeface="Ubuntu Sans"/>
                <a:cs typeface="Ubuntu Sans"/>
              </a:defRPr>
            </a:defPPr>
            <a:lvl1pPr algn="l">
              <a:defRPr sz="1125" b="0">
                <a:solidFill>
                  <a:srgbClr val="A9BCD0"/>
                </a:solidFill>
                <a:latin typeface="Ubuntu Sans"/>
                <a:ea typeface="Ubuntu Sans"/>
                <a:cs typeface="Ubuntu Sans"/>
              </a:defRPr>
            </a:lvl1pPr>
            <a:lvl2pPr algn="l">
              <a:defRPr sz="1125" b="0">
                <a:solidFill>
                  <a:srgbClr val="A9BCD0"/>
                </a:solidFill>
                <a:latin typeface="Ubuntu Sans"/>
                <a:ea typeface="Ubuntu Sans"/>
                <a:cs typeface="Ubuntu Sans"/>
              </a:defRPr>
            </a:lvl2pPr>
            <a:lvl3pPr algn="l">
              <a:defRPr sz="1125" b="0">
                <a:solidFill>
                  <a:srgbClr val="A9BCD0"/>
                </a:solidFill>
                <a:latin typeface="Ubuntu Sans"/>
                <a:ea typeface="Ubuntu Sans"/>
                <a:cs typeface="Ubuntu Sans"/>
              </a:defRPr>
            </a:lvl3pPr>
            <a:lvl4pPr algn="l">
              <a:defRPr sz="1125" b="0">
                <a:solidFill>
                  <a:srgbClr val="A9BCD0"/>
                </a:solidFill>
                <a:latin typeface="Ubuntu Sans"/>
                <a:ea typeface="Ubuntu Sans"/>
                <a:cs typeface="Ubuntu Sans"/>
              </a:defRPr>
            </a:lvl4pPr>
            <a:lvl5pPr algn="l">
              <a:defRPr sz="1125" b="0">
                <a:solidFill>
                  <a:srgbClr val="A9BCD0"/>
                </a:solidFill>
                <a:latin typeface="Ubuntu Sans"/>
                <a:ea typeface="Ubuntu Sans"/>
                <a:cs typeface="Ubuntu Sans"/>
              </a:defRPr>
            </a:lvl5pPr>
            <a:lvl6pPr algn="l">
              <a:defRPr sz="1125" b="0">
                <a:solidFill>
                  <a:srgbClr val="A9BCD0"/>
                </a:solidFill>
                <a:latin typeface="Ubuntu Sans"/>
                <a:ea typeface="Ubuntu Sans"/>
                <a:cs typeface="Ubuntu Sans"/>
              </a:defRPr>
            </a:lvl6pPr>
            <a:lvl7pPr algn="l">
              <a:defRPr sz="1125" b="0">
                <a:solidFill>
                  <a:srgbClr val="A9BCD0"/>
                </a:solidFill>
                <a:latin typeface="Ubuntu Sans"/>
                <a:ea typeface="Ubuntu Sans"/>
                <a:cs typeface="Ubuntu Sans"/>
              </a:defRPr>
            </a:lvl7pPr>
            <a:lvl8pPr algn="l">
              <a:defRPr sz="1125" b="0">
                <a:solidFill>
                  <a:srgbClr val="A9BCD0"/>
                </a:solidFill>
                <a:latin typeface="Ubuntu Sans"/>
                <a:ea typeface="Ubuntu Sans"/>
                <a:cs typeface="Ubuntu Sans"/>
              </a:defRPr>
            </a:lvl8pPr>
            <a:lvl9pPr algn="l">
              <a:defRPr sz="1125" b="0">
                <a:solidFill>
                  <a:srgbClr val="A9BCD0"/>
                </a:solidFill>
                <a:latin typeface="Ubuntu Sans"/>
                <a:ea typeface="Ubuntu Sans"/>
                <a:cs typeface="Ubuntu Sans"/>
              </a:defRPr>
            </a:lvl9pPr>
          </a:lstStyle>
          <a:p xmlns:a="http://schemas.openxmlformats.org/drawingml/2006/main">
            <a:pPr algn="l">
              <a:defRPr sz="1125" b="0">
                <a:solidFill>
                  <a:srgbClr val="A9BCD0"/>
                </a:solidFill>
                <a:latin typeface="Ubuntu Sans"/>
                <a:ea typeface="Ubuntu Sans"/>
                <a:cs typeface="Ubuntu Sans"/>
              </a:defRPr>
            </a:pPr>
            <a:r>
              <a:rPr sz="1125" b="0">
                <a:solidFill>
                  <a:srgbClr val="A9BCD0"/>
                </a:solidFill>
                <a:latin typeface="Ubuntu Sans"/>
                <a:ea typeface="Ubuntu Sans"/>
                <a:cs typeface="Ubuntu Sans"/>
              </a:rPr>
              <a:t>Final guarded transition</a:t>
            </a:r>
          </a:p>
        </p:txBody>
      </p:sp>
      <p:sp>
        <p:nvSpPr>
          <p:cNvPr id="35" name="">
            <a:extLst xmlns:a="http://schemas.openxmlformats.org/drawingml/2006/main">
              <a:ext uri="{FF2B5EF4-FFF2-40B4-BE49-F238E27FC236}">
                <a16:creationId xmlns:a16="http://schemas.microsoft.com/office/drawing/2014/main" id="{1BBB43F1-D2C3-489F-B39B-F0EACE4A11FE}"/>
              </a:ext>
            </a:extLst>
          </p:cNvPr>
          <p:cNvSpPr>
            <a:spLocks xmlns:a="http://schemas.openxmlformats.org/drawingml/2006/main" noGrp="1"/>
          </p:cNvSpPr>
          <p:nvPr/>
        </p:nvSpPr>
        <p:spPr>
          <a:xfrm xmlns:a="http://schemas.openxmlformats.org/drawingml/2006/main">
            <a:off x="609600" y="4686300"/>
            <a:ext cx="10620375" cy="1028700"/>
          </a:xfrm>
          <a:prstGeom xmlns:a="http://schemas.openxmlformats.org/drawingml/2006/main" prst="roundRect">
            <a:avLst>
              <a:gd name="adj" fmla="val 11111"/>
            </a:avLst>
          </a:prstGeom>
          <a:solidFill xmlns:a="http://schemas.openxmlformats.org/drawingml/2006/main">
            <a:srgbClr val="0B182B"/>
          </a:solidFill>
          <a:ln xmlns:a="http://schemas.openxmlformats.org/drawingml/2006/main" w="11430">
            <a:solidFill>
              <a:srgbClr val="2B4563"/>
            </a:solidFill>
            <a:prstDash val="solid"/>
          </a:ln>
        </p:spPr>
      </p:sp>
      <p:sp>
        <p:nvSpPr>
          <p:cNvPr id="36" name="">
            <a:extLst xmlns:a="http://schemas.openxmlformats.org/drawingml/2006/main">
              <a:ext uri="{FF2B5EF4-FFF2-40B4-BE49-F238E27FC236}">
                <a16:creationId xmlns:a16="http://schemas.microsoft.com/office/drawing/2014/main" id="{CABAC7EF-6383-4650-9BE4-7197E348340E}"/>
              </a:ext>
            </a:extLst>
          </p:cNvPr>
          <p:cNvSpPr>
            <a:spLocks xmlns:a="http://schemas.openxmlformats.org/drawingml/2006/main" noGrp="1"/>
          </p:cNvSpPr>
          <p:nvPr/>
        </p:nvSpPr>
        <p:spPr>
          <a:xfrm xmlns:a="http://schemas.openxmlformats.org/drawingml/2006/main">
            <a:off x="819150" y="4857750"/>
            <a:ext cx="2152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0952"/>
          </a:bodyPr>
          <a:lstStyle xmlns:a="http://schemas.openxmlformats.org/drawingml/2006/main">
            <a:defPPr algn="l">
              <a:defRPr sz="1575" b="1">
                <a:solidFill>
                  <a:srgbClr val="FFCA6A"/>
                </a:solidFill>
                <a:latin typeface="Ubuntu Sans"/>
                <a:ea typeface="Ubuntu Sans"/>
                <a:cs typeface="Ubuntu Sans"/>
              </a:defRPr>
            </a:defPPr>
            <a:lvl1pPr algn="l">
              <a:defRPr sz="1575" b="1">
                <a:solidFill>
                  <a:srgbClr val="FFCA6A"/>
                </a:solidFill>
                <a:latin typeface="Ubuntu Sans"/>
                <a:ea typeface="Ubuntu Sans"/>
                <a:cs typeface="Ubuntu Sans"/>
              </a:defRPr>
            </a:lvl1pPr>
            <a:lvl2pPr algn="l">
              <a:defRPr sz="1575" b="1">
                <a:solidFill>
                  <a:srgbClr val="FFCA6A"/>
                </a:solidFill>
                <a:latin typeface="Ubuntu Sans"/>
                <a:ea typeface="Ubuntu Sans"/>
                <a:cs typeface="Ubuntu Sans"/>
              </a:defRPr>
            </a:lvl2pPr>
            <a:lvl3pPr algn="l">
              <a:defRPr sz="1575" b="1">
                <a:solidFill>
                  <a:srgbClr val="FFCA6A"/>
                </a:solidFill>
                <a:latin typeface="Ubuntu Sans"/>
                <a:ea typeface="Ubuntu Sans"/>
                <a:cs typeface="Ubuntu Sans"/>
              </a:defRPr>
            </a:lvl3pPr>
            <a:lvl4pPr algn="l">
              <a:defRPr sz="1575" b="1">
                <a:solidFill>
                  <a:srgbClr val="FFCA6A"/>
                </a:solidFill>
                <a:latin typeface="Ubuntu Sans"/>
                <a:ea typeface="Ubuntu Sans"/>
                <a:cs typeface="Ubuntu Sans"/>
              </a:defRPr>
            </a:lvl4pPr>
            <a:lvl5pPr algn="l">
              <a:defRPr sz="1575" b="1">
                <a:solidFill>
                  <a:srgbClr val="FFCA6A"/>
                </a:solidFill>
                <a:latin typeface="Ubuntu Sans"/>
                <a:ea typeface="Ubuntu Sans"/>
                <a:cs typeface="Ubuntu Sans"/>
              </a:defRPr>
            </a:lvl5pPr>
            <a:lvl6pPr algn="l">
              <a:defRPr sz="1575" b="1">
                <a:solidFill>
                  <a:srgbClr val="FFCA6A"/>
                </a:solidFill>
                <a:latin typeface="Ubuntu Sans"/>
                <a:ea typeface="Ubuntu Sans"/>
                <a:cs typeface="Ubuntu Sans"/>
              </a:defRPr>
            </a:lvl6pPr>
            <a:lvl7pPr algn="l">
              <a:defRPr sz="1575" b="1">
                <a:solidFill>
                  <a:srgbClr val="FFCA6A"/>
                </a:solidFill>
                <a:latin typeface="Ubuntu Sans"/>
                <a:ea typeface="Ubuntu Sans"/>
                <a:cs typeface="Ubuntu Sans"/>
              </a:defRPr>
            </a:lvl7pPr>
            <a:lvl8pPr algn="l">
              <a:defRPr sz="1575" b="1">
                <a:solidFill>
                  <a:srgbClr val="FFCA6A"/>
                </a:solidFill>
                <a:latin typeface="Ubuntu Sans"/>
                <a:ea typeface="Ubuntu Sans"/>
                <a:cs typeface="Ubuntu Sans"/>
              </a:defRPr>
            </a:lvl8pPr>
            <a:lvl9pPr algn="l">
              <a:defRPr sz="1575" b="1">
                <a:solidFill>
                  <a:srgbClr val="FFCA6A"/>
                </a:solidFill>
                <a:latin typeface="Ubuntu Sans"/>
                <a:ea typeface="Ubuntu Sans"/>
                <a:cs typeface="Ubuntu Sans"/>
              </a:defRPr>
            </a:lvl9pPr>
          </a:lstStyle>
          <a:p xmlns:a="http://schemas.openxmlformats.org/drawingml/2006/main">
            <a:pPr algn="l">
              <a:defRPr sz="1575" b="1">
                <a:solidFill>
                  <a:srgbClr val="FFCA6A"/>
                </a:solidFill>
                <a:latin typeface="Ubuntu Sans"/>
                <a:ea typeface="Ubuntu Sans"/>
                <a:cs typeface="Ubuntu Sans"/>
              </a:defRPr>
            </a:pPr>
            <a:r>
              <a:rPr sz="1575" b="1">
                <a:solidFill>
                  <a:srgbClr val="FFCA6A"/>
                </a:solidFill>
                <a:latin typeface="Ubuntu Sans"/>
                <a:ea typeface="Ubuntu Sans"/>
                <a:cs typeface="Ubuntu Sans"/>
              </a:rPr>
              <a:t>Guarded transitions</a:t>
            </a:r>
          </a:p>
        </p:txBody>
      </p:sp>
      <p:sp>
        <p:nvSpPr>
          <p:cNvPr id="37" name="">
            <a:extLst xmlns:a="http://schemas.openxmlformats.org/drawingml/2006/main">
              <a:ext uri="{FF2B5EF4-FFF2-40B4-BE49-F238E27FC236}">
                <a16:creationId xmlns:a16="http://schemas.microsoft.com/office/drawing/2014/main" id="{FCD855C8-F236-4915-87F6-540951D4A7B8}"/>
              </a:ext>
            </a:extLst>
          </p:cNvPr>
          <p:cNvSpPr>
            <a:spLocks xmlns:a="http://schemas.openxmlformats.org/drawingml/2006/main" noGrp="1"/>
          </p:cNvSpPr>
          <p:nvPr/>
        </p:nvSpPr>
        <p:spPr>
          <a:xfrm xmlns:a="http://schemas.openxmlformats.org/drawingml/2006/main">
            <a:off x="2971800" y="4781550"/>
            <a:ext cx="80200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500" b="0">
                <a:solidFill>
                  <a:srgbClr val="A9BCD0"/>
                </a:solidFill>
                <a:latin typeface="Ubuntu Sans"/>
                <a:ea typeface="Ubuntu Sans"/>
                <a:cs typeface="Ubuntu Sans"/>
              </a:defRPr>
            </a:defPPr>
            <a:lvl1pPr algn="l">
              <a:defRPr sz="1500" b="0">
                <a:solidFill>
                  <a:srgbClr val="A9BCD0"/>
                </a:solidFill>
                <a:latin typeface="Ubuntu Sans"/>
                <a:ea typeface="Ubuntu Sans"/>
                <a:cs typeface="Ubuntu Sans"/>
              </a:defRPr>
            </a:lvl1pPr>
            <a:lvl2pPr algn="l">
              <a:defRPr sz="1500" b="0">
                <a:solidFill>
                  <a:srgbClr val="A9BCD0"/>
                </a:solidFill>
                <a:latin typeface="Ubuntu Sans"/>
                <a:ea typeface="Ubuntu Sans"/>
                <a:cs typeface="Ubuntu Sans"/>
              </a:defRPr>
            </a:lvl2pPr>
            <a:lvl3pPr algn="l">
              <a:defRPr sz="1500" b="0">
                <a:solidFill>
                  <a:srgbClr val="A9BCD0"/>
                </a:solidFill>
                <a:latin typeface="Ubuntu Sans"/>
                <a:ea typeface="Ubuntu Sans"/>
                <a:cs typeface="Ubuntu Sans"/>
              </a:defRPr>
            </a:lvl3pPr>
            <a:lvl4pPr algn="l">
              <a:defRPr sz="1500" b="0">
                <a:solidFill>
                  <a:srgbClr val="A9BCD0"/>
                </a:solidFill>
                <a:latin typeface="Ubuntu Sans"/>
                <a:ea typeface="Ubuntu Sans"/>
                <a:cs typeface="Ubuntu Sans"/>
              </a:defRPr>
            </a:lvl4pPr>
            <a:lvl5pPr algn="l">
              <a:defRPr sz="1500" b="0">
                <a:solidFill>
                  <a:srgbClr val="A9BCD0"/>
                </a:solidFill>
                <a:latin typeface="Ubuntu Sans"/>
                <a:ea typeface="Ubuntu Sans"/>
                <a:cs typeface="Ubuntu Sans"/>
              </a:defRPr>
            </a:lvl5pPr>
            <a:lvl6pPr algn="l">
              <a:defRPr sz="1500" b="0">
                <a:solidFill>
                  <a:srgbClr val="A9BCD0"/>
                </a:solidFill>
                <a:latin typeface="Ubuntu Sans"/>
                <a:ea typeface="Ubuntu Sans"/>
                <a:cs typeface="Ubuntu Sans"/>
              </a:defRPr>
            </a:lvl6pPr>
            <a:lvl7pPr algn="l">
              <a:defRPr sz="1500" b="0">
                <a:solidFill>
                  <a:srgbClr val="A9BCD0"/>
                </a:solidFill>
                <a:latin typeface="Ubuntu Sans"/>
                <a:ea typeface="Ubuntu Sans"/>
                <a:cs typeface="Ubuntu Sans"/>
              </a:defRPr>
            </a:lvl7pPr>
            <a:lvl8pPr algn="l">
              <a:defRPr sz="1500" b="0">
                <a:solidFill>
                  <a:srgbClr val="A9BCD0"/>
                </a:solidFill>
                <a:latin typeface="Ubuntu Sans"/>
                <a:ea typeface="Ubuntu Sans"/>
                <a:cs typeface="Ubuntu Sans"/>
              </a:defRPr>
            </a:lvl8pPr>
            <a:lvl9pPr algn="l">
              <a:defRPr sz="1500" b="0">
                <a:solidFill>
                  <a:srgbClr val="A9BCD0"/>
                </a:solidFill>
                <a:latin typeface="Ubuntu Sans"/>
                <a:ea typeface="Ubuntu Sans"/>
                <a:cs typeface="Ubuntu Sans"/>
              </a:defRPr>
            </a:lvl9pPr>
          </a:lstStyle>
          <a:p xmlns:a="http://schemas.openxmlformats.org/drawingml/2006/main">
            <a:pPr algn="l">
              <a:defRPr sz="1500" b="0">
                <a:solidFill>
                  <a:srgbClr val="A9BCD0"/>
                </a:solidFill>
                <a:latin typeface="Ubuntu Sans"/>
                <a:ea typeface="Ubuntu Sans"/>
                <a:cs typeface="Ubuntu Sans"/>
              </a:defRPr>
            </a:pPr>
            <a:r>
              <a:rPr sz="1500" b="0">
                <a:solidFill>
                  <a:srgbClr val="A9BCD0"/>
                </a:solidFill>
                <a:latin typeface="Ubuntu Sans"/>
                <a:ea typeface="Ubuntu Sans"/>
                <a:cs typeface="Ubuntu Sans"/>
              </a:rPr>
              <a:t>The service checks the current stage, the requested next stage, the caller's permission, and the application scope before committing the change.</a:t>
            </a:r>
          </a:p>
        </p:txBody>
      </p:sp>
      <p:sp>
        <p:nvSpPr>
          <p:cNvPr id="38" name="">
            <a:extLst xmlns:a="http://schemas.openxmlformats.org/drawingml/2006/main">
              <a:ext uri="{FF2B5EF4-FFF2-40B4-BE49-F238E27FC236}">
                <a16:creationId xmlns:a16="http://schemas.microsoft.com/office/drawing/2014/main" id="{53F97608-1913-438D-83F7-02DA3EC78911}"/>
              </a:ext>
            </a:extLst>
          </p:cNvPr>
          <p:cNvSpPr>
            <a:spLocks xmlns:a="http://schemas.openxmlformats.org/drawingml/2006/main" noGrp="1"/>
          </p:cNvSpPr>
          <p:nvPr/>
        </p:nvSpPr>
        <p:spPr>
          <a:xfrm xmlns:a="http://schemas.openxmlformats.org/drawingml/2006/main">
            <a:off x="609600" y="651510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63636"/>
          </a:bodyPr>
          <a:lstStyle xmlns:a="http://schemas.openxmlformats.org/drawingml/2006/main">
            <a:defPPr algn="l">
              <a:defRPr sz="825" b="1">
                <a:solidFill>
                  <a:srgbClr val="66819E"/>
                </a:solidFill>
                <a:latin typeface="Ubuntu Sans"/>
                <a:ea typeface="Ubuntu Sans"/>
                <a:cs typeface="Ubuntu Sans"/>
              </a:defRPr>
            </a:defPPr>
            <a:lvl1pPr algn="l">
              <a:defRPr sz="825" b="1">
                <a:solidFill>
                  <a:srgbClr val="66819E"/>
                </a:solidFill>
                <a:latin typeface="Ubuntu Sans"/>
                <a:ea typeface="Ubuntu Sans"/>
                <a:cs typeface="Ubuntu Sans"/>
              </a:defRPr>
            </a:lvl1pPr>
            <a:lvl2pPr algn="l">
              <a:defRPr sz="825" b="1">
                <a:solidFill>
                  <a:srgbClr val="66819E"/>
                </a:solidFill>
                <a:latin typeface="Ubuntu Sans"/>
                <a:ea typeface="Ubuntu Sans"/>
                <a:cs typeface="Ubuntu Sans"/>
              </a:defRPr>
            </a:lvl2pPr>
            <a:lvl3pPr algn="l">
              <a:defRPr sz="825" b="1">
                <a:solidFill>
                  <a:srgbClr val="66819E"/>
                </a:solidFill>
                <a:latin typeface="Ubuntu Sans"/>
                <a:ea typeface="Ubuntu Sans"/>
                <a:cs typeface="Ubuntu Sans"/>
              </a:defRPr>
            </a:lvl3pPr>
            <a:lvl4pPr algn="l">
              <a:defRPr sz="825" b="1">
                <a:solidFill>
                  <a:srgbClr val="66819E"/>
                </a:solidFill>
                <a:latin typeface="Ubuntu Sans"/>
                <a:ea typeface="Ubuntu Sans"/>
                <a:cs typeface="Ubuntu Sans"/>
              </a:defRPr>
            </a:lvl4pPr>
            <a:lvl5pPr algn="l">
              <a:defRPr sz="825" b="1">
                <a:solidFill>
                  <a:srgbClr val="66819E"/>
                </a:solidFill>
                <a:latin typeface="Ubuntu Sans"/>
                <a:ea typeface="Ubuntu Sans"/>
                <a:cs typeface="Ubuntu Sans"/>
              </a:defRPr>
            </a:lvl5pPr>
            <a:lvl6pPr algn="l">
              <a:defRPr sz="825" b="1">
                <a:solidFill>
                  <a:srgbClr val="66819E"/>
                </a:solidFill>
                <a:latin typeface="Ubuntu Sans"/>
                <a:ea typeface="Ubuntu Sans"/>
                <a:cs typeface="Ubuntu Sans"/>
              </a:defRPr>
            </a:lvl6pPr>
            <a:lvl7pPr algn="l">
              <a:defRPr sz="825" b="1">
                <a:solidFill>
                  <a:srgbClr val="66819E"/>
                </a:solidFill>
                <a:latin typeface="Ubuntu Sans"/>
                <a:ea typeface="Ubuntu Sans"/>
                <a:cs typeface="Ubuntu Sans"/>
              </a:defRPr>
            </a:lvl7pPr>
            <a:lvl8pPr algn="l">
              <a:defRPr sz="825" b="1">
                <a:solidFill>
                  <a:srgbClr val="66819E"/>
                </a:solidFill>
                <a:latin typeface="Ubuntu Sans"/>
                <a:ea typeface="Ubuntu Sans"/>
                <a:cs typeface="Ubuntu Sans"/>
              </a:defRPr>
            </a:lvl8pPr>
            <a:lvl9pPr algn="l">
              <a:defRPr sz="825" b="1">
                <a:solidFill>
                  <a:srgbClr val="66819E"/>
                </a:solidFill>
                <a:latin typeface="Ubuntu Sans"/>
                <a:ea typeface="Ubuntu Sans"/>
                <a:cs typeface="Ubuntu Sans"/>
              </a:defRPr>
            </a:lvl9pPr>
          </a:lstStyle>
          <a:p xmlns:a="http://schemas.openxmlformats.org/drawingml/2006/main">
            <a:pPr algn="l">
              <a:defRPr sz="825" b="1">
                <a:solidFill>
                  <a:srgbClr val="66819E"/>
                </a:solidFill>
                <a:latin typeface="Ubuntu Sans"/>
                <a:ea typeface="Ubuntu Sans"/>
                <a:cs typeface="Ubuntu Sans"/>
              </a:defRPr>
            </a:pPr>
            <a:r>
              <a:rPr sz="825" b="1">
                <a:solidFill>
                  <a:srgbClr val="66819E"/>
                </a:solidFill>
                <a:latin typeface="Ubuntu Sans"/>
                <a:ea typeface="Ubuntu Sans"/>
                <a:cs typeface="Ubuntu Sans"/>
              </a:rPr>
              <a:t>CODITENT  •  BACKEND</a:t>
            </a:r>
          </a:p>
        </p:txBody>
      </p:sp>
    </p:spTree>
    <p:extLst>
      <p:ext uri="{BB962C8B-B14F-4D97-AF65-F5344CB8AC3E}">
        <p14:creationId xmlns:p14="http://schemas.microsoft.com/office/powerpoint/2010/main" val="1216980647"/>
      </p:ext>
    </p:extLst>
  </p:cSld>
</p:sld>
</file>

<file path=ppt/slides/slide10.xml><?xml version="1.0" encoding="utf-8"?>
<p:sld xmlns:p="http://schemas.openxmlformats.org/presentationml/2006/main">
  <p:cSld>
    <p:bg>
      <p:bgPr>
        <a:solidFill xmlns:a="http://schemas.openxmlformats.org/drawingml/2006/main">
          <a:srgbClr val="07111F"/>
        </a:solidFill>
      </p:bgPr>
    </p:bg>
    <p:spTree>
      <p:nvGrpSpPr>
        <p:cNvPr id="1" name=""/>
        <p:cNvGrpSpPr/>
        <p:nvPr/>
      </p:nvGrpSpPr>
      <p:grpSpPr>
        <a:xfrm xmlns:a="http://schemas.openxmlformats.org/drawingml/2006/main"/>
      </p:grpSpPr>
      <p:sp>
        <p:nvSpPr>
          <p:cNvPr id="49" name="">
            <a:extLst xmlns:a="http://schemas.openxmlformats.org/drawingml/2006/main">
              <a:ext uri="{FF2B5EF4-FFF2-40B4-BE49-F238E27FC236}">
                <a16:creationId xmlns:a16="http://schemas.microsoft.com/office/drawing/2014/main" id="{EDCDD637-2270-4EA0-8C3D-F63503250947}"/>
              </a:ext>
            </a:extLst>
          </p:cNvPr>
          <p:cNvSpPr>
            <a:spLocks xmlns:a="http://schemas.openxmlformats.org/drawingml/2006/main" noGrp="1"/>
          </p:cNvSpPr>
          <p:nvPr/>
        </p:nvSpPr>
        <p:spPr>
          <a:xfrm xmlns:a="http://schemas.openxmlformats.org/drawingml/2006/main">
            <a:off x="609600" y="3238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l">
              <a:defRPr sz="1050" b="1">
                <a:solidFill>
                  <a:srgbClr val="2FD6D3"/>
                </a:solidFill>
                <a:latin typeface="Ubuntu Sans"/>
                <a:ea typeface="Ubuntu Sans"/>
                <a:cs typeface="Ubuntu Sans"/>
              </a:defRPr>
            </a:defPPr>
            <a:lvl1pPr algn="l">
              <a:defRPr sz="1050" b="1">
                <a:solidFill>
                  <a:srgbClr val="2FD6D3"/>
                </a:solidFill>
                <a:latin typeface="Ubuntu Sans"/>
                <a:ea typeface="Ubuntu Sans"/>
                <a:cs typeface="Ubuntu Sans"/>
              </a:defRPr>
            </a:lvl1pPr>
            <a:lvl2pPr algn="l">
              <a:defRPr sz="1050" b="1">
                <a:solidFill>
                  <a:srgbClr val="2FD6D3"/>
                </a:solidFill>
                <a:latin typeface="Ubuntu Sans"/>
                <a:ea typeface="Ubuntu Sans"/>
                <a:cs typeface="Ubuntu Sans"/>
              </a:defRPr>
            </a:lvl2pPr>
            <a:lvl3pPr algn="l">
              <a:defRPr sz="1050" b="1">
                <a:solidFill>
                  <a:srgbClr val="2FD6D3"/>
                </a:solidFill>
                <a:latin typeface="Ubuntu Sans"/>
                <a:ea typeface="Ubuntu Sans"/>
                <a:cs typeface="Ubuntu Sans"/>
              </a:defRPr>
            </a:lvl3pPr>
            <a:lvl4pPr algn="l">
              <a:defRPr sz="1050" b="1">
                <a:solidFill>
                  <a:srgbClr val="2FD6D3"/>
                </a:solidFill>
                <a:latin typeface="Ubuntu Sans"/>
                <a:ea typeface="Ubuntu Sans"/>
                <a:cs typeface="Ubuntu Sans"/>
              </a:defRPr>
            </a:lvl4pPr>
            <a:lvl5pPr algn="l">
              <a:defRPr sz="1050" b="1">
                <a:solidFill>
                  <a:srgbClr val="2FD6D3"/>
                </a:solidFill>
                <a:latin typeface="Ubuntu Sans"/>
                <a:ea typeface="Ubuntu Sans"/>
                <a:cs typeface="Ubuntu Sans"/>
              </a:defRPr>
            </a:lvl5pPr>
            <a:lvl6pPr algn="l">
              <a:defRPr sz="1050" b="1">
                <a:solidFill>
                  <a:srgbClr val="2FD6D3"/>
                </a:solidFill>
                <a:latin typeface="Ubuntu Sans"/>
                <a:ea typeface="Ubuntu Sans"/>
                <a:cs typeface="Ubuntu Sans"/>
              </a:defRPr>
            </a:lvl6pPr>
            <a:lvl7pPr algn="l">
              <a:defRPr sz="1050" b="1">
                <a:solidFill>
                  <a:srgbClr val="2FD6D3"/>
                </a:solidFill>
                <a:latin typeface="Ubuntu Sans"/>
                <a:ea typeface="Ubuntu Sans"/>
                <a:cs typeface="Ubuntu Sans"/>
              </a:defRPr>
            </a:lvl7pPr>
            <a:lvl8pPr algn="l">
              <a:defRPr sz="1050" b="1">
                <a:solidFill>
                  <a:srgbClr val="2FD6D3"/>
                </a:solidFill>
                <a:latin typeface="Ubuntu Sans"/>
                <a:ea typeface="Ubuntu Sans"/>
                <a:cs typeface="Ubuntu Sans"/>
              </a:defRPr>
            </a:lvl8pPr>
            <a:lvl9pPr algn="l">
              <a:defRPr sz="1050" b="1">
                <a:solidFill>
                  <a:srgbClr val="2FD6D3"/>
                </a:solidFill>
                <a:latin typeface="Ubuntu Sans"/>
                <a:ea typeface="Ubuntu Sans"/>
                <a:cs typeface="Ubuntu Sans"/>
              </a:defRPr>
            </a:lvl9pPr>
          </a:lstStyle>
          <a:p xmlns:a="http://schemas.openxmlformats.org/drawingml/2006/main">
            <a:pPr algn="l">
              <a:defRPr sz="1050" b="1">
                <a:solidFill>
                  <a:srgbClr val="2FD6D3"/>
                </a:solidFill>
                <a:latin typeface="Ubuntu Sans"/>
                <a:ea typeface="Ubuntu Sans"/>
                <a:cs typeface="Ubuntu Sans"/>
              </a:defRPr>
            </a:pPr>
            <a:r>
              <a:rPr sz="1050" b="1">
                <a:solidFill>
                  <a:srgbClr val="2FD6D3"/>
                </a:solidFill>
                <a:latin typeface="Ubuntu Sans"/>
                <a:ea typeface="Ubuntu Sans"/>
                <a:cs typeface="Ubuntu Sans"/>
              </a:rPr>
              <a:t>BACKGROUND JOBS</a:t>
            </a:r>
          </a:p>
        </p:txBody>
      </p:sp>
      <p:sp>
        <p:nvSpPr>
          <p:cNvPr id="2" name="">
            <a:extLst xmlns:a="http://schemas.openxmlformats.org/drawingml/2006/main">
              <a:ext uri="{FF2B5EF4-FFF2-40B4-BE49-F238E27FC236}">
                <a16:creationId xmlns:a16="http://schemas.microsoft.com/office/drawing/2014/main" id="{0302B1F1-3DCB-4E8A-8EFC-3FFBC22A8168}"/>
              </a:ext>
            </a:extLst>
          </p:cNvPr>
          <p:cNvSpPr>
            <a:spLocks xmlns:a="http://schemas.openxmlformats.org/drawingml/2006/main" noGrp="1"/>
          </p:cNvSpPr>
          <p:nvPr/>
        </p:nvSpPr>
        <p:spPr>
          <a:xfrm xmlns:a="http://schemas.openxmlformats.org/drawingml/2006/main">
            <a:off x="609600" y="590550"/>
            <a:ext cx="10382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6032"/>
          </a:bodyPr>
          <a:lstStyle xmlns:a="http://schemas.openxmlformats.org/drawingml/2006/main">
            <a:defPPr algn="l">
              <a:defRPr sz="3150" b="1">
                <a:solidFill>
                  <a:srgbClr val="F4F8FF"/>
                </a:solidFill>
                <a:latin typeface="Ubuntu Sans"/>
                <a:ea typeface="Ubuntu Sans"/>
                <a:cs typeface="Ubuntu Sans"/>
              </a:defRPr>
            </a:defPPr>
            <a:lvl1pPr algn="l">
              <a:defRPr sz="3150" b="1">
                <a:solidFill>
                  <a:srgbClr val="F4F8FF"/>
                </a:solidFill>
                <a:latin typeface="Ubuntu Sans"/>
                <a:ea typeface="Ubuntu Sans"/>
                <a:cs typeface="Ubuntu Sans"/>
              </a:defRPr>
            </a:lvl1pPr>
            <a:lvl2pPr algn="l">
              <a:defRPr sz="3150" b="1">
                <a:solidFill>
                  <a:srgbClr val="F4F8FF"/>
                </a:solidFill>
                <a:latin typeface="Ubuntu Sans"/>
                <a:ea typeface="Ubuntu Sans"/>
                <a:cs typeface="Ubuntu Sans"/>
              </a:defRPr>
            </a:lvl2pPr>
            <a:lvl3pPr algn="l">
              <a:defRPr sz="3150" b="1">
                <a:solidFill>
                  <a:srgbClr val="F4F8FF"/>
                </a:solidFill>
                <a:latin typeface="Ubuntu Sans"/>
                <a:ea typeface="Ubuntu Sans"/>
                <a:cs typeface="Ubuntu Sans"/>
              </a:defRPr>
            </a:lvl3pPr>
            <a:lvl4pPr algn="l">
              <a:defRPr sz="3150" b="1">
                <a:solidFill>
                  <a:srgbClr val="F4F8FF"/>
                </a:solidFill>
                <a:latin typeface="Ubuntu Sans"/>
                <a:ea typeface="Ubuntu Sans"/>
                <a:cs typeface="Ubuntu Sans"/>
              </a:defRPr>
            </a:lvl4pPr>
            <a:lvl5pPr algn="l">
              <a:defRPr sz="3150" b="1">
                <a:solidFill>
                  <a:srgbClr val="F4F8FF"/>
                </a:solidFill>
                <a:latin typeface="Ubuntu Sans"/>
                <a:ea typeface="Ubuntu Sans"/>
                <a:cs typeface="Ubuntu Sans"/>
              </a:defRPr>
            </a:lvl5pPr>
            <a:lvl6pPr algn="l">
              <a:defRPr sz="3150" b="1">
                <a:solidFill>
                  <a:srgbClr val="F4F8FF"/>
                </a:solidFill>
                <a:latin typeface="Ubuntu Sans"/>
                <a:ea typeface="Ubuntu Sans"/>
                <a:cs typeface="Ubuntu Sans"/>
              </a:defRPr>
            </a:lvl6pPr>
            <a:lvl7pPr algn="l">
              <a:defRPr sz="3150" b="1">
                <a:solidFill>
                  <a:srgbClr val="F4F8FF"/>
                </a:solidFill>
                <a:latin typeface="Ubuntu Sans"/>
                <a:ea typeface="Ubuntu Sans"/>
                <a:cs typeface="Ubuntu Sans"/>
              </a:defRPr>
            </a:lvl7pPr>
            <a:lvl8pPr algn="l">
              <a:defRPr sz="3150" b="1">
                <a:solidFill>
                  <a:srgbClr val="F4F8FF"/>
                </a:solidFill>
                <a:latin typeface="Ubuntu Sans"/>
                <a:ea typeface="Ubuntu Sans"/>
                <a:cs typeface="Ubuntu Sans"/>
              </a:defRPr>
            </a:lvl8pPr>
            <a:lvl9pPr algn="l">
              <a:defRPr sz="3150" b="1">
                <a:solidFill>
                  <a:srgbClr val="F4F8FF"/>
                </a:solidFill>
                <a:latin typeface="Ubuntu Sans"/>
                <a:ea typeface="Ubuntu Sans"/>
                <a:cs typeface="Ubuntu Sans"/>
              </a:defRPr>
            </a:lvl9pPr>
          </a:lstStyle>
          <a:p xmlns:a="http://schemas.openxmlformats.org/drawingml/2006/main">
            <a:pPr algn="l">
              <a:defRPr sz="3150" b="1">
                <a:solidFill>
                  <a:srgbClr val="F4F8FF"/>
                </a:solidFill>
                <a:latin typeface="Ubuntu Sans"/>
                <a:ea typeface="Ubuntu Sans"/>
                <a:cs typeface="Ubuntu Sans"/>
              </a:defRPr>
            </a:pPr>
            <a:r>
              <a:rPr sz="3150" b="1">
                <a:solidFill>
                  <a:srgbClr val="F4F8FF"/>
                </a:solidFill>
                <a:latin typeface="Ubuntu Sans"/>
                <a:ea typeface="Ubuntu Sans"/>
                <a:cs typeface="Ubuntu Sans"/>
              </a:rPr>
              <a:t>Durable AI processing</a:t>
            </a:r>
          </a:p>
        </p:txBody>
      </p:sp>
      <p:sp>
        <p:nvSpPr>
          <p:cNvPr id="3" name="">
            <a:extLst xmlns:a="http://schemas.openxmlformats.org/drawingml/2006/main">
              <a:ext uri="{FF2B5EF4-FFF2-40B4-BE49-F238E27FC236}">
                <a16:creationId xmlns:a16="http://schemas.microsoft.com/office/drawing/2014/main" id="{8298C4B2-3AD6-442D-9FCC-80CE303ABF91}"/>
              </a:ext>
            </a:extLst>
          </p:cNvPr>
          <p:cNvSpPr>
            <a:spLocks xmlns:a="http://schemas.openxmlformats.org/drawingml/2006/main" noGrp="1"/>
          </p:cNvSpPr>
          <p:nvPr/>
        </p:nvSpPr>
        <p:spPr>
          <a:xfrm xmlns:a="http://schemas.openxmlformats.org/drawingml/2006/main">
            <a:off x="11258550" y="419100"/>
            <a:ext cx="323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r">
              <a:defRPr sz="1050" b="1">
                <a:solidFill>
                  <a:srgbClr val="A9BCD0"/>
                </a:solidFill>
                <a:latin typeface="Ubuntu Sans"/>
                <a:ea typeface="Ubuntu Sans"/>
                <a:cs typeface="Ubuntu Sans"/>
              </a:defRPr>
            </a:defPPr>
            <a:lvl1pPr algn="r">
              <a:defRPr sz="1050" b="1">
                <a:solidFill>
                  <a:srgbClr val="A9BCD0"/>
                </a:solidFill>
                <a:latin typeface="Ubuntu Sans"/>
                <a:ea typeface="Ubuntu Sans"/>
                <a:cs typeface="Ubuntu Sans"/>
              </a:defRPr>
            </a:lvl1pPr>
            <a:lvl2pPr algn="r">
              <a:defRPr sz="1050" b="1">
                <a:solidFill>
                  <a:srgbClr val="A9BCD0"/>
                </a:solidFill>
                <a:latin typeface="Ubuntu Sans"/>
                <a:ea typeface="Ubuntu Sans"/>
                <a:cs typeface="Ubuntu Sans"/>
              </a:defRPr>
            </a:lvl2pPr>
            <a:lvl3pPr algn="r">
              <a:defRPr sz="1050" b="1">
                <a:solidFill>
                  <a:srgbClr val="A9BCD0"/>
                </a:solidFill>
                <a:latin typeface="Ubuntu Sans"/>
                <a:ea typeface="Ubuntu Sans"/>
                <a:cs typeface="Ubuntu Sans"/>
              </a:defRPr>
            </a:lvl3pPr>
            <a:lvl4pPr algn="r">
              <a:defRPr sz="1050" b="1">
                <a:solidFill>
                  <a:srgbClr val="A9BCD0"/>
                </a:solidFill>
                <a:latin typeface="Ubuntu Sans"/>
                <a:ea typeface="Ubuntu Sans"/>
                <a:cs typeface="Ubuntu Sans"/>
              </a:defRPr>
            </a:lvl4pPr>
            <a:lvl5pPr algn="r">
              <a:defRPr sz="1050" b="1">
                <a:solidFill>
                  <a:srgbClr val="A9BCD0"/>
                </a:solidFill>
                <a:latin typeface="Ubuntu Sans"/>
                <a:ea typeface="Ubuntu Sans"/>
                <a:cs typeface="Ubuntu Sans"/>
              </a:defRPr>
            </a:lvl5pPr>
            <a:lvl6pPr algn="r">
              <a:defRPr sz="1050" b="1">
                <a:solidFill>
                  <a:srgbClr val="A9BCD0"/>
                </a:solidFill>
                <a:latin typeface="Ubuntu Sans"/>
                <a:ea typeface="Ubuntu Sans"/>
                <a:cs typeface="Ubuntu Sans"/>
              </a:defRPr>
            </a:lvl6pPr>
            <a:lvl7pPr algn="r">
              <a:defRPr sz="1050" b="1">
                <a:solidFill>
                  <a:srgbClr val="A9BCD0"/>
                </a:solidFill>
                <a:latin typeface="Ubuntu Sans"/>
                <a:ea typeface="Ubuntu Sans"/>
                <a:cs typeface="Ubuntu Sans"/>
              </a:defRPr>
            </a:lvl7pPr>
            <a:lvl8pPr algn="r">
              <a:defRPr sz="1050" b="1">
                <a:solidFill>
                  <a:srgbClr val="A9BCD0"/>
                </a:solidFill>
                <a:latin typeface="Ubuntu Sans"/>
                <a:ea typeface="Ubuntu Sans"/>
                <a:cs typeface="Ubuntu Sans"/>
              </a:defRPr>
            </a:lvl8pPr>
            <a:lvl9pPr algn="r">
              <a:defRPr sz="1050" b="1">
                <a:solidFill>
                  <a:srgbClr val="A9BCD0"/>
                </a:solidFill>
                <a:latin typeface="Ubuntu Sans"/>
                <a:ea typeface="Ubuntu Sans"/>
                <a:cs typeface="Ubuntu Sans"/>
              </a:defRPr>
            </a:lvl9pPr>
          </a:lstStyle>
          <a:p xmlns:a="http://schemas.openxmlformats.org/drawingml/2006/main">
            <a:pPr algn="r">
              <a:defRPr sz="1050" b="1">
                <a:solidFill>
                  <a:srgbClr val="A9BCD0"/>
                </a:solidFill>
                <a:latin typeface="Ubuntu Sans"/>
                <a:ea typeface="Ubuntu Sans"/>
                <a:cs typeface="Ubuntu Sans"/>
              </a:defRPr>
            </a:pPr>
            <a:r>
              <a:rPr sz="1050" b="1">
                <a:solidFill>
                  <a:srgbClr val="A9BCD0"/>
                </a:solidFill>
                <a:latin typeface="Ubuntu Sans"/>
                <a:ea typeface="Ubuntu Sans"/>
                <a:cs typeface="Ubuntu Sans"/>
              </a:rPr>
              <a:t>10</a:t>
            </a:r>
          </a:p>
        </p:txBody>
      </p:sp>
      <p:sp>
        <p:nvSpPr>
          <p:cNvPr id="4" name="">
            <a:extLst xmlns:a="http://schemas.openxmlformats.org/drawingml/2006/main">
              <a:ext uri="{FF2B5EF4-FFF2-40B4-BE49-F238E27FC236}">
                <a16:creationId xmlns:a16="http://schemas.microsoft.com/office/drawing/2014/main" id="{5AF8A36A-2876-4353-8E1F-B57BBAF7FC64}"/>
              </a:ext>
            </a:extLst>
          </p:cNvPr>
          <p:cNvSpPr>
            <a:spLocks xmlns:a="http://schemas.openxmlformats.org/drawingml/2006/main" noGrp="1"/>
          </p:cNvSpPr>
          <p:nvPr/>
        </p:nvSpPr>
        <p:spPr>
          <a:xfrm xmlns:a="http://schemas.openxmlformats.org/drawingml/2006/main">
            <a:off x="609600" y="1219200"/>
            <a:ext cx="10972800" cy="0"/>
          </a:xfrm>
          <a:prstGeom xmlns:a="http://schemas.openxmlformats.org/drawingml/2006/main" prst="line">
            <a:avLst/>
          </a:prstGeom>
          <a:noFill xmlns:a="http://schemas.openxmlformats.org/drawingml/2006/main"/>
          <a:ln xmlns:a="http://schemas.openxmlformats.org/drawingml/2006/main" w="9525">
            <a:solidFill>
              <a:srgbClr val="2B4563"/>
            </a:solidFill>
            <a:prstDash val="solid"/>
          </a:ln>
        </p:spPr>
      </p:sp>
      <p:sp>
        <p:nvSpPr>
          <p:cNvPr id="5" name="">
            <a:extLst xmlns:a="http://schemas.openxmlformats.org/drawingml/2006/main">
              <a:ext uri="{FF2B5EF4-FFF2-40B4-BE49-F238E27FC236}">
                <a16:creationId xmlns:a16="http://schemas.microsoft.com/office/drawing/2014/main" id="{1470D3D3-A82D-4CC5-90A9-69406AEBAEC0}"/>
              </a:ext>
            </a:extLst>
          </p:cNvPr>
          <p:cNvSpPr>
            <a:spLocks xmlns:a="http://schemas.openxmlformats.org/drawingml/2006/main" noGrp="1"/>
          </p:cNvSpPr>
          <p:nvPr/>
        </p:nvSpPr>
        <p:spPr>
          <a:xfrm xmlns:a="http://schemas.openxmlformats.org/drawingml/2006/main">
            <a:off x="609600" y="1371600"/>
            <a:ext cx="10191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2424"/>
          </a:bodyPr>
          <a:lstStyle xmlns:a="http://schemas.openxmlformats.org/drawingml/2006/main">
            <a:defPPr algn="l">
              <a:defRPr sz="1650" b="0">
                <a:solidFill>
                  <a:srgbClr val="A9BCD0"/>
                </a:solidFill>
                <a:latin typeface="Ubuntu Sans"/>
                <a:ea typeface="Ubuntu Sans"/>
                <a:cs typeface="Ubuntu Sans"/>
              </a:defRPr>
            </a:defPPr>
            <a:lvl1pPr algn="l">
              <a:defRPr sz="1650" b="0">
                <a:solidFill>
                  <a:srgbClr val="A9BCD0"/>
                </a:solidFill>
                <a:latin typeface="Ubuntu Sans"/>
                <a:ea typeface="Ubuntu Sans"/>
                <a:cs typeface="Ubuntu Sans"/>
              </a:defRPr>
            </a:lvl1pPr>
            <a:lvl2pPr algn="l">
              <a:defRPr sz="1650" b="0">
                <a:solidFill>
                  <a:srgbClr val="A9BCD0"/>
                </a:solidFill>
                <a:latin typeface="Ubuntu Sans"/>
                <a:ea typeface="Ubuntu Sans"/>
                <a:cs typeface="Ubuntu Sans"/>
              </a:defRPr>
            </a:lvl2pPr>
            <a:lvl3pPr algn="l">
              <a:defRPr sz="1650" b="0">
                <a:solidFill>
                  <a:srgbClr val="A9BCD0"/>
                </a:solidFill>
                <a:latin typeface="Ubuntu Sans"/>
                <a:ea typeface="Ubuntu Sans"/>
                <a:cs typeface="Ubuntu Sans"/>
              </a:defRPr>
            </a:lvl3pPr>
            <a:lvl4pPr algn="l">
              <a:defRPr sz="1650" b="0">
                <a:solidFill>
                  <a:srgbClr val="A9BCD0"/>
                </a:solidFill>
                <a:latin typeface="Ubuntu Sans"/>
                <a:ea typeface="Ubuntu Sans"/>
                <a:cs typeface="Ubuntu Sans"/>
              </a:defRPr>
            </a:lvl4pPr>
            <a:lvl5pPr algn="l">
              <a:defRPr sz="1650" b="0">
                <a:solidFill>
                  <a:srgbClr val="A9BCD0"/>
                </a:solidFill>
                <a:latin typeface="Ubuntu Sans"/>
                <a:ea typeface="Ubuntu Sans"/>
                <a:cs typeface="Ubuntu Sans"/>
              </a:defRPr>
            </a:lvl5pPr>
            <a:lvl6pPr algn="l">
              <a:defRPr sz="1650" b="0">
                <a:solidFill>
                  <a:srgbClr val="A9BCD0"/>
                </a:solidFill>
                <a:latin typeface="Ubuntu Sans"/>
                <a:ea typeface="Ubuntu Sans"/>
                <a:cs typeface="Ubuntu Sans"/>
              </a:defRPr>
            </a:lvl6pPr>
            <a:lvl7pPr algn="l">
              <a:defRPr sz="1650" b="0">
                <a:solidFill>
                  <a:srgbClr val="A9BCD0"/>
                </a:solidFill>
                <a:latin typeface="Ubuntu Sans"/>
                <a:ea typeface="Ubuntu Sans"/>
                <a:cs typeface="Ubuntu Sans"/>
              </a:defRPr>
            </a:lvl7pPr>
            <a:lvl8pPr algn="l">
              <a:defRPr sz="1650" b="0">
                <a:solidFill>
                  <a:srgbClr val="A9BCD0"/>
                </a:solidFill>
                <a:latin typeface="Ubuntu Sans"/>
                <a:ea typeface="Ubuntu Sans"/>
                <a:cs typeface="Ubuntu Sans"/>
              </a:defRPr>
            </a:lvl8pPr>
            <a:lvl9pPr algn="l">
              <a:defRPr sz="1650" b="0">
                <a:solidFill>
                  <a:srgbClr val="A9BCD0"/>
                </a:solidFill>
                <a:latin typeface="Ubuntu Sans"/>
                <a:ea typeface="Ubuntu Sans"/>
                <a:cs typeface="Ubuntu Sans"/>
              </a:defRPr>
            </a:lvl9pPr>
          </a:lstStyle>
          <a:p xmlns:a="http://schemas.openxmlformats.org/drawingml/2006/main">
            <a:pPr algn="l">
              <a:defRPr sz="1650" b="0">
                <a:solidFill>
                  <a:srgbClr val="A9BCD0"/>
                </a:solidFill>
                <a:latin typeface="Ubuntu Sans"/>
                <a:ea typeface="Ubuntu Sans"/>
                <a:cs typeface="Ubuntu Sans"/>
              </a:defRPr>
            </a:pPr>
            <a:r>
              <a:rPr sz="1650" b="0">
                <a:solidFill>
                  <a:srgbClr val="A9BCD0"/>
                </a:solidFill>
                <a:latin typeface="Ubuntu Sans"/>
                <a:ea typeface="Ubuntu Sans"/>
                <a:cs typeface="Ubuntu Sans"/>
              </a:rPr>
              <a:t>AI calls can take seconds or fail. The backend keeps them outside the user request.</a:t>
            </a:r>
          </a:p>
        </p:txBody>
      </p:sp>
      <p:sp>
        <p:nvSpPr>
          <p:cNvPr id="6" name="">
            <a:extLst xmlns:a="http://schemas.openxmlformats.org/drawingml/2006/main">
              <a:ext uri="{FF2B5EF4-FFF2-40B4-BE49-F238E27FC236}">
                <a16:creationId xmlns:a16="http://schemas.microsoft.com/office/drawing/2014/main" id="{FA193479-7CB1-4F40-93EB-5030D0FA4B5B}"/>
              </a:ext>
            </a:extLst>
          </p:cNvPr>
          <p:cNvSpPr>
            <a:spLocks xmlns:a="http://schemas.openxmlformats.org/drawingml/2006/main" noGrp="1"/>
          </p:cNvSpPr>
          <p:nvPr/>
        </p:nvSpPr>
        <p:spPr>
          <a:xfrm xmlns:a="http://schemas.openxmlformats.org/drawingml/2006/main">
            <a:off x="609600" y="2381250"/>
            <a:ext cx="1466850" cy="1352550"/>
          </a:xfrm>
          <a:prstGeom xmlns:a="http://schemas.openxmlformats.org/drawingml/2006/main" prst="roundRect">
            <a:avLst>
              <a:gd name="adj" fmla="val 8451"/>
            </a:avLst>
          </a:prstGeom>
          <a:solidFill xmlns:a="http://schemas.openxmlformats.org/drawingml/2006/main">
            <a:srgbClr val="10223A"/>
          </a:solidFill>
          <a:ln xmlns:a="http://schemas.openxmlformats.org/drawingml/2006/main" w="19050">
            <a:solidFill>
              <a:srgbClr val="8A7CFF"/>
            </a:solidFill>
            <a:prstDash val="solid"/>
          </a:ln>
        </p:spPr>
      </p:sp>
      <p:sp>
        <p:nvSpPr>
          <p:cNvPr id="7" name="">
            <a:extLst xmlns:a="http://schemas.openxmlformats.org/drawingml/2006/main">
              <a:ext uri="{FF2B5EF4-FFF2-40B4-BE49-F238E27FC236}">
                <a16:creationId xmlns:a16="http://schemas.microsoft.com/office/drawing/2014/main" id="{2E557D5F-2447-4D0F-8C52-EE727D537863}"/>
              </a:ext>
            </a:extLst>
          </p:cNvPr>
          <p:cNvSpPr>
            <a:spLocks xmlns:a="http://schemas.openxmlformats.org/drawingml/2006/main" noGrp="1"/>
          </p:cNvSpPr>
          <p:nvPr/>
        </p:nvSpPr>
        <p:spPr>
          <a:xfrm xmlns:a="http://schemas.openxmlformats.org/drawingml/2006/main">
            <a:off x="781050" y="2514600"/>
            <a:ext cx="323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0000"/>
          </a:bodyPr>
          <a:lstStyle xmlns:a="http://schemas.openxmlformats.org/drawingml/2006/main">
            <a:defPPr algn="l">
              <a:defRPr sz="1125" b="1">
                <a:solidFill>
                  <a:srgbClr val="FFCA6A"/>
                </a:solidFill>
                <a:latin typeface="Ubuntu Sans"/>
                <a:ea typeface="Ubuntu Sans"/>
                <a:cs typeface="Ubuntu Sans"/>
              </a:defRPr>
            </a:defPPr>
            <a:lvl1pPr algn="l">
              <a:defRPr sz="1125" b="1">
                <a:solidFill>
                  <a:srgbClr val="FFCA6A"/>
                </a:solidFill>
                <a:latin typeface="Ubuntu Sans"/>
                <a:ea typeface="Ubuntu Sans"/>
                <a:cs typeface="Ubuntu Sans"/>
              </a:defRPr>
            </a:lvl1pPr>
            <a:lvl2pPr algn="l">
              <a:defRPr sz="1125" b="1">
                <a:solidFill>
                  <a:srgbClr val="FFCA6A"/>
                </a:solidFill>
                <a:latin typeface="Ubuntu Sans"/>
                <a:ea typeface="Ubuntu Sans"/>
                <a:cs typeface="Ubuntu Sans"/>
              </a:defRPr>
            </a:lvl2pPr>
            <a:lvl3pPr algn="l">
              <a:defRPr sz="1125" b="1">
                <a:solidFill>
                  <a:srgbClr val="FFCA6A"/>
                </a:solidFill>
                <a:latin typeface="Ubuntu Sans"/>
                <a:ea typeface="Ubuntu Sans"/>
                <a:cs typeface="Ubuntu Sans"/>
              </a:defRPr>
            </a:lvl3pPr>
            <a:lvl4pPr algn="l">
              <a:defRPr sz="1125" b="1">
                <a:solidFill>
                  <a:srgbClr val="FFCA6A"/>
                </a:solidFill>
                <a:latin typeface="Ubuntu Sans"/>
                <a:ea typeface="Ubuntu Sans"/>
                <a:cs typeface="Ubuntu Sans"/>
              </a:defRPr>
            </a:lvl4pPr>
            <a:lvl5pPr algn="l">
              <a:defRPr sz="1125" b="1">
                <a:solidFill>
                  <a:srgbClr val="FFCA6A"/>
                </a:solidFill>
                <a:latin typeface="Ubuntu Sans"/>
                <a:ea typeface="Ubuntu Sans"/>
                <a:cs typeface="Ubuntu Sans"/>
              </a:defRPr>
            </a:lvl5pPr>
            <a:lvl6pPr algn="l">
              <a:defRPr sz="1125" b="1">
                <a:solidFill>
                  <a:srgbClr val="FFCA6A"/>
                </a:solidFill>
                <a:latin typeface="Ubuntu Sans"/>
                <a:ea typeface="Ubuntu Sans"/>
                <a:cs typeface="Ubuntu Sans"/>
              </a:defRPr>
            </a:lvl6pPr>
            <a:lvl7pPr algn="l">
              <a:defRPr sz="1125" b="1">
                <a:solidFill>
                  <a:srgbClr val="FFCA6A"/>
                </a:solidFill>
                <a:latin typeface="Ubuntu Sans"/>
                <a:ea typeface="Ubuntu Sans"/>
                <a:cs typeface="Ubuntu Sans"/>
              </a:defRPr>
            </a:lvl7pPr>
            <a:lvl8pPr algn="l">
              <a:defRPr sz="1125" b="1">
                <a:solidFill>
                  <a:srgbClr val="FFCA6A"/>
                </a:solidFill>
                <a:latin typeface="Ubuntu Sans"/>
                <a:ea typeface="Ubuntu Sans"/>
                <a:cs typeface="Ubuntu Sans"/>
              </a:defRPr>
            </a:lvl8pPr>
            <a:lvl9pPr algn="l">
              <a:defRPr sz="1125" b="1">
                <a:solidFill>
                  <a:srgbClr val="FFCA6A"/>
                </a:solidFill>
                <a:latin typeface="Ubuntu Sans"/>
                <a:ea typeface="Ubuntu Sans"/>
                <a:cs typeface="Ubuntu Sans"/>
              </a:defRPr>
            </a:lvl9pPr>
          </a:lstStyle>
          <a:p xmlns:a="http://schemas.openxmlformats.org/drawingml/2006/main">
            <a:pPr algn="l">
              <a:defRPr sz="1125" b="1">
                <a:solidFill>
                  <a:srgbClr val="FFCA6A"/>
                </a:solidFill>
                <a:latin typeface="Ubuntu Sans"/>
                <a:ea typeface="Ubuntu Sans"/>
                <a:cs typeface="Ubuntu Sans"/>
              </a:defRPr>
            </a:pPr>
            <a:r>
              <a:rPr sz="1125" b="1">
                <a:solidFill>
                  <a:srgbClr val="FFCA6A"/>
                </a:solidFill>
                <a:latin typeface="Ubuntu Sans"/>
                <a:ea typeface="Ubuntu Sans"/>
                <a:cs typeface="Ubuntu Sans"/>
              </a:rPr>
              <a:t>1</a:t>
            </a:r>
          </a:p>
        </p:txBody>
      </p:sp>
      <p:sp>
        <p:nvSpPr>
          <p:cNvPr id="8" name="">
            <a:extLst xmlns:a="http://schemas.openxmlformats.org/drawingml/2006/main">
              <a:ext uri="{FF2B5EF4-FFF2-40B4-BE49-F238E27FC236}">
                <a16:creationId xmlns:a16="http://schemas.microsoft.com/office/drawing/2014/main" id="{7F1141C0-A150-4B72-B6E3-EF400CB590B1}"/>
              </a:ext>
            </a:extLst>
          </p:cNvPr>
          <p:cNvSpPr>
            <a:spLocks xmlns:a="http://schemas.openxmlformats.org/drawingml/2006/main" noGrp="1"/>
          </p:cNvSpPr>
          <p:nvPr/>
        </p:nvSpPr>
        <p:spPr>
          <a:xfrm xmlns:a="http://schemas.openxmlformats.org/drawingml/2006/main">
            <a:off x="781050" y="2838450"/>
            <a:ext cx="1123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000"/>
          </a:bodyPr>
          <a:lstStyle xmlns:a="http://schemas.openxmlformats.org/drawingml/2006/main">
            <a:defPPr algn="l">
              <a:defRPr sz="1500" b="1">
                <a:solidFill>
                  <a:srgbClr val="F4F8FF"/>
                </a:solidFill>
                <a:latin typeface="Ubuntu Sans"/>
                <a:ea typeface="Ubuntu Sans"/>
                <a:cs typeface="Ubuntu Sans"/>
              </a:defRPr>
            </a:defPPr>
            <a:lvl1pPr algn="l">
              <a:defRPr sz="1500" b="1">
                <a:solidFill>
                  <a:srgbClr val="F4F8FF"/>
                </a:solidFill>
                <a:latin typeface="Ubuntu Sans"/>
                <a:ea typeface="Ubuntu Sans"/>
                <a:cs typeface="Ubuntu Sans"/>
              </a:defRPr>
            </a:lvl1pPr>
            <a:lvl2pPr algn="l">
              <a:defRPr sz="1500" b="1">
                <a:solidFill>
                  <a:srgbClr val="F4F8FF"/>
                </a:solidFill>
                <a:latin typeface="Ubuntu Sans"/>
                <a:ea typeface="Ubuntu Sans"/>
                <a:cs typeface="Ubuntu Sans"/>
              </a:defRPr>
            </a:lvl2pPr>
            <a:lvl3pPr algn="l">
              <a:defRPr sz="1500" b="1">
                <a:solidFill>
                  <a:srgbClr val="F4F8FF"/>
                </a:solidFill>
                <a:latin typeface="Ubuntu Sans"/>
                <a:ea typeface="Ubuntu Sans"/>
                <a:cs typeface="Ubuntu Sans"/>
              </a:defRPr>
            </a:lvl3pPr>
            <a:lvl4pPr algn="l">
              <a:defRPr sz="1500" b="1">
                <a:solidFill>
                  <a:srgbClr val="F4F8FF"/>
                </a:solidFill>
                <a:latin typeface="Ubuntu Sans"/>
                <a:ea typeface="Ubuntu Sans"/>
                <a:cs typeface="Ubuntu Sans"/>
              </a:defRPr>
            </a:lvl4pPr>
            <a:lvl5pPr algn="l">
              <a:defRPr sz="1500" b="1">
                <a:solidFill>
                  <a:srgbClr val="F4F8FF"/>
                </a:solidFill>
                <a:latin typeface="Ubuntu Sans"/>
                <a:ea typeface="Ubuntu Sans"/>
                <a:cs typeface="Ubuntu Sans"/>
              </a:defRPr>
            </a:lvl5pPr>
            <a:lvl6pPr algn="l">
              <a:defRPr sz="1500" b="1">
                <a:solidFill>
                  <a:srgbClr val="F4F8FF"/>
                </a:solidFill>
                <a:latin typeface="Ubuntu Sans"/>
                <a:ea typeface="Ubuntu Sans"/>
                <a:cs typeface="Ubuntu Sans"/>
              </a:defRPr>
            </a:lvl6pPr>
            <a:lvl7pPr algn="l">
              <a:defRPr sz="1500" b="1">
                <a:solidFill>
                  <a:srgbClr val="F4F8FF"/>
                </a:solidFill>
                <a:latin typeface="Ubuntu Sans"/>
                <a:ea typeface="Ubuntu Sans"/>
                <a:cs typeface="Ubuntu Sans"/>
              </a:defRPr>
            </a:lvl7pPr>
            <a:lvl8pPr algn="l">
              <a:defRPr sz="1500" b="1">
                <a:solidFill>
                  <a:srgbClr val="F4F8FF"/>
                </a:solidFill>
                <a:latin typeface="Ubuntu Sans"/>
                <a:ea typeface="Ubuntu Sans"/>
                <a:cs typeface="Ubuntu Sans"/>
              </a:defRPr>
            </a:lvl8pPr>
            <a:lvl9pPr algn="l">
              <a:defRPr sz="1500" b="1">
                <a:solidFill>
                  <a:srgbClr val="F4F8FF"/>
                </a:solidFill>
                <a:latin typeface="Ubuntu Sans"/>
                <a:ea typeface="Ubuntu Sans"/>
                <a:cs typeface="Ubuntu Sans"/>
              </a:defRPr>
            </a:lvl9pPr>
          </a:lstStyle>
          <a:p xmlns:a="http://schemas.openxmlformats.org/drawingml/2006/main">
            <a:pPr algn="l">
              <a:defRPr sz="1500" b="1">
                <a:solidFill>
                  <a:srgbClr val="F4F8FF"/>
                </a:solidFill>
                <a:latin typeface="Ubuntu Sans"/>
                <a:ea typeface="Ubuntu Sans"/>
                <a:cs typeface="Ubuntu Sans"/>
              </a:defRPr>
            </a:pPr>
            <a:r>
              <a:rPr sz="1500" b="1">
                <a:solidFill>
                  <a:srgbClr val="F4F8FF"/>
                </a:solidFill>
                <a:latin typeface="Ubuntu Sans"/>
                <a:ea typeface="Ubuntu Sans"/>
                <a:cs typeface="Ubuntu Sans"/>
              </a:rPr>
              <a:t>API</a:t>
            </a:r>
          </a:p>
        </p:txBody>
      </p:sp>
      <p:sp>
        <p:nvSpPr>
          <p:cNvPr id="9" name="">
            <a:extLst xmlns:a="http://schemas.openxmlformats.org/drawingml/2006/main">
              <a:ext uri="{FF2B5EF4-FFF2-40B4-BE49-F238E27FC236}">
                <a16:creationId xmlns:a16="http://schemas.microsoft.com/office/drawing/2014/main" id="{425ECF82-4128-4B02-936C-98D48A9DE9DD}"/>
              </a:ext>
            </a:extLst>
          </p:cNvPr>
          <p:cNvSpPr>
            <a:spLocks xmlns:a="http://schemas.openxmlformats.org/drawingml/2006/main" noGrp="1"/>
          </p:cNvSpPr>
          <p:nvPr/>
        </p:nvSpPr>
        <p:spPr>
          <a:xfrm xmlns:a="http://schemas.openxmlformats.org/drawingml/2006/main">
            <a:off x="781050" y="3238500"/>
            <a:ext cx="1123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050" b="0">
                <a:solidFill>
                  <a:srgbClr val="A9BCD0"/>
                </a:solidFill>
                <a:latin typeface="Ubuntu Sans"/>
                <a:ea typeface="Ubuntu Sans"/>
                <a:cs typeface="Ubuntu Sans"/>
              </a:defRPr>
            </a:defPPr>
            <a:lvl1pPr algn="l">
              <a:defRPr sz="1050" b="0">
                <a:solidFill>
                  <a:srgbClr val="A9BCD0"/>
                </a:solidFill>
                <a:latin typeface="Ubuntu Sans"/>
                <a:ea typeface="Ubuntu Sans"/>
                <a:cs typeface="Ubuntu Sans"/>
              </a:defRPr>
            </a:lvl1pPr>
            <a:lvl2pPr algn="l">
              <a:defRPr sz="1050" b="0">
                <a:solidFill>
                  <a:srgbClr val="A9BCD0"/>
                </a:solidFill>
                <a:latin typeface="Ubuntu Sans"/>
                <a:ea typeface="Ubuntu Sans"/>
                <a:cs typeface="Ubuntu Sans"/>
              </a:defRPr>
            </a:lvl2pPr>
            <a:lvl3pPr algn="l">
              <a:defRPr sz="1050" b="0">
                <a:solidFill>
                  <a:srgbClr val="A9BCD0"/>
                </a:solidFill>
                <a:latin typeface="Ubuntu Sans"/>
                <a:ea typeface="Ubuntu Sans"/>
                <a:cs typeface="Ubuntu Sans"/>
              </a:defRPr>
            </a:lvl3pPr>
            <a:lvl4pPr algn="l">
              <a:defRPr sz="1050" b="0">
                <a:solidFill>
                  <a:srgbClr val="A9BCD0"/>
                </a:solidFill>
                <a:latin typeface="Ubuntu Sans"/>
                <a:ea typeface="Ubuntu Sans"/>
                <a:cs typeface="Ubuntu Sans"/>
              </a:defRPr>
            </a:lvl4pPr>
            <a:lvl5pPr algn="l">
              <a:defRPr sz="1050" b="0">
                <a:solidFill>
                  <a:srgbClr val="A9BCD0"/>
                </a:solidFill>
                <a:latin typeface="Ubuntu Sans"/>
                <a:ea typeface="Ubuntu Sans"/>
                <a:cs typeface="Ubuntu Sans"/>
              </a:defRPr>
            </a:lvl5pPr>
            <a:lvl6pPr algn="l">
              <a:defRPr sz="1050" b="0">
                <a:solidFill>
                  <a:srgbClr val="A9BCD0"/>
                </a:solidFill>
                <a:latin typeface="Ubuntu Sans"/>
                <a:ea typeface="Ubuntu Sans"/>
                <a:cs typeface="Ubuntu Sans"/>
              </a:defRPr>
            </a:lvl6pPr>
            <a:lvl7pPr algn="l">
              <a:defRPr sz="1050" b="0">
                <a:solidFill>
                  <a:srgbClr val="A9BCD0"/>
                </a:solidFill>
                <a:latin typeface="Ubuntu Sans"/>
                <a:ea typeface="Ubuntu Sans"/>
                <a:cs typeface="Ubuntu Sans"/>
              </a:defRPr>
            </a:lvl7pPr>
            <a:lvl8pPr algn="l">
              <a:defRPr sz="1050" b="0">
                <a:solidFill>
                  <a:srgbClr val="A9BCD0"/>
                </a:solidFill>
                <a:latin typeface="Ubuntu Sans"/>
                <a:ea typeface="Ubuntu Sans"/>
                <a:cs typeface="Ubuntu Sans"/>
              </a:defRPr>
            </a:lvl8pPr>
            <a:lvl9pPr algn="l">
              <a:defRPr sz="1050" b="0">
                <a:solidFill>
                  <a:srgbClr val="A9BCD0"/>
                </a:solidFill>
                <a:latin typeface="Ubuntu Sans"/>
                <a:ea typeface="Ubuntu Sans"/>
                <a:cs typeface="Ubuntu Sans"/>
              </a:defRPr>
            </a:lvl9pPr>
          </a:lstStyle>
          <a:p xmlns:a="http://schemas.openxmlformats.org/drawingml/2006/main">
            <a:pPr algn="l">
              <a:defRPr sz="1050" b="0">
                <a:solidFill>
                  <a:srgbClr val="A9BCD0"/>
                </a:solidFill>
                <a:latin typeface="Ubuntu Sans"/>
                <a:ea typeface="Ubuntu Sans"/>
                <a:cs typeface="Ubuntu Sans"/>
              </a:defRPr>
            </a:pPr>
            <a:r>
              <a:rPr sz="1050" b="0">
                <a:solidFill>
                  <a:srgbClr val="A9BCD0"/>
                </a:solidFill>
                <a:latin typeface="Ubuntu Sans"/>
                <a:ea typeface="Ubuntu Sans"/>
                <a:cs typeface="Ubuntu Sans"/>
              </a:rPr>
              <a:t>Create job</a:t>
            </a:r>
          </a:p>
        </p:txBody>
      </p:sp>
      <p:sp>
        <p:nvSpPr>
          <p:cNvPr id="10" name="">
            <a:extLst xmlns:a="http://schemas.openxmlformats.org/drawingml/2006/main">
              <a:ext uri="{FF2B5EF4-FFF2-40B4-BE49-F238E27FC236}">
                <a16:creationId xmlns:a16="http://schemas.microsoft.com/office/drawing/2014/main" id="{2163FA4C-A4A0-4EE7-BE87-AFAA41EA8A47}"/>
              </a:ext>
            </a:extLst>
          </p:cNvPr>
          <p:cNvSpPr>
            <a:spLocks xmlns:a="http://schemas.openxmlformats.org/drawingml/2006/main" noGrp="1"/>
          </p:cNvSpPr>
          <p:nvPr/>
        </p:nvSpPr>
        <p:spPr>
          <a:xfrm xmlns:a="http://schemas.openxmlformats.org/drawingml/2006/main">
            <a:off x="2076450" y="3048000"/>
            <a:ext cx="400050" cy="0"/>
          </a:xfrm>
          <a:prstGeom xmlns:a="http://schemas.openxmlformats.org/drawingml/2006/main" prst="line">
            <a:avLst/>
          </a:prstGeom>
          <a:noFill xmlns:a="http://schemas.openxmlformats.org/drawingml/2006/main"/>
          <a:ln xmlns:a="http://schemas.openxmlformats.org/drawingml/2006/main" w="19050">
            <a:solidFill>
              <a:srgbClr val="2B4563"/>
            </a:solidFill>
            <a:prstDash val="solid"/>
          </a:ln>
        </p:spPr>
      </p:sp>
      <p:sp>
        <p:nvSpPr>
          <p:cNvPr id="11" name="">
            <a:extLst xmlns:a="http://schemas.openxmlformats.org/drawingml/2006/main">
              <a:ext uri="{FF2B5EF4-FFF2-40B4-BE49-F238E27FC236}">
                <a16:creationId xmlns:a16="http://schemas.microsoft.com/office/drawing/2014/main" id="{21077228-0C5C-4838-AACB-5422A0AB87B7}"/>
              </a:ext>
            </a:extLst>
          </p:cNvPr>
          <p:cNvSpPr>
            <a:spLocks xmlns:a="http://schemas.openxmlformats.org/drawingml/2006/main" noGrp="1"/>
          </p:cNvSpPr>
          <p:nvPr/>
        </p:nvSpPr>
        <p:spPr>
          <a:xfrm xmlns:a="http://schemas.openxmlformats.org/drawingml/2006/main">
            <a:off x="2476500" y="2381250"/>
            <a:ext cx="1466850" cy="1352550"/>
          </a:xfrm>
          <a:prstGeom xmlns:a="http://schemas.openxmlformats.org/drawingml/2006/main" prst="roundRect">
            <a:avLst>
              <a:gd name="adj" fmla="val 8451"/>
            </a:avLst>
          </a:prstGeom>
          <a:solidFill xmlns:a="http://schemas.openxmlformats.org/drawingml/2006/main">
            <a:srgbClr val="10223A"/>
          </a:solidFill>
          <a:ln xmlns:a="http://schemas.openxmlformats.org/drawingml/2006/main" w="19050">
            <a:solidFill>
              <a:srgbClr val="8A7CFF"/>
            </a:solidFill>
            <a:prstDash val="solid"/>
          </a:ln>
        </p:spPr>
      </p:sp>
      <p:sp>
        <p:nvSpPr>
          <p:cNvPr id="12" name="">
            <a:extLst xmlns:a="http://schemas.openxmlformats.org/drawingml/2006/main">
              <a:ext uri="{FF2B5EF4-FFF2-40B4-BE49-F238E27FC236}">
                <a16:creationId xmlns:a16="http://schemas.microsoft.com/office/drawing/2014/main" id="{CAE1E08E-7021-4AC7-8111-095B56B19BF1}"/>
              </a:ext>
            </a:extLst>
          </p:cNvPr>
          <p:cNvSpPr>
            <a:spLocks xmlns:a="http://schemas.openxmlformats.org/drawingml/2006/main" noGrp="1"/>
          </p:cNvSpPr>
          <p:nvPr/>
        </p:nvSpPr>
        <p:spPr>
          <a:xfrm xmlns:a="http://schemas.openxmlformats.org/drawingml/2006/main">
            <a:off x="2647950" y="2514600"/>
            <a:ext cx="323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0000"/>
          </a:bodyPr>
          <a:lstStyle xmlns:a="http://schemas.openxmlformats.org/drawingml/2006/main">
            <a:defPPr algn="l">
              <a:defRPr sz="1125" b="1">
                <a:solidFill>
                  <a:srgbClr val="FFCA6A"/>
                </a:solidFill>
                <a:latin typeface="Ubuntu Sans"/>
                <a:ea typeface="Ubuntu Sans"/>
                <a:cs typeface="Ubuntu Sans"/>
              </a:defRPr>
            </a:defPPr>
            <a:lvl1pPr algn="l">
              <a:defRPr sz="1125" b="1">
                <a:solidFill>
                  <a:srgbClr val="FFCA6A"/>
                </a:solidFill>
                <a:latin typeface="Ubuntu Sans"/>
                <a:ea typeface="Ubuntu Sans"/>
                <a:cs typeface="Ubuntu Sans"/>
              </a:defRPr>
            </a:lvl1pPr>
            <a:lvl2pPr algn="l">
              <a:defRPr sz="1125" b="1">
                <a:solidFill>
                  <a:srgbClr val="FFCA6A"/>
                </a:solidFill>
                <a:latin typeface="Ubuntu Sans"/>
                <a:ea typeface="Ubuntu Sans"/>
                <a:cs typeface="Ubuntu Sans"/>
              </a:defRPr>
            </a:lvl2pPr>
            <a:lvl3pPr algn="l">
              <a:defRPr sz="1125" b="1">
                <a:solidFill>
                  <a:srgbClr val="FFCA6A"/>
                </a:solidFill>
                <a:latin typeface="Ubuntu Sans"/>
                <a:ea typeface="Ubuntu Sans"/>
                <a:cs typeface="Ubuntu Sans"/>
              </a:defRPr>
            </a:lvl3pPr>
            <a:lvl4pPr algn="l">
              <a:defRPr sz="1125" b="1">
                <a:solidFill>
                  <a:srgbClr val="FFCA6A"/>
                </a:solidFill>
                <a:latin typeface="Ubuntu Sans"/>
                <a:ea typeface="Ubuntu Sans"/>
                <a:cs typeface="Ubuntu Sans"/>
              </a:defRPr>
            </a:lvl4pPr>
            <a:lvl5pPr algn="l">
              <a:defRPr sz="1125" b="1">
                <a:solidFill>
                  <a:srgbClr val="FFCA6A"/>
                </a:solidFill>
                <a:latin typeface="Ubuntu Sans"/>
                <a:ea typeface="Ubuntu Sans"/>
                <a:cs typeface="Ubuntu Sans"/>
              </a:defRPr>
            </a:lvl5pPr>
            <a:lvl6pPr algn="l">
              <a:defRPr sz="1125" b="1">
                <a:solidFill>
                  <a:srgbClr val="FFCA6A"/>
                </a:solidFill>
                <a:latin typeface="Ubuntu Sans"/>
                <a:ea typeface="Ubuntu Sans"/>
                <a:cs typeface="Ubuntu Sans"/>
              </a:defRPr>
            </a:lvl6pPr>
            <a:lvl7pPr algn="l">
              <a:defRPr sz="1125" b="1">
                <a:solidFill>
                  <a:srgbClr val="FFCA6A"/>
                </a:solidFill>
                <a:latin typeface="Ubuntu Sans"/>
                <a:ea typeface="Ubuntu Sans"/>
                <a:cs typeface="Ubuntu Sans"/>
              </a:defRPr>
            </a:lvl7pPr>
            <a:lvl8pPr algn="l">
              <a:defRPr sz="1125" b="1">
                <a:solidFill>
                  <a:srgbClr val="FFCA6A"/>
                </a:solidFill>
                <a:latin typeface="Ubuntu Sans"/>
                <a:ea typeface="Ubuntu Sans"/>
                <a:cs typeface="Ubuntu Sans"/>
              </a:defRPr>
            </a:lvl8pPr>
            <a:lvl9pPr algn="l">
              <a:defRPr sz="1125" b="1">
                <a:solidFill>
                  <a:srgbClr val="FFCA6A"/>
                </a:solidFill>
                <a:latin typeface="Ubuntu Sans"/>
                <a:ea typeface="Ubuntu Sans"/>
                <a:cs typeface="Ubuntu Sans"/>
              </a:defRPr>
            </a:lvl9pPr>
          </a:lstStyle>
          <a:p xmlns:a="http://schemas.openxmlformats.org/drawingml/2006/main">
            <a:pPr algn="l">
              <a:defRPr sz="1125" b="1">
                <a:solidFill>
                  <a:srgbClr val="FFCA6A"/>
                </a:solidFill>
                <a:latin typeface="Ubuntu Sans"/>
                <a:ea typeface="Ubuntu Sans"/>
                <a:cs typeface="Ubuntu Sans"/>
              </a:defRPr>
            </a:pPr>
            <a:r>
              <a:rPr sz="1125" b="1">
                <a:solidFill>
                  <a:srgbClr val="FFCA6A"/>
                </a:solidFill>
                <a:latin typeface="Ubuntu Sans"/>
                <a:ea typeface="Ubuntu Sans"/>
                <a:cs typeface="Ubuntu Sans"/>
              </a:rPr>
              <a:t>2</a:t>
            </a:r>
          </a:p>
        </p:txBody>
      </p:sp>
      <p:sp>
        <p:nvSpPr>
          <p:cNvPr id="13" name="">
            <a:extLst xmlns:a="http://schemas.openxmlformats.org/drawingml/2006/main">
              <a:ext uri="{FF2B5EF4-FFF2-40B4-BE49-F238E27FC236}">
                <a16:creationId xmlns:a16="http://schemas.microsoft.com/office/drawing/2014/main" id="{8AFEE464-7F30-45B1-92C6-71EB831D3CCB}"/>
              </a:ext>
            </a:extLst>
          </p:cNvPr>
          <p:cNvSpPr>
            <a:spLocks xmlns:a="http://schemas.openxmlformats.org/drawingml/2006/main" noGrp="1"/>
          </p:cNvSpPr>
          <p:nvPr/>
        </p:nvSpPr>
        <p:spPr>
          <a:xfrm xmlns:a="http://schemas.openxmlformats.org/drawingml/2006/main">
            <a:off x="2647950" y="2838450"/>
            <a:ext cx="1123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000"/>
          </a:bodyPr>
          <a:lstStyle xmlns:a="http://schemas.openxmlformats.org/drawingml/2006/main">
            <a:defPPr algn="l">
              <a:defRPr sz="1500" b="1">
                <a:solidFill>
                  <a:srgbClr val="F4F8FF"/>
                </a:solidFill>
                <a:latin typeface="Ubuntu Sans"/>
                <a:ea typeface="Ubuntu Sans"/>
                <a:cs typeface="Ubuntu Sans"/>
              </a:defRPr>
            </a:defPPr>
            <a:lvl1pPr algn="l">
              <a:defRPr sz="1500" b="1">
                <a:solidFill>
                  <a:srgbClr val="F4F8FF"/>
                </a:solidFill>
                <a:latin typeface="Ubuntu Sans"/>
                <a:ea typeface="Ubuntu Sans"/>
                <a:cs typeface="Ubuntu Sans"/>
              </a:defRPr>
            </a:lvl1pPr>
            <a:lvl2pPr algn="l">
              <a:defRPr sz="1500" b="1">
                <a:solidFill>
                  <a:srgbClr val="F4F8FF"/>
                </a:solidFill>
                <a:latin typeface="Ubuntu Sans"/>
                <a:ea typeface="Ubuntu Sans"/>
                <a:cs typeface="Ubuntu Sans"/>
              </a:defRPr>
            </a:lvl2pPr>
            <a:lvl3pPr algn="l">
              <a:defRPr sz="1500" b="1">
                <a:solidFill>
                  <a:srgbClr val="F4F8FF"/>
                </a:solidFill>
                <a:latin typeface="Ubuntu Sans"/>
                <a:ea typeface="Ubuntu Sans"/>
                <a:cs typeface="Ubuntu Sans"/>
              </a:defRPr>
            </a:lvl3pPr>
            <a:lvl4pPr algn="l">
              <a:defRPr sz="1500" b="1">
                <a:solidFill>
                  <a:srgbClr val="F4F8FF"/>
                </a:solidFill>
                <a:latin typeface="Ubuntu Sans"/>
                <a:ea typeface="Ubuntu Sans"/>
                <a:cs typeface="Ubuntu Sans"/>
              </a:defRPr>
            </a:lvl4pPr>
            <a:lvl5pPr algn="l">
              <a:defRPr sz="1500" b="1">
                <a:solidFill>
                  <a:srgbClr val="F4F8FF"/>
                </a:solidFill>
                <a:latin typeface="Ubuntu Sans"/>
                <a:ea typeface="Ubuntu Sans"/>
                <a:cs typeface="Ubuntu Sans"/>
              </a:defRPr>
            </a:lvl5pPr>
            <a:lvl6pPr algn="l">
              <a:defRPr sz="1500" b="1">
                <a:solidFill>
                  <a:srgbClr val="F4F8FF"/>
                </a:solidFill>
                <a:latin typeface="Ubuntu Sans"/>
                <a:ea typeface="Ubuntu Sans"/>
                <a:cs typeface="Ubuntu Sans"/>
              </a:defRPr>
            </a:lvl6pPr>
            <a:lvl7pPr algn="l">
              <a:defRPr sz="1500" b="1">
                <a:solidFill>
                  <a:srgbClr val="F4F8FF"/>
                </a:solidFill>
                <a:latin typeface="Ubuntu Sans"/>
                <a:ea typeface="Ubuntu Sans"/>
                <a:cs typeface="Ubuntu Sans"/>
              </a:defRPr>
            </a:lvl7pPr>
            <a:lvl8pPr algn="l">
              <a:defRPr sz="1500" b="1">
                <a:solidFill>
                  <a:srgbClr val="F4F8FF"/>
                </a:solidFill>
                <a:latin typeface="Ubuntu Sans"/>
                <a:ea typeface="Ubuntu Sans"/>
                <a:cs typeface="Ubuntu Sans"/>
              </a:defRPr>
            </a:lvl8pPr>
            <a:lvl9pPr algn="l">
              <a:defRPr sz="1500" b="1">
                <a:solidFill>
                  <a:srgbClr val="F4F8FF"/>
                </a:solidFill>
                <a:latin typeface="Ubuntu Sans"/>
                <a:ea typeface="Ubuntu Sans"/>
                <a:cs typeface="Ubuntu Sans"/>
              </a:defRPr>
            </a:lvl9pPr>
          </a:lstStyle>
          <a:p xmlns:a="http://schemas.openxmlformats.org/drawingml/2006/main">
            <a:pPr algn="l">
              <a:defRPr sz="1500" b="1">
                <a:solidFill>
                  <a:srgbClr val="F4F8FF"/>
                </a:solidFill>
                <a:latin typeface="Ubuntu Sans"/>
                <a:ea typeface="Ubuntu Sans"/>
                <a:cs typeface="Ubuntu Sans"/>
              </a:defRPr>
            </a:pPr>
            <a:r>
              <a:rPr sz="1500" b="1">
                <a:solidFill>
                  <a:srgbClr val="F4F8FF"/>
                </a:solidFill>
                <a:latin typeface="Ubuntu Sans"/>
                <a:ea typeface="Ubuntu Sans"/>
                <a:cs typeface="Ubuntu Sans"/>
              </a:rPr>
              <a:t>PostgreSQL</a:t>
            </a:r>
          </a:p>
        </p:txBody>
      </p:sp>
      <p:sp>
        <p:nvSpPr>
          <p:cNvPr id="14" name="">
            <a:extLst xmlns:a="http://schemas.openxmlformats.org/drawingml/2006/main">
              <a:ext uri="{FF2B5EF4-FFF2-40B4-BE49-F238E27FC236}">
                <a16:creationId xmlns:a16="http://schemas.microsoft.com/office/drawing/2014/main" id="{3E296B4E-BC4A-4B4C-9656-3F741BF2C77F}"/>
              </a:ext>
            </a:extLst>
          </p:cNvPr>
          <p:cNvSpPr>
            <a:spLocks xmlns:a="http://schemas.openxmlformats.org/drawingml/2006/main" noGrp="1"/>
          </p:cNvSpPr>
          <p:nvPr/>
        </p:nvSpPr>
        <p:spPr>
          <a:xfrm xmlns:a="http://schemas.openxmlformats.org/drawingml/2006/main">
            <a:off x="2647950" y="3238500"/>
            <a:ext cx="1123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050" b="0">
                <a:solidFill>
                  <a:srgbClr val="A9BCD0"/>
                </a:solidFill>
                <a:latin typeface="Ubuntu Sans"/>
                <a:ea typeface="Ubuntu Sans"/>
                <a:cs typeface="Ubuntu Sans"/>
              </a:defRPr>
            </a:defPPr>
            <a:lvl1pPr algn="l">
              <a:defRPr sz="1050" b="0">
                <a:solidFill>
                  <a:srgbClr val="A9BCD0"/>
                </a:solidFill>
                <a:latin typeface="Ubuntu Sans"/>
                <a:ea typeface="Ubuntu Sans"/>
                <a:cs typeface="Ubuntu Sans"/>
              </a:defRPr>
            </a:lvl1pPr>
            <a:lvl2pPr algn="l">
              <a:defRPr sz="1050" b="0">
                <a:solidFill>
                  <a:srgbClr val="A9BCD0"/>
                </a:solidFill>
                <a:latin typeface="Ubuntu Sans"/>
                <a:ea typeface="Ubuntu Sans"/>
                <a:cs typeface="Ubuntu Sans"/>
              </a:defRPr>
            </a:lvl2pPr>
            <a:lvl3pPr algn="l">
              <a:defRPr sz="1050" b="0">
                <a:solidFill>
                  <a:srgbClr val="A9BCD0"/>
                </a:solidFill>
                <a:latin typeface="Ubuntu Sans"/>
                <a:ea typeface="Ubuntu Sans"/>
                <a:cs typeface="Ubuntu Sans"/>
              </a:defRPr>
            </a:lvl3pPr>
            <a:lvl4pPr algn="l">
              <a:defRPr sz="1050" b="0">
                <a:solidFill>
                  <a:srgbClr val="A9BCD0"/>
                </a:solidFill>
                <a:latin typeface="Ubuntu Sans"/>
                <a:ea typeface="Ubuntu Sans"/>
                <a:cs typeface="Ubuntu Sans"/>
              </a:defRPr>
            </a:lvl4pPr>
            <a:lvl5pPr algn="l">
              <a:defRPr sz="1050" b="0">
                <a:solidFill>
                  <a:srgbClr val="A9BCD0"/>
                </a:solidFill>
                <a:latin typeface="Ubuntu Sans"/>
                <a:ea typeface="Ubuntu Sans"/>
                <a:cs typeface="Ubuntu Sans"/>
              </a:defRPr>
            </a:lvl5pPr>
            <a:lvl6pPr algn="l">
              <a:defRPr sz="1050" b="0">
                <a:solidFill>
                  <a:srgbClr val="A9BCD0"/>
                </a:solidFill>
                <a:latin typeface="Ubuntu Sans"/>
                <a:ea typeface="Ubuntu Sans"/>
                <a:cs typeface="Ubuntu Sans"/>
              </a:defRPr>
            </a:lvl6pPr>
            <a:lvl7pPr algn="l">
              <a:defRPr sz="1050" b="0">
                <a:solidFill>
                  <a:srgbClr val="A9BCD0"/>
                </a:solidFill>
                <a:latin typeface="Ubuntu Sans"/>
                <a:ea typeface="Ubuntu Sans"/>
                <a:cs typeface="Ubuntu Sans"/>
              </a:defRPr>
            </a:lvl7pPr>
            <a:lvl8pPr algn="l">
              <a:defRPr sz="1050" b="0">
                <a:solidFill>
                  <a:srgbClr val="A9BCD0"/>
                </a:solidFill>
                <a:latin typeface="Ubuntu Sans"/>
                <a:ea typeface="Ubuntu Sans"/>
                <a:cs typeface="Ubuntu Sans"/>
              </a:defRPr>
            </a:lvl8pPr>
            <a:lvl9pPr algn="l">
              <a:defRPr sz="1050" b="0">
                <a:solidFill>
                  <a:srgbClr val="A9BCD0"/>
                </a:solidFill>
                <a:latin typeface="Ubuntu Sans"/>
                <a:ea typeface="Ubuntu Sans"/>
                <a:cs typeface="Ubuntu Sans"/>
              </a:defRPr>
            </a:lvl9pPr>
          </a:lstStyle>
          <a:p xmlns:a="http://schemas.openxmlformats.org/drawingml/2006/main">
            <a:pPr algn="l">
              <a:defRPr sz="1050" b="0">
                <a:solidFill>
                  <a:srgbClr val="A9BCD0"/>
                </a:solidFill>
                <a:latin typeface="Ubuntu Sans"/>
                <a:ea typeface="Ubuntu Sans"/>
                <a:cs typeface="Ubuntu Sans"/>
              </a:defRPr>
            </a:pPr>
            <a:r>
              <a:rPr sz="1050" b="0">
                <a:solidFill>
                  <a:srgbClr val="A9BCD0"/>
                </a:solidFill>
                <a:latin typeface="Ubuntu Sans"/>
                <a:ea typeface="Ubuntu Sans"/>
                <a:cs typeface="Ubuntu Sans"/>
              </a:rPr>
              <a:t>Persist outbox</a:t>
            </a:r>
          </a:p>
        </p:txBody>
      </p:sp>
      <p:sp>
        <p:nvSpPr>
          <p:cNvPr id="15" name="">
            <a:extLst xmlns:a="http://schemas.openxmlformats.org/drawingml/2006/main">
              <a:ext uri="{FF2B5EF4-FFF2-40B4-BE49-F238E27FC236}">
                <a16:creationId xmlns:a16="http://schemas.microsoft.com/office/drawing/2014/main" id="{755309A9-44F6-47CC-9A36-767913ECF904}"/>
              </a:ext>
            </a:extLst>
          </p:cNvPr>
          <p:cNvSpPr>
            <a:spLocks xmlns:a="http://schemas.openxmlformats.org/drawingml/2006/main" noGrp="1"/>
          </p:cNvSpPr>
          <p:nvPr/>
        </p:nvSpPr>
        <p:spPr>
          <a:xfrm xmlns:a="http://schemas.openxmlformats.org/drawingml/2006/main">
            <a:off x="3943350" y="3048000"/>
            <a:ext cx="400050" cy="0"/>
          </a:xfrm>
          <a:prstGeom xmlns:a="http://schemas.openxmlformats.org/drawingml/2006/main" prst="line">
            <a:avLst/>
          </a:prstGeom>
          <a:noFill xmlns:a="http://schemas.openxmlformats.org/drawingml/2006/main"/>
          <a:ln xmlns:a="http://schemas.openxmlformats.org/drawingml/2006/main" w="19050">
            <a:solidFill>
              <a:srgbClr val="2B4563"/>
            </a:solidFill>
            <a:prstDash val="solid"/>
          </a:ln>
        </p:spPr>
      </p:sp>
      <p:sp>
        <p:nvSpPr>
          <p:cNvPr id="16" name="">
            <a:extLst xmlns:a="http://schemas.openxmlformats.org/drawingml/2006/main">
              <a:ext uri="{FF2B5EF4-FFF2-40B4-BE49-F238E27FC236}">
                <a16:creationId xmlns:a16="http://schemas.microsoft.com/office/drawing/2014/main" id="{56454E97-32FD-43E1-AB21-33CA2D3C41AD}"/>
              </a:ext>
            </a:extLst>
          </p:cNvPr>
          <p:cNvSpPr>
            <a:spLocks xmlns:a="http://schemas.openxmlformats.org/drawingml/2006/main" noGrp="1"/>
          </p:cNvSpPr>
          <p:nvPr/>
        </p:nvSpPr>
        <p:spPr>
          <a:xfrm xmlns:a="http://schemas.openxmlformats.org/drawingml/2006/main">
            <a:off x="4343400" y="2381250"/>
            <a:ext cx="1466850" cy="1352550"/>
          </a:xfrm>
          <a:prstGeom xmlns:a="http://schemas.openxmlformats.org/drawingml/2006/main" prst="roundRect">
            <a:avLst>
              <a:gd name="adj" fmla="val 8451"/>
            </a:avLst>
          </a:prstGeom>
          <a:solidFill xmlns:a="http://schemas.openxmlformats.org/drawingml/2006/main">
            <a:srgbClr val="10223A"/>
          </a:solidFill>
          <a:ln xmlns:a="http://schemas.openxmlformats.org/drawingml/2006/main" w="19050">
            <a:solidFill>
              <a:srgbClr val="8A7CFF"/>
            </a:solidFill>
            <a:prstDash val="solid"/>
          </a:ln>
        </p:spPr>
      </p:sp>
      <p:sp>
        <p:nvSpPr>
          <p:cNvPr id="17" name="">
            <a:extLst xmlns:a="http://schemas.openxmlformats.org/drawingml/2006/main">
              <a:ext uri="{FF2B5EF4-FFF2-40B4-BE49-F238E27FC236}">
                <a16:creationId xmlns:a16="http://schemas.microsoft.com/office/drawing/2014/main" id="{AEA4A017-FD72-40CD-8F50-05C4BD5E9194}"/>
              </a:ext>
            </a:extLst>
          </p:cNvPr>
          <p:cNvSpPr>
            <a:spLocks xmlns:a="http://schemas.openxmlformats.org/drawingml/2006/main" noGrp="1"/>
          </p:cNvSpPr>
          <p:nvPr/>
        </p:nvSpPr>
        <p:spPr>
          <a:xfrm xmlns:a="http://schemas.openxmlformats.org/drawingml/2006/main">
            <a:off x="4514850" y="2514600"/>
            <a:ext cx="323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0000"/>
          </a:bodyPr>
          <a:lstStyle xmlns:a="http://schemas.openxmlformats.org/drawingml/2006/main">
            <a:defPPr algn="l">
              <a:defRPr sz="1125" b="1">
                <a:solidFill>
                  <a:srgbClr val="FFCA6A"/>
                </a:solidFill>
                <a:latin typeface="Ubuntu Sans"/>
                <a:ea typeface="Ubuntu Sans"/>
                <a:cs typeface="Ubuntu Sans"/>
              </a:defRPr>
            </a:defPPr>
            <a:lvl1pPr algn="l">
              <a:defRPr sz="1125" b="1">
                <a:solidFill>
                  <a:srgbClr val="FFCA6A"/>
                </a:solidFill>
                <a:latin typeface="Ubuntu Sans"/>
                <a:ea typeface="Ubuntu Sans"/>
                <a:cs typeface="Ubuntu Sans"/>
              </a:defRPr>
            </a:lvl1pPr>
            <a:lvl2pPr algn="l">
              <a:defRPr sz="1125" b="1">
                <a:solidFill>
                  <a:srgbClr val="FFCA6A"/>
                </a:solidFill>
                <a:latin typeface="Ubuntu Sans"/>
                <a:ea typeface="Ubuntu Sans"/>
                <a:cs typeface="Ubuntu Sans"/>
              </a:defRPr>
            </a:lvl2pPr>
            <a:lvl3pPr algn="l">
              <a:defRPr sz="1125" b="1">
                <a:solidFill>
                  <a:srgbClr val="FFCA6A"/>
                </a:solidFill>
                <a:latin typeface="Ubuntu Sans"/>
                <a:ea typeface="Ubuntu Sans"/>
                <a:cs typeface="Ubuntu Sans"/>
              </a:defRPr>
            </a:lvl3pPr>
            <a:lvl4pPr algn="l">
              <a:defRPr sz="1125" b="1">
                <a:solidFill>
                  <a:srgbClr val="FFCA6A"/>
                </a:solidFill>
                <a:latin typeface="Ubuntu Sans"/>
                <a:ea typeface="Ubuntu Sans"/>
                <a:cs typeface="Ubuntu Sans"/>
              </a:defRPr>
            </a:lvl4pPr>
            <a:lvl5pPr algn="l">
              <a:defRPr sz="1125" b="1">
                <a:solidFill>
                  <a:srgbClr val="FFCA6A"/>
                </a:solidFill>
                <a:latin typeface="Ubuntu Sans"/>
                <a:ea typeface="Ubuntu Sans"/>
                <a:cs typeface="Ubuntu Sans"/>
              </a:defRPr>
            </a:lvl5pPr>
            <a:lvl6pPr algn="l">
              <a:defRPr sz="1125" b="1">
                <a:solidFill>
                  <a:srgbClr val="FFCA6A"/>
                </a:solidFill>
                <a:latin typeface="Ubuntu Sans"/>
                <a:ea typeface="Ubuntu Sans"/>
                <a:cs typeface="Ubuntu Sans"/>
              </a:defRPr>
            </a:lvl6pPr>
            <a:lvl7pPr algn="l">
              <a:defRPr sz="1125" b="1">
                <a:solidFill>
                  <a:srgbClr val="FFCA6A"/>
                </a:solidFill>
                <a:latin typeface="Ubuntu Sans"/>
                <a:ea typeface="Ubuntu Sans"/>
                <a:cs typeface="Ubuntu Sans"/>
              </a:defRPr>
            </a:lvl7pPr>
            <a:lvl8pPr algn="l">
              <a:defRPr sz="1125" b="1">
                <a:solidFill>
                  <a:srgbClr val="FFCA6A"/>
                </a:solidFill>
                <a:latin typeface="Ubuntu Sans"/>
                <a:ea typeface="Ubuntu Sans"/>
                <a:cs typeface="Ubuntu Sans"/>
              </a:defRPr>
            </a:lvl8pPr>
            <a:lvl9pPr algn="l">
              <a:defRPr sz="1125" b="1">
                <a:solidFill>
                  <a:srgbClr val="FFCA6A"/>
                </a:solidFill>
                <a:latin typeface="Ubuntu Sans"/>
                <a:ea typeface="Ubuntu Sans"/>
                <a:cs typeface="Ubuntu Sans"/>
              </a:defRPr>
            </a:lvl9pPr>
          </a:lstStyle>
          <a:p xmlns:a="http://schemas.openxmlformats.org/drawingml/2006/main">
            <a:pPr algn="l">
              <a:defRPr sz="1125" b="1">
                <a:solidFill>
                  <a:srgbClr val="FFCA6A"/>
                </a:solidFill>
                <a:latin typeface="Ubuntu Sans"/>
                <a:ea typeface="Ubuntu Sans"/>
                <a:cs typeface="Ubuntu Sans"/>
              </a:defRPr>
            </a:pPr>
            <a:r>
              <a:rPr sz="1125" b="1">
                <a:solidFill>
                  <a:srgbClr val="FFCA6A"/>
                </a:solidFill>
                <a:latin typeface="Ubuntu Sans"/>
                <a:ea typeface="Ubuntu Sans"/>
                <a:cs typeface="Ubuntu Sans"/>
              </a:rPr>
              <a:t>3</a:t>
            </a:r>
          </a:p>
        </p:txBody>
      </p:sp>
      <p:sp>
        <p:nvSpPr>
          <p:cNvPr id="18" name="">
            <a:extLst xmlns:a="http://schemas.openxmlformats.org/drawingml/2006/main">
              <a:ext uri="{FF2B5EF4-FFF2-40B4-BE49-F238E27FC236}">
                <a16:creationId xmlns:a16="http://schemas.microsoft.com/office/drawing/2014/main" id="{B6D58115-73B6-4966-9BD8-1AA36308A1DD}"/>
              </a:ext>
            </a:extLst>
          </p:cNvPr>
          <p:cNvSpPr>
            <a:spLocks xmlns:a="http://schemas.openxmlformats.org/drawingml/2006/main" noGrp="1"/>
          </p:cNvSpPr>
          <p:nvPr/>
        </p:nvSpPr>
        <p:spPr>
          <a:xfrm xmlns:a="http://schemas.openxmlformats.org/drawingml/2006/main">
            <a:off x="4514850" y="2838450"/>
            <a:ext cx="1123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000"/>
          </a:bodyPr>
          <a:lstStyle xmlns:a="http://schemas.openxmlformats.org/drawingml/2006/main">
            <a:defPPr algn="l">
              <a:defRPr sz="1500" b="1">
                <a:solidFill>
                  <a:srgbClr val="F4F8FF"/>
                </a:solidFill>
                <a:latin typeface="Ubuntu Sans"/>
                <a:ea typeface="Ubuntu Sans"/>
                <a:cs typeface="Ubuntu Sans"/>
              </a:defRPr>
            </a:defPPr>
            <a:lvl1pPr algn="l">
              <a:defRPr sz="1500" b="1">
                <a:solidFill>
                  <a:srgbClr val="F4F8FF"/>
                </a:solidFill>
                <a:latin typeface="Ubuntu Sans"/>
                <a:ea typeface="Ubuntu Sans"/>
                <a:cs typeface="Ubuntu Sans"/>
              </a:defRPr>
            </a:lvl1pPr>
            <a:lvl2pPr algn="l">
              <a:defRPr sz="1500" b="1">
                <a:solidFill>
                  <a:srgbClr val="F4F8FF"/>
                </a:solidFill>
                <a:latin typeface="Ubuntu Sans"/>
                <a:ea typeface="Ubuntu Sans"/>
                <a:cs typeface="Ubuntu Sans"/>
              </a:defRPr>
            </a:lvl2pPr>
            <a:lvl3pPr algn="l">
              <a:defRPr sz="1500" b="1">
                <a:solidFill>
                  <a:srgbClr val="F4F8FF"/>
                </a:solidFill>
                <a:latin typeface="Ubuntu Sans"/>
                <a:ea typeface="Ubuntu Sans"/>
                <a:cs typeface="Ubuntu Sans"/>
              </a:defRPr>
            </a:lvl3pPr>
            <a:lvl4pPr algn="l">
              <a:defRPr sz="1500" b="1">
                <a:solidFill>
                  <a:srgbClr val="F4F8FF"/>
                </a:solidFill>
                <a:latin typeface="Ubuntu Sans"/>
                <a:ea typeface="Ubuntu Sans"/>
                <a:cs typeface="Ubuntu Sans"/>
              </a:defRPr>
            </a:lvl4pPr>
            <a:lvl5pPr algn="l">
              <a:defRPr sz="1500" b="1">
                <a:solidFill>
                  <a:srgbClr val="F4F8FF"/>
                </a:solidFill>
                <a:latin typeface="Ubuntu Sans"/>
                <a:ea typeface="Ubuntu Sans"/>
                <a:cs typeface="Ubuntu Sans"/>
              </a:defRPr>
            </a:lvl5pPr>
            <a:lvl6pPr algn="l">
              <a:defRPr sz="1500" b="1">
                <a:solidFill>
                  <a:srgbClr val="F4F8FF"/>
                </a:solidFill>
                <a:latin typeface="Ubuntu Sans"/>
                <a:ea typeface="Ubuntu Sans"/>
                <a:cs typeface="Ubuntu Sans"/>
              </a:defRPr>
            </a:lvl6pPr>
            <a:lvl7pPr algn="l">
              <a:defRPr sz="1500" b="1">
                <a:solidFill>
                  <a:srgbClr val="F4F8FF"/>
                </a:solidFill>
                <a:latin typeface="Ubuntu Sans"/>
                <a:ea typeface="Ubuntu Sans"/>
                <a:cs typeface="Ubuntu Sans"/>
              </a:defRPr>
            </a:lvl7pPr>
            <a:lvl8pPr algn="l">
              <a:defRPr sz="1500" b="1">
                <a:solidFill>
                  <a:srgbClr val="F4F8FF"/>
                </a:solidFill>
                <a:latin typeface="Ubuntu Sans"/>
                <a:ea typeface="Ubuntu Sans"/>
                <a:cs typeface="Ubuntu Sans"/>
              </a:defRPr>
            </a:lvl8pPr>
            <a:lvl9pPr algn="l">
              <a:defRPr sz="1500" b="1">
                <a:solidFill>
                  <a:srgbClr val="F4F8FF"/>
                </a:solidFill>
                <a:latin typeface="Ubuntu Sans"/>
                <a:ea typeface="Ubuntu Sans"/>
                <a:cs typeface="Ubuntu Sans"/>
              </a:defRPr>
            </a:lvl9pPr>
          </a:lstStyle>
          <a:p xmlns:a="http://schemas.openxmlformats.org/drawingml/2006/main">
            <a:pPr algn="l">
              <a:defRPr sz="1500" b="1">
                <a:solidFill>
                  <a:srgbClr val="F4F8FF"/>
                </a:solidFill>
                <a:latin typeface="Ubuntu Sans"/>
                <a:ea typeface="Ubuntu Sans"/>
                <a:cs typeface="Ubuntu Sans"/>
              </a:defRPr>
            </a:pPr>
            <a:r>
              <a:rPr sz="1500" b="1">
                <a:solidFill>
                  <a:srgbClr val="F4F8FF"/>
                </a:solidFill>
                <a:latin typeface="Ubuntu Sans"/>
                <a:ea typeface="Ubuntu Sans"/>
                <a:cs typeface="Ubuntu Sans"/>
              </a:rPr>
              <a:t>Dispatcher</a:t>
            </a:r>
          </a:p>
        </p:txBody>
      </p:sp>
      <p:sp>
        <p:nvSpPr>
          <p:cNvPr id="19" name="">
            <a:extLst xmlns:a="http://schemas.openxmlformats.org/drawingml/2006/main">
              <a:ext uri="{FF2B5EF4-FFF2-40B4-BE49-F238E27FC236}">
                <a16:creationId xmlns:a16="http://schemas.microsoft.com/office/drawing/2014/main" id="{2594A15A-5EA7-47E6-9FF3-94ECC44E0349}"/>
              </a:ext>
            </a:extLst>
          </p:cNvPr>
          <p:cNvSpPr>
            <a:spLocks xmlns:a="http://schemas.openxmlformats.org/drawingml/2006/main" noGrp="1"/>
          </p:cNvSpPr>
          <p:nvPr/>
        </p:nvSpPr>
        <p:spPr>
          <a:xfrm xmlns:a="http://schemas.openxmlformats.org/drawingml/2006/main">
            <a:off x="4514850" y="3238500"/>
            <a:ext cx="1123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050" b="0">
                <a:solidFill>
                  <a:srgbClr val="A9BCD0"/>
                </a:solidFill>
                <a:latin typeface="Ubuntu Sans"/>
                <a:ea typeface="Ubuntu Sans"/>
                <a:cs typeface="Ubuntu Sans"/>
              </a:defRPr>
            </a:defPPr>
            <a:lvl1pPr algn="l">
              <a:defRPr sz="1050" b="0">
                <a:solidFill>
                  <a:srgbClr val="A9BCD0"/>
                </a:solidFill>
                <a:latin typeface="Ubuntu Sans"/>
                <a:ea typeface="Ubuntu Sans"/>
                <a:cs typeface="Ubuntu Sans"/>
              </a:defRPr>
            </a:lvl1pPr>
            <a:lvl2pPr algn="l">
              <a:defRPr sz="1050" b="0">
                <a:solidFill>
                  <a:srgbClr val="A9BCD0"/>
                </a:solidFill>
                <a:latin typeface="Ubuntu Sans"/>
                <a:ea typeface="Ubuntu Sans"/>
                <a:cs typeface="Ubuntu Sans"/>
              </a:defRPr>
            </a:lvl2pPr>
            <a:lvl3pPr algn="l">
              <a:defRPr sz="1050" b="0">
                <a:solidFill>
                  <a:srgbClr val="A9BCD0"/>
                </a:solidFill>
                <a:latin typeface="Ubuntu Sans"/>
                <a:ea typeface="Ubuntu Sans"/>
                <a:cs typeface="Ubuntu Sans"/>
              </a:defRPr>
            </a:lvl3pPr>
            <a:lvl4pPr algn="l">
              <a:defRPr sz="1050" b="0">
                <a:solidFill>
                  <a:srgbClr val="A9BCD0"/>
                </a:solidFill>
                <a:latin typeface="Ubuntu Sans"/>
                <a:ea typeface="Ubuntu Sans"/>
                <a:cs typeface="Ubuntu Sans"/>
              </a:defRPr>
            </a:lvl4pPr>
            <a:lvl5pPr algn="l">
              <a:defRPr sz="1050" b="0">
                <a:solidFill>
                  <a:srgbClr val="A9BCD0"/>
                </a:solidFill>
                <a:latin typeface="Ubuntu Sans"/>
                <a:ea typeface="Ubuntu Sans"/>
                <a:cs typeface="Ubuntu Sans"/>
              </a:defRPr>
            </a:lvl5pPr>
            <a:lvl6pPr algn="l">
              <a:defRPr sz="1050" b="0">
                <a:solidFill>
                  <a:srgbClr val="A9BCD0"/>
                </a:solidFill>
                <a:latin typeface="Ubuntu Sans"/>
                <a:ea typeface="Ubuntu Sans"/>
                <a:cs typeface="Ubuntu Sans"/>
              </a:defRPr>
            </a:lvl6pPr>
            <a:lvl7pPr algn="l">
              <a:defRPr sz="1050" b="0">
                <a:solidFill>
                  <a:srgbClr val="A9BCD0"/>
                </a:solidFill>
                <a:latin typeface="Ubuntu Sans"/>
                <a:ea typeface="Ubuntu Sans"/>
                <a:cs typeface="Ubuntu Sans"/>
              </a:defRPr>
            </a:lvl7pPr>
            <a:lvl8pPr algn="l">
              <a:defRPr sz="1050" b="0">
                <a:solidFill>
                  <a:srgbClr val="A9BCD0"/>
                </a:solidFill>
                <a:latin typeface="Ubuntu Sans"/>
                <a:ea typeface="Ubuntu Sans"/>
                <a:cs typeface="Ubuntu Sans"/>
              </a:defRPr>
            </a:lvl8pPr>
            <a:lvl9pPr algn="l">
              <a:defRPr sz="1050" b="0">
                <a:solidFill>
                  <a:srgbClr val="A9BCD0"/>
                </a:solidFill>
                <a:latin typeface="Ubuntu Sans"/>
                <a:ea typeface="Ubuntu Sans"/>
                <a:cs typeface="Ubuntu Sans"/>
              </a:defRPr>
            </a:lvl9pPr>
          </a:lstStyle>
          <a:p xmlns:a="http://schemas.openxmlformats.org/drawingml/2006/main">
            <a:pPr algn="l">
              <a:defRPr sz="1050" b="0">
                <a:solidFill>
                  <a:srgbClr val="A9BCD0"/>
                </a:solidFill>
                <a:latin typeface="Ubuntu Sans"/>
                <a:ea typeface="Ubuntu Sans"/>
                <a:cs typeface="Ubuntu Sans"/>
              </a:defRPr>
            </a:pPr>
            <a:r>
              <a:rPr sz="1050" b="0">
                <a:solidFill>
                  <a:srgbClr val="A9BCD0"/>
                </a:solidFill>
                <a:latin typeface="Ubuntu Sans"/>
                <a:ea typeface="Ubuntu Sans"/>
                <a:cs typeface="Ubuntu Sans"/>
              </a:rPr>
              <a:t>Claim work</a:t>
            </a:r>
          </a:p>
        </p:txBody>
      </p:sp>
      <p:sp>
        <p:nvSpPr>
          <p:cNvPr id="20" name="">
            <a:extLst xmlns:a="http://schemas.openxmlformats.org/drawingml/2006/main">
              <a:ext uri="{FF2B5EF4-FFF2-40B4-BE49-F238E27FC236}">
                <a16:creationId xmlns:a16="http://schemas.microsoft.com/office/drawing/2014/main" id="{654CC1C7-EDE1-4355-B4E2-FC576B143420}"/>
              </a:ext>
            </a:extLst>
          </p:cNvPr>
          <p:cNvSpPr>
            <a:spLocks xmlns:a="http://schemas.openxmlformats.org/drawingml/2006/main" noGrp="1"/>
          </p:cNvSpPr>
          <p:nvPr/>
        </p:nvSpPr>
        <p:spPr>
          <a:xfrm xmlns:a="http://schemas.openxmlformats.org/drawingml/2006/main">
            <a:off x="5810250" y="3048000"/>
            <a:ext cx="400050" cy="0"/>
          </a:xfrm>
          <a:prstGeom xmlns:a="http://schemas.openxmlformats.org/drawingml/2006/main" prst="line">
            <a:avLst/>
          </a:prstGeom>
          <a:noFill xmlns:a="http://schemas.openxmlformats.org/drawingml/2006/main"/>
          <a:ln xmlns:a="http://schemas.openxmlformats.org/drawingml/2006/main" w="19050">
            <a:solidFill>
              <a:srgbClr val="2B4563"/>
            </a:solidFill>
            <a:prstDash val="solid"/>
          </a:ln>
        </p:spPr>
      </p:sp>
      <p:sp>
        <p:nvSpPr>
          <p:cNvPr id="21" name="">
            <a:extLst xmlns:a="http://schemas.openxmlformats.org/drawingml/2006/main">
              <a:ext uri="{FF2B5EF4-FFF2-40B4-BE49-F238E27FC236}">
                <a16:creationId xmlns:a16="http://schemas.microsoft.com/office/drawing/2014/main" id="{E5918EFE-4A00-457A-8FCF-4935F402BE4D}"/>
              </a:ext>
            </a:extLst>
          </p:cNvPr>
          <p:cNvSpPr>
            <a:spLocks xmlns:a="http://schemas.openxmlformats.org/drawingml/2006/main" noGrp="1"/>
          </p:cNvSpPr>
          <p:nvPr/>
        </p:nvSpPr>
        <p:spPr>
          <a:xfrm xmlns:a="http://schemas.openxmlformats.org/drawingml/2006/main">
            <a:off x="6210300" y="2381250"/>
            <a:ext cx="1466850" cy="1352550"/>
          </a:xfrm>
          <a:prstGeom xmlns:a="http://schemas.openxmlformats.org/drawingml/2006/main" prst="roundRect">
            <a:avLst>
              <a:gd name="adj" fmla="val 8451"/>
            </a:avLst>
          </a:prstGeom>
          <a:solidFill xmlns:a="http://schemas.openxmlformats.org/drawingml/2006/main">
            <a:srgbClr val="10223A"/>
          </a:solidFill>
          <a:ln xmlns:a="http://schemas.openxmlformats.org/drawingml/2006/main" w="19050">
            <a:solidFill>
              <a:srgbClr val="2FD6D3"/>
            </a:solidFill>
            <a:prstDash val="solid"/>
          </a:ln>
        </p:spPr>
      </p:sp>
      <p:sp>
        <p:nvSpPr>
          <p:cNvPr id="22" name="">
            <a:extLst xmlns:a="http://schemas.openxmlformats.org/drawingml/2006/main">
              <a:ext uri="{FF2B5EF4-FFF2-40B4-BE49-F238E27FC236}">
                <a16:creationId xmlns:a16="http://schemas.microsoft.com/office/drawing/2014/main" id="{727635A9-EF27-4460-BFD2-F8E8B1F76DC1}"/>
              </a:ext>
            </a:extLst>
          </p:cNvPr>
          <p:cNvSpPr>
            <a:spLocks xmlns:a="http://schemas.openxmlformats.org/drawingml/2006/main" noGrp="1"/>
          </p:cNvSpPr>
          <p:nvPr/>
        </p:nvSpPr>
        <p:spPr>
          <a:xfrm xmlns:a="http://schemas.openxmlformats.org/drawingml/2006/main">
            <a:off x="6381750" y="2514600"/>
            <a:ext cx="323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0000"/>
          </a:bodyPr>
          <a:lstStyle xmlns:a="http://schemas.openxmlformats.org/drawingml/2006/main">
            <a:defPPr algn="l">
              <a:defRPr sz="1125" b="1">
                <a:solidFill>
                  <a:srgbClr val="FFCA6A"/>
                </a:solidFill>
                <a:latin typeface="Ubuntu Sans"/>
                <a:ea typeface="Ubuntu Sans"/>
                <a:cs typeface="Ubuntu Sans"/>
              </a:defRPr>
            </a:defPPr>
            <a:lvl1pPr algn="l">
              <a:defRPr sz="1125" b="1">
                <a:solidFill>
                  <a:srgbClr val="FFCA6A"/>
                </a:solidFill>
                <a:latin typeface="Ubuntu Sans"/>
                <a:ea typeface="Ubuntu Sans"/>
                <a:cs typeface="Ubuntu Sans"/>
              </a:defRPr>
            </a:lvl1pPr>
            <a:lvl2pPr algn="l">
              <a:defRPr sz="1125" b="1">
                <a:solidFill>
                  <a:srgbClr val="FFCA6A"/>
                </a:solidFill>
                <a:latin typeface="Ubuntu Sans"/>
                <a:ea typeface="Ubuntu Sans"/>
                <a:cs typeface="Ubuntu Sans"/>
              </a:defRPr>
            </a:lvl2pPr>
            <a:lvl3pPr algn="l">
              <a:defRPr sz="1125" b="1">
                <a:solidFill>
                  <a:srgbClr val="FFCA6A"/>
                </a:solidFill>
                <a:latin typeface="Ubuntu Sans"/>
                <a:ea typeface="Ubuntu Sans"/>
                <a:cs typeface="Ubuntu Sans"/>
              </a:defRPr>
            </a:lvl3pPr>
            <a:lvl4pPr algn="l">
              <a:defRPr sz="1125" b="1">
                <a:solidFill>
                  <a:srgbClr val="FFCA6A"/>
                </a:solidFill>
                <a:latin typeface="Ubuntu Sans"/>
                <a:ea typeface="Ubuntu Sans"/>
                <a:cs typeface="Ubuntu Sans"/>
              </a:defRPr>
            </a:lvl4pPr>
            <a:lvl5pPr algn="l">
              <a:defRPr sz="1125" b="1">
                <a:solidFill>
                  <a:srgbClr val="FFCA6A"/>
                </a:solidFill>
                <a:latin typeface="Ubuntu Sans"/>
                <a:ea typeface="Ubuntu Sans"/>
                <a:cs typeface="Ubuntu Sans"/>
              </a:defRPr>
            </a:lvl5pPr>
            <a:lvl6pPr algn="l">
              <a:defRPr sz="1125" b="1">
                <a:solidFill>
                  <a:srgbClr val="FFCA6A"/>
                </a:solidFill>
                <a:latin typeface="Ubuntu Sans"/>
                <a:ea typeface="Ubuntu Sans"/>
                <a:cs typeface="Ubuntu Sans"/>
              </a:defRPr>
            </a:lvl6pPr>
            <a:lvl7pPr algn="l">
              <a:defRPr sz="1125" b="1">
                <a:solidFill>
                  <a:srgbClr val="FFCA6A"/>
                </a:solidFill>
                <a:latin typeface="Ubuntu Sans"/>
                <a:ea typeface="Ubuntu Sans"/>
                <a:cs typeface="Ubuntu Sans"/>
              </a:defRPr>
            </a:lvl7pPr>
            <a:lvl8pPr algn="l">
              <a:defRPr sz="1125" b="1">
                <a:solidFill>
                  <a:srgbClr val="FFCA6A"/>
                </a:solidFill>
                <a:latin typeface="Ubuntu Sans"/>
                <a:ea typeface="Ubuntu Sans"/>
                <a:cs typeface="Ubuntu Sans"/>
              </a:defRPr>
            </a:lvl8pPr>
            <a:lvl9pPr algn="l">
              <a:defRPr sz="1125" b="1">
                <a:solidFill>
                  <a:srgbClr val="FFCA6A"/>
                </a:solidFill>
                <a:latin typeface="Ubuntu Sans"/>
                <a:ea typeface="Ubuntu Sans"/>
                <a:cs typeface="Ubuntu Sans"/>
              </a:defRPr>
            </a:lvl9pPr>
          </a:lstStyle>
          <a:p xmlns:a="http://schemas.openxmlformats.org/drawingml/2006/main">
            <a:pPr algn="l">
              <a:defRPr sz="1125" b="1">
                <a:solidFill>
                  <a:srgbClr val="FFCA6A"/>
                </a:solidFill>
                <a:latin typeface="Ubuntu Sans"/>
                <a:ea typeface="Ubuntu Sans"/>
                <a:cs typeface="Ubuntu Sans"/>
              </a:defRPr>
            </a:pPr>
            <a:r>
              <a:rPr sz="1125" b="1">
                <a:solidFill>
                  <a:srgbClr val="FFCA6A"/>
                </a:solidFill>
                <a:latin typeface="Ubuntu Sans"/>
                <a:ea typeface="Ubuntu Sans"/>
                <a:cs typeface="Ubuntu Sans"/>
              </a:rPr>
              <a:t>4</a:t>
            </a:r>
          </a:p>
        </p:txBody>
      </p:sp>
      <p:sp>
        <p:nvSpPr>
          <p:cNvPr id="23" name="">
            <a:extLst xmlns:a="http://schemas.openxmlformats.org/drawingml/2006/main">
              <a:ext uri="{FF2B5EF4-FFF2-40B4-BE49-F238E27FC236}">
                <a16:creationId xmlns:a16="http://schemas.microsoft.com/office/drawing/2014/main" id="{04661D88-5294-4B8D-95C9-D9F2AA6B233D}"/>
              </a:ext>
            </a:extLst>
          </p:cNvPr>
          <p:cNvSpPr>
            <a:spLocks xmlns:a="http://schemas.openxmlformats.org/drawingml/2006/main" noGrp="1"/>
          </p:cNvSpPr>
          <p:nvPr/>
        </p:nvSpPr>
        <p:spPr>
          <a:xfrm xmlns:a="http://schemas.openxmlformats.org/drawingml/2006/main">
            <a:off x="6381750" y="2838450"/>
            <a:ext cx="1123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000"/>
          </a:bodyPr>
          <a:lstStyle xmlns:a="http://schemas.openxmlformats.org/drawingml/2006/main">
            <a:defPPr algn="l">
              <a:defRPr sz="1500" b="1">
                <a:solidFill>
                  <a:srgbClr val="F4F8FF"/>
                </a:solidFill>
                <a:latin typeface="Ubuntu Sans"/>
                <a:ea typeface="Ubuntu Sans"/>
                <a:cs typeface="Ubuntu Sans"/>
              </a:defRPr>
            </a:defPPr>
            <a:lvl1pPr algn="l">
              <a:defRPr sz="1500" b="1">
                <a:solidFill>
                  <a:srgbClr val="F4F8FF"/>
                </a:solidFill>
                <a:latin typeface="Ubuntu Sans"/>
                <a:ea typeface="Ubuntu Sans"/>
                <a:cs typeface="Ubuntu Sans"/>
              </a:defRPr>
            </a:lvl1pPr>
            <a:lvl2pPr algn="l">
              <a:defRPr sz="1500" b="1">
                <a:solidFill>
                  <a:srgbClr val="F4F8FF"/>
                </a:solidFill>
                <a:latin typeface="Ubuntu Sans"/>
                <a:ea typeface="Ubuntu Sans"/>
                <a:cs typeface="Ubuntu Sans"/>
              </a:defRPr>
            </a:lvl2pPr>
            <a:lvl3pPr algn="l">
              <a:defRPr sz="1500" b="1">
                <a:solidFill>
                  <a:srgbClr val="F4F8FF"/>
                </a:solidFill>
                <a:latin typeface="Ubuntu Sans"/>
                <a:ea typeface="Ubuntu Sans"/>
                <a:cs typeface="Ubuntu Sans"/>
              </a:defRPr>
            </a:lvl3pPr>
            <a:lvl4pPr algn="l">
              <a:defRPr sz="1500" b="1">
                <a:solidFill>
                  <a:srgbClr val="F4F8FF"/>
                </a:solidFill>
                <a:latin typeface="Ubuntu Sans"/>
                <a:ea typeface="Ubuntu Sans"/>
                <a:cs typeface="Ubuntu Sans"/>
              </a:defRPr>
            </a:lvl4pPr>
            <a:lvl5pPr algn="l">
              <a:defRPr sz="1500" b="1">
                <a:solidFill>
                  <a:srgbClr val="F4F8FF"/>
                </a:solidFill>
                <a:latin typeface="Ubuntu Sans"/>
                <a:ea typeface="Ubuntu Sans"/>
                <a:cs typeface="Ubuntu Sans"/>
              </a:defRPr>
            </a:lvl5pPr>
            <a:lvl6pPr algn="l">
              <a:defRPr sz="1500" b="1">
                <a:solidFill>
                  <a:srgbClr val="F4F8FF"/>
                </a:solidFill>
                <a:latin typeface="Ubuntu Sans"/>
                <a:ea typeface="Ubuntu Sans"/>
                <a:cs typeface="Ubuntu Sans"/>
              </a:defRPr>
            </a:lvl6pPr>
            <a:lvl7pPr algn="l">
              <a:defRPr sz="1500" b="1">
                <a:solidFill>
                  <a:srgbClr val="F4F8FF"/>
                </a:solidFill>
                <a:latin typeface="Ubuntu Sans"/>
                <a:ea typeface="Ubuntu Sans"/>
                <a:cs typeface="Ubuntu Sans"/>
              </a:defRPr>
            </a:lvl7pPr>
            <a:lvl8pPr algn="l">
              <a:defRPr sz="1500" b="1">
                <a:solidFill>
                  <a:srgbClr val="F4F8FF"/>
                </a:solidFill>
                <a:latin typeface="Ubuntu Sans"/>
                <a:ea typeface="Ubuntu Sans"/>
                <a:cs typeface="Ubuntu Sans"/>
              </a:defRPr>
            </a:lvl8pPr>
            <a:lvl9pPr algn="l">
              <a:defRPr sz="1500" b="1">
                <a:solidFill>
                  <a:srgbClr val="F4F8FF"/>
                </a:solidFill>
                <a:latin typeface="Ubuntu Sans"/>
                <a:ea typeface="Ubuntu Sans"/>
                <a:cs typeface="Ubuntu Sans"/>
              </a:defRPr>
            </a:lvl9pPr>
          </a:lstStyle>
          <a:p xmlns:a="http://schemas.openxmlformats.org/drawingml/2006/main">
            <a:pPr algn="l">
              <a:defRPr sz="1500" b="1">
                <a:solidFill>
                  <a:srgbClr val="F4F8FF"/>
                </a:solidFill>
                <a:latin typeface="Ubuntu Sans"/>
                <a:ea typeface="Ubuntu Sans"/>
                <a:cs typeface="Ubuntu Sans"/>
              </a:defRPr>
            </a:pPr>
            <a:r>
              <a:rPr sz="1500" b="1">
                <a:solidFill>
                  <a:srgbClr val="F4F8FF"/>
                </a:solidFill>
                <a:latin typeface="Ubuntu Sans"/>
                <a:ea typeface="Ubuntu Sans"/>
                <a:cs typeface="Ubuntu Sans"/>
              </a:rPr>
              <a:t>Redis</a:t>
            </a:r>
          </a:p>
        </p:txBody>
      </p:sp>
      <p:sp>
        <p:nvSpPr>
          <p:cNvPr id="24" name="">
            <a:extLst xmlns:a="http://schemas.openxmlformats.org/drawingml/2006/main">
              <a:ext uri="{FF2B5EF4-FFF2-40B4-BE49-F238E27FC236}">
                <a16:creationId xmlns:a16="http://schemas.microsoft.com/office/drawing/2014/main" id="{7A8B299F-09F4-49D3-B45C-19F774451146}"/>
              </a:ext>
            </a:extLst>
          </p:cNvPr>
          <p:cNvSpPr>
            <a:spLocks xmlns:a="http://schemas.openxmlformats.org/drawingml/2006/main" noGrp="1"/>
          </p:cNvSpPr>
          <p:nvPr/>
        </p:nvSpPr>
        <p:spPr>
          <a:xfrm xmlns:a="http://schemas.openxmlformats.org/drawingml/2006/main">
            <a:off x="6381750" y="3238500"/>
            <a:ext cx="1123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050" b="0">
                <a:solidFill>
                  <a:srgbClr val="A9BCD0"/>
                </a:solidFill>
                <a:latin typeface="Ubuntu Sans"/>
                <a:ea typeface="Ubuntu Sans"/>
                <a:cs typeface="Ubuntu Sans"/>
              </a:defRPr>
            </a:defPPr>
            <a:lvl1pPr algn="l">
              <a:defRPr sz="1050" b="0">
                <a:solidFill>
                  <a:srgbClr val="A9BCD0"/>
                </a:solidFill>
                <a:latin typeface="Ubuntu Sans"/>
                <a:ea typeface="Ubuntu Sans"/>
                <a:cs typeface="Ubuntu Sans"/>
              </a:defRPr>
            </a:lvl1pPr>
            <a:lvl2pPr algn="l">
              <a:defRPr sz="1050" b="0">
                <a:solidFill>
                  <a:srgbClr val="A9BCD0"/>
                </a:solidFill>
                <a:latin typeface="Ubuntu Sans"/>
                <a:ea typeface="Ubuntu Sans"/>
                <a:cs typeface="Ubuntu Sans"/>
              </a:defRPr>
            </a:lvl2pPr>
            <a:lvl3pPr algn="l">
              <a:defRPr sz="1050" b="0">
                <a:solidFill>
                  <a:srgbClr val="A9BCD0"/>
                </a:solidFill>
                <a:latin typeface="Ubuntu Sans"/>
                <a:ea typeface="Ubuntu Sans"/>
                <a:cs typeface="Ubuntu Sans"/>
              </a:defRPr>
            </a:lvl3pPr>
            <a:lvl4pPr algn="l">
              <a:defRPr sz="1050" b="0">
                <a:solidFill>
                  <a:srgbClr val="A9BCD0"/>
                </a:solidFill>
                <a:latin typeface="Ubuntu Sans"/>
                <a:ea typeface="Ubuntu Sans"/>
                <a:cs typeface="Ubuntu Sans"/>
              </a:defRPr>
            </a:lvl4pPr>
            <a:lvl5pPr algn="l">
              <a:defRPr sz="1050" b="0">
                <a:solidFill>
                  <a:srgbClr val="A9BCD0"/>
                </a:solidFill>
                <a:latin typeface="Ubuntu Sans"/>
                <a:ea typeface="Ubuntu Sans"/>
                <a:cs typeface="Ubuntu Sans"/>
              </a:defRPr>
            </a:lvl5pPr>
            <a:lvl6pPr algn="l">
              <a:defRPr sz="1050" b="0">
                <a:solidFill>
                  <a:srgbClr val="A9BCD0"/>
                </a:solidFill>
                <a:latin typeface="Ubuntu Sans"/>
                <a:ea typeface="Ubuntu Sans"/>
                <a:cs typeface="Ubuntu Sans"/>
              </a:defRPr>
            </a:lvl6pPr>
            <a:lvl7pPr algn="l">
              <a:defRPr sz="1050" b="0">
                <a:solidFill>
                  <a:srgbClr val="A9BCD0"/>
                </a:solidFill>
                <a:latin typeface="Ubuntu Sans"/>
                <a:ea typeface="Ubuntu Sans"/>
                <a:cs typeface="Ubuntu Sans"/>
              </a:defRPr>
            </a:lvl7pPr>
            <a:lvl8pPr algn="l">
              <a:defRPr sz="1050" b="0">
                <a:solidFill>
                  <a:srgbClr val="A9BCD0"/>
                </a:solidFill>
                <a:latin typeface="Ubuntu Sans"/>
                <a:ea typeface="Ubuntu Sans"/>
                <a:cs typeface="Ubuntu Sans"/>
              </a:defRPr>
            </a:lvl8pPr>
            <a:lvl9pPr algn="l">
              <a:defRPr sz="1050" b="0">
                <a:solidFill>
                  <a:srgbClr val="A9BCD0"/>
                </a:solidFill>
                <a:latin typeface="Ubuntu Sans"/>
                <a:ea typeface="Ubuntu Sans"/>
                <a:cs typeface="Ubuntu Sans"/>
              </a:defRPr>
            </a:lvl9pPr>
          </a:lstStyle>
          <a:p xmlns:a="http://schemas.openxmlformats.org/drawingml/2006/main">
            <a:pPr algn="l">
              <a:defRPr sz="1050" b="0">
                <a:solidFill>
                  <a:srgbClr val="A9BCD0"/>
                </a:solidFill>
                <a:latin typeface="Ubuntu Sans"/>
                <a:ea typeface="Ubuntu Sans"/>
                <a:cs typeface="Ubuntu Sans"/>
              </a:defRPr>
            </a:pPr>
            <a:r>
              <a:rPr sz="1050" b="0">
                <a:solidFill>
                  <a:srgbClr val="A9BCD0"/>
                </a:solidFill>
                <a:latin typeface="Ubuntu Sans"/>
                <a:ea typeface="Ubuntu Sans"/>
                <a:cs typeface="Ubuntu Sans"/>
              </a:rPr>
              <a:t>Queue task</a:t>
            </a:r>
          </a:p>
        </p:txBody>
      </p:sp>
      <p:sp>
        <p:nvSpPr>
          <p:cNvPr id="25" name="">
            <a:extLst xmlns:a="http://schemas.openxmlformats.org/drawingml/2006/main">
              <a:ext uri="{FF2B5EF4-FFF2-40B4-BE49-F238E27FC236}">
                <a16:creationId xmlns:a16="http://schemas.microsoft.com/office/drawing/2014/main" id="{5E6BB7B8-A527-4ADC-898E-5AD513DAC908}"/>
              </a:ext>
            </a:extLst>
          </p:cNvPr>
          <p:cNvSpPr>
            <a:spLocks xmlns:a="http://schemas.openxmlformats.org/drawingml/2006/main" noGrp="1"/>
          </p:cNvSpPr>
          <p:nvPr/>
        </p:nvSpPr>
        <p:spPr>
          <a:xfrm xmlns:a="http://schemas.openxmlformats.org/drawingml/2006/main">
            <a:off x="7677150" y="3048000"/>
            <a:ext cx="400050" cy="0"/>
          </a:xfrm>
          <a:prstGeom xmlns:a="http://schemas.openxmlformats.org/drawingml/2006/main" prst="line">
            <a:avLst/>
          </a:prstGeom>
          <a:noFill xmlns:a="http://schemas.openxmlformats.org/drawingml/2006/main"/>
          <a:ln xmlns:a="http://schemas.openxmlformats.org/drawingml/2006/main" w="19050">
            <a:solidFill>
              <a:srgbClr val="2B4563"/>
            </a:solidFill>
            <a:prstDash val="solid"/>
          </a:ln>
        </p:spPr>
      </p:sp>
      <p:sp>
        <p:nvSpPr>
          <p:cNvPr id="26" name="">
            <a:extLst xmlns:a="http://schemas.openxmlformats.org/drawingml/2006/main">
              <a:ext uri="{FF2B5EF4-FFF2-40B4-BE49-F238E27FC236}">
                <a16:creationId xmlns:a16="http://schemas.microsoft.com/office/drawing/2014/main" id="{00DD08F2-4439-4187-9A93-A43232FE8569}"/>
              </a:ext>
            </a:extLst>
          </p:cNvPr>
          <p:cNvSpPr>
            <a:spLocks xmlns:a="http://schemas.openxmlformats.org/drawingml/2006/main" noGrp="1"/>
          </p:cNvSpPr>
          <p:nvPr/>
        </p:nvSpPr>
        <p:spPr>
          <a:xfrm xmlns:a="http://schemas.openxmlformats.org/drawingml/2006/main">
            <a:off x="8077200" y="2381250"/>
            <a:ext cx="1466850" cy="1352550"/>
          </a:xfrm>
          <a:prstGeom xmlns:a="http://schemas.openxmlformats.org/drawingml/2006/main" prst="roundRect">
            <a:avLst>
              <a:gd name="adj" fmla="val 8451"/>
            </a:avLst>
          </a:prstGeom>
          <a:solidFill xmlns:a="http://schemas.openxmlformats.org/drawingml/2006/main">
            <a:srgbClr val="10223A"/>
          </a:solidFill>
          <a:ln xmlns:a="http://schemas.openxmlformats.org/drawingml/2006/main" w="19050">
            <a:solidFill>
              <a:srgbClr val="2FD6D3"/>
            </a:solidFill>
            <a:prstDash val="solid"/>
          </a:ln>
        </p:spPr>
      </p:sp>
      <p:sp>
        <p:nvSpPr>
          <p:cNvPr id="27" name="">
            <a:extLst xmlns:a="http://schemas.openxmlformats.org/drawingml/2006/main">
              <a:ext uri="{FF2B5EF4-FFF2-40B4-BE49-F238E27FC236}">
                <a16:creationId xmlns:a16="http://schemas.microsoft.com/office/drawing/2014/main" id="{5F05F890-73CE-4DB1-9E05-477A163989EC}"/>
              </a:ext>
            </a:extLst>
          </p:cNvPr>
          <p:cNvSpPr>
            <a:spLocks xmlns:a="http://schemas.openxmlformats.org/drawingml/2006/main" noGrp="1"/>
          </p:cNvSpPr>
          <p:nvPr/>
        </p:nvSpPr>
        <p:spPr>
          <a:xfrm xmlns:a="http://schemas.openxmlformats.org/drawingml/2006/main">
            <a:off x="8248650" y="2514600"/>
            <a:ext cx="323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0000"/>
          </a:bodyPr>
          <a:lstStyle xmlns:a="http://schemas.openxmlformats.org/drawingml/2006/main">
            <a:defPPr algn="l">
              <a:defRPr sz="1125" b="1">
                <a:solidFill>
                  <a:srgbClr val="FFCA6A"/>
                </a:solidFill>
                <a:latin typeface="Ubuntu Sans"/>
                <a:ea typeface="Ubuntu Sans"/>
                <a:cs typeface="Ubuntu Sans"/>
              </a:defRPr>
            </a:defPPr>
            <a:lvl1pPr algn="l">
              <a:defRPr sz="1125" b="1">
                <a:solidFill>
                  <a:srgbClr val="FFCA6A"/>
                </a:solidFill>
                <a:latin typeface="Ubuntu Sans"/>
                <a:ea typeface="Ubuntu Sans"/>
                <a:cs typeface="Ubuntu Sans"/>
              </a:defRPr>
            </a:lvl1pPr>
            <a:lvl2pPr algn="l">
              <a:defRPr sz="1125" b="1">
                <a:solidFill>
                  <a:srgbClr val="FFCA6A"/>
                </a:solidFill>
                <a:latin typeface="Ubuntu Sans"/>
                <a:ea typeface="Ubuntu Sans"/>
                <a:cs typeface="Ubuntu Sans"/>
              </a:defRPr>
            </a:lvl2pPr>
            <a:lvl3pPr algn="l">
              <a:defRPr sz="1125" b="1">
                <a:solidFill>
                  <a:srgbClr val="FFCA6A"/>
                </a:solidFill>
                <a:latin typeface="Ubuntu Sans"/>
                <a:ea typeface="Ubuntu Sans"/>
                <a:cs typeface="Ubuntu Sans"/>
              </a:defRPr>
            </a:lvl3pPr>
            <a:lvl4pPr algn="l">
              <a:defRPr sz="1125" b="1">
                <a:solidFill>
                  <a:srgbClr val="FFCA6A"/>
                </a:solidFill>
                <a:latin typeface="Ubuntu Sans"/>
                <a:ea typeface="Ubuntu Sans"/>
                <a:cs typeface="Ubuntu Sans"/>
              </a:defRPr>
            </a:lvl4pPr>
            <a:lvl5pPr algn="l">
              <a:defRPr sz="1125" b="1">
                <a:solidFill>
                  <a:srgbClr val="FFCA6A"/>
                </a:solidFill>
                <a:latin typeface="Ubuntu Sans"/>
                <a:ea typeface="Ubuntu Sans"/>
                <a:cs typeface="Ubuntu Sans"/>
              </a:defRPr>
            </a:lvl5pPr>
            <a:lvl6pPr algn="l">
              <a:defRPr sz="1125" b="1">
                <a:solidFill>
                  <a:srgbClr val="FFCA6A"/>
                </a:solidFill>
                <a:latin typeface="Ubuntu Sans"/>
                <a:ea typeface="Ubuntu Sans"/>
                <a:cs typeface="Ubuntu Sans"/>
              </a:defRPr>
            </a:lvl6pPr>
            <a:lvl7pPr algn="l">
              <a:defRPr sz="1125" b="1">
                <a:solidFill>
                  <a:srgbClr val="FFCA6A"/>
                </a:solidFill>
                <a:latin typeface="Ubuntu Sans"/>
                <a:ea typeface="Ubuntu Sans"/>
                <a:cs typeface="Ubuntu Sans"/>
              </a:defRPr>
            </a:lvl7pPr>
            <a:lvl8pPr algn="l">
              <a:defRPr sz="1125" b="1">
                <a:solidFill>
                  <a:srgbClr val="FFCA6A"/>
                </a:solidFill>
                <a:latin typeface="Ubuntu Sans"/>
                <a:ea typeface="Ubuntu Sans"/>
                <a:cs typeface="Ubuntu Sans"/>
              </a:defRPr>
            </a:lvl8pPr>
            <a:lvl9pPr algn="l">
              <a:defRPr sz="1125" b="1">
                <a:solidFill>
                  <a:srgbClr val="FFCA6A"/>
                </a:solidFill>
                <a:latin typeface="Ubuntu Sans"/>
                <a:ea typeface="Ubuntu Sans"/>
                <a:cs typeface="Ubuntu Sans"/>
              </a:defRPr>
            </a:lvl9pPr>
          </a:lstStyle>
          <a:p xmlns:a="http://schemas.openxmlformats.org/drawingml/2006/main">
            <a:pPr algn="l">
              <a:defRPr sz="1125" b="1">
                <a:solidFill>
                  <a:srgbClr val="FFCA6A"/>
                </a:solidFill>
                <a:latin typeface="Ubuntu Sans"/>
                <a:ea typeface="Ubuntu Sans"/>
                <a:cs typeface="Ubuntu Sans"/>
              </a:defRPr>
            </a:pPr>
            <a:r>
              <a:rPr sz="1125" b="1">
                <a:solidFill>
                  <a:srgbClr val="FFCA6A"/>
                </a:solidFill>
                <a:latin typeface="Ubuntu Sans"/>
                <a:ea typeface="Ubuntu Sans"/>
                <a:cs typeface="Ubuntu Sans"/>
              </a:rPr>
              <a:t>5</a:t>
            </a:r>
          </a:p>
        </p:txBody>
      </p:sp>
      <p:sp>
        <p:nvSpPr>
          <p:cNvPr id="28" name="">
            <a:extLst xmlns:a="http://schemas.openxmlformats.org/drawingml/2006/main">
              <a:ext uri="{FF2B5EF4-FFF2-40B4-BE49-F238E27FC236}">
                <a16:creationId xmlns:a16="http://schemas.microsoft.com/office/drawing/2014/main" id="{B06826F2-E6EF-43B0-A3AE-E474612664A7}"/>
              </a:ext>
            </a:extLst>
          </p:cNvPr>
          <p:cNvSpPr>
            <a:spLocks xmlns:a="http://schemas.openxmlformats.org/drawingml/2006/main" noGrp="1"/>
          </p:cNvSpPr>
          <p:nvPr/>
        </p:nvSpPr>
        <p:spPr>
          <a:xfrm xmlns:a="http://schemas.openxmlformats.org/drawingml/2006/main">
            <a:off x="8248650" y="2838450"/>
            <a:ext cx="1123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000"/>
          </a:bodyPr>
          <a:lstStyle xmlns:a="http://schemas.openxmlformats.org/drawingml/2006/main">
            <a:defPPr algn="l">
              <a:defRPr sz="1500" b="1">
                <a:solidFill>
                  <a:srgbClr val="F4F8FF"/>
                </a:solidFill>
                <a:latin typeface="Ubuntu Sans"/>
                <a:ea typeface="Ubuntu Sans"/>
                <a:cs typeface="Ubuntu Sans"/>
              </a:defRPr>
            </a:defPPr>
            <a:lvl1pPr algn="l">
              <a:defRPr sz="1500" b="1">
                <a:solidFill>
                  <a:srgbClr val="F4F8FF"/>
                </a:solidFill>
                <a:latin typeface="Ubuntu Sans"/>
                <a:ea typeface="Ubuntu Sans"/>
                <a:cs typeface="Ubuntu Sans"/>
              </a:defRPr>
            </a:lvl1pPr>
            <a:lvl2pPr algn="l">
              <a:defRPr sz="1500" b="1">
                <a:solidFill>
                  <a:srgbClr val="F4F8FF"/>
                </a:solidFill>
                <a:latin typeface="Ubuntu Sans"/>
                <a:ea typeface="Ubuntu Sans"/>
                <a:cs typeface="Ubuntu Sans"/>
              </a:defRPr>
            </a:lvl2pPr>
            <a:lvl3pPr algn="l">
              <a:defRPr sz="1500" b="1">
                <a:solidFill>
                  <a:srgbClr val="F4F8FF"/>
                </a:solidFill>
                <a:latin typeface="Ubuntu Sans"/>
                <a:ea typeface="Ubuntu Sans"/>
                <a:cs typeface="Ubuntu Sans"/>
              </a:defRPr>
            </a:lvl3pPr>
            <a:lvl4pPr algn="l">
              <a:defRPr sz="1500" b="1">
                <a:solidFill>
                  <a:srgbClr val="F4F8FF"/>
                </a:solidFill>
                <a:latin typeface="Ubuntu Sans"/>
                <a:ea typeface="Ubuntu Sans"/>
                <a:cs typeface="Ubuntu Sans"/>
              </a:defRPr>
            </a:lvl4pPr>
            <a:lvl5pPr algn="l">
              <a:defRPr sz="1500" b="1">
                <a:solidFill>
                  <a:srgbClr val="F4F8FF"/>
                </a:solidFill>
                <a:latin typeface="Ubuntu Sans"/>
                <a:ea typeface="Ubuntu Sans"/>
                <a:cs typeface="Ubuntu Sans"/>
              </a:defRPr>
            </a:lvl5pPr>
            <a:lvl6pPr algn="l">
              <a:defRPr sz="1500" b="1">
                <a:solidFill>
                  <a:srgbClr val="F4F8FF"/>
                </a:solidFill>
                <a:latin typeface="Ubuntu Sans"/>
                <a:ea typeface="Ubuntu Sans"/>
                <a:cs typeface="Ubuntu Sans"/>
              </a:defRPr>
            </a:lvl6pPr>
            <a:lvl7pPr algn="l">
              <a:defRPr sz="1500" b="1">
                <a:solidFill>
                  <a:srgbClr val="F4F8FF"/>
                </a:solidFill>
                <a:latin typeface="Ubuntu Sans"/>
                <a:ea typeface="Ubuntu Sans"/>
                <a:cs typeface="Ubuntu Sans"/>
              </a:defRPr>
            </a:lvl7pPr>
            <a:lvl8pPr algn="l">
              <a:defRPr sz="1500" b="1">
                <a:solidFill>
                  <a:srgbClr val="F4F8FF"/>
                </a:solidFill>
                <a:latin typeface="Ubuntu Sans"/>
                <a:ea typeface="Ubuntu Sans"/>
                <a:cs typeface="Ubuntu Sans"/>
              </a:defRPr>
            </a:lvl8pPr>
            <a:lvl9pPr algn="l">
              <a:defRPr sz="1500" b="1">
                <a:solidFill>
                  <a:srgbClr val="F4F8FF"/>
                </a:solidFill>
                <a:latin typeface="Ubuntu Sans"/>
                <a:ea typeface="Ubuntu Sans"/>
                <a:cs typeface="Ubuntu Sans"/>
              </a:defRPr>
            </a:lvl9pPr>
          </a:lstStyle>
          <a:p xmlns:a="http://schemas.openxmlformats.org/drawingml/2006/main">
            <a:pPr algn="l">
              <a:defRPr sz="1500" b="1">
                <a:solidFill>
                  <a:srgbClr val="F4F8FF"/>
                </a:solidFill>
                <a:latin typeface="Ubuntu Sans"/>
                <a:ea typeface="Ubuntu Sans"/>
                <a:cs typeface="Ubuntu Sans"/>
              </a:defRPr>
            </a:pPr>
            <a:r>
              <a:rPr sz="1500" b="1">
                <a:solidFill>
                  <a:srgbClr val="F4F8FF"/>
                </a:solidFill>
                <a:latin typeface="Ubuntu Sans"/>
                <a:ea typeface="Ubuntu Sans"/>
                <a:cs typeface="Ubuntu Sans"/>
              </a:rPr>
              <a:t>Celery</a:t>
            </a:r>
          </a:p>
        </p:txBody>
      </p:sp>
      <p:sp>
        <p:nvSpPr>
          <p:cNvPr id="29" name="">
            <a:extLst xmlns:a="http://schemas.openxmlformats.org/drawingml/2006/main">
              <a:ext uri="{FF2B5EF4-FFF2-40B4-BE49-F238E27FC236}">
                <a16:creationId xmlns:a16="http://schemas.microsoft.com/office/drawing/2014/main" id="{41258463-6E7D-4267-8184-CC186DE1209A}"/>
              </a:ext>
            </a:extLst>
          </p:cNvPr>
          <p:cNvSpPr>
            <a:spLocks xmlns:a="http://schemas.openxmlformats.org/drawingml/2006/main" noGrp="1"/>
          </p:cNvSpPr>
          <p:nvPr/>
        </p:nvSpPr>
        <p:spPr>
          <a:xfrm xmlns:a="http://schemas.openxmlformats.org/drawingml/2006/main">
            <a:off x="8248650" y="3238500"/>
            <a:ext cx="1123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050" b="0">
                <a:solidFill>
                  <a:srgbClr val="A9BCD0"/>
                </a:solidFill>
                <a:latin typeface="Ubuntu Sans"/>
                <a:ea typeface="Ubuntu Sans"/>
                <a:cs typeface="Ubuntu Sans"/>
              </a:defRPr>
            </a:defPPr>
            <a:lvl1pPr algn="l">
              <a:defRPr sz="1050" b="0">
                <a:solidFill>
                  <a:srgbClr val="A9BCD0"/>
                </a:solidFill>
                <a:latin typeface="Ubuntu Sans"/>
                <a:ea typeface="Ubuntu Sans"/>
                <a:cs typeface="Ubuntu Sans"/>
              </a:defRPr>
            </a:lvl1pPr>
            <a:lvl2pPr algn="l">
              <a:defRPr sz="1050" b="0">
                <a:solidFill>
                  <a:srgbClr val="A9BCD0"/>
                </a:solidFill>
                <a:latin typeface="Ubuntu Sans"/>
                <a:ea typeface="Ubuntu Sans"/>
                <a:cs typeface="Ubuntu Sans"/>
              </a:defRPr>
            </a:lvl2pPr>
            <a:lvl3pPr algn="l">
              <a:defRPr sz="1050" b="0">
                <a:solidFill>
                  <a:srgbClr val="A9BCD0"/>
                </a:solidFill>
                <a:latin typeface="Ubuntu Sans"/>
                <a:ea typeface="Ubuntu Sans"/>
                <a:cs typeface="Ubuntu Sans"/>
              </a:defRPr>
            </a:lvl3pPr>
            <a:lvl4pPr algn="l">
              <a:defRPr sz="1050" b="0">
                <a:solidFill>
                  <a:srgbClr val="A9BCD0"/>
                </a:solidFill>
                <a:latin typeface="Ubuntu Sans"/>
                <a:ea typeface="Ubuntu Sans"/>
                <a:cs typeface="Ubuntu Sans"/>
              </a:defRPr>
            </a:lvl4pPr>
            <a:lvl5pPr algn="l">
              <a:defRPr sz="1050" b="0">
                <a:solidFill>
                  <a:srgbClr val="A9BCD0"/>
                </a:solidFill>
                <a:latin typeface="Ubuntu Sans"/>
                <a:ea typeface="Ubuntu Sans"/>
                <a:cs typeface="Ubuntu Sans"/>
              </a:defRPr>
            </a:lvl5pPr>
            <a:lvl6pPr algn="l">
              <a:defRPr sz="1050" b="0">
                <a:solidFill>
                  <a:srgbClr val="A9BCD0"/>
                </a:solidFill>
                <a:latin typeface="Ubuntu Sans"/>
                <a:ea typeface="Ubuntu Sans"/>
                <a:cs typeface="Ubuntu Sans"/>
              </a:defRPr>
            </a:lvl6pPr>
            <a:lvl7pPr algn="l">
              <a:defRPr sz="1050" b="0">
                <a:solidFill>
                  <a:srgbClr val="A9BCD0"/>
                </a:solidFill>
                <a:latin typeface="Ubuntu Sans"/>
                <a:ea typeface="Ubuntu Sans"/>
                <a:cs typeface="Ubuntu Sans"/>
              </a:defRPr>
            </a:lvl7pPr>
            <a:lvl8pPr algn="l">
              <a:defRPr sz="1050" b="0">
                <a:solidFill>
                  <a:srgbClr val="A9BCD0"/>
                </a:solidFill>
                <a:latin typeface="Ubuntu Sans"/>
                <a:ea typeface="Ubuntu Sans"/>
                <a:cs typeface="Ubuntu Sans"/>
              </a:defRPr>
            </a:lvl8pPr>
            <a:lvl9pPr algn="l">
              <a:defRPr sz="1050" b="0">
                <a:solidFill>
                  <a:srgbClr val="A9BCD0"/>
                </a:solidFill>
                <a:latin typeface="Ubuntu Sans"/>
                <a:ea typeface="Ubuntu Sans"/>
                <a:cs typeface="Ubuntu Sans"/>
              </a:defRPr>
            </a:lvl9pPr>
          </a:lstStyle>
          <a:p xmlns:a="http://schemas.openxmlformats.org/drawingml/2006/main">
            <a:pPr algn="l">
              <a:defRPr sz="1050" b="0">
                <a:solidFill>
                  <a:srgbClr val="A9BCD0"/>
                </a:solidFill>
                <a:latin typeface="Ubuntu Sans"/>
                <a:ea typeface="Ubuntu Sans"/>
                <a:cs typeface="Ubuntu Sans"/>
              </a:defRPr>
            </a:pPr>
            <a:r>
              <a:rPr sz="1050" b="0">
                <a:solidFill>
                  <a:srgbClr val="A9BCD0"/>
                </a:solidFill>
                <a:latin typeface="Ubuntu Sans"/>
                <a:ea typeface="Ubuntu Sans"/>
                <a:cs typeface="Ubuntu Sans"/>
              </a:rPr>
              <a:t>Call Gemini</a:t>
            </a:r>
          </a:p>
        </p:txBody>
      </p:sp>
      <p:sp>
        <p:nvSpPr>
          <p:cNvPr id="30" name="">
            <a:extLst xmlns:a="http://schemas.openxmlformats.org/drawingml/2006/main">
              <a:ext uri="{FF2B5EF4-FFF2-40B4-BE49-F238E27FC236}">
                <a16:creationId xmlns:a16="http://schemas.microsoft.com/office/drawing/2014/main" id="{3E024159-229F-42B7-AF8C-5D220B8941CC}"/>
              </a:ext>
            </a:extLst>
          </p:cNvPr>
          <p:cNvSpPr>
            <a:spLocks xmlns:a="http://schemas.openxmlformats.org/drawingml/2006/main" noGrp="1"/>
          </p:cNvSpPr>
          <p:nvPr/>
        </p:nvSpPr>
        <p:spPr>
          <a:xfrm xmlns:a="http://schemas.openxmlformats.org/drawingml/2006/main">
            <a:off x="9544050" y="3048000"/>
            <a:ext cx="400050" cy="0"/>
          </a:xfrm>
          <a:prstGeom xmlns:a="http://schemas.openxmlformats.org/drawingml/2006/main" prst="line">
            <a:avLst/>
          </a:prstGeom>
          <a:noFill xmlns:a="http://schemas.openxmlformats.org/drawingml/2006/main"/>
          <a:ln xmlns:a="http://schemas.openxmlformats.org/drawingml/2006/main" w="19050">
            <a:solidFill>
              <a:srgbClr val="2B4563"/>
            </a:solidFill>
            <a:prstDash val="solid"/>
          </a:ln>
        </p:spPr>
      </p:sp>
      <p:sp>
        <p:nvSpPr>
          <p:cNvPr id="31" name="">
            <a:extLst xmlns:a="http://schemas.openxmlformats.org/drawingml/2006/main">
              <a:ext uri="{FF2B5EF4-FFF2-40B4-BE49-F238E27FC236}">
                <a16:creationId xmlns:a16="http://schemas.microsoft.com/office/drawing/2014/main" id="{F4990B6F-6E74-4FA8-A8ED-2C74CF96643F}"/>
              </a:ext>
            </a:extLst>
          </p:cNvPr>
          <p:cNvSpPr>
            <a:spLocks xmlns:a="http://schemas.openxmlformats.org/drawingml/2006/main" noGrp="1"/>
          </p:cNvSpPr>
          <p:nvPr/>
        </p:nvSpPr>
        <p:spPr>
          <a:xfrm xmlns:a="http://schemas.openxmlformats.org/drawingml/2006/main">
            <a:off x="9944100" y="2381250"/>
            <a:ext cx="1466850" cy="1352550"/>
          </a:xfrm>
          <a:prstGeom xmlns:a="http://schemas.openxmlformats.org/drawingml/2006/main" prst="roundRect">
            <a:avLst>
              <a:gd name="adj" fmla="val 8451"/>
            </a:avLst>
          </a:prstGeom>
          <a:solidFill xmlns:a="http://schemas.openxmlformats.org/drawingml/2006/main">
            <a:srgbClr val="10223A"/>
          </a:solidFill>
          <a:ln xmlns:a="http://schemas.openxmlformats.org/drawingml/2006/main" w="19050">
            <a:solidFill>
              <a:srgbClr val="2FD6D3"/>
            </a:solidFill>
            <a:prstDash val="solid"/>
          </a:ln>
        </p:spPr>
      </p:sp>
      <p:sp>
        <p:nvSpPr>
          <p:cNvPr id="32" name="">
            <a:extLst xmlns:a="http://schemas.openxmlformats.org/drawingml/2006/main">
              <a:ext uri="{FF2B5EF4-FFF2-40B4-BE49-F238E27FC236}">
                <a16:creationId xmlns:a16="http://schemas.microsoft.com/office/drawing/2014/main" id="{B39AFF37-95A6-4C9F-86A4-D93A05C65EE7}"/>
              </a:ext>
            </a:extLst>
          </p:cNvPr>
          <p:cNvSpPr>
            <a:spLocks xmlns:a="http://schemas.openxmlformats.org/drawingml/2006/main" noGrp="1"/>
          </p:cNvSpPr>
          <p:nvPr/>
        </p:nvSpPr>
        <p:spPr>
          <a:xfrm xmlns:a="http://schemas.openxmlformats.org/drawingml/2006/main">
            <a:off x="10115550" y="2514600"/>
            <a:ext cx="323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0000"/>
          </a:bodyPr>
          <a:lstStyle xmlns:a="http://schemas.openxmlformats.org/drawingml/2006/main">
            <a:defPPr algn="l">
              <a:defRPr sz="1125" b="1">
                <a:solidFill>
                  <a:srgbClr val="FFCA6A"/>
                </a:solidFill>
                <a:latin typeface="Ubuntu Sans"/>
                <a:ea typeface="Ubuntu Sans"/>
                <a:cs typeface="Ubuntu Sans"/>
              </a:defRPr>
            </a:defPPr>
            <a:lvl1pPr algn="l">
              <a:defRPr sz="1125" b="1">
                <a:solidFill>
                  <a:srgbClr val="FFCA6A"/>
                </a:solidFill>
                <a:latin typeface="Ubuntu Sans"/>
                <a:ea typeface="Ubuntu Sans"/>
                <a:cs typeface="Ubuntu Sans"/>
              </a:defRPr>
            </a:lvl1pPr>
            <a:lvl2pPr algn="l">
              <a:defRPr sz="1125" b="1">
                <a:solidFill>
                  <a:srgbClr val="FFCA6A"/>
                </a:solidFill>
                <a:latin typeface="Ubuntu Sans"/>
                <a:ea typeface="Ubuntu Sans"/>
                <a:cs typeface="Ubuntu Sans"/>
              </a:defRPr>
            </a:lvl2pPr>
            <a:lvl3pPr algn="l">
              <a:defRPr sz="1125" b="1">
                <a:solidFill>
                  <a:srgbClr val="FFCA6A"/>
                </a:solidFill>
                <a:latin typeface="Ubuntu Sans"/>
                <a:ea typeface="Ubuntu Sans"/>
                <a:cs typeface="Ubuntu Sans"/>
              </a:defRPr>
            </a:lvl3pPr>
            <a:lvl4pPr algn="l">
              <a:defRPr sz="1125" b="1">
                <a:solidFill>
                  <a:srgbClr val="FFCA6A"/>
                </a:solidFill>
                <a:latin typeface="Ubuntu Sans"/>
                <a:ea typeface="Ubuntu Sans"/>
                <a:cs typeface="Ubuntu Sans"/>
              </a:defRPr>
            </a:lvl4pPr>
            <a:lvl5pPr algn="l">
              <a:defRPr sz="1125" b="1">
                <a:solidFill>
                  <a:srgbClr val="FFCA6A"/>
                </a:solidFill>
                <a:latin typeface="Ubuntu Sans"/>
                <a:ea typeface="Ubuntu Sans"/>
                <a:cs typeface="Ubuntu Sans"/>
              </a:defRPr>
            </a:lvl5pPr>
            <a:lvl6pPr algn="l">
              <a:defRPr sz="1125" b="1">
                <a:solidFill>
                  <a:srgbClr val="FFCA6A"/>
                </a:solidFill>
                <a:latin typeface="Ubuntu Sans"/>
                <a:ea typeface="Ubuntu Sans"/>
                <a:cs typeface="Ubuntu Sans"/>
              </a:defRPr>
            </a:lvl6pPr>
            <a:lvl7pPr algn="l">
              <a:defRPr sz="1125" b="1">
                <a:solidFill>
                  <a:srgbClr val="FFCA6A"/>
                </a:solidFill>
                <a:latin typeface="Ubuntu Sans"/>
                <a:ea typeface="Ubuntu Sans"/>
                <a:cs typeface="Ubuntu Sans"/>
              </a:defRPr>
            </a:lvl7pPr>
            <a:lvl8pPr algn="l">
              <a:defRPr sz="1125" b="1">
                <a:solidFill>
                  <a:srgbClr val="FFCA6A"/>
                </a:solidFill>
                <a:latin typeface="Ubuntu Sans"/>
                <a:ea typeface="Ubuntu Sans"/>
                <a:cs typeface="Ubuntu Sans"/>
              </a:defRPr>
            </a:lvl8pPr>
            <a:lvl9pPr algn="l">
              <a:defRPr sz="1125" b="1">
                <a:solidFill>
                  <a:srgbClr val="FFCA6A"/>
                </a:solidFill>
                <a:latin typeface="Ubuntu Sans"/>
                <a:ea typeface="Ubuntu Sans"/>
                <a:cs typeface="Ubuntu Sans"/>
              </a:defRPr>
            </a:lvl9pPr>
          </a:lstStyle>
          <a:p xmlns:a="http://schemas.openxmlformats.org/drawingml/2006/main">
            <a:pPr algn="l">
              <a:defRPr sz="1125" b="1">
                <a:solidFill>
                  <a:srgbClr val="FFCA6A"/>
                </a:solidFill>
                <a:latin typeface="Ubuntu Sans"/>
                <a:ea typeface="Ubuntu Sans"/>
                <a:cs typeface="Ubuntu Sans"/>
              </a:defRPr>
            </a:pPr>
            <a:r>
              <a:rPr sz="1125" b="1">
                <a:solidFill>
                  <a:srgbClr val="FFCA6A"/>
                </a:solidFill>
                <a:latin typeface="Ubuntu Sans"/>
                <a:ea typeface="Ubuntu Sans"/>
                <a:cs typeface="Ubuntu Sans"/>
              </a:rPr>
              <a:t>6</a:t>
            </a:r>
          </a:p>
        </p:txBody>
      </p:sp>
      <p:sp>
        <p:nvSpPr>
          <p:cNvPr id="33" name="">
            <a:extLst xmlns:a="http://schemas.openxmlformats.org/drawingml/2006/main">
              <a:ext uri="{FF2B5EF4-FFF2-40B4-BE49-F238E27FC236}">
                <a16:creationId xmlns:a16="http://schemas.microsoft.com/office/drawing/2014/main" id="{E721E113-1A79-460F-81B1-F06663D3887C}"/>
              </a:ext>
            </a:extLst>
          </p:cNvPr>
          <p:cNvSpPr>
            <a:spLocks xmlns:a="http://schemas.openxmlformats.org/drawingml/2006/main" noGrp="1"/>
          </p:cNvSpPr>
          <p:nvPr/>
        </p:nvSpPr>
        <p:spPr>
          <a:xfrm xmlns:a="http://schemas.openxmlformats.org/drawingml/2006/main">
            <a:off x="10115550" y="2838450"/>
            <a:ext cx="1123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000"/>
          </a:bodyPr>
          <a:lstStyle xmlns:a="http://schemas.openxmlformats.org/drawingml/2006/main">
            <a:defPPr algn="l">
              <a:defRPr sz="1500" b="1">
                <a:solidFill>
                  <a:srgbClr val="F4F8FF"/>
                </a:solidFill>
                <a:latin typeface="Ubuntu Sans"/>
                <a:ea typeface="Ubuntu Sans"/>
                <a:cs typeface="Ubuntu Sans"/>
              </a:defRPr>
            </a:defPPr>
            <a:lvl1pPr algn="l">
              <a:defRPr sz="1500" b="1">
                <a:solidFill>
                  <a:srgbClr val="F4F8FF"/>
                </a:solidFill>
                <a:latin typeface="Ubuntu Sans"/>
                <a:ea typeface="Ubuntu Sans"/>
                <a:cs typeface="Ubuntu Sans"/>
              </a:defRPr>
            </a:lvl1pPr>
            <a:lvl2pPr algn="l">
              <a:defRPr sz="1500" b="1">
                <a:solidFill>
                  <a:srgbClr val="F4F8FF"/>
                </a:solidFill>
                <a:latin typeface="Ubuntu Sans"/>
                <a:ea typeface="Ubuntu Sans"/>
                <a:cs typeface="Ubuntu Sans"/>
              </a:defRPr>
            </a:lvl2pPr>
            <a:lvl3pPr algn="l">
              <a:defRPr sz="1500" b="1">
                <a:solidFill>
                  <a:srgbClr val="F4F8FF"/>
                </a:solidFill>
                <a:latin typeface="Ubuntu Sans"/>
                <a:ea typeface="Ubuntu Sans"/>
                <a:cs typeface="Ubuntu Sans"/>
              </a:defRPr>
            </a:lvl3pPr>
            <a:lvl4pPr algn="l">
              <a:defRPr sz="1500" b="1">
                <a:solidFill>
                  <a:srgbClr val="F4F8FF"/>
                </a:solidFill>
                <a:latin typeface="Ubuntu Sans"/>
                <a:ea typeface="Ubuntu Sans"/>
                <a:cs typeface="Ubuntu Sans"/>
              </a:defRPr>
            </a:lvl4pPr>
            <a:lvl5pPr algn="l">
              <a:defRPr sz="1500" b="1">
                <a:solidFill>
                  <a:srgbClr val="F4F8FF"/>
                </a:solidFill>
                <a:latin typeface="Ubuntu Sans"/>
                <a:ea typeface="Ubuntu Sans"/>
                <a:cs typeface="Ubuntu Sans"/>
              </a:defRPr>
            </a:lvl5pPr>
            <a:lvl6pPr algn="l">
              <a:defRPr sz="1500" b="1">
                <a:solidFill>
                  <a:srgbClr val="F4F8FF"/>
                </a:solidFill>
                <a:latin typeface="Ubuntu Sans"/>
                <a:ea typeface="Ubuntu Sans"/>
                <a:cs typeface="Ubuntu Sans"/>
              </a:defRPr>
            </a:lvl6pPr>
            <a:lvl7pPr algn="l">
              <a:defRPr sz="1500" b="1">
                <a:solidFill>
                  <a:srgbClr val="F4F8FF"/>
                </a:solidFill>
                <a:latin typeface="Ubuntu Sans"/>
                <a:ea typeface="Ubuntu Sans"/>
                <a:cs typeface="Ubuntu Sans"/>
              </a:defRPr>
            </a:lvl7pPr>
            <a:lvl8pPr algn="l">
              <a:defRPr sz="1500" b="1">
                <a:solidFill>
                  <a:srgbClr val="F4F8FF"/>
                </a:solidFill>
                <a:latin typeface="Ubuntu Sans"/>
                <a:ea typeface="Ubuntu Sans"/>
                <a:cs typeface="Ubuntu Sans"/>
              </a:defRPr>
            </a:lvl8pPr>
            <a:lvl9pPr algn="l">
              <a:defRPr sz="1500" b="1">
                <a:solidFill>
                  <a:srgbClr val="F4F8FF"/>
                </a:solidFill>
                <a:latin typeface="Ubuntu Sans"/>
                <a:ea typeface="Ubuntu Sans"/>
                <a:cs typeface="Ubuntu Sans"/>
              </a:defRPr>
            </a:lvl9pPr>
          </a:lstStyle>
          <a:p xmlns:a="http://schemas.openxmlformats.org/drawingml/2006/main">
            <a:pPr algn="l">
              <a:defRPr sz="1500" b="1">
                <a:solidFill>
                  <a:srgbClr val="F4F8FF"/>
                </a:solidFill>
                <a:latin typeface="Ubuntu Sans"/>
                <a:ea typeface="Ubuntu Sans"/>
                <a:cs typeface="Ubuntu Sans"/>
              </a:defRPr>
            </a:pPr>
            <a:r>
              <a:rPr sz="1500" b="1">
                <a:solidFill>
                  <a:srgbClr val="F4F8FF"/>
                </a:solidFill>
                <a:latin typeface="Ubuntu Sans"/>
                <a:ea typeface="Ubuntu Sans"/>
                <a:cs typeface="Ubuntu Sans"/>
              </a:rPr>
              <a:t>Database</a:t>
            </a:r>
          </a:p>
        </p:txBody>
      </p:sp>
      <p:sp>
        <p:nvSpPr>
          <p:cNvPr id="34" name="">
            <a:extLst xmlns:a="http://schemas.openxmlformats.org/drawingml/2006/main">
              <a:ext uri="{FF2B5EF4-FFF2-40B4-BE49-F238E27FC236}">
                <a16:creationId xmlns:a16="http://schemas.microsoft.com/office/drawing/2014/main" id="{21A51C28-0B14-43BD-AD9A-F51E37A1EC0C}"/>
              </a:ext>
            </a:extLst>
          </p:cNvPr>
          <p:cNvSpPr>
            <a:spLocks xmlns:a="http://schemas.openxmlformats.org/drawingml/2006/main" noGrp="1"/>
          </p:cNvSpPr>
          <p:nvPr/>
        </p:nvSpPr>
        <p:spPr>
          <a:xfrm xmlns:a="http://schemas.openxmlformats.org/drawingml/2006/main">
            <a:off x="10115550" y="3238500"/>
            <a:ext cx="1123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050" b="0">
                <a:solidFill>
                  <a:srgbClr val="A9BCD0"/>
                </a:solidFill>
                <a:latin typeface="Ubuntu Sans"/>
                <a:ea typeface="Ubuntu Sans"/>
                <a:cs typeface="Ubuntu Sans"/>
              </a:defRPr>
            </a:defPPr>
            <a:lvl1pPr algn="l">
              <a:defRPr sz="1050" b="0">
                <a:solidFill>
                  <a:srgbClr val="A9BCD0"/>
                </a:solidFill>
                <a:latin typeface="Ubuntu Sans"/>
                <a:ea typeface="Ubuntu Sans"/>
                <a:cs typeface="Ubuntu Sans"/>
              </a:defRPr>
            </a:lvl1pPr>
            <a:lvl2pPr algn="l">
              <a:defRPr sz="1050" b="0">
                <a:solidFill>
                  <a:srgbClr val="A9BCD0"/>
                </a:solidFill>
                <a:latin typeface="Ubuntu Sans"/>
                <a:ea typeface="Ubuntu Sans"/>
                <a:cs typeface="Ubuntu Sans"/>
              </a:defRPr>
            </a:lvl2pPr>
            <a:lvl3pPr algn="l">
              <a:defRPr sz="1050" b="0">
                <a:solidFill>
                  <a:srgbClr val="A9BCD0"/>
                </a:solidFill>
                <a:latin typeface="Ubuntu Sans"/>
                <a:ea typeface="Ubuntu Sans"/>
                <a:cs typeface="Ubuntu Sans"/>
              </a:defRPr>
            </a:lvl3pPr>
            <a:lvl4pPr algn="l">
              <a:defRPr sz="1050" b="0">
                <a:solidFill>
                  <a:srgbClr val="A9BCD0"/>
                </a:solidFill>
                <a:latin typeface="Ubuntu Sans"/>
                <a:ea typeface="Ubuntu Sans"/>
                <a:cs typeface="Ubuntu Sans"/>
              </a:defRPr>
            </a:lvl4pPr>
            <a:lvl5pPr algn="l">
              <a:defRPr sz="1050" b="0">
                <a:solidFill>
                  <a:srgbClr val="A9BCD0"/>
                </a:solidFill>
                <a:latin typeface="Ubuntu Sans"/>
                <a:ea typeface="Ubuntu Sans"/>
                <a:cs typeface="Ubuntu Sans"/>
              </a:defRPr>
            </a:lvl5pPr>
            <a:lvl6pPr algn="l">
              <a:defRPr sz="1050" b="0">
                <a:solidFill>
                  <a:srgbClr val="A9BCD0"/>
                </a:solidFill>
                <a:latin typeface="Ubuntu Sans"/>
                <a:ea typeface="Ubuntu Sans"/>
                <a:cs typeface="Ubuntu Sans"/>
              </a:defRPr>
            </a:lvl6pPr>
            <a:lvl7pPr algn="l">
              <a:defRPr sz="1050" b="0">
                <a:solidFill>
                  <a:srgbClr val="A9BCD0"/>
                </a:solidFill>
                <a:latin typeface="Ubuntu Sans"/>
                <a:ea typeface="Ubuntu Sans"/>
                <a:cs typeface="Ubuntu Sans"/>
              </a:defRPr>
            </a:lvl7pPr>
            <a:lvl8pPr algn="l">
              <a:defRPr sz="1050" b="0">
                <a:solidFill>
                  <a:srgbClr val="A9BCD0"/>
                </a:solidFill>
                <a:latin typeface="Ubuntu Sans"/>
                <a:ea typeface="Ubuntu Sans"/>
                <a:cs typeface="Ubuntu Sans"/>
              </a:defRPr>
            </a:lvl8pPr>
            <a:lvl9pPr algn="l">
              <a:defRPr sz="1050" b="0">
                <a:solidFill>
                  <a:srgbClr val="A9BCD0"/>
                </a:solidFill>
                <a:latin typeface="Ubuntu Sans"/>
                <a:ea typeface="Ubuntu Sans"/>
                <a:cs typeface="Ubuntu Sans"/>
              </a:defRPr>
            </a:lvl9pPr>
          </a:lstStyle>
          <a:p xmlns:a="http://schemas.openxmlformats.org/drawingml/2006/main">
            <a:pPr algn="l">
              <a:defRPr sz="1050" b="0">
                <a:solidFill>
                  <a:srgbClr val="A9BCD0"/>
                </a:solidFill>
                <a:latin typeface="Ubuntu Sans"/>
                <a:ea typeface="Ubuntu Sans"/>
                <a:cs typeface="Ubuntu Sans"/>
              </a:defRPr>
            </a:pPr>
            <a:r>
              <a:rPr sz="1050" b="0">
                <a:solidFill>
                  <a:srgbClr val="A9BCD0"/>
                </a:solidFill>
                <a:latin typeface="Ubuntu Sans"/>
                <a:ea typeface="Ubuntu Sans"/>
                <a:cs typeface="Ubuntu Sans"/>
              </a:rPr>
              <a:t>Store result</a:t>
            </a:r>
          </a:p>
        </p:txBody>
      </p:sp>
      <p:sp>
        <p:nvSpPr>
          <p:cNvPr id="35" name="">
            <a:extLst xmlns:a="http://schemas.openxmlformats.org/drawingml/2006/main">
              <a:ext uri="{FF2B5EF4-FFF2-40B4-BE49-F238E27FC236}">
                <a16:creationId xmlns:a16="http://schemas.microsoft.com/office/drawing/2014/main" id="{8CCA07B8-1B06-4779-AB4E-F8A8A7DAAB70}"/>
              </a:ext>
            </a:extLst>
          </p:cNvPr>
          <p:cNvSpPr>
            <a:spLocks xmlns:a="http://schemas.openxmlformats.org/drawingml/2006/main" noGrp="1"/>
          </p:cNvSpPr>
          <p:nvPr/>
        </p:nvSpPr>
        <p:spPr>
          <a:xfrm xmlns:a="http://schemas.openxmlformats.org/drawingml/2006/main">
            <a:off x="609600" y="4381500"/>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1333"/>
          </a:bodyPr>
          <a:lstStyle xmlns:a="http://schemas.openxmlformats.org/drawingml/2006/main">
            <a:defPPr algn="l">
              <a:defRPr sz="1875" b="1">
                <a:solidFill>
                  <a:srgbClr val="8A7CFF"/>
                </a:solidFill>
                <a:latin typeface="Ubuntu Sans"/>
                <a:ea typeface="Ubuntu Sans"/>
                <a:cs typeface="Ubuntu Sans"/>
              </a:defRPr>
            </a:defPPr>
            <a:lvl1pPr algn="l">
              <a:defRPr sz="1875" b="1">
                <a:solidFill>
                  <a:srgbClr val="8A7CFF"/>
                </a:solidFill>
                <a:latin typeface="Ubuntu Sans"/>
                <a:ea typeface="Ubuntu Sans"/>
                <a:cs typeface="Ubuntu Sans"/>
              </a:defRPr>
            </a:lvl1pPr>
            <a:lvl2pPr algn="l">
              <a:defRPr sz="1875" b="1">
                <a:solidFill>
                  <a:srgbClr val="8A7CFF"/>
                </a:solidFill>
                <a:latin typeface="Ubuntu Sans"/>
                <a:ea typeface="Ubuntu Sans"/>
                <a:cs typeface="Ubuntu Sans"/>
              </a:defRPr>
            </a:lvl2pPr>
            <a:lvl3pPr algn="l">
              <a:defRPr sz="1875" b="1">
                <a:solidFill>
                  <a:srgbClr val="8A7CFF"/>
                </a:solidFill>
                <a:latin typeface="Ubuntu Sans"/>
                <a:ea typeface="Ubuntu Sans"/>
                <a:cs typeface="Ubuntu Sans"/>
              </a:defRPr>
            </a:lvl3pPr>
            <a:lvl4pPr algn="l">
              <a:defRPr sz="1875" b="1">
                <a:solidFill>
                  <a:srgbClr val="8A7CFF"/>
                </a:solidFill>
                <a:latin typeface="Ubuntu Sans"/>
                <a:ea typeface="Ubuntu Sans"/>
                <a:cs typeface="Ubuntu Sans"/>
              </a:defRPr>
            </a:lvl4pPr>
            <a:lvl5pPr algn="l">
              <a:defRPr sz="1875" b="1">
                <a:solidFill>
                  <a:srgbClr val="8A7CFF"/>
                </a:solidFill>
                <a:latin typeface="Ubuntu Sans"/>
                <a:ea typeface="Ubuntu Sans"/>
                <a:cs typeface="Ubuntu Sans"/>
              </a:defRPr>
            </a:lvl5pPr>
            <a:lvl6pPr algn="l">
              <a:defRPr sz="1875" b="1">
                <a:solidFill>
                  <a:srgbClr val="8A7CFF"/>
                </a:solidFill>
                <a:latin typeface="Ubuntu Sans"/>
                <a:ea typeface="Ubuntu Sans"/>
                <a:cs typeface="Ubuntu Sans"/>
              </a:defRPr>
            </a:lvl6pPr>
            <a:lvl7pPr algn="l">
              <a:defRPr sz="1875" b="1">
                <a:solidFill>
                  <a:srgbClr val="8A7CFF"/>
                </a:solidFill>
                <a:latin typeface="Ubuntu Sans"/>
                <a:ea typeface="Ubuntu Sans"/>
                <a:cs typeface="Ubuntu Sans"/>
              </a:defRPr>
            </a:lvl7pPr>
            <a:lvl8pPr algn="l">
              <a:defRPr sz="1875" b="1">
                <a:solidFill>
                  <a:srgbClr val="8A7CFF"/>
                </a:solidFill>
                <a:latin typeface="Ubuntu Sans"/>
                <a:ea typeface="Ubuntu Sans"/>
                <a:cs typeface="Ubuntu Sans"/>
              </a:defRPr>
            </a:lvl8pPr>
            <a:lvl9pPr algn="l">
              <a:defRPr sz="1875" b="1">
                <a:solidFill>
                  <a:srgbClr val="8A7CFF"/>
                </a:solidFill>
                <a:latin typeface="Ubuntu Sans"/>
                <a:ea typeface="Ubuntu Sans"/>
                <a:cs typeface="Ubuntu Sans"/>
              </a:defRPr>
            </a:lvl9pPr>
          </a:lstStyle>
          <a:p xmlns:a="http://schemas.openxmlformats.org/drawingml/2006/main">
            <a:pPr algn="l">
              <a:defRPr sz="1875" b="1">
                <a:solidFill>
                  <a:srgbClr val="8A7CFF"/>
                </a:solidFill>
                <a:latin typeface="Ubuntu Sans"/>
                <a:ea typeface="Ubuntu Sans"/>
                <a:cs typeface="Ubuntu Sans"/>
              </a:defRPr>
            </a:pPr>
            <a:r>
              <a:rPr sz="1875" b="1">
                <a:solidFill>
                  <a:srgbClr val="8A7CFF"/>
                </a:solidFill>
                <a:latin typeface="Ubuntu Sans"/>
                <a:ea typeface="Ubuntu Sans"/>
                <a:cs typeface="Ubuntu Sans"/>
              </a:rPr>
              <a:t>Why the outbox matters</a:t>
            </a:r>
          </a:p>
        </p:txBody>
      </p:sp>
      <p:sp>
        <p:nvSpPr>
          <p:cNvPr id="36" name="">
            <a:extLst xmlns:a="http://schemas.openxmlformats.org/drawingml/2006/main">
              <a:ext uri="{FF2B5EF4-FFF2-40B4-BE49-F238E27FC236}">
                <a16:creationId xmlns:a16="http://schemas.microsoft.com/office/drawing/2014/main" id="{4DAB931F-B5C2-42D1-8BE4-271CF6C859E1}"/>
              </a:ext>
            </a:extLst>
          </p:cNvPr>
          <p:cNvSpPr>
            <a:spLocks xmlns:a="http://schemas.openxmlformats.org/drawingml/2006/main" noGrp="1"/>
          </p:cNvSpPr>
          <p:nvPr/>
        </p:nvSpPr>
        <p:spPr>
          <a:xfrm xmlns:a="http://schemas.openxmlformats.org/drawingml/2006/main">
            <a:off x="609600" y="4857750"/>
            <a:ext cx="3333750" cy="952500"/>
          </a:xfrm>
          <a:prstGeom xmlns:a="http://schemas.openxmlformats.org/drawingml/2006/main" prst="roundRect">
            <a:avLst>
              <a:gd name="adj" fmla="val 12000"/>
            </a:avLst>
          </a:prstGeom>
          <a:solidFill xmlns:a="http://schemas.openxmlformats.org/drawingml/2006/main">
            <a:srgbClr val="10223A"/>
          </a:solidFill>
          <a:ln xmlns:a="http://schemas.openxmlformats.org/drawingml/2006/main" w="11430">
            <a:solidFill>
              <a:srgbClr val="2B4563"/>
            </a:solidFill>
            <a:prstDash val="solid"/>
          </a:ln>
        </p:spPr>
      </p:sp>
      <p:sp>
        <p:nvSpPr>
          <p:cNvPr id="37" name="">
            <a:extLst xmlns:a="http://schemas.openxmlformats.org/drawingml/2006/main">
              <a:ext uri="{FF2B5EF4-FFF2-40B4-BE49-F238E27FC236}">
                <a16:creationId xmlns:a16="http://schemas.microsoft.com/office/drawing/2014/main" id="{66E8D240-BE1F-47A1-94D5-52D998CAE0E5}"/>
              </a:ext>
            </a:extLst>
          </p:cNvPr>
          <p:cNvSpPr>
            <a:spLocks xmlns:a="http://schemas.openxmlformats.org/drawingml/2006/main" noGrp="1"/>
          </p:cNvSpPr>
          <p:nvPr/>
        </p:nvSpPr>
        <p:spPr>
          <a:xfrm xmlns:a="http://schemas.openxmlformats.org/drawingml/2006/main">
            <a:off x="609600" y="4857750"/>
            <a:ext cx="66675" cy="952500"/>
          </a:xfrm>
          <a:prstGeom xmlns:a="http://schemas.openxmlformats.org/drawingml/2006/main" prst="roundRect">
            <a:avLst>
              <a:gd name="adj" fmla="val 50000"/>
            </a:avLst>
          </a:prstGeom>
          <a:solidFill xmlns:a="http://schemas.openxmlformats.org/drawingml/2006/main">
            <a:srgbClr val="55D6A5"/>
          </a:solidFill>
          <a:ln xmlns:a="http://schemas.openxmlformats.org/drawingml/2006/main" w="0">
            <a:solidFill>
              <a:srgbClr val="55D6A5"/>
            </a:solidFill>
            <a:prstDash val="solid"/>
          </a:ln>
        </p:spPr>
      </p:sp>
      <p:sp>
        <p:nvSpPr>
          <p:cNvPr id="38" name="">
            <a:extLst xmlns:a="http://schemas.openxmlformats.org/drawingml/2006/main">
              <a:ext uri="{FF2B5EF4-FFF2-40B4-BE49-F238E27FC236}">
                <a16:creationId xmlns:a16="http://schemas.microsoft.com/office/drawing/2014/main" id="{CD256641-8B14-4FD1-841F-D97C07CF90E0}"/>
              </a:ext>
            </a:extLst>
          </p:cNvPr>
          <p:cNvSpPr>
            <a:spLocks xmlns:a="http://schemas.openxmlformats.org/drawingml/2006/main" noGrp="1"/>
          </p:cNvSpPr>
          <p:nvPr/>
        </p:nvSpPr>
        <p:spPr>
          <a:xfrm xmlns:a="http://schemas.openxmlformats.org/drawingml/2006/main">
            <a:off x="819150" y="4972050"/>
            <a:ext cx="3009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F4F8FF"/>
                </a:solidFill>
                <a:latin typeface="Ubuntu Sans"/>
                <a:ea typeface="Ubuntu Sans"/>
                <a:cs typeface="Ubuntu Sans"/>
              </a:defRPr>
            </a:defPPr>
            <a:lvl1pPr algn="l">
              <a:defRPr sz="1575" b="1">
                <a:solidFill>
                  <a:srgbClr val="F4F8FF"/>
                </a:solidFill>
                <a:latin typeface="Ubuntu Sans"/>
                <a:ea typeface="Ubuntu Sans"/>
                <a:cs typeface="Ubuntu Sans"/>
              </a:defRPr>
            </a:lvl1pPr>
            <a:lvl2pPr algn="l">
              <a:defRPr sz="1575" b="1">
                <a:solidFill>
                  <a:srgbClr val="F4F8FF"/>
                </a:solidFill>
                <a:latin typeface="Ubuntu Sans"/>
                <a:ea typeface="Ubuntu Sans"/>
                <a:cs typeface="Ubuntu Sans"/>
              </a:defRPr>
            </a:lvl2pPr>
            <a:lvl3pPr algn="l">
              <a:defRPr sz="1575" b="1">
                <a:solidFill>
                  <a:srgbClr val="F4F8FF"/>
                </a:solidFill>
                <a:latin typeface="Ubuntu Sans"/>
                <a:ea typeface="Ubuntu Sans"/>
                <a:cs typeface="Ubuntu Sans"/>
              </a:defRPr>
            </a:lvl3pPr>
            <a:lvl4pPr algn="l">
              <a:defRPr sz="1575" b="1">
                <a:solidFill>
                  <a:srgbClr val="F4F8FF"/>
                </a:solidFill>
                <a:latin typeface="Ubuntu Sans"/>
                <a:ea typeface="Ubuntu Sans"/>
                <a:cs typeface="Ubuntu Sans"/>
              </a:defRPr>
            </a:lvl4pPr>
            <a:lvl5pPr algn="l">
              <a:defRPr sz="1575" b="1">
                <a:solidFill>
                  <a:srgbClr val="F4F8FF"/>
                </a:solidFill>
                <a:latin typeface="Ubuntu Sans"/>
                <a:ea typeface="Ubuntu Sans"/>
                <a:cs typeface="Ubuntu Sans"/>
              </a:defRPr>
            </a:lvl5pPr>
            <a:lvl6pPr algn="l">
              <a:defRPr sz="1575" b="1">
                <a:solidFill>
                  <a:srgbClr val="F4F8FF"/>
                </a:solidFill>
                <a:latin typeface="Ubuntu Sans"/>
                <a:ea typeface="Ubuntu Sans"/>
                <a:cs typeface="Ubuntu Sans"/>
              </a:defRPr>
            </a:lvl6pPr>
            <a:lvl7pPr algn="l">
              <a:defRPr sz="1575" b="1">
                <a:solidFill>
                  <a:srgbClr val="F4F8FF"/>
                </a:solidFill>
                <a:latin typeface="Ubuntu Sans"/>
                <a:ea typeface="Ubuntu Sans"/>
                <a:cs typeface="Ubuntu Sans"/>
              </a:defRPr>
            </a:lvl7pPr>
            <a:lvl8pPr algn="l">
              <a:defRPr sz="1575" b="1">
                <a:solidFill>
                  <a:srgbClr val="F4F8FF"/>
                </a:solidFill>
                <a:latin typeface="Ubuntu Sans"/>
                <a:ea typeface="Ubuntu Sans"/>
                <a:cs typeface="Ubuntu Sans"/>
              </a:defRPr>
            </a:lvl8pPr>
            <a:lvl9pPr algn="l">
              <a:defRPr sz="1575" b="1">
                <a:solidFill>
                  <a:srgbClr val="F4F8FF"/>
                </a:solidFill>
                <a:latin typeface="Ubuntu Sans"/>
                <a:ea typeface="Ubuntu Sans"/>
                <a:cs typeface="Ubuntu Sans"/>
              </a:defRPr>
            </a:lvl9pPr>
          </a:lstStyle>
          <a:p xmlns:a="http://schemas.openxmlformats.org/drawingml/2006/main">
            <a:pPr algn="l">
              <a:defRPr sz="1575" b="1">
                <a:solidFill>
                  <a:srgbClr val="F4F8FF"/>
                </a:solidFill>
                <a:latin typeface="Ubuntu Sans"/>
                <a:ea typeface="Ubuntu Sans"/>
                <a:cs typeface="Ubuntu Sans"/>
              </a:defRPr>
            </a:pPr>
            <a:r>
              <a:rPr sz="1575" b="1">
                <a:solidFill>
                  <a:srgbClr val="F4F8FF"/>
                </a:solidFill>
                <a:latin typeface="Ubuntu Sans"/>
                <a:ea typeface="Ubuntu Sans"/>
                <a:cs typeface="Ubuntu Sans"/>
              </a:rPr>
              <a:t>Survives restarts</a:t>
            </a:r>
          </a:p>
        </p:txBody>
      </p:sp>
      <p:sp>
        <p:nvSpPr>
          <p:cNvPr id="39" name="">
            <a:extLst xmlns:a="http://schemas.openxmlformats.org/drawingml/2006/main">
              <a:ext uri="{FF2B5EF4-FFF2-40B4-BE49-F238E27FC236}">
                <a16:creationId xmlns:a16="http://schemas.microsoft.com/office/drawing/2014/main" id="{497D6385-BFCA-4E94-BD24-5F7630DA9980}"/>
              </a:ext>
            </a:extLst>
          </p:cNvPr>
          <p:cNvSpPr>
            <a:spLocks xmlns:a="http://schemas.openxmlformats.org/drawingml/2006/main" noGrp="1"/>
          </p:cNvSpPr>
          <p:nvPr/>
        </p:nvSpPr>
        <p:spPr>
          <a:xfrm xmlns:a="http://schemas.openxmlformats.org/drawingml/2006/main">
            <a:off x="819150" y="5267325"/>
            <a:ext cx="3009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A9BCD0"/>
                </a:solidFill>
                <a:latin typeface="Ubuntu Sans"/>
                <a:ea typeface="Ubuntu Sans"/>
                <a:cs typeface="Ubuntu Sans"/>
              </a:defRPr>
            </a:defPPr>
            <a:lvl1pPr algn="l">
              <a:defRPr sz="1125" b="0">
                <a:solidFill>
                  <a:srgbClr val="A9BCD0"/>
                </a:solidFill>
                <a:latin typeface="Ubuntu Sans"/>
                <a:ea typeface="Ubuntu Sans"/>
                <a:cs typeface="Ubuntu Sans"/>
              </a:defRPr>
            </a:lvl1pPr>
            <a:lvl2pPr algn="l">
              <a:defRPr sz="1125" b="0">
                <a:solidFill>
                  <a:srgbClr val="A9BCD0"/>
                </a:solidFill>
                <a:latin typeface="Ubuntu Sans"/>
                <a:ea typeface="Ubuntu Sans"/>
                <a:cs typeface="Ubuntu Sans"/>
              </a:defRPr>
            </a:lvl2pPr>
            <a:lvl3pPr algn="l">
              <a:defRPr sz="1125" b="0">
                <a:solidFill>
                  <a:srgbClr val="A9BCD0"/>
                </a:solidFill>
                <a:latin typeface="Ubuntu Sans"/>
                <a:ea typeface="Ubuntu Sans"/>
                <a:cs typeface="Ubuntu Sans"/>
              </a:defRPr>
            </a:lvl3pPr>
            <a:lvl4pPr algn="l">
              <a:defRPr sz="1125" b="0">
                <a:solidFill>
                  <a:srgbClr val="A9BCD0"/>
                </a:solidFill>
                <a:latin typeface="Ubuntu Sans"/>
                <a:ea typeface="Ubuntu Sans"/>
                <a:cs typeface="Ubuntu Sans"/>
              </a:defRPr>
            </a:lvl4pPr>
            <a:lvl5pPr algn="l">
              <a:defRPr sz="1125" b="0">
                <a:solidFill>
                  <a:srgbClr val="A9BCD0"/>
                </a:solidFill>
                <a:latin typeface="Ubuntu Sans"/>
                <a:ea typeface="Ubuntu Sans"/>
                <a:cs typeface="Ubuntu Sans"/>
              </a:defRPr>
            </a:lvl5pPr>
            <a:lvl6pPr algn="l">
              <a:defRPr sz="1125" b="0">
                <a:solidFill>
                  <a:srgbClr val="A9BCD0"/>
                </a:solidFill>
                <a:latin typeface="Ubuntu Sans"/>
                <a:ea typeface="Ubuntu Sans"/>
                <a:cs typeface="Ubuntu Sans"/>
              </a:defRPr>
            </a:lvl6pPr>
            <a:lvl7pPr algn="l">
              <a:defRPr sz="1125" b="0">
                <a:solidFill>
                  <a:srgbClr val="A9BCD0"/>
                </a:solidFill>
                <a:latin typeface="Ubuntu Sans"/>
                <a:ea typeface="Ubuntu Sans"/>
                <a:cs typeface="Ubuntu Sans"/>
              </a:defRPr>
            </a:lvl7pPr>
            <a:lvl8pPr algn="l">
              <a:defRPr sz="1125" b="0">
                <a:solidFill>
                  <a:srgbClr val="A9BCD0"/>
                </a:solidFill>
                <a:latin typeface="Ubuntu Sans"/>
                <a:ea typeface="Ubuntu Sans"/>
                <a:cs typeface="Ubuntu Sans"/>
              </a:defRPr>
            </a:lvl8pPr>
            <a:lvl9pPr algn="l">
              <a:defRPr sz="1125" b="0">
                <a:solidFill>
                  <a:srgbClr val="A9BCD0"/>
                </a:solidFill>
                <a:latin typeface="Ubuntu Sans"/>
                <a:ea typeface="Ubuntu Sans"/>
                <a:cs typeface="Ubuntu Sans"/>
              </a:defRPr>
            </a:lvl9pPr>
          </a:lstStyle>
          <a:p xmlns:a="http://schemas.openxmlformats.org/drawingml/2006/main">
            <a:pPr algn="l">
              <a:defRPr sz="1125" b="0">
                <a:solidFill>
                  <a:srgbClr val="A9BCD0"/>
                </a:solidFill>
                <a:latin typeface="Ubuntu Sans"/>
                <a:ea typeface="Ubuntu Sans"/>
                <a:cs typeface="Ubuntu Sans"/>
              </a:defRPr>
            </a:pPr>
            <a:r>
              <a:rPr sz="1125" b="0">
                <a:solidFill>
                  <a:srgbClr val="A9BCD0"/>
                </a:solidFill>
                <a:latin typeface="Ubuntu Sans"/>
                <a:ea typeface="Ubuntu Sans"/>
                <a:cs typeface="Ubuntu Sans"/>
              </a:rPr>
              <a:t>The database retains pending work</a:t>
            </a:r>
          </a:p>
        </p:txBody>
      </p:sp>
      <p:sp>
        <p:nvSpPr>
          <p:cNvPr id="40" name="">
            <a:extLst xmlns:a="http://schemas.openxmlformats.org/drawingml/2006/main">
              <a:ext uri="{FF2B5EF4-FFF2-40B4-BE49-F238E27FC236}">
                <a16:creationId xmlns:a16="http://schemas.microsoft.com/office/drawing/2014/main" id="{825673A6-77B7-4C65-8F22-E8D1EF2BB2B5}"/>
              </a:ext>
            </a:extLst>
          </p:cNvPr>
          <p:cNvSpPr>
            <a:spLocks xmlns:a="http://schemas.openxmlformats.org/drawingml/2006/main" noGrp="1"/>
          </p:cNvSpPr>
          <p:nvPr/>
        </p:nvSpPr>
        <p:spPr>
          <a:xfrm xmlns:a="http://schemas.openxmlformats.org/drawingml/2006/main">
            <a:off x="4429125" y="4857750"/>
            <a:ext cx="3333750" cy="952500"/>
          </a:xfrm>
          <a:prstGeom xmlns:a="http://schemas.openxmlformats.org/drawingml/2006/main" prst="roundRect">
            <a:avLst>
              <a:gd name="adj" fmla="val 12000"/>
            </a:avLst>
          </a:prstGeom>
          <a:solidFill xmlns:a="http://schemas.openxmlformats.org/drawingml/2006/main">
            <a:srgbClr val="10223A"/>
          </a:solidFill>
          <a:ln xmlns:a="http://schemas.openxmlformats.org/drawingml/2006/main" w="11430">
            <a:solidFill>
              <a:srgbClr val="2B4563"/>
            </a:solidFill>
            <a:prstDash val="solid"/>
          </a:ln>
        </p:spPr>
      </p:sp>
      <p:sp>
        <p:nvSpPr>
          <p:cNvPr id="41" name="">
            <a:extLst xmlns:a="http://schemas.openxmlformats.org/drawingml/2006/main">
              <a:ext uri="{FF2B5EF4-FFF2-40B4-BE49-F238E27FC236}">
                <a16:creationId xmlns:a16="http://schemas.microsoft.com/office/drawing/2014/main" id="{1C656B62-5F49-471D-A3CE-2C9E5AE064EE}"/>
              </a:ext>
            </a:extLst>
          </p:cNvPr>
          <p:cNvSpPr>
            <a:spLocks xmlns:a="http://schemas.openxmlformats.org/drawingml/2006/main" noGrp="1"/>
          </p:cNvSpPr>
          <p:nvPr/>
        </p:nvSpPr>
        <p:spPr>
          <a:xfrm xmlns:a="http://schemas.openxmlformats.org/drawingml/2006/main">
            <a:off x="4429125" y="4857750"/>
            <a:ext cx="66675" cy="952500"/>
          </a:xfrm>
          <a:prstGeom xmlns:a="http://schemas.openxmlformats.org/drawingml/2006/main" prst="roundRect">
            <a:avLst>
              <a:gd name="adj" fmla="val 50000"/>
            </a:avLst>
          </a:prstGeom>
          <a:solidFill xmlns:a="http://schemas.openxmlformats.org/drawingml/2006/main">
            <a:srgbClr val="4FA7FF"/>
          </a:solidFill>
          <a:ln xmlns:a="http://schemas.openxmlformats.org/drawingml/2006/main" w="0">
            <a:solidFill>
              <a:srgbClr val="4FA7FF"/>
            </a:solidFill>
            <a:prstDash val="solid"/>
          </a:ln>
        </p:spPr>
      </p:sp>
      <p:sp>
        <p:nvSpPr>
          <p:cNvPr id="42" name="">
            <a:extLst xmlns:a="http://schemas.openxmlformats.org/drawingml/2006/main">
              <a:ext uri="{FF2B5EF4-FFF2-40B4-BE49-F238E27FC236}">
                <a16:creationId xmlns:a16="http://schemas.microsoft.com/office/drawing/2014/main" id="{5D725964-39A9-45E1-9B69-6EBD1EB24C09}"/>
              </a:ext>
            </a:extLst>
          </p:cNvPr>
          <p:cNvSpPr>
            <a:spLocks xmlns:a="http://schemas.openxmlformats.org/drawingml/2006/main" noGrp="1"/>
          </p:cNvSpPr>
          <p:nvPr/>
        </p:nvSpPr>
        <p:spPr>
          <a:xfrm xmlns:a="http://schemas.openxmlformats.org/drawingml/2006/main">
            <a:off x="4638675" y="4972050"/>
            <a:ext cx="3009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F4F8FF"/>
                </a:solidFill>
                <a:latin typeface="Ubuntu Sans"/>
                <a:ea typeface="Ubuntu Sans"/>
                <a:cs typeface="Ubuntu Sans"/>
              </a:defRPr>
            </a:defPPr>
            <a:lvl1pPr algn="l">
              <a:defRPr sz="1575" b="1">
                <a:solidFill>
                  <a:srgbClr val="F4F8FF"/>
                </a:solidFill>
                <a:latin typeface="Ubuntu Sans"/>
                <a:ea typeface="Ubuntu Sans"/>
                <a:cs typeface="Ubuntu Sans"/>
              </a:defRPr>
            </a:lvl1pPr>
            <a:lvl2pPr algn="l">
              <a:defRPr sz="1575" b="1">
                <a:solidFill>
                  <a:srgbClr val="F4F8FF"/>
                </a:solidFill>
                <a:latin typeface="Ubuntu Sans"/>
                <a:ea typeface="Ubuntu Sans"/>
                <a:cs typeface="Ubuntu Sans"/>
              </a:defRPr>
            </a:lvl2pPr>
            <a:lvl3pPr algn="l">
              <a:defRPr sz="1575" b="1">
                <a:solidFill>
                  <a:srgbClr val="F4F8FF"/>
                </a:solidFill>
                <a:latin typeface="Ubuntu Sans"/>
                <a:ea typeface="Ubuntu Sans"/>
                <a:cs typeface="Ubuntu Sans"/>
              </a:defRPr>
            </a:lvl3pPr>
            <a:lvl4pPr algn="l">
              <a:defRPr sz="1575" b="1">
                <a:solidFill>
                  <a:srgbClr val="F4F8FF"/>
                </a:solidFill>
                <a:latin typeface="Ubuntu Sans"/>
                <a:ea typeface="Ubuntu Sans"/>
                <a:cs typeface="Ubuntu Sans"/>
              </a:defRPr>
            </a:lvl4pPr>
            <a:lvl5pPr algn="l">
              <a:defRPr sz="1575" b="1">
                <a:solidFill>
                  <a:srgbClr val="F4F8FF"/>
                </a:solidFill>
                <a:latin typeface="Ubuntu Sans"/>
                <a:ea typeface="Ubuntu Sans"/>
                <a:cs typeface="Ubuntu Sans"/>
              </a:defRPr>
            </a:lvl5pPr>
            <a:lvl6pPr algn="l">
              <a:defRPr sz="1575" b="1">
                <a:solidFill>
                  <a:srgbClr val="F4F8FF"/>
                </a:solidFill>
                <a:latin typeface="Ubuntu Sans"/>
                <a:ea typeface="Ubuntu Sans"/>
                <a:cs typeface="Ubuntu Sans"/>
              </a:defRPr>
            </a:lvl6pPr>
            <a:lvl7pPr algn="l">
              <a:defRPr sz="1575" b="1">
                <a:solidFill>
                  <a:srgbClr val="F4F8FF"/>
                </a:solidFill>
                <a:latin typeface="Ubuntu Sans"/>
                <a:ea typeface="Ubuntu Sans"/>
                <a:cs typeface="Ubuntu Sans"/>
              </a:defRPr>
            </a:lvl7pPr>
            <a:lvl8pPr algn="l">
              <a:defRPr sz="1575" b="1">
                <a:solidFill>
                  <a:srgbClr val="F4F8FF"/>
                </a:solidFill>
                <a:latin typeface="Ubuntu Sans"/>
                <a:ea typeface="Ubuntu Sans"/>
                <a:cs typeface="Ubuntu Sans"/>
              </a:defRPr>
            </a:lvl8pPr>
            <a:lvl9pPr algn="l">
              <a:defRPr sz="1575" b="1">
                <a:solidFill>
                  <a:srgbClr val="F4F8FF"/>
                </a:solidFill>
                <a:latin typeface="Ubuntu Sans"/>
                <a:ea typeface="Ubuntu Sans"/>
                <a:cs typeface="Ubuntu Sans"/>
              </a:defRPr>
            </a:lvl9pPr>
          </a:lstStyle>
          <a:p xmlns:a="http://schemas.openxmlformats.org/drawingml/2006/main">
            <a:pPr algn="l">
              <a:defRPr sz="1575" b="1">
                <a:solidFill>
                  <a:srgbClr val="F4F8FF"/>
                </a:solidFill>
                <a:latin typeface="Ubuntu Sans"/>
                <a:ea typeface="Ubuntu Sans"/>
                <a:cs typeface="Ubuntu Sans"/>
              </a:defRPr>
            </a:pPr>
            <a:r>
              <a:rPr sz="1575" b="1">
                <a:solidFill>
                  <a:srgbClr val="F4F8FF"/>
                </a:solidFill>
                <a:latin typeface="Ubuntu Sans"/>
                <a:ea typeface="Ubuntu Sans"/>
                <a:cs typeface="Ubuntu Sans"/>
              </a:rPr>
              <a:t>Supports retries</a:t>
            </a:r>
          </a:p>
        </p:txBody>
      </p:sp>
      <p:sp>
        <p:nvSpPr>
          <p:cNvPr id="43" name="">
            <a:extLst xmlns:a="http://schemas.openxmlformats.org/drawingml/2006/main">
              <a:ext uri="{FF2B5EF4-FFF2-40B4-BE49-F238E27FC236}">
                <a16:creationId xmlns:a16="http://schemas.microsoft.com/office/drawing/2014/main" id="{F42A9FC5-C829-4FA3-87DE-4535801AB075}"/>
              </a:ext>
            </a:extLst>
          </p:cNvPr>
          <p:cNvSpPr>
            <a:spLocks xmlns:a="http://schemas.openxmlformats.org/drawingml/2006/main" noGrp="1"/>
          </p:cNvSpPr>
          <p:nvPr/>
        </p:nvSpPr>
        <p:spPr>
          <a:xfrm xmlns:a="http://schemas.openxmlformats.org/drawingml/2006/main">
            <a:off x="4638675" y="5267325"/>
            <a:ext cx="3009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A9BCD0"/>
                </a:solidFill>
                <a:latin typeface="Ubuntu Sans"/>
                <a:ea typeface="Ubuntu Sans"/>
                <a:cs typeface="Ubuntu Sans"/>
              </a:defRPr>
            </a:defPPr>
            <a:lvl1pPr algn="l">
              <a:defRPr sz="1125" b="0">
                <a:solidFill>
                  <a:srgbClr val="A9BCD0"/>
                </a:solidFill>
                <a:latin typeface="Ubuntu Sans"/>
                <a:ea typeface="Ubuntu Sans"/>
                <a:cs typeface="Ubuntu Sans"/>
              </a:defRPr>
            </a:lvl1pPr>
            <a:lvl2pPr algn="l">
              <a:defRPr sz="1125" b="0">
                <a:solidFill>
                  <a:srgbClr val="A9BCD0"/>
                </a:solidFill>
                <a:latin typeface="Ubuntu Sans"/>
                <a:ea typeface="Ubuntu Sans"/>
                <a:cs typeface="Ubuntu Sans"/>
              </a:defRPr>
            </a:lvl2pPr>
            <a:lvl3pPr algn="l">
              <a:defRPr sz="1125" b="0">
                <a:solidFill>
                  <a:srgbClr val="A9BCD0"/>
                </a:solidFill>
                <a:latin typeface="Ubuntu Sans"/>
                <a:ea typeface="Ubuntu Sans"/>
                <a:cs typeface="Ubuntu Sans"/>
              </a:defRPr>
            </a:lvl3pPr>
            <a:lvl4pPr algn="l">
              <a:defRPr sz="1125" b="0">
                <a:solidFill>
                  <a:srgbClr val="A9BCD0"/>
                </a:solidFill>
                <a:latin typeface="Ubuntu Sans"/>
                <a:ea typeface="Ubuntu Sans"/>
                <a:cs typeface="Ubuntu Sans"/>
              </a:defRPr>
            </a:lvl4pPr>
            <a:lvl5pPr algn="l">
              <a:defRPr sz="1125" b="0">
                <a:solidFill>
                  <a:srgbClr val="A9BCD0"/>
                </a:solidFill>
                <a:latin typeface="Ubuntu Sans"/>
                <a:ea typeface="Ubuntu Sans"/>
                <a:cs typeface="Ubuntu Sans"/>
              </a:defRPr>
            </a:lvl5pPr>
            <a:lvl6pPr algn="l">
              <a:defRPr sz="1125" b="0">
                <a:solidFill>
                  <a:srgbClr val="A9BCD0"/>
                </a:solidFill>
                <a:latin typeface="Ubuntu Sans"/>
                <a:ea typeface="Ubuntu Sans"/>
                <a:cs typeface="Ubuntu Sans"/>
              </a:defRPr>
            </a:lvl6pPr>
            <a:lvl7pPr algn="l">
              <a:defRPr sz="1125" b="0">
                <a:solidFill>
                  <a:srgbClr val="A9BCD0"/>
                </a:solidFill>
                <a:latin typeface="Ubuntu Sans"/>
                <a:ea typeface="Ubuntu Sans"/>
                <a:cs typeface="Ubuntu Sans"/>
              </a:defRPr>
            </a:lvl7pPr>
            <a:lvl8pPr algn="l">
              <a:defRPr sz="1125" b="0">
                <a:solidFill>
                  <a:srgbClr val="A9BCD0"/>
                </a:solidFill>
                <a:latin typeface="Ubuntu Sans"/>
                <a:ea typeface="Ubuntu Sans"/>
                <a:cs typeface="Ubuntu Sans"/>
              </a:defRPr>
            </a:lvl8pPr>
            <a:lvl9pPr algn="l">
              <a:defRPr sz="1125" b="0">
                <a:solidFill>
                  <a:srgbClr val="A9BCD0"/>
                </a:solidFill>
                <a:latin typeface="Ubuntu Sans"/>
                <a:ea typeface="Ubuntu Sans"/>
                <a:cs typeface="Ubuntu Sans"/>
              </a:defRPr>
            </a:lvl9pPr>
          </a:lstStyle>
          <a:p xmlns:a="http://schemas.openxmlformats.org/drawingml/2006/main">
            <a:pPr algn="l">
              <a:defRPr sz="1125" b="0">
                <a:solidFill>
                  <a:srgbClr val="A9BCD0"/>
                </a:solidFill>
                <a:latin typeface="Ubuntu Sans"/>
                <a:ea typeface="Ubuntu Sans"/>
                <a:cs typeface="Ubuntu Sans"/>
              </a:defRPr>
            </a:pPr>
            <a:r>
              <a:rPr sz="1125" b="0">
                <a:solidFill>
                  <a:srgbClr val="A9BCD0"/>
                </a:solidFill>
                <a:latin typeface="Ubuntu Sans"/>
                <a:ea typeface="Ubuntu Sans"/>
                <a:cs typeface="Ubuntu Sans"/>
              </a:rPr>
              <a:t>Transient provider failures do not lose the request</a:t>
            </a:r>
          </a:p>
        </p:txBody>
      </p:sp>
      <p:sp>
        <p:nvSpPr>
          <p:cNvPr id="44" name="">
            <a:extLst xmlns:a="http://schemas.openxmlformats.org/drawingml/2006/main">
              <a:ext uri="{FF2B5EF4-FFF2-40B4-BE49-F238E27FC236}">
                <a16:creationId xmlns:a16="http://schemas.microsoft.com/office/drawing/2014/main" id="{DA689E86-BFF5-4265-A4D3-6A8980834487}"/>
              </a:ext>
            </a:extLst>
          </p:cNvPr>
          <p:cNvSpPr>
            <a:spLocks xmlns:a="http://schemas.openxmlformats.org/drawingml/2006/main" noGrp="1"/>
          </p:cNvSpPr>
          <p:nvPr/>
        </p:nvSpPr>
        <p:spPr>
          <a:xfrm xmlns:a="http://schemas.openxmlformats.org/drawingml/2006/main">
            <a:off x="8248650" y="4857750"/>
            <a:ext cx="3333750" cy="952500"/>
          </a:xfrm>
          <a:prstGeom xmlns:a="http://schemas.openxmlformats.org/drawingml/2006/main" prst="roundRect">
            <a:avLst>
              <a:gd name="adj" fmla="val 12000"/>
            </a:avLst>
          </a:prstGeom>
          <a:solidFill xmlns:a="http://schemas.openxmlformats.org/drawingml/2006/main">
            <a:srgbClr val="10223A"/>
          </a:solidFill>
          <a:ln xmlns:a="http://schemas.openxmlformats.org/drawingml/2006/main" w="11430">
            <a:solidFill>
              <a:srgbClr val="2B4563"/>
            </a:solidFill>
            <a:prstDash val="solid"/>
          </a:ln>
        </p:spPr>
      </p:sp>
      <p:sp>
        <p:nvSpPr>
          <p:cNvPr id="45" name="">
            <a:extLst xmlns:a="http://schemas.openxmlformats.org/drawingml/2006/main">
              <a:ext uri="{FF2B5EF4-FFF2-40B4-BE49-F238E27FC236}">
                <a16:creationId xmlns:a16="http://schemas.microsoft.com/office/drawing/2014/main" id="{AD81CC17-1DF0-4732-A69F-B58D7EA637F1}"/>
              </a:ext>
            </a:extLst>
          </p:cNvPr>
          <p:cNvSpPr>
            <a:spLocks xmlns:a="http://schemas.openxmlformats.org/drawingml/2006/main" noGrp="1"/>
          </p:cNvSpPr>
          <p:nvPr/>
        </p:nvSpPr>
        <p:spPr>
          <a:xfrm xmlns:a="http://schemas.openxmlformats.org/drawingml/2006/main">
            <a:off x="8248650" y="4857750"/>
            <a:ext cx="66675" cy="952500"/>
          </a:xfrm>
          <a:prstGeom xmlns:a="http://schemas.openxmlformats.org/drawingml/2006/main" prst="roundRect">
            <a:avLst>
              <a:gd name="adj" fmla="val 50000"/>
            </a:avLst>
          </a:prstGeom>
          <a:solidFill xmlns:a="http://schemas.openxmlformats.org/drawingml/2006/main">
            <a:srgbClr val="FFCA6A"/>
          </a:solidFill>
          <a:ln xmlns:a="http://schemas.openxmlformats.org/drawingml/2006/main" w="0">
            <a:solidFill>
              <a:srgbClr val="FFCA6A"/>
            </a:solidFill>
            <a:prstDash val="solid"/>
          </a:ln>
        </p:spPr>
      </p:sp>
      <p:sp>
        <p:nvSpPr>
          <p:cNvPr id="46" name="">
            <a:extLst xmlns:a="http://schemas.openxmlformats.org/drawingml/2006/main">
              <a:ext uri="{FF2B5EF4-FFF2-40B4-BE49-F238E27FC236}">
                <a16:creationId xmlns:a16="http://schemas.microsoft.com/office/drawing/2014/main" id="{F5ED786D-E991-44D9-B012-ACF050C197E4}"/>
              </a:ext>
            </a:extLst>
          </p:cNvPr>
          <p:cNvSpPr>
            <a:spLocks xmlns:a="http://schemas.openxmlformats.org/drawingml/2006/main" noGrp="1"/>
          </p:cNvSpPr>
          <p:nvPr/>
        </p:nvSpPr>
        <p:spPr>
          <a:xfrm xmlns:a="http://schemas.openxmlformats.org/drawingml/2006/main">
            <a:off x="8458200" y="4972050"/>
            <a:ext cx="3009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F4F8FF"/>
                </a:solidFill>
                <a:latin typeface="Ubuntu Sans"/>
                <a:ea typeface="Ubuntu Sans"/>
                <a:cs typeface="Ubuntu Sans"/>
              </a:defRPr>
            </a:defPPr>
            <a:lvl1pPr algn="l">
              <a:defRPr sz="1575" b="1">
                <a:solidFill>
                  <a:srgbClr val="F4F8FF"/>
                </a:solidFill>
                <a:latin typeface="Ubuntu Sans"/>
                <a:ea typeface="Ubuntu Sans"/>
                <a:cs typeface="Ubuntu Sans"/>
              </a:defRPr>
            </a:lvl1pPr>
            <a:lvl2pPr algn="l">
              <a:defRPr sz="1575" b="1">
                <a:solidFill>
                  <a:srgbClr val="F4F8FF"/>
                </a:solidFill>
                <a:latin typeface="Ubuntu Sans"/>
                <a:ea typeface="Ubuntu Sans"/>
                <a:cs typeface="Ubuntu Sans"/>
              </a:defRPr>
            </a:lvl2pPr>
            <a:lvl3pPr algn="l">
              <a:defRPr sz="1575" b="1">
                <a:solidFill>
                  <a:srgbClr val="F4F8FF"/>
                </a:solidFill>
                <a:latin typeface="Ubuntu Sans"/>
                <a:ea typeface="Ubuntu Sans"/>
                <a:cs typeface="Ubuntu Sans"/>
              </a:defRPr>
            </a:lvl3pPr>
            <a:lvl4pPr algn="l">
              <a:defRPr sz="1575" b="1">
                <a:solidFill>
                  <a:srgbClr val="F4F8FF"/>
                </a:solidFill>
                <a:latin typeface="Ubuntu Sans"/>
                <a:ea typeface="Ubuntu Sans"/>
                <a:cs typeface="Ubuntu Sans"/>
              </a:defRPr>
            </a:lvl4pPr>
            <a:lvl5pPr algn="l">
              <a:defRPr sz="1575" b="1">
                <a:solidFill>
                  <a:srgbClr val="F4F8FF"/>
                </a:solidFill>
                <a:latin typeface="Ubuntu Sans"/>
                <a:ea typeface="Ubuntu Sans"/>
                <a:cs typeface="Ubuntu Sans"/>
              </a:defRPr>
            </a:lvl5pPr>
            <a:lvl6pPr algn="l">
              <a:defRPr sz="1575" b="1">
                <a:solidFill>
                  <a:srgbClr val="F4F8FF"/>
                </a:solidFill>
                <a:latin typeface="Ubuntu Sans"/>
                <a:ea typeface="Ubuntu Sans"/>
                <a:cs typeface="Ubuntu Sans"/>
              </a:defRPr>
            </a:lvl6pPr>
            <a:lvl7pPr algn="l">
              <a:defRPr sz="1575" b="1">
                <a:solidFill>
                  <a:srgbClr val="F4F8FF"/>
                </a:solidFill>
                <a:latin typeface="Ubuntu Sans"/>
                <a:ea typeface="Ubuntu Sans"/>
                <a:cs typeface="Ubuntu Sans"/>
              </a:defRPr>
            </a:lvl7pPr>
            <a:lvl8pPr algn="l">
              <a:defRPr sz="1575" b="1">
                <a:solidFill>
                  <a:srgbClr val="F4F8FF"/>
                </a:solidFill>
                <a:latin typeface="Ubuntu Sans"/>
                <a:ea typeface="Ubuntu Sans"/>
                <a:cs typeface="Ubuntu Sans"/>
              </a:defRPr>
            </a:lvl8pPr>
            <a:lvl9pPr algn="l">
              <a:defRPr sz="1575" b="1">
                <a:solidFill>
                  <a:srgbClr val="F4F8FF"/>
                </a:solidFill>
                <a:latin typeface="Ubuntu Sans"/>
                <a:ea typeface="Ubuntu Sans"/>
                <a:cs typeface="Ubuntu Sans"/>
              </a:defRPr>
            </a:lvl9pPr>
          </a:lstStyle>
          <a:p xmlns:a="http://schemas.openxmlformats.org/drawingml/2006/main">
            <a:pPr algn="l">
              <a:defRPr sz="1575" b="1">
                <a:solidFill>
                  <a:srgbClr val="F4F8FF"/>
                </a:solidFill>
                <a:latin typeface="Ubuntu Sans"/>
                <a:ea typeface="Ubuntu Sans"/>
                <a:cs typeface="Ubuntu Sans"/>
              </a:defRPr>
            </a:pPr>
            <a:r>
              <a:rPr sz="1575" b="1">
                <a:solidFill>
                  <a:srgbClr val="F4F8FF"/>
                </a:solidFill>
                <a:latin typeface="Ubuntu Sans"/>
                <a:ea typeface="Ubuntu Sans"/>
                <a:cs typeface="Ubuntu Sans"/>
              </a:rPr>
              <a:t>Prevents duplicates</a:t>
            </a:r>
          </a:p>
        </p:txBody>
      </p:sp>
      <p:sp>
        <p:nvSpPr>
          <p:cNvPr id="47" name="">
            <a:extLst xmlns:a="http://schemas.openxmlformats.org/drawingml/2006/main">
              <a:ext uri="{FF2B5EF4-FFF2-40B4-BE49-F238E27FC236}">
                <a16:creationId xmlns:a16="http://schemas.microsoft.com/office/drawing/2014/main" id="{B2446082-1B7A-4CC6-9DD9-C4D72365FABD}"/>
              </a:ext>
            </a:extLst>
          </p:cNvPr>
          <p:cNvSpPr>
            <a:spLocks xmlns:a="http://schemas.openxmlformats.org/drawingml/2006/main" noGrp="1"/>
          </p:cNvSpPr>
          <p:nvPr/>
        </p:nvSpPr>
        <p:spPr>
          <a:xfrm xmlns:a="http://schemas.openxmlformats.org/drawingml/2006/main">
            <a:off x="8458200" y="5267325"/>
            <a:ext cx="3009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A9BCD0"/>
                </a:solidFill>
                <a:latin typeface="Ubuntu Sans"/>
                <a:ea typeface="Ubuntu Sans"/>
                <a:cs typeface="Ubuntu Sans"/>
              </a:defRPr>
            </a:defPPr>
            <a:lvl1pPr algn="l">
              <a:defRPr sz="1125" b="0">
                <a:solidFill>
                  <a:srgbClr val="A9BCD0"/>
                </a:solidFill>
                <a:latin typeface="Ubuntu Sans"/>
                <a:ea typeface="Ubuntu Sans"/>
                <a:cs typeface="Ubuntu Sans"/>
              </a:defRPr>
            </a:lvl1pPr>
            <a:lvl2pPr algn="l">
              <a:defRPr sz="1125" b="0">
                <a:solidFill>
                  <a:srgbClr val="A9BCD0"/>
                </a:solidFill>
                <a:latin typeface="Ubuntu Sans"/>
                <a:ea typeface="Ubuntu Sans"/>
                <a:cs typeface="Ubuntu Sans"/>
              </a:defRPr>
            </a:lvl2pPr>
            <a:lvl3pPr algn="l">
              <a:defRPr sz="1125" b="0">
                <a:solidFill>
                  <a:srgbClr val="A9BCD0"/>
                </a:solidFill>
                <a:latin typeface="Ubuntu Sans"/>
                <a:ea typeface="Ubuntu Sans"/>
                <a:cs typeface="Ubuntu Sans"/>
              </a:defRPr>
            </a:lvl3pPr>
            <a:lvl4pPr algn="l">
              <a:defRPr sz="1125" b="0">
                <a:solidFill>
                  <a:srgbClr val="A9BCD0"/>
                </a:solidFill>
                <a:latin typeface="Ubuntu Sans"/>
                <a:ea typeface="Ubuntu Sans"/>
                <a:cs typeface="Ubuntu Sans"/>
              </a:defRPr>
            </a:lvl4pPr>
            <a:lvl5pPr algn="l">
              <a:defRPr sz="1125" b="0">
                <a:solidFill>
                  <a:srgbClr val="A9BCD0"/>
                </a:solidFill>
                <a:latin typeface="Ubuntu Sans"/>
                <a:ea typeface="Ubuntu Sans"/>
                <a:cs typeface="Ubuntu Sans"/>
              </a:defRPr>
            </a:lvl5pPr>
            <a:lvl6pPr algn="l">
              <a:defRPr sz="1125" b="0">
                <a:solidFill>
                  <a:srgbClr val="A9BCD0"/>
                </a:solidFill>
                <a:latin typeface="Ubuntu Sans"/>
                <a:ea typeface="Ubuntu Sans"/>
                <a:cs typeface="Ubuntu Sans"/>
              </a:defRPr>
            </a:lvl6pPr>
            <a:lvl7pPr algn="l">
              <a:defRPr sz="1125" b="0">
                <a:solidFill>
                  <a:srgbClr val="A9BCD0"/>
                </a:solidFill>
                <a:latin typeface="Ubuntu Sans"/>
                <a:ea typeface="Ubuntu Sans"/>
                <a:cs typeface="Ubuntu Sans"/>
              </a:defRPr>
            </a:lvl7pPr>
            <a:lvl8pPr algn="l">
              <a:defRPr sz="1125" b="0">
                <a:solidFill>
                  <a:srgbClr val="A9BCD0"/>
                </a:solidFill>
                <a:latin typeface="Ubuntu Sans"/>
                <a:ea typeface="Ubuntu Sans"/>
                <a:cs typeface="Ubuntu Sans"/>
              </a:defRPr>
            </a:lvl8pPr>
            <a:lvl9pPr algn="l">
              <a:defRPr sz="1125" b="0">
                <a:solidFill>
                  <a:srgbClr val="A9BCD0"/>
                </a:solidFill>
                <a:latin typeface="Ubuntu Sans"/>
                <a:ea typeface="Ubuntu Sans"/>
                <a:cs typeface="Ubuntu Sans"/>
              </a:defRPr>
            </a:lvl9pPr>
          </a:lstStyle>
          <a:p xmlns:a="http://schemas.openxmlformats.org/drawingml/2006/main">
            <a:pPr algn="l">
              <a:defRPr sz="1125" b="0">
                <a:solidFill>
                  <a:srgbClr val="A9BCD0"/>
                </a:solidFill>
                <a:latin typeface="Ubuntu Sans"/>
                <a:ea typeface="Ubuntu Sans"/>
                <a:cs typeface="Ubuntu Sans"/>
              </a:defRPr>
            </a:pPr>
            <a:r>
              <a:rPr sz="1125" b="0">
                <a:solidFill>
                  <a:srgbClr val="A9BCD0"/>
                </a:solidFill>
                <a:latin typeface="Ubuntu Sans"/>
                <a:ea typeface="Ubuntu Sans"/>
                <a:cs typeface="Ubuntu Sans"/>
              </a:rPr>
              <a:t>Claiming and idempotency protect processing</a:t>
            </a:r>
          </a:p>
        </p:txBody>
      </p:sp>
      <p:sp>
        <p:nvSpPr>
          <p:cNvPr id="48" name="">
            <a:extLst xmlns:a="http://schemas.openxmlformats.org/drawingml/2006/main">
              <a:ext uri="{FF2B5EF4-FFF2-40B4-BE49-F238E27FC236}">
                <a16:creationId xmlns:a16="http://schemas.microsoft.com/office/drawing/2014/main" id="{1D71A4D5-86AA-48F7-8DDC-0E484F03E83A}"/>
              </a:ext>
            </a:extLst>
          </p:cNvPr>
          <p:cNvSpPr>
            <a:spLocks xmlns:a="http://schemas.openxmlformats.org/drawingml/2006/main" noGrp="1"/>
          </p:cNvSpPr>
          <p:nvPr/>
        </p:nvSpPr>
        <p:spPr>
          <a:xfrm xmlns:a="http://schemas.openxmlformats.org/drawingml/2006/main">
            <a:off x="609600" y="651510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63636"/>
          </a:bodyPr>
          <a:lstStyle xmlns:a="http://schemas.openxmlformats.org/drawingml/2006/main">
            <a:defPPr algn="l">
              <a:defRPr sz="825" b="1">
                <a:solidFill>
                  <a:srgbClr val="66819E"/>
                </a:solidFill>
                <a:latin typeface="Ubuntu Sans"/>
                <a:ea typeface="Ubuntu Sans"/>
                <a:cs typeface="Ubuntu Sans"/>
              </a:defRPr>
            </a:defPPr>
            <a:lvl1pPr algn="l">
              <a:defRPr sz="825" b="1">
                <a:solidFill>
                  <a:srgbClr val="66819E"/>
                </a:solidFill>
                <a:latin typeface="Ubuntu Sans"/>
                <a:ea typeface="Ubuntu Sans"/>
                <a:cs typeface="Ubuntu Sans"/>
              </a:defRPr>
            </a:lvl1pPr>
            <a:lvl2pPr algn="l">
              <a:defRPr sz="825" b="1">
                <a:solidFill>
                  <a:srgbClr val="66819E"/>
                </a:solidFill>
                <a:latin typeface="Ubuntu Sans"/>
                <a:ea typeface="Ubuntu Sans"/>
                <a:cs typeface="Ubuntu Sans"/>
              </a:defRPr>
            </a:lvl2pPr>
            <a:lvl3pPr algn="l">
              <a:defRPr sz="825" b="1">
                <a:solidFill>
                  <a:srgbClr val="66819E"/>
                </a:solidFill>
                <a:latin typeface="Ubuntu Sans"/>
                <a:ea typeface="Ubuntu Sans"/>
                <a:cs typeface="Ubuntu Sans"/>
              </a:defRPr>
            </a:lvl3pPr>
            <a:lvl4pPr algn="l">
              <a:defRPr sz="825" b="1">
                <a:solidFill>
                  <a:srgbClr val="66819E"/>
                </a:solidFill>
                <a:latin typeface="Ubuntu Sans"/>
                <a:ea typeface="Ubuntu Sans"/>
                <a:cs typeface="Ubuntu Sans"/>
              </a:defRPr>
            </a:lvl4pPr>
            <a:lvl5pPr algn="l">
              <a:defRPr sz="825" b="1">
                <a:solidFill>
                  <a:srgbClr val="66819E"/>
                </a:solidFill>
                <a:latin typeface="Ubuntu Sans"/>
                <a:ea typeface="Ubuntu Sans"/>
                <a:cs typeface="Ubuntu Sans"/>
              </a:defRPr>
            </a:lvl5pPr>
            <a:lvl6pPr algn="l">
              <a:defRPr sz="825" b="1">
                <a:solidFill>
                  <a:srgbClr val="66819E"/>
                </a:solidFill>
                <a:latin typeface="Ubuntu Sans"/>
                <a:ea typeface="Ubuntu Sans"/>
                <a:cs typeface="Ubuntu Sans"/>
              </a:defRPr>
            </a:lvl6pPr>
            <a:lvl7pPr algn="l">
              <a:defRPr sz="825" b="1">
                <a:solidFill>
                  <a:srgbClr val="66819E"/>
                </a:solidFill>
                <a:latin typeface="Ubuntu Sans"/>
                <a:ea typeface="Ubuntu Sans"/>
                <a:cs typeface="Ubuntu Sans"/>
              </a:defRPr>
            </a:lvl7pPr>
            <a:lvl8pPr algn="l">
              <a:defRPr sz="825" b="1">
                <a:solidFill>
                  <a:srgbClr val="66819E"/>
                </a:solidFill>
                <a:latin typeface="Ubuntu Sans"/>
                <a:ea typeface="Ubuntu Sans"/>
                <a:cs typeface="Ubuntu Sans"/>
              </a:defRPr>
            </a:lvl8pPr>
            <a:lvl9pPr algn="l">
              <a:defRPr sz="825" b="1">
                <a:solidFill>
                  <a:srgbClr val="66819E"/>
                </a:solidFill>
                <a:latin typeface="Ubuntu Sans"/>
                <a:ea typeface="Ubuntu Sans"/>
                <a:cs typeface="Ubuntu Sans"/>
              </a:defRPr>
            </a:lvl9pPr>
          </a:lstStyle>
          <a:p xmlns:a="http://schemas.openxmlformats.org/drawingml/2006/main">
            <a:pPr algn="l">
              <a:defRPr sz="825" b="1">
                <a:solidFill>
                  <a:srgbClr val="66819E"/>
                </a:solidFill>
                <a:latin typeface="Ubuntu Sans"/>
                <a:ea typeface="Ubuntu Sans"/>
                <a:cs typeface="Ubuntu Sans"/>
              </a:defRPr>
            </a:pPr>
            <a:r>
              <a:rPr sz="825" b="1">
                <a:solidFill>
                  <a:srgbClr val="66819E"/>
                </a:solidFill>
                <a:latin typeface="Ubuntu Sans"/>
                <a:ea typeface="Ubuntu Sans"/>
                <a:cs typeface="Ubuntu Sans"/>
              </a:rPr>
              <a:t>CODITENT  •  BACKEND</a:t>
            </a:r>
          </a:p>
        </p:txBody>
      </p:sp>
    </p:spTree>
    <p:extLst>
      <p:ext uri="{BB962C8B-B14F-4D97-AF65-F5344CB8AC3E}">
        <p14:creationId xmlns:p14="http://schemas.microsoft.com/office/powerpoint/2010/main" val="907741461"/>
      </p:ext>
    </p:extLst>
  </p:cSld>
</p:sld>
</file>

<file path=ppt/slides/slide11.xml><?xml version="1.0" encoding="utf-8"?>
<p:sld xmlns:p="http://schemas.openxmlformats.org/presentationml/2006/main">
  <p:cSld>
    <p:bg>
      <p:bgPr>
        <a:solidFill xmlns:a="http://schemas.openxmlformats.org/drawingml/2006/main">
          <a:srgbClr val="07111F"/>
        </a:solidFill>
      </p:bgPr>
    </p:bg>
    <p:spTree>
      <p:nvGrpSpPr>
        <p:cNvPr id="1" name=""/>
        <p:cNvGrpSpPr/>
        <p:nvPr/>
      </p:nvGrpSpPr>
      <p:grpSpPr>
        <a:xfrm xmlns:a="http://schemas.openxmlformats.org/drawingml/2006/main"/>
      </p:grpSpPr>
      <p:sp>
        <p:nvSpPr>
          <p:cNvPr id="36" name="">
            <a:extLst xmlns:a="http://schemas.openxmlformats.org/drawingml/2006/main">
              <a:ext uri="{FF2B5EF4-FFF2-40B4-BE49-F238E27FC236}">
                <a16:creationId xmlns:a16="http://schemas.microsoft.com/office/drawing/2014/main" id="{08153A81-1390-475A-B586-7F7AECC7921C}"/>
              </a:ext>
            </a:extLst>
          </p:cNvPr>
          <p:cNvSpPr>
            <a:spLocks xmlns:a="http://schemas.openxmlformats.org/drawingml/2006/main" noGrp="1"/>
          </p:cNvSpPr>
          <p:nvPr/>
        </p:nvSpPr>
        <p:spPr>
          <a:xfrm xmlns:a="http://schemas.openxmlformats.org/drawingml/2006/main">
            <a:off x="609600" y="3238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l">
              <a:defRPr sz="1050" b="1">
                <a:solidFill>
                  <a:srgbClr val="2FD6D3"/>
                </a:solidFill>
                <a:latin typeface="Ubuntu Sans"/>
                <a:ea typeface="Ubuntu Sans"/>
                <a:cs typeface="Ubuntu Sans"/>
              </a:defRPr>
            </a:defPPr>
            <a:lvl1pPr algn="l">
              <a:defRPr sz="1050" b="1">
                <a:solidFill>
                  <a:srgbClr val="2FD6D3"/>
                </a:solidFill>
                <a:latin typeface="Ubuntu Sans"/>
                <a:ea typeface="Ubuntu Sans"/>
                <a:cs typeface="Ubuntu Sans"/>
              </a:defRPr>
            </a:lvl1pPr>
            <a:lvl2pPr algn="l">
              <a:defRPr sz="1050" b="1">
                <a:solidFill>
                  <a:srgbClr val="2FD6D3"/>
                </a:solidFill>
                <a:latin typeface="Ubuntu Sans"/>
                <a:ea typeface="Ubuntu Sans"/>
                <a:cs typeface="Ubuntu Sans"/>
              </a:defRPr>
            </a:lvl2pPr>
            <a:lvl3pPr algn="l">
              <a:defRPr sz="1050" b="1">
                <a:solidFill>
                  <a:srgbClr val="2FD6D3"/>
                </a:solidFill>
                <a:latin typeface="Ubuntu Sans"/>
                <a:ea typeface="Ubuntu Sans"/>
                <a:cs typeface="Ubuntu Sans"/>
              </a:defRPr>
            </a:lvl3pPr>
            <a:lvl4pPr algn="l">
              <a:defRPr sz="1050" b="1">
                <a:solidFill>
                  <a:srgbClr val="2FD6D3"/>
                </a:solidFill>
                <a:latin typeface="Ubuntu Sans"/>
                <a:ea typeface="Ubuntu Sans"/>
                <a:cs typeface="Ubuntu Sans"/>
              </a:defRPr>
            </a:lvl4pPr>
            <a:lvl5pPr algn="l">
              <a:defRPr sz="1050" b="1">
                <a:solidFill>
                  <a:srgbClr val="2FD6D3"/>
                </a:solidFill>
                <a:latin typeface="Ubuntu Sans"/>
                <a:ea typeface="Ubuntu Sans"/>
                <a:cs typeface="Ubuntu Sans"/>
              </a:defRPr>
            </a:lvl5pPr>
            <a:lvl6pPr algn="l">
              <a:defRPr sz="1050" b="1">
                <a:solidFill>
                  <a:srgbClr val="2FD6D3"/>
                </a:solidFill>
                <a:latin typeface="Ubuntu Sans"/>
                <a:ea typeface="Ubuntu Sans"/>
                <a:cs typeface="Ubuntu Sans"/>
              </a:defRPr>
            </a:lvl6pPr>
            <a:lvl7pPr algn="l">
              <a:defRPr sz="1050" b="1">
                <a:solidFill>
                  <a:srgbClr val="2FD6D3"/>
                </a:solidFill>
                <a:latin typeface="Ubuntu Sans"/>
                <a:ea typeface="Ubuntu Sans"/>
                <a:cs typeface="Ubuntu Sans"/>
              </a:defRPr>
            </a:lvl7pPr>
            <a:lvl8pPr algn="l">
              <a:defRPr sz="1050" b="1">
                <a:solidFill>
                  <a:srgbClr val="2FD6D3"/>
                </a:solidFill>
                <a:latin typeface="Ubuntu Sans"/>
                <a:ea typeface="Ubuntu Sans"/>
                <a:cs typeface="Ubuntu Sans"/>
              </a:defRPr>
            </a:lvl8pPr>
            <a:lvl9pPr algn="l">
              <a:defRPr sz="1050" b="1">
                <a:solidFill>
                  <a:srgbClr val="2FD6D3"/>
                </a:solidFill>
                <a:latin typeface="Ubuntu Sans"/>
                <a:ea typeface="Ubuntu Sans"/>
                <a:cs typeface="Ubuntu Sans"/>
              </a:defRPr>
            </a:lvl9pPr>
          </a:lstStyle>
          <a:p xmlns:a="http://schemas.openxmlformats.org/drawingml/2006/main">
            <a:pPr algn="l">
              <a:defRPr sz="1050" b="1">
                <a:solidFill>
                  <a:srgbClr val="2FD6D3"/>
                </a:solidFill>
                <a:latin typeface="Ubuntu Sans"/>
                <a:ea typeface="Ubuntu Sans"/>
                <a:cs typeface="Ubuntu Sans"/>
              </a:defRPr>
            </a:pPr>
            <a:r>
              <a:rPr sz="1050" b="1">
                <a:solidFill>
                  <a:srgbClr val="2FD6D3"/>
                </a:solidFill>
                <a:latin typeface="Ubuntu Sans"/>
                <a:ea typeface="Ubuntu Sans"/>
                <a:cs typeface="Ubuntu Sans"/>
              </a:rPr>
              <a:t>COMMUNICATION</a:t>
            </a:r>
          </a:p>
        </p:txBody>
      </p:sp>
      <p:sp>
        <p:nvSpPr>
          <p:cNvPr id="2" name="">
            <a:extLst xmlns:a="http://schemas.openxmlformats.org/drawingml/2006/main">
              <a:ext uri="{FF2B5EF4-FFF2-40B4-BE49-F238E27FC236}">
                <a16:creationId xmlns:a16="http://schemas.microsoft.com/office/drawing/2014/main" id="{AEC834E4-7388-4D6F-B43B-DD8FF3E4DED8}"/>
              </a:ext>
            </a:extLst>
          </p:cNvPr>
          <p:cNvSpPr>
            <a:spLocks xmlns:a="http://schemas.openxmlformats.org/drawingml/2006/main" noGrp="1"/>
          </p:cNvSpPr>
          <p:nvPr/>
        </p:nvSpPr>
        <p:spPr>
          <a:xfrm xmlns:a="http://schemas.openxmlformats.org/drawingml/2006/main">
            <a:off x="609600" y="590550"/>
            <a:ext cx="10382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6032"/>
          </a:bodyPr>
          <a:lstStyle xmlns:a="http://schemas.openxmlformats.org/drawingml/2006/main">
            <a:defPPr algn="l">
              <a:defRPr sz="3150" b="1">
                <a:solidFill>
                  <a:srgbClr val="F4F8FF"/>
                </a:solidFill>
                <a:latin typeface="Ubuntu Sans"/>
                <a:ea typeface="Ubuntu Sans"/>
                <a:cs typeface="Ubuntu Sans"/>
              </a:defRPr>
            </a:defPPr>
            <a:lvl1pPr algn="l">
              <a:defRPr sz="3150" b="1">
                <a:solidFill>
                  <a:srgbClr val="F4F8FF"/>
                </a:solidFill>
                <a:latin typeface="Ubuntu Sans"/>
                <a:ea typeface="Ubuntu Sans"/>
                <a:cs typeface="Ubuntu Sans"/>
              </a:defRPr>
            </a:lvl1pPr>
            <a:lvl2pPr algn="l">
              <a:defRPr sz="3150" b="1">
                <a:solidFill>
                  <a:srgbClr val="F4F8FF"/>
                </a:solidFill>
                <a:latin typeface="Ubuntu Sans"/>
                <a:ea typeface="Ubuntu Sans"/>
                <a:cs typeface="Ubuntu Sans"/>
              </a:defRPr>
            </a:lvl2pPr>
            <a:lvl3pPr algn="l">
              <a:defRPr sz="3150" b="1">
                <a:solidFill>
                  <a:srgbClr val="F4F8FF"/>
                </a:solidFill>
                <a:latin typeface="Ubuntu Sans"/>
                <a:ea typeface="Ubuntu Sans"/>
                <a:cs typeface="Ubuntu Sans"/>
              </a:defRPr>
            </a:lvl3pPr>
            <a:lvl4pPr algn="l">
              <a:defRPr sz="3150" b="1">
                <a:solidFill>
                  <a:srgbClr val="F4F8FF"/>
                </a:solidFill>
                <a:latin typeface="Ubuntu Sans"/>
                <a:ea typeface="Ubuntu Sans"/>
                <a:cs typeface="Ubuntu Sans"/>
              </a:defRPr>
            </a:lvl4pPr>
            <a:lvl5pPr algn="l">
              <a:defRPr sz="3150" b="1">
                <a:solidFill>
                  <a:srgbClr val="F4F8FF"/>
                </a:solidFill>
                <a:latin typeface="Ubuntu Sans"/>
                <a:ea typeface="Ubuntu Sans"/>
                <a:cs typeface="Ubuntu Sans"/>
              </a:defRPr>
            </a:lvl5pPr>
            <a:lvl6pPr algn="l">
              <a:defRPr sz="3150" b="1">
                <a:solidFill>
                  <a:srgbClr val="F4F8FF"/>
                </a:solidFill>
                <a:latin typeface="Ubuntu Sans"/>
                <a:ea typeface="Ubuntu Sans"/>
                <a:cs typeface="Ubuntu Sans"/>
              </a:defRPr>
            </a:lvl6pPr>
            <a:lvl7pPr algn="l">
              <a:defRPr sz="3150" b="1">
                <a:solidFill>
                  <a:srgbClr val="F4F8FF"/>
                </a:solidFill>
                <a:latin typeface="Ubuntu Sans"/>
                <a:ea typeface="Ubuntu Sans"/>
                <a:cs typeface="Ubuntu Sans"/>
              </a:defRPr>
            </a:lvl7pPr>
            <a:lvl8pPr algn="l">
              <a:defRPr sz="3150" b="1">
                <a:solidFill>
                  <a:srgbClr val="F4F8FF"/>
                </a:solidFill>
                <a:latin typeface="Ubuntu Sans"/>
                <a:ea typeface="Ubuntu Sans"/>
                <a:cs typeface="Ubuntu Sans"/>
              </a:defRPr>
            </a:lvl8pPr>
            <a:lvl9pPr algn="l">
              <a:defRPr sz="3150" b="1">
                <a:solidFill>
                  <a:srgbClr val="F4F8FF"/>
                </a:solidFill>
                <a:latin typeface="Ubuntu Sans"/>
                <a:ea typeface="Ubuntu Sans"/>
                <a:cs typeface="Ubuntu Sans"/>
              </a:defRPr>
            </a:lvl9pPr>
          </a:lstStyle>
          <a:p xmlns:a="http://schemas.openxmlformats.org/drawingml/2006/main">
            <a:pPr algn="l">
              <a:defRPr sz="3150" b="1">
                <a:solidFill>
                  <a:srgbClr val="F4F8FF"/>
                </a:solidFill>
                <a:latin typeface="Ubuntu Sans"/>
                <a:ea typeface="Ubuntu Sans"/>
                <a:cs typeface="Ubuntu Sans"/>
              </a:defRPr>
            </a:pPr>
            <a:r>
              <a:rPr sz="3150" b="1">
                <a:solidFill>
                  <a:srgbClr val="F4F8FF"/>
                </a:solidFill>
                <a:latin typeface="Ubuntu Sans"/>
                <a:ea typeface="Ubuntu Sans"/>
                <a:cs typeface="Ubuntu Sans"/>
              </a:rPr>
              <a:t>Real-time chat and notifications</a:t>
            </a:r>
          </a:p>
        </p:txBody>
      </p:sp>
      <p:sp>
        <p:nvSpPr>
          <p:cNvPr id="3" name="">
            <a:extLst xmlns:a="http://schemas.openxmlformats.org/drawingml/2006/main">
              <a:ext uri="{FF2B5EF4-FFF2-40B4-BE49-F238E27FC236}">
                <a16:creationId xmlns:a16="http://schemas.microsoft.com/office/drawing/2014/main" id="{E17A6E9D-147D-4A6A-806B-E2A9CE827D50}"/>
              </a:ext>
            </a:extLst>
          </p:cNvPr>
          <p:cNvSpPr>
            <a:spLocks xmlns:a="http://schemas.openxmlformats.org/drawingml/2006/main" noGrp="1"/>
          </p:cNvSpPr>
          <p:nvPr/>
        </p:nvSpPr>
        <p:spPr>
          <a:xfrm xmlns:a="http://schemas.openxmlformats.org/drawingml/2006/main">
            <a:off x="11258550" y="419100"/>
            <a:ext cx="323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r">
              <a:defRPr sz="1050" b="1">
                <a:solidFill>
                  <a:srgbClr val="A9BCD0"/>
                </a:solidFill>
                <a:latin typeface="Ubuntu Sans"/>
                <a:ea typeface="Ubuntu Sans"/>
                <a:cs typeface="Ubuntu Sans"/>
              </a:defRPr>
            </a:defPPr>
            <a:lvl1pPr algn="r">
              <a:defRPr sz="1050" b="1">
                <a:solidFill>
                  <a:srgbClr val="A9BCD0"/>
                </a:solidFill>
                <a:latin typeface="Ubuntu Sans"/>
                <a:ea typeface="Ubuntu Sans"/>
                <a:cs typeface="Ubuntu Sans"/>
              </a:defRPr>
            </a:lvl1pPr>
            <a:lvl2pPr algn="r">
              <a:defRPr sz="1050" b="1">
                <a:solidFill>
                  <a:srgbClr val="A9BCD0"/>
                </a:solidFill>
                <a:latin typeface="Ubuntu Sans"/>
                <a:ea typeface="Ubuntu Sans"/>
                <a:cs typeface="Ubuntu Sans"/>
              </a:defRPr>
            </a:lvl2pPr>
            <a:lvl3pPr algn="r">
              <a:defRPr sz="1050" b="1">
                <a:solidFill>
                  <a:srgbClr val="A9BCD0"/>
                </a:solidFill>
                <a:latin typeface="Ubuntu Sans"/>
                <a:ea typeface="Ubuntu Sans"/>
                <a:cs typeface="Ubuntu Sans"/>
              </a:defRPr>
            </a:lvl3pPr>
            <a:lvl4pPr algn="r">
              <a:defRPr sz="1050" b="1">
                <a:solidFill>
                  <a:srgbClr val="A9BCD0"/>
                </a:solidFill>
                <a:latin typeface="Ubuntu Sans"/>
                <a:ea typeface="Ubuntu Sans"/>
                <a:cs typeface="Ubuntu Sans"/>
              </a:defRPr>
            </a:lvl4pPr>
            <a:lvl5pPr algn="r">
              <a:defRPr sz="1050" b="1">
                <a:solidFill>
                  <a:srgbClr val="A9BCD0"/>
                </a:solidFill>
                <a:latin typeface="Ubuntu Sans"/>
                <a:ea typeface="Ubuntu Sans"/>
                <a:cs typeface="Ubuntu Sans"/>
              </a:defRPr>
            </a:lvl5pPr>
            <a:lvl6pPr algn="r">
              <a:defRPr sz="1050" b="1">
                <a:solidFill>
                  <a:srgbClr val="A9BCD0"/>
                </a:solidFill>
                <a:latin typeface="Ubuntu Sans"/>
                <a:ea typeface="Ubuntu Sans"/>
                <a:cs typeface="Ubuntu Sans"/>
              </a:defRPr>
            </a:lvl6pPr>
            <a:lvl7pPr algn="r">
              <a:defRPr sz="1050" b="1">
                <a:solidFill>
                  <a:srgbClr val="A9BCD0"/>
                </a:solidFill>
                <a:latin typeface="Ubuntu Sans"/>
                <a:ea typeface="Ubuntu Sans"/>
                <a:cs typeface="Ubuntu Sans"/>
              </a:defRPr>
            </a:lvl7pPr>
            <a:lvl8pPr algn="r">
              <a:defRPr sz="1050" b="1">
                <a:solidFill>
                  <a:srgbClr val="A9BCD0"/>
                </a:solidFill>
                <a:latin typeface="Ubuntu Sans"/>
                <a:ea typeface="Ubuntu Sans"/>
                <a:cs typeface="Ubuntu Sans"/>
              </a:defRPr>
            </a:lvl8pPr>
            <a:lvl9pPr algn="r">
              <a:defRPr sz="1050" b="1">
                <a:solidFill>
                  <a:srgbClr val="A9BCD0"/>
                </a:solidFill>
                <a:latin typeface="Ubuntu Sans"/>
                <a:ea typeface="Ubuntu Sans"/>
                <a:cs typeface="Ubuntu Sans"/>
              </a:defRPr>
            </a:lvl9pPr>
          </a:lstStyle>
          <a:p xmlns:a="http://schemas.openxmlformats.org/drawingml/2006/main">
            <a:pPr algn="r">
              <a:defRPr sz="1050" b="1">
                <a:solidFill>
                  <a:srgbClr val="A9BCD0"/>
                </a:solidFill>
                <a:latin typeface="Ubuntu Sans"/>
                <a:ea typeface="Ubuntu Sans"/>
                <a:cs typeface="Ubuntu Sans"/>
              </a:defRPr>
            </a:pPr>
            <a:r>
              <a:rPr sz="1050" b="1">
                <a:solidFill>
                  <a:srgbClr val="A9BCD0"/>
                </a:solidFill>
                <a:latin typeface="Ubuntu Sans"/>
                <a:ea typeface="Ubuntu Sans"/>
                <a:cs typeface="Ubuntu Sans"/>
              </a:rPr>
              <a:t>11</a:t>
            </a:r>
          </a:p>
        </p:txBody>
      </p:sp>
      <p:sp>
        <p:nvSpPr>
          <p:cNvPr id="4" name="">
            <a:extLst xmlns:a="http://schemas.openxmlformats.org/drawingml/2006/main">
              <a:ext uri="{FF2B5EF4-FFF2-40B4-BE49-F238E27FC236}">
                <a16:creationId xmlns:a16="http://schemas.microsoft.com/office/drawing/2014/main" id="{983915D7-4F48-468D-8FFF-6C9B5AE65D75}"/>
              </a:ext>
            </a:extLst>
          </p:cNvPr>
          <p:cNvSpPr>
            <a:spLocks xmlns:a="http://schemas.openxmlformats.org/drawingml/2006/main" noGrp="1"/>
          </p:cNvSpPr>
          <p:nvPr/>
        </p:nvSpPr>
        <p:spPr>
          <a:xfrm xmlns:a="http://schemas.openxmlformats.org/drawingml/2006/main">
            <a:off x="609600" y="1219200"/>
            <a:ext cx="10972800" cy="0"/>
          </a:xfrm>
          <a:prstGeom xmlns:a="http://schemas.openxmlformats.org/drawingml/2006/main" prst="line">
            <a:avLst/>
          </a:prstGeom>
          <a:noFill xmlns:a="http://schemas.openxmlformats.org/drawingml/2006/main"/>
          <a:ln xmlns:a="http://schemas.openxmlformats.org/drawingml/2006/main" w="9525">
            <a:solidFill>
              <a:srgbClr val="2B4563"/>
            </a:solidFill>
            <a:prstDash val="solid"/>
          </a:ln>
        </p:spPr>
      </p:sp>
      <p:sp>
        <p:nvSpPr>
          <p:cNvPr id="5" name="">
            <a:extLst xmlns:a="http://schemas.openxmlformats.org/drawingml/2006/main">
              <a:ext uri="{FF2B5EF4-FFF2-40B4-BE49-F238E27FC236}">
                <a16:creationId xmlns:a16="http://schemas.microsoft.com/office/drawing/2014/main" id="{11EA145F-D944-4DB9-BDAD-1C890D30C04D}"/>
              </a:ext>
            </a:extLst>
          </p:cNvPr>
          <p:cNvSpPr>
            <a:spLocks xmlns:a="http://schemas.openxmlformats.org/drawingml/2006/main" noGrp="1"/>
          </p:cNvSpPr>
          <p:nvPr/>
        </p:nvSpPr>
        <p:spPr>
          <a:xfrm xmlns:a="http://schemas.openxmlformats.org/drawingml/2006/main">
            <a:off x="609600" y="1371600"/>
            <a:ext cx="1047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2424"/>
          </a:bodyPr>
          <a:lstStyle xmlns:a="http://schemas.openxmlformats.org/drawingml/2006/main">
            <a:defPPr algn="l">
              <a:defRPr sz="1650" b="0">
                <a:solidFill>
                  <a:srgbClr val="A9BCD0"/>
                </a:solidFill>
                <a:latin typeface="Ubuntu Sans"/>
                <a:ea typeface="Ubuntu Sans"/>
                <a:cs typeface="Ubuntu Sans"/>
              </a:defRPr>
            </a:defPPr>
            <a:lvl1pPr algn="l">
              <a:defRPr sz="1650" b="0">
                <a:solidFill>
                  <a:srgbClr val="A9BCD0"/>
                </a:solidFill>
                <a:latin typeface="Ubuntu Sans"/>
                <a:ea typeface="Ubuntu Sans"/>
                <a:cs typeface="Ubuntu Sans"/>
              </a:defRPr>
            </a:lvl1pPr>
            <a:lvl2pPr algn="l">
              <a:defRPr sz="1650" b="0">
                <a:solidFill>
                  <a:srgbClr val="A9BCD0"/>
                </a:solidFill>
                <a:latin typeface="Ubuntu Sans"/>
                <a:ea typeface="Ubuntu Sans"/>
                <a:cs typeface="Ubuntu Sans"/>
              </a:defRPr>
            </a:lvl2pPr>
            <a:lvl3pPr algn="l">
              <a:defRPr sz="1650" b="0">
                <a:solidFill>
                  <a:srgbClr val="A9BCD0"/>
                </a:solidFill>
                <a:latin typeface="Ubuntu Sans"/>
                <a:ea typeface="Ubuntu Sans"/>
                <a:cs typeface="Ubuntu Sans"/>
              </a:defRPr>
            </a:lvl3pPr>
            <a:lvl4pPr algn="l">
              <a:defRPr sz="1650" b="0">
                <a:solidFill>
                  <a:srgbClr val="A9BCD0"/>
                </a:solidFill>
                <a:latin typeface="Ubuntu Sans"/>
                <a:ea typeface="Ubuntu Sans"/>
                <a:cs typeface="Ubuntu Sans"/>
              </a:defRPr>
            </a:lvl4pPr>
            <a:lvl5pPr algn="l">
              <a:defRPr sz="1650" b="0">
                <a:solidFill>
                  <a:srgbClr val="A9BCD0"/>
                </a:solidFill>
                <a:latin typeface="Ubuntu Sans"/>
                <a:ea typeface="Ubuntu Sans"/>
                <a:cs typeface="Ubuntu Sans"/>
              </a:defRPr>
            </a:lvl5pPr>
            <a:lvl6pPr algn="l">
              <a:defRPr sz="1650" b="0">
                <a:solidFill>
                  <a:srgbClr val="A9BCD0"/>
                </a:solidFill>
                <a:latin typeface="Ubuntu Sans"/>
                <a:ea typeface="Ubuntu Sans"/>
                <a:cs typeface="Ubuntu Sans"/>
              </a:defRPr>
            </a:lvl6pPr>
            <a:lvl7pPr algn="l">
              <a:defRPr sz="1650" b="0">
                <a:solidFill>
                  <a:srgbClr val="A9BCD0"/>
                </a:solidFill>
                <a:latin typeface="Ubuntu Sans"/>
                <a:ea typeface="Ubuntu Sans"/>
                <a:cs typeface="Ubuntu Sans"/>
              </a:defRPr>
            </a:lvl7pPr>
            <a:lvl8pPr algn="l">
              <a:defRPr sz="1650" b="0">
                <a:solidFill>
                  <a:srgbClr val="A9BCD0"/>
                </a:solidFill>
                <a:latin typeface="Ubuntu Sans"/>
                <a:ea typeface="Ubuntu Sans"/>
                <a:cs typeface="Ubuntu Sans"/>
              </a:defRPr>
            </a:lvl8pPr>
            <a:lvl9pPr algn="l">
              <a:defRPr sz="1650" b="0">
                <a:solidFill>
                  <a:srgbClr val="A9BCD0"/>
                </a:solidFill>
                <a:latin typeface="Ubuntu Sans"/>
                <a:ea typeface="Ubuntu Sans"/>
                <a:cs typeface="Ubuntu Sans"/>
              </a:defRPr>
            </a:lvl9pPr>
          </a:lstStyle>
          <a:p xmlns:a="http://schemas.openxmlformats.org/drawingml/2006/main">
            <a:pPr algn="l">
              <a:defRPr sz="1650" b="0">
                <a:solidFill>
                  <a:srgbClr val="A9BCD0"/>
                </a:solidFill>
                <a:latin typeface="Ubuntu Sans"/>
                <a:ea typeface="Ubuntu Sans"/>
                <a:cs typeface="Ubuntu Sans"/>
              </a:defRPr>
            </a:pPr>
            <a:r>
              <a:rPr sz="1650" b="0">
                <a:solidFill>
                  <a:srgbClr val="A9BCD0"/>
                </a:solidFill>
                <a:latin typeface="Ubuntu Sans"/>
                <a:ea typeface="Ubuntu Sans"/>
                <a:cs typeface="Ubuntu Sans"/>
              </a:rPr>
              <a:t>Real-time delivery stays connected to durable history and recruitment permissions.</a:t>
            </a:r>
          </a:p>
        </p:txBody>
      </p:sp>
      <p:sp>
        <p:nvSpPr>
          <p:cNvPr id="6" name="">
            <a:extLst xmlns:a="http://schemas.openxmlformats.org/drawingml/2006/main">
              <a:ext uri="{FF2B5EF4-FFF2-40B4-BE49-F238E27FC236}">
                <a16:creationId xmlns:a16="http://schemas.microsoft.com/office/drawing/2014/main" id="{FD3C75D8-8588-4F4E-A244-895A96F45767}"/>
              </a:ext>
            </a:extLst>
          </p:cNvPr>
          <p:cNvSpPr>
            <a:spLocks xmlns:a="http://schemas.openxmlformats.org/drawingml/2006/main" noGrp="1"/>
          </p:cNvSpPr>
          <p:nvPr/>
        </p:nvSpPr>
        <p:spPr>
          <a:xfrm xmlns:a="http://schemas.openxmlformats.org/drawingml/2006/main">
            <a:off x="609600" y="2495550"/>
            <a:ext cx="2095500" cy="1200150"/>
          </a:xfrm>
          <a:prstGeom xmlns:a="http://schemas.openxmlformats.org/drawingml/2006/main" prst="roundRect">
            <a:avLst>
              <a:gd name="adj" fmla="val 9524"/>
            </a:avLst>
          </a:prstGeom>
          <a:solidFill xmlns:a="http://schemas.openxmlformats.org/drawingml/2006/main">
            <a:srgbClr val="10223A"/>
          </a:solidFill>
          <a:ln xmlns:a="http://schemas.openxmlformats.org/drawingml/2006/main" w="11430">
            <a:solidFill>
              <a:srgbClr val="2B4563"/>
            </a:solidFill>
            <a:prstDash val="solid"/>
          </a:ln>
        </p:spPr>
      </p:sp>
      <p:sp>
        <p:nvSpPr>
          <p:cNvPr id="7" name="">
            <a:extLst xmlns:a="http://schemas.openxmlformats.org/drawingml/2006/main">
              <a:ext uri="{FF2B5EF4-FFF2-40B4-BE49-F238E27FC236}">
                <a16:creationId xmlns:a16="http://schemas.microsoft.com/office/drawing/2014/main" id="{D63E0A7C-EEBB-4AD2-AB67-D9FB4ABD42E5}"/>
              </a:ext>
            </a:extLst>
          </p:cNvPr>
          <p:cNvSpPr>
            <a:spLocks xmlns:a="http://schemas.openxmlformats.org/drawingml/2006/main" noGrp="1"/>
          </p:cNvSpPr>
          <p:nvPr/>
        </p:nvSpPr>
        <p:spPr>
          <a:xfrm xmlns:a="http://schemas.openxmlformats.org/drawingml/2006/main">
            <a:off x="609600" y="2495550"/>
            <a:ext cx="66675" cy="1200150"/>
          </a:xfrm>
          <a:prstGeom xmlns:a="http://schemas.openxmlformats.org/drawingml/2006/main" prst="roundRect">
            <a:avLst>
              <a:gd name="adj" fmla="val 50000"/>
            </a:avLst>
          </a:prstGeom>
          <a:solidFill xmlns:a="http://schemas.openxmlformats.org/drawingml/2006/main">
            <a:srgbClr val="2FD6D3"/>
          </a:solidFill>
          <a:ln xmlns:a="http://schemas.openxmlformats.org/drawingml/2006/main" w="0">
            <a:solidFill>
              <a:srgbClr val="2FD6D3"/>
            </a:solidFill>
            <a:prstDash val="solid"/>
          </a:ln>
        </p:spPr>
      </p:sp>
      <p:sp>
        <p:nvSpPr>
          <p:cNvPr id="8" name="">
            <a:extLst xmlns:a="http://schemas.openxmlformats.org/drawingml/2006/main">
              <a:ext uri="{FF2B5EF4-FFF2-40B4-BE49-F238E27FC236}">
                <a16:creationId xmlns:a16="http://schemas.microsoft.com/office/drawing/2014/main" id="{CA782E46-0D51-4762-9DA4-A4B52F25ECA0}"/>
              </a:ext>
            </a:extLst>
          </p:cNvPr>
          <p:cNvSpPr>
            <a:spLocks xmlns:a="http://schemas.openxmlformats.org/drawingml/2006/main" noGrp="1"/>
          </p:cNvSpPr>
          <p:nvPr/>
        </p:nvSpPr>
        <p:spPr>
          <a:xfrm xmlns:a="http://schemas.openxmlformats.org/drawingml/2006/main">
            <a:off x="819150" y="2609850"/>
            <a:ext cx="1771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F4F8FF"/>
                </a:solidFill>
                <a:latin typeface="Ubuntu Sans"/>
                <a:ea typeface="Ubuntu Sans"/>
                <a:cs typeface="Ubuntu Sans"/>
              </a:defRPr>
            </a:defPPr>
            <a:lvl1pPr algn="l">
              <a:defRPr sz="1575" b="1">
                <a:solidFill>
                  <a:srgbClr val="F4F8FF"/>
                </a:solidFill>
                <a:latin typeface="Ubuntu Sans"/>
                <a:ea typeface="Ubuntu Sans"/>
                <a:cs typeface="Ubuntu Sans"/>
              </a:defRPr>
            </a:lvl1pPr>
            <a:lvl2pPr algn="l">
              <a:defRPr sz="1575" b="1">
                <a:solidFill>
                  <a:srgbClr val="F4F8FF"/>
                </a:solidFill>
                <a:latin typeface="Ubuntu Sans"/>
                <a:ea typeface="Ubuntu Sans"/>
                <a:cs typeface="Ubuntu Sans"/>
              </a:defRPr>
            </a:lvl2pPr>
            <a:lvl3pPr algn="l">
              <a:defRPr sz="1575" b="1">
                <a:solidFill>
                  <a:srgbClr val="F4F8FF"/>
                </a:solidFill>
                <a:latin typeface="Ubuntu Sans"/>
                <a:ea typeface="Ubuntu Sans"/>
                <a:cs typeface="Ubuntu Sans"/>
              </a:defRPr>
            </a:lvl3pPr>
            <a:lvl4pPr algn="l">
              <a:defRPr sz="1575" b="1">
                <a:solidFill>
                  <a:srgbClr val="F4F8FF"/>
                </a:solidFill>
                <a:latin typeface="Ubuntu Sans"/>
                <a:ea typeface="Ubuntu Sans"/>
                <a:cs typeface="Ubuntu Sans"/>
              </a:defRPr>
            </a:lvl4pPr>
            <a:lvl5pPr algn="l">
              <a:defRPr sz="1575" b="1">
                <a:solidFill>
                  <a:srgbClr val="F4F8FF"/>
                </a:solidFill>
                <a:latin typeface="Ubuntu Sans"/>
                <a:ea typeface="Ubuntu Sans"/>
                <a:cs typeface="Ubuntu Sans"/>
              </a:defRPr>
            </a:lvl5pPr>
            <a:lvl6pPr algn="l">
              <a:defRPr sz="1575" b="1">
                <a:solidFill>
                  <a:srgbClr val="F4F8FF"/>
                </a:solidFill>
                <a:latin typeface="Ubuntu Sans"/>
                <a:ea typeface="Ubuntu Sans"/>
                <a:cs typeface="Ubuntu Sans"/>
              </a:defRPr>
            </a:lvl6pPr>
            <a:lvl7pPr algn="l">
              <a:defRPr sz="1575" b="1">
                <a:solidFill>
                  <a:srgbClr val="F4F8FF"/>
                </a:solidFill>
                <a:latin typeface="Ubuntu Sans"/>
                <a:ea typeface="Ubuntu Sans"/>
                <a:cs typeface="Ubuntu Sans"/>
              </a:defRPr>
            </a:lvl7pPr>
            <a:lvl8pPr algn="l">
              <a:defRPr sz="1575" b="1">
                <a:solidFill>
                  <a:srgbClr val="F4F8FF"/>
                </a:solidFill>
                <a:latin typeface="Ubuntu Sans"/>
                <a:ea typeface="Ubuntu Sans"/>
                <a:cs typeface="Ubuntu Sans"/>
              </a:defRPr>
            </a:lvl8pPr>
            <a:lvl9pPr algn="l">
              <a:defRPr sz="1575" b="1">
                <a:solidFill>
                  <a:srgbClr val="F4F8FF"/>
                </a:solidFill>
                <a:latin typeface="Ubuntu Sans"/>
                <a:ea typeface="Ubuntu Sans"/>
                <a:cs typeface="Ubuntu Sans"/>
              </a:defRPr>
            </a:lvl9pPr>
          </a:lstStyle>
          <a:p xmlns:a="http://schemas.openxmlformats.org/drawingml/2006/main">
            <a:pPr algn="l">
              <a:defRPr sz="1575" b="1">
                <a:solidFill>
                  <a:srgbClr val="F4F8FF"/>
                </a:solidFill>
                <a:latin typeface="Ubuntu Sans"/>
                <a:ea typeface="Ubuntu Sans"/>
                <a:cs typeface="Ubuntu Sans"/>
              </a:defRPr>
            </a:pPr>
            <a:r>
              <a:rPr sz="1575" b="1">
                <a:solidFill>
                  <a:srgbClr val="F4F8FF"/>
                </a:solidFill>
                <a:latin typeface="Ubuntu Sans"/>
                <a:ea typeface="Ubuntu Sans"/>
                <a:cs typeface="Ubuntu Sans"/>
              </a:rPr>
              <a:t>Candidate</a:t>
            </a:r>
          </a:p>
        </p:txBody>
      </p:sp>
      <p:sp>
        <p:nvSpPr>
          <p:cNvPr id="9" name="">
            <a:extLst xmlns:a="http://schemas.openxmlformats.org/drawingml/2006/main">
              <a:ext uri="{FF2B5EF4-FFF2-40B4-BE49-F238E27FC236}">
                <a16:creationId xmlns:a16="http://schemas.microsoft.com/office/drawing/2014/main" id="{897C0258-C67C-4715-89B8-918083591A9A}"/>
              </a:ext>
            </a:extLst>
          </p:cNvPr>
          <p:cNvSpPr>
            <a:spLocks xmlns:a="http://schemas.openxmlformats.org/drawingml/2006/main" noGrp="1"/>
          </p:cNvSpPr>
          <p:nvPr/>
        </p:nvSpPr>
        <p:spPr>
          <a:xfrm xmlns:a="http://schemas.openxmlformats.org/drawingml/2006/main">
            <a:off x="819150" y="2905125"/>
            <a:ext cx="17716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A9BCD0"/>
                </a:solidFill>
                <a:latin typeface="Ubuntu Sans"/>
                <a:ea typeface="Ubuntu Sans"/>
                <a:cs typeface="Ubuntu Sans"/>
              </a:defRPr>
            </a:defPPr>
            <a:lvl1pPr algn="l">
              <a:defRPr sz="1125" b="0">
                <a:solidFill>
                  <a:srgbClr val="A9BCD0"/>
                </a:solidFill>
                <a:latin typeface="Ubuntu Sans"/>
                <a:ea typeface="Ubuntu Sans"/>
                <a:cs typeface="Ubuntu Sans"/>
              </a:defRPr>
            </a:lvl1pPr>
            <a:lvl2pPr algn="l">
              <a:defRPr sz="1125" b="0">
                <a:solidFill>
                  <a:srgbClr val="A9BCD0"/>
                </a:solidFill>
                <a:latin typeface="Ubuntu Sans"/>
                <a:ea typeface="Ubuntu Sans"/>
                <a:cs typeface="Ubuntu Sans"/>
              </a:defRPr>
            </a:lvl2pPr>
            <a:lvl3pPr algn="l">
              <a:defRPr sz="1125" b="0">
                <a:solidFill>
                  <a:srgbClr val="A9BCD0"/>
                </a:solidFill>
                <a:latin typeface="Ubuntu Sans"/>
                <a:ea typeface="Ubuntu Sans"/>
                <a:cs typeface="Ubuntu Sans"/>
              </a:defRPr>
            </a:lvl3pPr>
            <a:lvl4pPr algn="l">
              <a:defRPr sz="1125" b="0">
                <a:solidFill>
                  <a:srgbClr val="A9BCD0"/>
                </a:solidFill>
                <a:latin typeface="Ubuntu Sans"/>
                <a:ea typeface="Ubuntu Sans"/>
                <a:cs typeface="Ubuntu Sans"/>
              </a:defRPr>
            </a:lvl4pPr>
            <a:lvl5pPr algn="l">
              <a:defRPr sz="1125" b="0">
                <a:solidFill>
                  <a:srgbClr val="A9BCD0"/>
                </a:solidFill>
                <a:latin typeface="Ubuntu Sans"/>
                <a:ea typeface="Ubuntu Sans"/>
                <a:cs typeface="Ubuntu Sans"/>
              </a:defRPr>
            </a:lvl5pPr>
            <a:lvl6pPr algn="l">
              <a:defRPr sz="1125" b="0">
                <a:solidFill>
                  <a:srgbClr val="A9BCD0"/>
                </a:solidFill>
                <a:latin typeface="Ubuntu Sans"/>
                <a:ea typeface="Ubuntu Sans"/>
                <a:cs typeface="Ubuntu Sans"/>
              </a:defRPr>
            </a:lvl6pPr>
            <a:lvl7pPr algn="l">
              <a:defRPr sz="1125" b="0">
                <a:solidFill>
                  <a:srgbClr val="A9BCD0"/>
                </a:solidFill>
                <a:latin typeface="Ubuntu Sans"/>
                <a:ea typeface="Ubuntu Sans"/>
                <a:cs typeface="Ubuntu Sans"/>
              </a:defRPr>
            </a:lvl7pPr>
            <a:lvl8pPr algn="l">
              <a:defRPr sz="1125" b="0">
                <a:solidFill>
                  <a:srgbClr val="A9BCD0"/>
                </a:solidFill>
                <a:latin typeface="Ubuntu Sans"/>
                <a:ea typeface="Ubuntu Sans"/>
                <a:cs typeface="Ubuntu Sans"/>
              </a:defRPr>
            </a:lvl8pPr>
            <a:lvl9pPr algn="l">
              <a:defRPr sz="1125" b="0">
                <a:solidFill>
                  <a:srgbClr val="A9BCD0"/>
                </a:solidFill>
                <a:latin typeface="Ubuntu Sans"/>
                <a:ea typeface="Ubuntu Sans"/>
                <a:cs typeface="Ubuntu Sans"/>
              </a:defRPr>
            </a:lvl9pPr>
          </a:lstStyle>
          <a:p xmlns:a="http://schemas.openxmlformats.org/drawingml/2006/main">
            <a:pPr algn="l">
              <a:defRPr sz="1125" b="0">
                <a:solidFill>
                  <a:srgbClr val="A9BCD0"/>
                </a:solidFill>
                <a:latin typeface="Ubuntu Sans"/>
                <a:ea typeface="Ubuntu Sans"/>
                <a:cs typeface="Ubuntu Sans"/>
              </a:defRPr>
            </a:pPr>
            <a:r>
              <a:rPr sz="1125" b="0">
                <a:solidFill>
                  <a:srgbClr val="A9BCD0"/>
                </a:solidFill>
                <a:latin typeface="Ubuntu Sans"/>
                <a:ea typeface="Ubuntu Sans"/>
                <a:cs typeface="Ubuntu Sans"/>
              </a:rPr>
              <a:t>Opens a protected conversation</a:t>
            </a:r>
          </a:p>
        </p:txBody>
      </p:sp>
      <p:sp>
        <p:nvSpPr>
          <p:cNvPr id="10" name="">
            <a:extLst xmlns:a="http://schemas.openxmlformats.org/drawingml/2006/main">
              <a:ext uri="{FF2B5EF4-FFF2-40B4-BE49-F238E27FC236}">
                <a16:creationId xmlns:a16="http://schemas.microsoft.com/office/drawing/2014/main" id="{C7F19B40-4847-4294-9B19-F8695E9B1EC3}"/>
              </a:ext>
            </a:extLst>
          </p:cNvPr>
          <p:cNvSpPr>
            <a:spLocks xmlns:a="http://schemas.openxmlformats.org/drawingml/2006/main" noGrp="1"/>
          </p:cNvSpPr>
          <p:nvPr/>
        </p:nvSpPr>
        <p:spPr>
          <a:xfrm xmlns:a="http://schemas.openxmlformats.org/drawingml/2006/main">
            <a:off x="2705100" y="3095625"/>
            <a:ext cx="666750" cy="0"/>
          </a:xfrm>
          <a:prstGeom xmlns:a="http://schemas.openxmlformats.org/drawingml/2006/main" prst="line">
            <a:avLst/>
          </a:prstGeom>
          <a:noFill xmlns:a="http://schemas.openxmlformats.org/drawingml/2006/main"/>
          <a:ln xmlns:a="http://schemas.openxmlformats.org/drawingml/2006/main" w="28575">
            <a:solidFill>
              <a:srgbClr val="2FD6D3"/>
            </a:solidFill>
            <a:prstDash val="solid"/>
          </a:ln>
        </p:spPr>
      </p:sp>
      <p:sp>
        <p:nvSpPr>
          <p:cNvPr id="11" name="">
            <a:extLst xmlns:a="http://schemas.openxmlformats.org/drawingml/2006/main">
              <a:ext uri="{FF2B5EF4-FFF2-40B4-BE49-F238E27FC236}">
                <a16:creationId xmlns:a16="http://schemas.microsoft.com/office/drawing/2014/main" id="{34B487EB-3CD4-4F4D-94ED-E8808608EB5D}"/>
              </a:ext>
            </a:extLst>
          </p:cNvPr>
          <p:cNvSpPr>
            <a:spLocks xmlns:a="http://schemas.openxmlformats.org/drawingml/2006/main" noGrp="1"/>
          </p:cNvSpPr>
          <p:nvPr/>
        </p:nvSpPr>
        <p:spPr>
          <a:xfrm xmlns:a="http://schemas.openxmlformats.org/drawingml/2006/main">
            <a:off x="3371850" y="2495550"/>
            <a:ext cx="2095500" cy="1200150"/>
          </a:xfrm>
          <a:prstGeom xmlns:a="http://schemas.openxmlformats.org/drawingml/2006/main" prst="roundRect">
            <a:avLst>
              <a:gd name="adj" fmla="val 9524"/>
            </a:avLst>
          </a:prstGeom>
          <a:solidFill xmlns:a="http://schemas.openxmlformats.org/drawingml/2006/main">
            <a:srgbClr val="10223A"/>
          </a:solidFill>
          <a:ln xmlns:a="http://schemas.openxmlformats.org/drawingml/2006/main" w="11430">
            <a:solidFill>
              <a:srgbClr val="2B4563"/>
            </a:solidFill>
            <a:prstDash val="solid"/>
          </a:ln>
        </p:spPr>
      </p:sp>
      <p:sp>
        <p:nvSpPr>
          <p:cNvPr id="12" name="">
            <a:extLst xmlns:a="http://schemas.openxmlformats.org/drawingml/2006/main">
              <a:ext uri="{FF2B5EF4-FFF2-40B4-BE49-F238E27FC236}">
                <a16:creationId xmlns:a16="http://schemas.microsoft.com/office/drawing/2014/main" id="{37907E4D-C0E7-42A8-90B2-B82A86633E0B}"/>
              </a:ext>
            </a:extLst>
          </p:cNvPr>
          <p:cNvSpPr>
            <a:spLocks xmlns:a="http://schemas.openxmlformats.org/drawingml/2006/main" noGrp="1"/>
          </p:cNvSpPr>
          <p:nvPr/>
        </p:nvSpPr>
        <p:spPr>
          <a:xfrm xmlns:a="http://schemas.openxmlformats.org/drawingml/2006/main">
            <a:off x="3371850" y="2495550"/>
            <a:ext cx="66675" cy="1200150"/>
          </a:xfrm>
          <a:prstGeom xmlns:a="http://schemas.openxmlformats.org/drawingml/2006/main" prst="roundRect">
            <a:avLst>
              <a:gd name="adj" fmla="val 50000"/>
            </a:avLst>
          </a:prstGeom>
          <a:solidFill xmlns:a="http://schemas.openxmlformats.org/drawingml/2006/main">
            <a:srgbClr val="4FA7FF"/>
          </a:solidFill>
          <a:ln xmlns:a="http://schemas.openxmlformats.org/drawingml/2006/main" w="0">
            <a:solidFill>
              <a:srgbClr val="4FA7FF"/>
            </a:solidFill>
            <a:prstDash val="solid"/>
          </a:ln>
        </p:spPr>
      </p:sp>
      <p:sp>
        <p:nvSpPr>
          <p:cNvPr id="13" name="">
            <a:extLst xmlns:a="http://schemas.openxmlformats.org/drawingml/2006/main">
              <a:ext uri="{FF2B5EF4-FFF2-40B4-BE49-F238E27FC236}">
                <a16:creationId xmlns:a16="http://schemas.microsoft.com/office/drawing/2014/main" id="{B2C3FC8C-0677-4F6B-B367-CC733488D058}"/>
              </a:ext>
            </a:extLst>
          </p:cNvPr>
          <p:cNvSpPr>
            <a:spLocks xmlns:a="http://schemas.openxmlformats.org/drawingml/2006/main" noGrp="1"/>
          </p:cNvSpPr>
          <p:nvPr/>
        </p:nvSpPr>
        <p:spPr>
          <a:xfrm xmlns:a="http://schemas.openxmlformats.org/drawingml/2006/main">
            <a:off x="3581400" y="2609850"/>
            <a:ext cx="1771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F4F8FF"/>
                </a:solidFill>
                <a:latin typeface="Ubuntu Sans"/>
                <a:ea typeface="Ubuntu Sans"/>
                <a:cs typeface="Ubuntu Sans"/>
              </a:defRPr>
            </a:defPPr>
            <a:lvl1pPr algn="l">
              <a:defRPr sz="1575" b="1">
                <a:solidFill>
                  <a:srgbClr val="F4F8FF"/>
                </a:solidFill>
                <a:latin typeface="Ubuntu Sans"/>
                <a:ea typeface="Ubuntu Sans"/>
                <a:cs typeface="Ubuntu Sans"/>
              </a:defRPr>
            </a:lvl1pPr>
            <a:lvl2pPr algn="l">
              <a:defRPr sz="1575" b="1">
                <a:solidFill>
                  <a:srgbClr val="F4F8FF"/>
                </a:solidFill>
                <a:latin typeface="Ubuntu Sans"/>
                <a:ea typeface="Ubuntu Sans"/>
                <a:cs typeface="Ubuntu Sans"/>
              </a:defRPr>
            </a:lvl2pPr>
            <a:lvl3pPr algn="l">
              <a:defRPr sz="1575" b="1">
                <a:solidFill>
                  <a:srgbClr val="F4F8FF"/>
                </a:solidFill>
                <a:latin typeface="Ubuntu Sans"/>
                <a:ea typeface="Ubuntu Sans"/>
                <a:cs typeface="Ubuntu Sans"/>
              </a:defRPr>
            </a:lvl3pPr>
            <a:lvl4pPr algn="l">
              <a:defRPr sz="1575" b="1">
                <a:solidFill>
                  <a:srgbClr val="F4F8FF"/>
                </a:solidFill>
                <a:latin typeface="Ubuntu Sans"/>
                <a:ea typeface="Ubuntu Sans"/>
                <a:cs typeface="Ubuntu Sans"/>
              </a:defRPr>
            </a:lvl4pPr>
            <a:lvl5pPr algn="l">
              <a:defRPr sz="1575" b="1">
                <a:solidFill>
                  <a:srgbClr val="F4F8FF"/>
                </a:solidFill>
                <a:latin typeface="Ubuntu Sans"/>
                <a:ea typeface="Ubuntu Sans"/>
                <a:cs typeface="Ubuntu Sans"/>
              </a:defRPr>
            </a:lvl5pPr>
            <a:lvl6pPr algn="l">
              <a:defRPr sz="1575" b="1">
                <a:solidFill>
                  <a:srgbClr val="F4F8FF"/>
                </a:solidFill>
                <a:latin typeface="Ubuntu Sans"/>
                <a:ea typeface="Ubuntu Sans"/>
                <a:cs typeface="Ubuntu Sans"/>
              </a:defRPr>
            </a:lvl6pPr>
            <a:lvl7pPr algn="l">
              <a:defRPr sz="1575" b="1">
                <a:solidFill>
                  <a:srgbClr val="F4F8FF"/>
                </a:solidFill>
                <a:latin typeface="Ubuntu Sans"/>
                <a:ea typeface="Ubuntu Sans"/>
                <a:cs typeface="Ubuntu Sans"/>
              </a:defRPr>
            </a:lvl7pPr>
            <a:lvl8pPr algn="l">
              <a:defRPr sz="1575" b="1">
                <a:solidFill>
                  <a:srgbClr val="F4F8FF"/>
                </a:solidFill>
                <a:latin typeface="Ubuntu Sans"/>
                <a:ea typeface="Ubuntu Sans"/>
                <a:cs typeface="Ubuntu Sans"/>
              </a:defRPr>
            </a:lvl8pPr>
            <a:lvl9pPr algn="l">
              <a:defRPr sz="1575" b="1">
                <a:solidFill>
                  <a:srgbClr val="F4F8FF"/>
                </a:solidFill>
                <a:latin typeface="Ubuntu Sans"/>
                <a:ea typeface="Ubuntu Sans"/>
                <a:cs typeface="Ubuntu Sans"/>
              </a:defRPr>
            </a:lvl9pPr>
          </a:lstStyle>
          <a:p xmlns:a="http://schemas.openxmlformats.org/drawingml/2006/main">
            <a:pPr algn="l">
              <a:defRPr sz="1575" b="1">
                <a:solidFill>
                  <a:srgbClr val="F4F8FF"/>
                </a:solidFill>
                <a:latin typeface="Ubuntu Sans"/>
                <a:ea typeface="Ubuntu Sans"/>
                <a:cs typeface="Ubuntu Sans"/>
              </a:defRPr>
            </a:pPr>
            <a:r>
              <a:rPr sz="1575" b="1">
                <a:solidFill>
                  <a:srgbClr val="F4F8FF"/>
                </a:solidFill>
                <a:latin typeface="Ubuntu Sans"/>
                <a:ea typeface="Ubuntu Sans"/>
                <a:cs typeface="Ubuntu Sans"/>
              </a:rPr>
              <a:t>Socket ticket</a:t>
            </a:r>
          </a:p>
        </p:txBody>
      </p:sp>
      <p:sp>
        <p:nvSpPr>
          <p:cNvPr id="14" name="">
            <a:extLst xmlns:a="http://schemas.openxmlformats.org/drawingml/2006/main">
              <a:ext uri="{FF2B5EF4-FFF2-40B4-BE49-F238E27FC236}">
                <a16:creationId xmlns:a16="http://schemas.microsoft.com/office/drawing/2014/main" id="{868B52E3-C40C-4F8E-AB48-26577BCAFCE4}"/>
              </a:ext>
            </a:extLst>
          </p:cNvPr>
          <p:cNvSpPr>
            <a:spLocks xmlns:a="http://schemas.openxmlformats.org/drawingml/2006/main" noGrp="1"/>
          </p:cNvSpPr>
          <p:nvPr/>
        </p:nvSpPr>
        <p:spPr>
          <a:xfrm xmlns:a="http://schemas.openxmlformats.org/drawingml/2006/main">
            <a:off x="3581400" y="2905125"/>
            <a:ext cx="17716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A9BCD0"/>
                </a:solidFill>
                <a:latin typeface="Ubuntu Sans"/>
                <a:ea typeface="Ubuntu Sans"/>
                <a:cs typeface="Ubuntu Sans"/>
              </a:defRPr>
            </a:defPPr>
            <a:lvl1pPr algn="l">
              <a:defRPr sz="1125" b="0">
                <a:solidFill>
                  <a:srgbClr val="A9BCD0"/>
                </a:solidFill>
                <a:latin typeface="Ubuntu Sans"/>
                <a:ea typeface="Ubuntu Sans"/>
                <a:cs typeface="Ubuntu Sans"/>
              </a:defRPr>
            </a:lvl1pPr>
            <a:lvl2pPr algn="l">
              <a:defRPr sz="1125" b="0">
                <a:solidFill>
                  <a:srgbClr val="A9BCD0"/>
                </a:solidFill>
                <a:latin typeface="Ubuntu Sans"/>
                <a:ea typeface="Ubuntu Sans"/>
                <a:cs typeface="Ubuntu Sans"/>
              </a:defRPr>
            </a:lvl2pPr>
            <a:lvl3pPr algn="l">
              <a:defRPr sz="1125" b="0">
                <a:solidFill>
                  <a:srgbClr val="A9BCD0"/>
                </a:solidFill>
                <a:latin typeface="Ubuntu Sans"/>
                <a:ea typeface="Ubuntu Sans"/>
                <a:cs typeface="Ubuntu Sans"/>
              </a:defRPr>
            </a:lvl3pPr>
            <a:lvl4pPr algn="l">
              <a:defRPr sz="1125" b="0">
                <a:solidFill>
                  <a:srgbClr val="A9BCD0"/>
                </a:solidFill>
                <a:latin typeface="Ubuntu Sans"/>
                <a:ea typeface="Ubuntu Sans"/>
                <a:cs typeface="Ubuntu Sans"/>
              </a:defRPr>
            </a:lvl4pPr>
            <a:lvl5pPr algn="l">
              <a:defRPr sz="1125" b="0">
                <a:solidFill>
                  <a:srgbClr val="A9BCD0"/>
                </a:solidFill>
                <a:latin typeface="Ubuntu Sans"/>
                <a:ea typeface="Ubuntu Sans"/>
                <a:cs typeface="Ubuntu Sans"/>
              </a:defRPr>
            </a:lvl5pPr>
            <a:lvl6pPr algn="l">
              <a:defRPr sz="1125" b="0">
                <a:solidFill>
                  <a:srgbClr val="A9BCD0"/>
                </a:solidFill>
                <a:latin typeface="Ubuntu Sans"/>
                <a:ea typeface="Ubuntu Sans"/>
                <a:cs typeface="Ubuntu Sans"/>
              </a:defRPr>
            </a:lvl6pPr>
            <a:lvl7pPr algn="l">
              <a:defRPr sz="1125" b="0">
                <a:solidFill>
                  <a:srgbClr val="A9BCD0"/>
                </a:solidFill>
                <a:latin typeface="Ubuntu Sans"/>
                <a:ea typeface="Ubuntu Sans"/>
                <a:cs typeface="Ubuntu Sans"/>
              </a:defRPr>
            </a:lvl7pPr>
            <a:lvl8pPr algn="l">
              <a:defRPr sz="1125" b="0">
                <a:solidFill>
                  <a:srgbClr val="A9BCD0"/>
                </a:solidFill>
                <a:latin typeface="Ubuntu Sans"/>
                <a:ea typeface="Ubuntu Sans"/>
                <a:cs typeface="Ubuntu Sans"/>
              </a:defRPr>
            </a:lvl8pPr>
            <a:lvl9pPr algn="l">
              <a:defRPr sz="1125" b="0">
                <a:solidFill>
                  <a:srgbClr val="A9BCD0"/>
                </a:solidFill>
                <a:latin typeface="Ubuntu Sans"/>
                <a:ea typeface="Ubuntu Sans"/>
                <a:cs typeface="Ubuntu Sans"/>
              </a:defRPr>
            </a:lvl9pPr>
          </a:lstStyle>
          <a:p xmlns:a="http://schemas.openxmlformats.org/drawingml/2006/main">
            <a:pPr algn="l">
              <a:defRPr sz="1125" b="0">
                <a:solidFill>
                  <a:srgbClr val="A9BCD0"/>
                </a:solidFill>
                <a:latin typeface="Ubuntu Sans"/>
                <a:ea typeface="Ubuntu Sans"/>
                <a:cs typeface="Ubuntu Sans"/>
              </a:defRPr>
            </a:pPr>
            <a:r>
              <a:rPr sz="1125" b="0">
                <a:solidFill>
                  <a:srgbClr val="A9BCD0"/>
                </a:solidFill>
                <a:latin typeface="Ubuntu Sans"/>
                <a:ea typeface="Ubuntu Sans"/>
                <a:cs typeface="Ubuntu Sans"/>
              </a:rPr>
              <a:t>Short-lived WebSocket credential</a:t>
            </a:r>
          </a:p>
        </p:txBody>
      </p:sp>
      <p:sp>
        <p:nvSpPr>
          <p:cNvPr id="15" name="">
            <a:extLst xmlns:a="http://schemas.openxmlformats.org/drawingml/2006/main">
              <a:ext uri="{FF2B5EF4-FFF2-40B4-BE49-F238E27FC236}">
                <a16:creationId xmlns:a16="http://schemas.microsoft.com/office/drawing/2014/main" id="{FEEB86CA-AD18-463D-A1CD-E8DC582DC5A1}"/>
              </a:ext>
            </a:extLst>
          </p:cNvPr>
          <p:cNvSpPr>
            <a:spLocks xmlns:a="http://schemas.openxmlformats.org/drawingml/2006/main" noGrp="1"/>
          </p:cNvSpPr>
          <p:nvPr/>
        </p:nvSpPr>
        <p:spPr>
          <a:xfrm xmlns:a="http://schemas.openxmlformats.org/drawingml/2006/main">
            <a:off x="5467350" y="3095625"/>
            <a:ext cx="666750" cy="0"/>
          </a:xfrm>
          <a:prstGeom xmlns:a="http://schemas.openxmlformats.org/drawingml/2006/main" prst="line">
            <a:avLst/>
          </a:prstGeom>
          <a:noFill xmlns:a="http://schemas.openxmlformats.org/drawingml/2006/main"/>
          <a:ln xmlns:a="http://schemas.openxmlformats.org/drawingml/2006/main" w="28575">
            <a:solidFill>
              <a:srgbClr val="4FA7FF"/>
            </a:solidFill>
            <a:prstDash val="solid"/>
          </a:ln>
        </p:spPr>
      </p:sp>
      <p:sp>
        <p:nvSpPr>
          <p:cNvPr id="16" name="">
            <a:extLst xmlns:a="http://schemas.openxmlformats.org/drawingml/2006/main">
              <a:ext uri="{FF2B5EF4-FFF2-40B4-BE49-F238E27FC236}">
                <a16:creationId xmlns:a16="http://schemas.microsoft.com/office/drawing/2014/main" id="{B1FD27ED-464A-4EAC-8DEF-C35322D72B23}"/>
              </a:ext>
            </a:extLst>
          </p:cNvPr>
          <p:cNvSpPr>
            <a:spLocks xmlns:a="http://schemas.openxmlformats.org/drawingml/2006/main" noGrp="1"/>
          </p:cNvSpPr>
          <p:nvPr/>
        </p:nvSpPr>
        <p:spPr>
          <a:xfrm xmlns:a="http://schemas.openxmlformats.org/drawingml/2006/main">
            <a:off x="6134100" y="2266950"/>
            <a:ext cx="2476500" cy="1657350"/>
          </a:xfrm>
          <a:prstGeom xmlns:a="http://schemas.openxmlformats.org/drawingml/2006/main" prst="roundRect">
            <a:avLst>
              <a:gd name="adj" fmla="val 6897"/>
            </a:avLst>
          </a:prstGeom>
          <a:solidFill xmlns:a="http://schemas.openxmlformats.org/drawingml/2006/main">
            <a:srgbClr val="10223A"/>
          </a:solidFill>
          <a:ln xmlns:a="http://schemas.openxmlformats.org/drawingml/2006/main" w="11430">
            <a:solidFill>
              <a:srgbClr val="2B4563"/>
            </a:solidFill>
            <a:prstDash val="solid"/>
          </a:ln>
        </p:spPr>
      </p:sp>
      <p:sp>
        <p:nvSpPr>
          <p:cNvPr id="17" name="">
            <a:extLst xmlns:a="http://schemas.openxmlformats.org/drawingml/2006/main">
              <a:ext uri="{FF2B5EF4-FFF2-40B4-BE49-F238E27FC236}">
                <a16:creationId xmlns:a16="http://schemas.microsoft.com/office/drawing/2014/main" id="{2C229D63-CB01-4946-A267-C878631911D3}"/>
              </a:ext>
            </a:extLst>
          </p:cNvPr>
          <p:cNvSpPr>
            <a:spLocks xmlns:a="http://schemas.openxmlformats.org/drawingml/2006/main" noGrp="1"/>
          </p:cNvSpPr>
          <p:nvPr/>
        </p:nvSpPr>
        <p:spPr>
          <a:xfrm xmlns:a="http://schemas.openxmlformats.org/drawingml/2006/main">
            <a:off x="6134100" y="2266950"/>
            <a:ext cx="66675" cy="1657350"/>
          </a:xfrm>
          <a:prstGeom xmlns:a="http://schemas.openxmlformats.org/drawingml/2006/main" prst="roundRect">
            <a:avLst>
              <a:gd name="adj" fmla="val 50000"/>
            </a:avLst>
          </a:prstGeom>
          <a:solidFill xmlns:a="http://schemas.openxmlformats.org/drawingml/2006/main">
            <a:srgbClr val="8A7CFF"/>
          </a:solidFill>
          <a:ln xmlns:a="http://schemas.openxmlformats.org/drawingml/2006/main" w="0">
            <a:solidFill>
              <a:srgbClr val="8A7CFF"/>
            </a:solidFill>
            <a:prstDash val="solid"/>
          </a:ln>
        </p:spPr>
      </p:sp>
      <p:sp>
        <p:nvSpPr>
          <p:cNvPr id="18" name="">
            <a:extLst xmlns:a="http://schemas.openxmlformats.org/drawingml/2006/main">
              <a:ext uri="{FF2B5EF4-FFF2-40B4-BE49-F238E27FC236}">
                <a16:creationId xmlns:a16="http://schemas.microsoft.com/office/drawing/2014/main" id="{E3DF625B-7A31-46E7-B22A-6BBD0EDE3352}"/>
              </a:ext>
            </a:extLst>
          </p:cNvPr>
          <p:cNvSpPr>
            <a:spLocks xmlns:a="http://schemas.openxmlformats.org/drawingml/2006/main" noGrp="1"/>
          </p:cNvSpPr>
          <p:nvPr/>
        </p:nvSpPr>
        <p:spPr>
          <a:xfrm xmlns:a="http://schemas.openxmlformats.org/drawingml/2006/main">
            <a:off x="6343650" y="2381250"/>
            <a:ext cx="2152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F4F8FF"/>
                </a:solidFill>
                <a:latin typeface="Ubuntu Sans"/>
                <a:ea typeface="Ubuntu Sans"/>
                <a:cs typeface="Ubuntu Sans"/>
              </a:defRPr>
            </a:defPPr>
            <a:lvl1pPr algn="l">
              <a:defRPr sz="1575" b="1">
                <a:solidFill>
                  <a:srgbClr val="F4F8FF"/>
                </a:solidFill>
                <a:latin typeface="Ubuntu Sans"/>
                <a:ea typeface="Ubuntu Sans"/>
                <a:cs typeface="Ubuntu Sans"/>
              </a:defRPr>
            </a:lvl1pPr>
            <a:lvl2pPr algn="l">
              <a:defRPr sz="1575" b="1">
                <a:solidFill>
                  <a:srgbClr val="F4F8FF"/>
                </a:solidFill>
                <a:latin typeface="Ubuntu Sans"/>
                <a:ea typeface="Ubuntu Sans"/>
                <a:cs typeface="Ubuntu Sans"/>
              </a:defRPr>
            </a:lvl2pPr>
            <a:lvl3pPr algn="l">
              <a:defRPr sz="1575" b="1">
                <a:solidFill>
                  <a:srgbClr val="F4F8FF"/>
                </a:solidFill>
                <a:latin typeface="Ubuntu Sans"/>
                <a:ea typeface="Ubuntu Sans"/>
                <a:cs typeface="Ubuntu Sans"/>
              </a:defRPr>
            </a:lvl3pPr>
            <a:lvl4pPr algn="l">
              <a:defRPr sz="1575" b="1">
                <a:solidFill>
                  <a:srgbClr val="F4F8FF"/>
                </a:solidFill>
                <a:latin typeface="Ubuntu Sans"/>
                <a:ea typeface="Ubuntu Sans"/>
                <a:cs typeface="Ubuntu Sans"/>
              </a:defRPr>
            </a:lvl4pPr>
            <a:lvl5pPr algn="l">
              <a:defRPr sz="1575" b="1">
                <a:solidFill>
                  <a:srgbClr val="F4F8FF"/>
                </a:solidFill>
                <a:latin typeface="Ubuntu Sans"/>
                <a:ea typeface="Ubuntu Sans"/>
                <a:cs typeface="Ubuntu Sans"/>
              </a:defRPr>
            </a:lvl5pPr>
            <a:lvl6pPr algn="l">
              <a:defRPr sz="1575" b="1">
                <a:solidFill>
                  <a:srgbClr val="F4F8FF"/>
                </a:solidFill>
                <a:latin typeface="Ubuntu Sans"/>
                <a:ea typeface="Ubuntu Sans"/>
                <a:cs typeface="Ubuntu Sans"/>
              </a:defRPr>
            </a:lvl6pPr>
            <a:lvl7pPr algn="l">
              <a:defRPr sz="1575" b="1">
                <a:solidFill>
                  <a:srgbClr val="F4F8FF"/>
                </a:solidFill>
                <a:latin typeface="Ubuntu Sans"/>
                <a:ea typeface="Ubuntu Sans"/>
                <a:cs typeface="Ubuntu Sans"/>
              </a:defRPr>
            </a:lvl7pPr>
            <a:lvl8pPr algn="l">
              <a:defRPr sz="1575" b="1">
                <a:solidFill>
                  <a:srgbClr val="F4F8FF"/>
                </a:solidFill>
                <a:latin typeface="Ubuntu Sans"/>
                <a:ea typeface="Ubuntu Sans"/>
                <a:cs typeface="Ubuntu Sans"/>
              </a:defRPr>
            </a:lvl8pPr>
            <a:lvl9pPr algn="l">
              <a:defRPr sz="1575" b="1">
                <a:solidFill>
                  <a:srgbClr val="F4F8FF"/>
                </a:solidFill>
                <a:latin typeface="Ubuntu Sans"/>
                <a:ea typeface="Ubuntu Sans"/>
                <a:cs typeface="Ubuntu Sans"/>
              </a:defRPr>
            </a:lvl9pPr>
          </a:lstStyle>
          <a:p xmlns:a="http://schemas.openxmlformats.org/drawingml/2006/main">
            <a:pPr algn="l">
              <a:defRPr sz="1575" b="1">
                <a:solidFill>
                  <a:srgbClr val="F4F8FF"/>
                </a:solidFill>
                <a:latin typeface="Ubuntu Sans"/>
                <a:ea typeface="Ubuntu Sans"/>
                <a:cs typeface="Ubuntu Sans"/>
              </a:defRPr>
            </a:pPr>
            <a:r>
              <a:rPr sz="1575" b="1">
                <a:solidFill>
                  <a:srgbClr val="F4F8FF"/>
                </a:solidFill>
                <a:latin typeface="Ubuntu Sans"/>
                <a:ea typeface="Ubuntu Sans"/>
                <a:cs typeface="Ubuntu Sans"/>
              </a:rPr>
              <a:t>FastAPI WebSocket</a:t>
            </a:r>
          </a:p>
        </p:txBody>
      </p:sp>
      <p:sp>
        <p:nvSpPr>
          <p:cNvPr id="19" name="">
            <a:extLst xmlns:a="http://schemas.openxmlformats.org/drawingml/2006/main">
              <a:ext uri="{FF2B5EF4-FFF2-40B4-BE49-F238E27FC236}">
                <a16:creationId xmlns:a16="http://schemas.microsoft.com/office/drawing/2014/main" id="{402F4C6C-1F81-4FB5-BE8F-6862FB90751E}"/>
              </a:ext>
            </a:extLst>
          </p:cNvPr>
          <p:cNvSpPr>
            <a:spLocks xmlns:a="http://schemas.openxmlformats.org/drawingml/2006/main" noGrp="1"/>
          </p:cNvSpPr>
          <p:nvPr/>
        </p:nvSpPr>
        <p:spPr>
          <a:xfrm xmlns:a="http://schemas.openxmlformats.org/drawingml/2006/main">
            <a:off x="6343650" y="2676525"/>
            <a:ext cx="21526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A9BCD0"/>
                </a:solidFill>
                <a:latin typeface="Ubuntu Sans"/>
                <a:ea typeface="Ubuntu Sans"/>
                <a:cs typeface="Ubuntu Sans"/>
              </a:defRPr>
            </a:defPPr>
            <a:lvl1pPr algn="l">
              <a:defRPr sz="1125" b="0">
                <a:solidFill>
                  <a:srgbClr val="A9BCD0"/>
                </a:solidFill>
                <a:latin typeface="Ubuntu Sans"/>
                <a:ea typeface="Ubuntu Sans"/>
                <a:cs typeface="Ubuntu Sans"/>
              </a:defRPr>
            </a:lvl1pPr>
            <a:lvl2pPr algn="l">
              <a:defRPr sz="1125" b="0">
                <a:solidFill>
                  <a:srgbClr val="A9BCD0"/>
                </a:solidFill>
                <a:latin typeface="Ubuntu Sans"/>
                <a:ea typeface="Ubuntu Sans"/>
                <a:cs typeface="Ubuntu Sans"/>
              </a:defRPr>
            </a:lvl2pPr>
            <a:lvl3pPr algn="l">
              <a:defRPr sz="1125" b="0">
                <a:solidFill>
                  <a:srgbClr val="A9BCD0"/>
                </a:solidFill>
                <a:latin typeface="Ubuntu Sans"/>
                <a:ea typeface="Ubuntu Sans"/>
                <a:cs typeface="Ubuntu Sans"/>
              </a:defRPr>
            </a:lvl3pPr>
            <a:lvl4pPr algn="l">
              <a:defRPr sz="1125" b="0">
                <a:solidFill>
                  <a:srgbClr val="A9BCD0"/>
                </a:solidFill>
                <a:latin typeface="Ubuntu Sans"/>
                <a:ea typeface="Ubuntu Sans"/>
                <a:cs typeface="Ubuntu Sans"/>
              </a:defRPr>
            </a:lvl4pPr>
            <a:lvl5pPr algn="l">
              <a:defRPr sz="1125" b="0">
                <a:solidFill>
                  <a:srgbClr val="A9BCD0"/>
                </a:solidFill>
                <a:latin typeface="Ubuntu Sans"/>
                <a:ea typeface="Ubuntu Sans"/>
                <a:cs typeface="Ubuntu Sans"/>
              </a:defRPr>
            </a:lvl5pPr>
            <a:lvl6pPr algn="l">
              <a:defRPr sz="1125" b="0">
                <a:solidFill>
                  <a:srgbClr val="A9BCD0"/>
                </a:solidFill>
                <a:latin typeface="Ubuntu Sans"/>
                <a:ea typeface="Ubuntu Sans"/>
                <a:cs typeface="Ubuntu Sans"/>
              </a:defRPr>
            </a:lvl6pPr>
            <a:lvl7pPr algn="l">
              <a:defRPr sz="1125" b="0">
                <a:solidFill>
                  <a:srgbClr val="A9BCD0"/>
                </a:solidFill>
                <a:latin typeface="Ubuntu Sans"/>
                <a:ea typeface="Ubuntu Sans"/>
                <a:cs typeface="Ubuntu Sans"/>
              </a:defRPr>
            </a:lvl7pPr>
            <a:lvl8pPr algn="l">
              <a:defRPr sz="1125" b="0">
                <a:solidFill>
                  <a:srgbClr val="A9BCD0"/>
                </a:solidFill>
                <a:latin typeface="Ubuntu Sans"/>
                <a:ea typeface="Ubuntu Sans"/>
                <a:cs typeface="Ubuntu Sans"/>
              </a:defRPr>
            </a:lvl8pPr>
            <a:lvl9pPr algn="l">
              <a:defRPr sz="1125" b="0">
                <a:solidFill>
                  <a:srgbClr val="A9BCD0"/>
                </a:solidFill>
                <a:latin typeface="Ubuntu Sans"/>
                <a:ea typeface="Ubuntu Sans"/>
                <a:cs typeface="Ubuntu Sans"/>
              </a:defRPr>
            </a:lvl9pPr>
          </a:lstStyle>
          <a:p xmlns:a="http://schemas.openxmlformats.org/drawingml/2006/main">
            <a:pPr algn="l">
              <a:defRPr sz="1125" b="0">
                <a:solidFill>
                  <a:srgbClr val="A9BCD0"/>
                </a:solidFill>
                <a:latin typeface="Ubuntu Sans"/>
                <a:ea typeface="Ubuntu Sans"/>
                <a:cs typeface="Ubuntu Sans"/>
              </a:defRPr>
            </a:pPr>
            <a:r>
              <a:rPr sz="1125" b="0">
                <a:solidFill>
                  <a:srgbClr val="A9BCD0"/>
                </a:solidFill>
                <a:latin typeface="Ubuntu Sans"/>
                <a:ea typeface="Ubuntu Sans"/>
                <a:cs typeface="Ubuntu Sans"/>
              </a:rPr>
              <a:t>Checks application access and stage</a:t>
            </a:r>
          </a:p>
        </p:txBody>
      </p:sp>
      <p:sp>
        <p:nvSpPr>
          <p:cNvPr id="20" name="">
            <a:extLst xmlns:a="http://schemas.openxmlformats.org/drawingml/2006/main">
              <a:ext uri="{FF2B5EF4-FFF2-40B4-BE49-F238E27FC236}">
                <a16:creationId xmlns:a16="http://schemas.microsoft.com/office/drawing/2014/main" id="{3DCDF50E-5563-4DF6-B2B7-A1C97C44B1E0}"/>
              </a:ext>
            </a:extLst>
          </p:cNvPr>
          <p:cNvSpPr>
            <a:spLocks xmlns:a="http://schemas.openxmlformats.org/drawingml/2006/main" noGrp="1"/>
          </p:cNvSpPr>
          <p:nvPr/>
        </p:nvSpPr>
        <p:spPr>
          <a:xfrm xmlns:a="http://schemas.openxmlformats.org/drawingml/2006/main">
            <a:off x="8610600" y="2705100"/>
            <a:ext cx="666750" cy="0"/>
          </a:xfrm>
          <a:prstGeom xmlns:a="http://schemas.openxmlformats.org/drawingml/2006/main" prst="line">
            <a:avLst/>
          </a:prstGeom>
          <a:noFill xmlns:a="http://schemas.openxmlformats.org/drawingml/2006/main"/>
          <a:ln xmlns:a="http://schemas.openxmlformats.org/drawingml/2006/main" w="28575">
            <a:solidFill>
              <a:srgbClr val="8A7CFF"/>
            </a:solidFill>
            <a:prstDash val="solid"/>
          </a:ln>
        </p:spPr>
      </p:sp>
      <p:sp>
        <p:nvSpPr>
          <p:cNvPr id="21" name="">
            <a:extLst xmlns:a="http://schemas.openxmlformats.org/drawingml/2006/main">
              <a:ext uri="{FF2B5EF4-FFF2-40B4-BE49-F238E27FC236}">
                <a16:creationId xmlns:a16="http://schemas.microsoft.com/office/drawing/2014/main" id="{1BCCA547-43EB-44F7-AC97-1B9FD9A58B3B}"/>
              </a:ext>
            </a:extLst>
          </p:cNvPr>
          <p:cNvSpPr>
            <a:spLocks xmlns:a="http://schemas.openxmlformats.org/drawingml/2006/main" noGrp="1"/>
          </p:cNvSpPr>
          <p:nvPr/>
        </p:nvSpPr>
        <p:spPr>
          <a:xfrm xmlns:a="http://schemas.openxmlformats.org/drawingml/2006/main">
            <a:off x="8610600" y="3505200"/>
            <a:ext cx="666750" cy="0"/>
          </a:xfrm>
          <a:prstGeom xmlns:a="http://schemas.openxmlformats.org/drawingml/2006/main" prst="line">
            <a:avLst/>
          </a:prstGeom>
          <a:noFill xmlns:a="http://schemas.openxmlformats.org/drawingml/2006/main"/>
          <a:ln xmlns:a="http://schemas.openxmlformats.org/drawingml/2006/main" w="28575">
            <a:solidFill>
              <a:srgbClr val="8A7CFF"/>
            </a:solidFill>
            <a:prstDash val="solid"/>
          </a:ln>
        </p:spPr>
      </p:sp>
      <p:sp>
        <p:nvSpPr>
          <p:cNvPr id="22" name="">
            <a:extLst xmlns:a="http://schemas.openxmlformats.org/drawingml/2006/main">
              <a:ext uri="{FF2B5EF4-FFF2-40B4-BE49-F238E27FC236}">
                <a16:creationId xmlns:a16="http://schemas.microsoft.com/office/drawing/2014/main" id="{27078F29-48DF-4D55-A9E0-B3C19E8206F3}"/>
              </a:ext>
            </a:extLst>
          </p:cNvPr>
          <p:cNvSpPr>
            <a:spLocks xmlns:a="http://schemas.openxmlformats.org/drawingml/2006/main" noGrp="1"/>
          </p:cNvSpPr>
          <p:nvPr/>
        </p:nvSpPr>
        <p:spPr>
          <a:xfrm xmlns:a="http://schemas.openxmlformats.org/drawingml/2006/main">
            <a:off x="9277350" y="2076450"/>
            <a:ext cx="2305050" cy="1200150"/>
          </a:xfrm>
          <a:prstGeom xmlns:a="http://schemas.openxmlformats.org/drawingml/2006/main" prst="roundRect">
            <a:avLst>
              <a:gd name="adj" fmla="val 9524"/>
            </a:avLst>
          </a:prstGeom>
          <a:solidFill xmlns:a="http://schemas.openxmlformats.org/drawingml/2006/main">
            <a:srgbClr val="10223A"/>
          </a:solidFill>
          <a:ln xmlns:a="http://schemas.openxmlformats.org/drawingml/2006/main" w="11430">
            <a:solidFill>
              <a:srgbClr val="2B4563"/>
            </a:solidFill>
            <a:prstDash val="solid"/>
          </a:ln>
        </p:spPr>
      </p:sp>
      <p:sp>
        <p:nvSpPr>
          <p:cNvPr id="23" name="">
            <a:extLst xmlns:a="http://schemas.openxmlformats.org/drawingml/2006/main">
              <a:ext uri="{FF2B5EF4-FFF2-40B4-BE49-F238E27FC236}">
                <a16:creationId xmlns:a16="http://schemas.microsoft.com/office/drawing/2014/main" id="{70B3AA06-A499-4DFA-8B6A-7724668B34A9}"/>
              </a:ext>
            </a:extLst>
          </p:cNvPr>
          <p:cNvSpPr>
            <a:spLocks xmlns:a="http://schemas.openxmlformats.org/drawingml/2006/main" noGrp="1"/>
          </p:cNvSpPr>
          <p:nvPr/>
        </p:nvSpPr>
        <p:spPr>
          <a:xfrm xmlns:a="http://schemas.openxmlformats.org/drawingml/2006/main">
            <a:off x="9277350" y="2076450"/>
            <a:ext cx="66675" cy="1200150"/>
          </a:xfrm>
          <a:prstGeom xmlns:a="http://schemas.openxmlformats.org/drawingml/2006/main" prst="roundRect">
            <a:avLst>
              <a:gd name="adj" fmla="val 50000"/>
            </a:avLst>
          </a:prstGeom>
          <a:solidFill xmlns:a="http://schemas.openxmlformats.org/drawingml/2006/main">
            <a:srgbClr val="55D6A5"/>
          </a:solidFill>
          <a:ln xmlns:a="http://schemas.openxmlformats.org/drawingml/2006/main" w="0">
            <a:solidFill>
              <a:srgbClr val="55D6A5"/>
            </a:solidFill>
            <a:prstDash val="solid"/>
          </a:ln>
        </p:spPr>
      </p:sp>
      <p:sp>
        <p:nvSpPr>
          <p:cNvPr id="24" name="">
            <a:extLst xmlns:a="http://schemas.openxmlformats.org/drawingml/2006/main">
              <a:ext uri="{FF2B5EF4-FFF2-40B4-BE49-F238E27FC236}">
                <a16:creationId xmlns:a16="http://schemas.microsoft.com/office/drawing/2014/main" id="{3FC81DE9-D76D-4336-AE33-FBAA52951E29}"/>
              </a:ext>
            </a:extLst>
          </p:cNvPr>
          <p:cNvSpPr>
            <a:spLocks xmlns:a="http://schemas.openxmlformats.org/drawingml/2006/main" noGrp="1"/>
          </p:cNvSpPr>
          <p:nvPr/>
        </p:nvSpPr>
        <p:spPr>
          <a:xfrm xmlns:a="http://schemas.openxmlformats.org/drawingml/2006/main">
            <a:off x="9486900" y="2190750"/>
            <a:ext cx="1981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F4F8FF"/>
                </a:solidFill>
                <a:latin typeface="Ubuntu Sans"/>
                <a:ea typeface="Ubuntu Sans"/>
                <a:cs typeface="Ubuntu Sans"/>
              </a:defRPr>
            </a:defPPr>
            <a:lvl1pPr algn="l">
              <a:defRPr sz="1575" b="1">
                <a:solidFill>
                  <a:srgbClr val="F4F8FF"/>
                </a:solidFill>
                <a:latin typeface="Ubuntu Sans"/>
                <a:ea typeface="Ubuntu Sans"/>
                <a:cs typeface="Ubuntu Sans"/>
              </a:defRPr>
            </a:lvl1pPr>
            <a:lvl2pPr algn="l">
              <a:defRPr sz="1575" b="1">
                <a:solidFill>
                  <a:srgbClr val="F4F8FF"/>
                </a:solidFill>
                <a:latin typeface="Ubuntu Sans"/>
                <a:ea typeface="Ubuntu Sans"/>
                <a:cs typeface="Ubuntu Sans"/>
              </a:defRPr>
            </a:lvl2pPr>
            <a:lvl3pPr algn="l">
              <a:defRPr sz="1575" b="1">
                <a:solidFill>
                  <a:srgbClr val="F4F8FF"/>
                </a:solidFill>
                <a:latin typeface="Ubuntu Sans"/>
                <a:ea typeface="Ubuntu Sans"/>
                <a:cs typeface="Ubuntu Sans"/>
              </a:defRPr>
            </a:lvl3pPr>
            <a:lvl4pPr algn="l">
              <a:defRPr sz="1575" b="1">
                <a:solidFill>
                  <a:srgbClr val="F4F8FF"/>
                </a:solidFill>
                <a:latin typeface="Ubuntu Sans"/>
                <a:ea typeface="Ubuntu Sans"/>
                <a:cs typeface="Ubuntu Sans"/>
              </a:defRPr>
            </a:lvl4pPr>
            <a:lvl5pPr algn="l">
              <a:defRPr sz="1575" b="1">
                <a:solidFill>
                  <a:srgbClr val="F4F8FF"/>
                </a:solidFill>
                <a:latin typeface="Ubuntu Sans"/>
                <a:ea typeface="Ubuntu Sans"/>
                <a:cs typeface="Ubuntu Sans"/>
              </a:defRPr>
            </a:lvl5pPr>
            <a:lvl6pPr algn="l">
              <a:defRPr sz="1575" b="1">
                <a:solidFill>
                  <a:srgbClr val="F4F8FF"/>
                </a:solidFill>
                <a:latin typeface="Ubuntu Sans"/>
                <a:ea typeface="Ubuntu Sans"/>
                <a:cs typeface="Ubuntu Sans"/>
              </a:defRPr>
            </a:lvl6pPr>
            <a:lvl7pPr algn="l">
              <a:defRPr sz="1575" b="1">
                <a:solidFill>
                  <a:srgbClr val="F4F8FF"/>
                </a:solidFill>
                <a:latin typeface="Ubuntu Sans"/>
                <a:ea typeface="Ubuntu Sans"/>
                <a:cs typeface="Ubuntu Sans"/>
              </a:defRPr>
            </a:lvl7pPr>
            <a:lvl8pPr algn="l">
              <a:defRPr sz="1575" b="1">
                <a:solidFill>
                  <a:srgbClr val="F4F8FF"/>
                </a:solidFill>
                <a:latin typeface="Ubuntu Sans"/>
                <a:ea typeface="Ubuntu Sans"/>
                <a:cs typeface="Ubuntu Sans"/>
              </a:defRPr>
            </a:lvl8pPr>
            <a:lvl9pPr algn="l">
              <a:defRPr sz="1575" b="1">
                <a:solidFill>
                  <a:srgbClr val="F4F8FF"/>
                </a:solidFill>
                <a:latin typeface="Ubuntu Sans"/>
                <a:ea typeface="Ubuntu Sans"/>
                <a:cs typeface="Ubuntu Sans"/>
              </a:defRPr>
            </a:lvl9pPr>
          </a:lstStyle>
          <a:p xmlns:a="http://schemas.openxmlformats.org/drawingml/2006/main">
            <a:pPr algn="l">
              <a:defRPr sz="1575" b="1">
                <a:solidFill>
                  <a:srgbClr val="F4F8FF"/>
                </a:solidFill>
                <a:latin typeface="Ubuntu Sans"/>
                <a:ea typeface="Ubuntu Sans"/>
                <a:cs typeface="Ubuntu Sans"/>
              </a:defRPr>
            </a:pPr>
            <a:r>
              <a:rPr sz="1575" b="1">
                <a:solidFill>
                  <a:srgbClr val="F4F8FF"/>
                </a:solidFill>
                <a:latin typeface="Ubuntu Sans"/>
                <a:ea typeface="Ubuntu Sans"/>
                <a:cs typeface="Ubuntu Sans"/>
              </a:rPr>
              <a:t>PostgreSQL</a:t>
            </a:r>
          </a:p>
        </p:txBody>
      </p:sp>
      <p:sp>
        <p:nvSpPr>
          <p:cNvPr id="25" name="">
            <a:extLst xmlns:a="http://schemas.openxmlformats.org/drawingml/2006/main">
              <a:ext uri="{FF2B5EF4-FFF2-40B4-BE49-F238E27FC236}">
                <a16:creationId xmlns:a16="http://schemas.microsoft.com/office/drawing/2014/main" id="{95FA3B84-871C-47DA-818A-110FC3770246}"/>
              </a:ext>
            </a:extLst>
          </p:cNvPr>
          <p:cNvSpPr>
            <a:spLocks xmlns:a="http://schemas.openxmlformats.org/drawingml/2006/main" noGrp="1"/>
          </p:cNvSpPr>
          <p:nvPr/>
        </p:nvSpPr>
        <p:spPr>
          <a:xfrm xmlns:a="http://schemas.openxmlformats.org/drawingml/2006/main">
            <a:off x="9486900" y="2486025"/>
            <a:ext cx="19812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A9BCD0"/>
                </a:solidFill>
                <a:latin typeface="Ubuntu Sans"/>
                <a:ea typeface="Ubuntu Sans"/>
                <a:cs typeface="Ubuntu Sans"/>
              </a:defRPr>
            </a:defPPr>
            <a:lvl1pPr algn="l">
              <a:defRPr sz="1125" b="0">
                <a:solidFill>
                  <a:srgbClr val="A9BCD0"/>
                </a:solidFill>
                <a:latin typeface="Ubuntu Sans"/>
                <a:ea typeface="Ubuntu Sans"/>
                <a:cs typeface="Ubuntu Sans"/>
              </a:defRPr>
            </a:lvl1pPr>
            <a:lvl2pPr algn="l">
              <a:defRPr sz="1125" b="0">
                <a:solidFill>
                  <a:srgbClr val="A9BCD0"/>
                </a:solidFill>
                <a:latin typeface="Ubuntu Sans"/>
                <a:ea typeface="Ubuntu Sans"/>
                <a:cs typeface="Ubuntu Sans"/>
              </a:defRPr>
            </a:lvl2pPr>
            <a:lvl3pPr algn="l">
              <a:defRPr sz="1125" b="0">
                <a:solidFill>
                  <a:srgbClr val="A9BCD0"/>
                </a:solidFill>
                <a:latin typeface="Ubuntu Sans"/>
                <a:ea typeface="Ubuntu Sans"/>
                <a:cs typeface="Ubuntu Sans"/>
              </a:defRPr>
            </a:lvl3pPr>
            <a:lvl4pPr algn="l">
              <a:defRPr sz="1125" b="0">
                <a:solidFill>
                  <a:srgbClr val="A9BCD0"/>
                </a:solidFill>
                <a:latin typeface="Ubuntu Sans"/>
                <a:ea typeface="Ubuntu Sans"/>
                <a:cs typeface="Ubuntu Sans"/>
              </a:defRPr>
            </a:lvl4pPr>
            <a:lvl5pPr algn="l">
              <a:defRPr sz="1125" b="0">
                <a:solidFill>
                  <a:srgbClr val="A9BCD0"/>
                </a:solidFill>
                <a:latin typeface="Ubuntu Sans"/>
                <a:ea typeface="Ubuntu Sans"/>
                <a:cs typeface="Ubuntu Sans"/>
              </a:defRPr>
            </a:lvl5pPr>
            <a:lvl6pPr algn="l">
              <a:defRPr sz="1125" b="0">
                <a:solidFill>
                  <a:srgbClr val="A9BCD0"/>
                </a:solidFill>
                <a:latin typeface="Ubuntu Sans"/>
                <a:ea typeface="Ubuntu Sans"/>
                <a:cs typeface="Ubuntu Sans"/>
              </a:defRPr>
            </a:lvl6pPr>
            <a:lvl7pPr algn="l">
              <a:defRPr sz="1125" b="0">
                <a:solidFill>
                  <a:srgbClr val="A9BCD0"/>
                </a:solidFill>
                <a:latin typeface="Ubuntu Sans"/>
                <a:ea typeface="Ubuntu Sans"/>
                <a:cs typeface="Ubuntu Sans"/>
              </a:defRPr>
            </a:lvl7pPr>
            <a:lvl8pPr algn="l">
              <a:defRPr sz="1125" b="0">
                <a:solidFill>
                  <a:srgbClr val="A9BCD0"/>
                </a:solidFill>
                <a:latin typeface="Ubuntu Sans"/>
                <a:ea typeface="Ubuntu Sans"/>
                <a:cs typeface="Ubuntu Sans"/>
              </a:defRPr>
            </a:lvl8pPr>
            <a:lvl9pPr algn="l">
              <a:defRPr sz="1125" b="0">
                <a:solidFill>
                  <a:srgbClr val="A9BCD0"/>
                </a:solidFill>
                <a:latin typeface="Ubuntu Sans"/>
                <a:ea typeface="Ubuntu Sans"/>
                <a:cs typeface="Ubuntu Sans"/>
              </a:defRPr>
            </a:lvl9pPr>
          </a:lstStyle>
          <a:p xmlns:a="http://schemas.openxmlformats.org/drawingml/2006/main">
            <a:pPr algn="l">
              <a:defRPr sz="1125" b="0">
                <a:solidFill>
                  <a:srgbClr val="A9BCD0"/>
                </a:solidFill>
                <a:latin typeface="Ubuntu Sans"/>
                <a:ea typeface="Ubuntu Sans"/>
                <a:cs typeface="Ubuntu Sans"/>
              </a:defRPr>
            </a:pPr>
            <a:r>
              <a:rPr sz="1125" b="0">
                <a:solidFill>
                  <a:srgbClr val="A9BCD0"/>
                </a:solidFill>
                <a:latin typeface="Ubuntu Sans"/>
                <a:ea typeface="Ubuntu Sans"/>
                <a:cs typeface="Ubuntu Sans"/>
              </a:rPr>
              <a:t>Ordered message history</a:t>
            </a:r>
          </a:p>
        </p:txBody>
      </p:sp>
      <p:sp>
        <p:nvSpPr>
          <p:cNvPr id="26" name="">
            <a:extLst xmlns:a="http://schemas.openxmlformats.org/drawingml/2006/main">
              <a:ext uri="{FF2B5EF4-FFF2-40B4-BE49-F238E27FC236}">
                <a16:creationId xmlns:a16="http://schemas.microsoft.com/office/drawing/2014/main" id="{CCBFFA2B-5AC0-412F-97A8-93EEB4AF4028}"/>
              </a:ext>
            </a:extLst>
          </p:cNvPr>
          <p:cNvSpPr>
            <a:spLocks xmlns:a="http://schemas.openxmlformats.org/drawingml/2006/main" noGrp="1"/>
          </p:cNvSpPr>
          <p:nvPr/>
        </p:nvSpPr>
        <p:spPr>
          <a:xfrm xmlns:a="http://schemas.openxmlformats.org/drawingml/2006/main">
            <a:off x="9277350" y="3505200"/>
            <a:ext cx="2305050" cy="1200150"/>
          </a:xfrm>
          <a:prstGeom xmlns:a="http://schemas.openxmlformats.org/drawingml/2006/main" prst="roundRect">
            <a:avLst>
              <a:gd name="adj" fmla="val 9524"/>
            </a:avLst>
          </a:prstGeom>
          <a:solidFill xmlns:a="http://schemas.openxmlformats.org/drawingml/2006/main">
            <a:srgbClr val="10223A"/>
          </a:solidFill>
          <a:ln xmlns:a="http://schemas.openxmlformats.org/drawingml/2006/main" w="11430">
            <a:solidFill>
              <a:srgbClr val="2B4563"/>
            </a:solidFill>
            <a:prstDash val="solid"/>
          </a:ln>
        </p:spPr>
      </p:sp>
      <p:sp>
        <p:nvSpPr>
          <p:cNvPr id="27" name="">
            <a:extLst xmlns:a="http://schemas.openxmlformats.org/drawingml/2006/main">
              <a:ext uri="{FF2B5EF4-FFF2-40B4-BE49-F238E27FC236}">
                <a16:creationId xmlns:a16="http://schemas.microsoft.com/office/drawing/2014/main" id="{E1A61219-0EE6-4C01-BBEB-9B896FFF7CD9}"/>
              </a:ext>
            </a:extLst>
          </p:cNvPr>
          <p:cNvSpPr>
            <a:spLocks xmlns:a="http://schemas.openxmlformats.org/drawingml/2006/main" noGrp="1"/>
          </p:cNvSpPr>
          <p:nvPr/>
        </p:nvSpPr>
        <p:spPr>
          <a:xfrm xmlns:a="http://schemas.openxmlformats.org/drawingml/2006/main">
            <a:off x="9277350" y="3505200"/>
            <a:ext cx="66675" cy="1200150"/>
          </a:xfrm>
          <a:prstGeom xmlns:a="http://schemas.openxmlformats.org/drawingml/2006/main" prst="roundRect">
            <a:avLst>
              <a:gd name="adj" fmla="val 50000"/>
            </a:avLst>
          </a:prstGeom>
          <a:solidFill xmlns:a="http://schemas.openxmlformats.org/drawingml/2006/main">
            <a:srgbClr val="FF7B8A"/>
          </a:solidFill>
          <a:ln xmlns:a="http://schemas.openxmlformats.org/drawingml/2006/main" w="0">
            <a:solidFill>
              <a:srgbClr val="FF7B8A"/>
            </a:solidFill>
            <a:prstDash val="solid"/>
          </a:ln>
        </p:spPr>
      </p:sp>
      <p:sp>
        <p:nvSpPr>
          <p:cNvPr id="28" name="">
            <a:extLst xmlns:a="http://schemas.openxmlformats.org/drawingml/2006/main">
              <a:ext uri="{FF2B5EF4-FFF2-40B4-BE49-F238E27FC236}">
                <a16:creationId xmlns:a16="http://schemas.microsoft.com/office/drawing/2014/main" id="{3BDA1AAC-0676-4516-B22C-A9806DBEC03C}"/>
              </a:ext>
            </a:extLst>
          </p:cNvPr>
          <p:cNvSpPr>
            <a:spLocks xmlns:a="http://schemas.openxmlformats.org/drawingml/2006/main" noGrp="1"/>
          </p:cNvSpPr>
          <p:nvPr/>
        </p:nvSpPr>
        <p:spPr>
          <a:xfrm xmlns:a="http://schemas.openxmlformats.org/drawingml/2006/main">
            <a:off x="9486900" y="3619500"/>
            <a:ext cx="1981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F4F8FF"/>
                </a:solidFill>
                <a:latin typeface="Ubuntu Sans"/>
                <a:ea typeface="Ubuntu Sans"/>
                <a:cs typeface="Ubuntu Sans"/>
              </a:defRPr>
            </a:defPPr>
            <a:lvl1pPr algn="l">
              <a:defRPr sz="1575" b="1">
                <a:solidFill>
                  <a:srgbClr val="F4F8FF"/>
                </a:solidFill>
                <a:latin typeface="Ubuntu Sans"/>
                <a:ea typeface="Ubuntu Sans"/>
                <a:cs typeface="Ubuntu Sans"/>
              </a:defRPr>
            </a:lvl1pPr>
            <a:lvl2pPr algn="l">
              <a:defRPr sz="1575" b="1">
                <a:solidFill>
                  <a:srgbClr val="F4F8FF"/>
                </a:solidFill>
                <a:latin typeface="Ubuntu Sans"/>
                <a:ea typeface="Ubuntu Sans"/>
                <a:cs typeface="Ubuntu Sans"/>
              </a:defRPr>
            </a:lvl2pPr>
            <a:lvl3pPr algn="l">
              <a:defRPr sz="1575" b="1">
                <a:solidFill>
                  <a:srgbClr val="F4F8FF"/>
                </a:solidFill>
                <a:latin typeface="Ubuntu Sans"/>
                <a:ea typeface="Ubuntu Sans"/>
                <a:cs typeface="Ubuntu Sans"/>
              </a:defRPr>
            </a:lvl3pPr>
            <a:lvl4pPr algn="l">
              <a:defRPr sz="1575" b="1">
                <a:solidFill>
                  <a:srgbClr val="F4F8FF"/>
                </a:solidFill>
                <a:latin typeface="Ubuntu Sans"/>
                <a:ea typeface="Ubuntu Sans"/>
                <a:cs typeface="Ubuntu Sans"/>
              </a:defRPr>
            </a:lvl4pPr>
            <a:lvl5pPr algn="l">
              <a:defRPr sz="1575" b="1">
                <a:solidFill>
                  <a:srgbClr val="F4F8FF"/>
                </a:solidFill>
                <a:latin typeface="Ubuntu Sans"/>
                <a:ea typeface="Ubuntu Sans"/>
                <a:cs typeface="Ubuntu Sans"/>
              </a:defRPr>
            </a:lvl5pPr>
            <a:lvl6pPr algn="l">
              <a:defRPr sz="1575" b="1">
                <a:solidFill>
                  <a:srgbClr val="F4F8FF"/>
                </a:solidFill>
                <a:latin typeface="Ubuntu Sans"/>
                <a:ea typeface="Ubuntu Sans"/>
                <a:cs typeface="Ubuntu Sans"/>
              </a:defRPr>
            </a:lvl6pPr>
            <a:lvl7pPr algn="l">
              <a:defRPr sz="1575" b="1">
                <a:solidFill>
                  <a:srgbClr val="F4F8FF"/>
                </a:solidFill>
                <a:latin typeface="Ubuntu Sans"/>
                <a:ea typeface="Ubuntu Sans"/>
                <a:cs typeface="Ubuntu Sans"/>
              </a:defRPr>
            </a:lvl7pPr>
            <a:lvl8pPr algn="l">
              <a:defRPr sz="1575" b="1">
                <a:solidFill>
                  <a:srgbClr val="F4F8FF"/>
                </a:solidFill>
                <a:latin typeface="Ubuntu Sans"/>
                <a:ea typeface="Ubuntu Sans"/>
                <a:cs typeface="Ubuntu Sans"/>
              </a:defRPr>
            </a:lvl8pPr>
            <a:lvl9pPr algn="l">
              <a:defRPr sz="1575" b="1">
                <a:solidFill>
                  <a:srgbClr val="F4F8FF"/>
                </a:solidFill>
                <a:latin typeface="Ubuntu Sans"/>
                <a:ea typeface="Ubuntu Sans"/>
                <a:cs typeface="Ubuntu Sans"/>
              </a:defRPr>
            </a:lvl9pPr>
          </a:lstStyle>
          <a:p xmlns:a="http://schemas.openxmlformats.org/drawingml/2006/main">
            <a:pPr algn="l">
              <a:defRPr sz="1575" b="1">
                <a:solidFill>
                  <a:srgbClr val="F4F8FF"/>
                </a:solidFill>
                <a:latin typeface="Ubuntu Sans"/>
                <a:ea typeface="Ubuntu Sans"/>
                <a:cs typeface="Ubuntu Sans"/>
              </a:defRPr>
            </a:pPr>
            <a:r>
              <a:rPr sz="1575" b="1">
                <a:solidFill>
                  <a:srgbClr val="F4F8FF"/>
                </a:solidFill>
                <a:latin typeface="Ubuntu Sans"/>
                <a:ea typeface="Ubuntu Sans"/>
                <a:cs typeface="Ubuntu Sans"/>
              </a:rPr>
              <a:t>Redis</a:t>
            </a:r>
          </a:p>
        </p:txBody>
      </p:sp>
      <p:sp>
        <p:nvSpPr>
          <p:cNvPr id="29" name="">
            <a:extLst xmlns:a="http://schemas.openxmlformats.org/drawingml/2006/main">
              <a:ext uri="{FF2B5EF4-FFF2-40B4-BE49-F238E27FC236}">
                <a16:creationId xmlns:a16="http://schemas.microsoft.com/office/drawing/2014/main" id="{916D6702-EC6D-4FF3-B77C-BFDA4CFCDA0D}"/>
              </a:ext>
            </a:extLst>
          </p:cNvPr>
          <p:cNvSpPr>
            <a:spLocks xmlns:a="http://schemas.openxmlformats.org/drawingml/2006/main" noGrp="1"/>
          </p:cNvSpPr>
          <p:nvPr/>
        </p:nvSpPr>
        <p:spPr>
          <a:xfrm xmlns:a="http://schemas.openxmlformats.org/drawingml/2006/main">
            <a:off x="9486900" y="3914775"/>
            <a:ext cx="19812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A9BCD0"/>
                </a:solidFill>
                <a:latin typeface="Ubuntu Sans"/>
                <a:ea typeface="Ubuntu Sans"/>
                <a:cs typeface="Ubuntu Sans"/>
              </a:defRPr>
            </a:defPPr>
            <a:lvl1pPr algn="l">
              <a:defRPr sz="1125" b="0">
                <a:solidFill>
                  <a:srgbClr val="A9BCD0"/>
                </a:solidFill>
                <a:latin typeface="Ubuntu Sans"/>
                <a:ea typeface="Ubuntu Sans"/>
                <a:cs typeface="Ubuntu Sans"/>
              </a:defRPr>
            </a:lvl1pPr>
            <a:lvl2pPr algn="l">
              <a:defRPr sz="1125" b="0">
                <a:solidFill>
                  <a:srgbClr val="A9BCD0"/>
                </a:solidFill>
                <a:latin typeface="Ubuntu Sans"/>
                <a:ea typeface="Ubuntu Sans"/>
                <a:cs typeface="Ubuntu Sans"/>
              </a:defRPr>
            </a:lvl2pPr>
            <a:lvl3pPr algn="l">
              <a:defRPr sz="1125" b="0">
                <a:solidFill>
                  <a:srgbClr val="A9BCD0"/>
                </a:solidFill>
                <a:latin typeface="Ubuntu Sans"/>
                <a:ea typeface="Ubuntu Sans"/>
                <a:cs typeface="Ubuntu Sans"/>
              </a:defRPr>
            </a:lvl3pPr>
            <a:lvl4pPr algn="l">
              <a:defRPr sz="1125" b="0">
                <a:solidFill>
                  <a:srgbClr val="A9BCD0"/>
                </a:solidFill>
                <a:latin typeface="Ubuntu Sans"/>
                <a:ea typeface="Ubuntu Sans"/>
                <a:cs typeface="Ubuntu Sans"/>
              </a:defRPr>
            </a:lvl4pPr>
            <a:lvl5pPr algn="l">
              <a:defRPr sz="1125" b="0">
                <a:solidFill>
                  <a:srgbClr val="A9BCD0"/>
                </a:solidFill>
                <a:latin typeface="Ubuntu Sans"/>
                <a:ea typeface="Ubuntu Sans"/>
                <a:cs typeface="Ubuntu Sans"/>
              </a:defRPr>
            </a:lvl5pPr>
            <a:lvl6pPr algn="l">
              <a:defRPr sz="1125" b="0">
                <a:solidFill>
                  <a:srgbClr val="A9BCD0"/>
                </a:solidFill>
                <a:latin typeface="Ubuntu Sans"/>
                <a:ea typeface="Ubuntu Sans"/>
                <a:cs typeface="Ubuntu Sans"/>
              </a:defRPr>
            </a:lvl6pPr>
            <a:lvl7pPr algn="l">
              <a:defRPr sz="1125" b="0">
                <a:solidFill>
                  <a:srgbClr val="A9BCD0"/>
                </a:solidFill>
                <a:latin typeface="Ubuntu Sans"/>
                <a:ea typeface="Ubuntu Sans"/>
                <a:cs typeface="Ubuntu Sans"/>
              </a:defRPr>
            </a:lvl7pPr>
            <a:lvl8pPr algn="l">
              <a:defRPr sz="1125" b="0">
                <a:solidFill>
                  <a:srgbClr val="A9BCD0"/>
                </a:solidFill>
                <a:latin typeface="Ubuntu Sans"/>
                <a:ea typeface="Ubuntu Sans"/>
                <a:cs typeface="Ubuntu Sans"/>
              </a:defRPr>
            </a:lvl8pPr>
            <a:lvl9pPr algn="l">
              <a:defRPr sz="1125" b="0">
                <a:solidFill>
                  <a:srgbClr val="A9BCD0"/>
                </a:solidFill>
                <a:latin typeface="Ubuntu Sans"/>
                <a:ea typeface="Ubuntu Sans"/>
                <a:cs typeface="Ubuntu Sans"/>
              </a:defRPr>
            </a:lvl9pPr>
          </a:lstStyle>
          <a:p xmlns:a="http://schemas.openxmlformats.org/drawingml/2006/main">
            <a:pPr algn="l">
              <a:defRPr sz="1125" b="0">
                <a:solidFill>
                  <a:srgbClr val="A9BCD0"/>
                </a:solidFill>
                <a:latin typeface="Ubuntu Sans"/>
                <a:ea typeface="Ubuntu Sans"/>
                <a:cs typeface="Ubuntu Sans"/>
              </a:defRPr>
            </a:pPr>
            <a:r>
              <a:rPr sz="1125" b="0">
                <a:solidFill>
                  <a:srgbClr val="A9BCD0"/>
                </a:solidFill>
                <a:latin typeface="Ubuntu Sans"/>
                <a:ea typeface="Ubuntu Sans"/>
                <a:cs typeface="Ubuntu Sans"/>
              </a:rPr>
              <a:t>Presence and cross-process fan-out</a:t>
            </a:r>
          </a:p>
        </p:txBody>
      </p:sp>
      <p:sp>
        <p:nvSpPr>
          <p:cNvPr id="30" name="">
            <a:extLst xmlns:a="http://schemas.openxmlformats.org/drawingml/2006/main">
              <a:ext uri="{FF2B5EF4-FFF2-40B4-BE49-F238E27FC236}">
                <a16:creationId xmlns:a16="http://schemas.microsoft.com/office/drawing/2014/main" id="{DC5031BD-95D8-41F7-802B-DE61E9CC581C}"/>
              </a:ext>
            </a:extLst>
          </p:cNvPr>
          <p:cNvSpPr>
            <a:spLocks xmlns:a="http://schemas.openxmlformats.org/drawingml/2006/main" noGrp="1"/>
          </p:cNvSpPr>
          <p:nvPr/>
        </p:nvSpPr>
        <p:spPr>
          <a:xfrm xmlns:a="http://schemas.openxmlformats.org/drawingml/2006/main">
            <a:off x="609600" y="4895850"/>
            <a:ext cx="8001000" cy="895350"/>
          </a:xfrm>
          <a:prstGeom xmlns:a="http://schemas.openxmlformats.org/drawingml/2006/main" prst="roundRect">
            <a:avLst>
              <a:gd name="adj" fmla="val 12766"/>
            </a:avLst>
          </a:prstGeom>
          <a:solidFill xmlns:a="http://schemas.openxmlformats.org/drawingml/2006/main">
            <a:srgbClr val="0B182B"/>
          </a:solidFill>
          <a:ln xmlns:a="http://schemas.openxmlformats.org/drawingml/2006/main" w="11430">
            <a:solidFill>
              <a:srgbClr val="2B4563"/>
            </a:solidFill>
            <a:prstDash val="solid"/>
          </a:ln>
        </p:spPr>
      </p:sp>
      <p:sp>
        <p:nvSpPr>
          <p:cNvPr id="31" name="">
            <a:extLst xmlns:a="http://schemas.openxmlformats.org/drawingml/2006/main">
              <a:ext uri="{FF2B5EF4-FFF2-40B4-BE49-F238E27FC236}">
                <a16:creationId xmlns:a16="http://schemas.microsoft.com/office/drawing/2014/main" id="{0244D277-9BC4-49D3-AE3B-B0E2A88B6C3B}"/>
              </a:ext>
            </a:extLst>
          </p:cNvPr>
          <p:cNvSpPr>
            <a:spLocks xmlns:a="http://schemas.openxmlformats.org/drawingml/2006/main" noGrp="1"/>
          </p:cNvSpPr>
          <p:nvPr/>
        </p:nvSpPr>
        <p:spPr>
          <a:xfrm xmlns:a="http://schemas.openxmlformats.org/drawingml/2006/main">
            <a:off x="819150" y="5105400"/>
            <a:ext cx="142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6667"/>
          </a:bodyPr>
          <a:lstStyle xmlns:a="http://schemas.openxmlformats.org/drawingml/2006/main">
            <a:defPPr algn="l">
              <a:defRPr sz="1500" b="1">
                <a:solidFill>
                  <a:srgbClr val="FFCA6A"/>
                </a:solidFill>
                <a:latin typeface="Ubuntu Sans"/>
                <a:ea typeface="Ubuntu Sans"/>
                <a:cs typeface="Ubuntu Sans"/>
              </a:defRPr>
            </a:defPPr>
            <a:lvl1pPr algn="l">
              <a:defRPr sz="1500" b="1">
                <a:solidFill>
                  <a:srgbClr val="FFCA6A"/>
                </a:solidFill>
                <a:latin typeface="Ubuntu Sans"/>
                <a:ea typeface="Ubuntu Sans"/>
                <a:cs typeface="Ubuntu Sans"/>
              </a:defRPr>
            </a:lvl1pPr>
            <a:lvl2pPr algn="l">
              <a:defRPr sz="1500" b="1">
                <a:solidFill>
                  <a:srgbClr val="FFCA6A"/>
                </a:solidFill>
                <a:latin typeface="Ubuntu Sans"/>
                <a:ea typeface="Ubuntu Sans"/>
                <a:cs typeface="Ubuntu Sans"/>
              </a:defRPr>
            </a:lvl2pPr>
            <a:lvl3pPr algn="l">
              <a:defRPr sz="1500" b="1">
                <a:solidFill>
                  <a:srgbClr val="FFCA6A"/>
                </a:solidFill>
                <a:latin typeface="Ubuntu Sans"/>
                <a:ea typeface="Ubuntu Sans"/>
                <a:cs typeface="Ubuntu Sans"/>
              </a:defRPr>
            </a:lvl3pPr>
            <a:lvl4pPr algn="l">
              <a:defRPr sz="1500" b="1">
                <a:solidFill>
                  <a:srgbClr val="FFCA6A"/>
                </a:solidFill>
                <a:latin typeface="Ubuntu Sans"/>
                <a:ea typeface="Ubuntu Sans"/>
                <a:cs typeface="Ubuntu Sans"/>
              </a:defRPr>
            </a:lvl4pPr>
            <a:lvl5pPr algn="l">
              <a:defRPr sz="1500" b="1">
                <a:solidFill>
                  <a:srgbClr val="FFCA6A"/>
                </a:solidFill>
                <a:latin typeface="Ubuntu Sans"/>
                <a:ea typeface="Ubuntu Sans"/>
                <a:cs typeface="Ubuntu Sans"/>
              </a:defRPr>
            </a:lvl5pPr>
            <a:lvl6pPr algn="l">
              <a:defRPr sz="1500" b="1">
                <a:solidFill>
                  <a:srgbClr val="FFCA6A"/>
                </a:solidFill>
                <a:latin typeface="Ubuntu Sans"/>
                <a:ea typeface="Ubuntu Sans"/>
                <a:cs typeface="Ubuntu Sans"/>
              </a:defRPr>
            </a:lvl6pPr>
            <a:lvl7pPr algn="l">
              <a:defRPr sz="1500" b="1">
                <a:solidFill>
                  <a:srgbClr val="FFCA6A"/>
                </a:solidFill>
                <a:latin typeface="Ubuntu Sans"/>
                <a:ea typeface="Ubuntu Sans"/>
                <a:cs typeface="Ubuntu Sans"/>
              </a:defRPr>
            </a:lvl7pPr>
            <a:lvl8pPr algn="l">
              <a:defRPr sz="1500" b="1">
                <a:solidFill>
                  <a:srgbClr val="FFCA6A"/>
                </a:solidFill>
                <a:latin typeface="Ubuntu Sans"/>
                <a:ea typeface="Ubuntu Sans"/>
                <a:cs typeface="Ubuntu Sans"/>
              </a:defRPr>
            </a:lvl8pPr>
            <a:lvl9pPr algn="l">
              <a:defRPr sz="1500" b="1">
                <a:solidFill>
                  <a:srgbClr val="FFCA6A"/>
                </a:solidFill>
                <a:latin typeface="Ubuntu Sans"/>
                <a:ea typeface="Ubuntu Sans"/>
                <a:cs typeface="Ubuntu Sans"/>
              </a:defRPr>
            </a:lvl9pPr>
          </a:lstStyle>
          <a:p xmlns:a="http://schemas.openxmlformats.org/drawingml/2006/main">
            <a:pPr algn="l">
              <a:defRPr sz="1500" b="1">
                <a:solidFill>
                  <a:srgbClr val="FFCA6A"/>
                </a:solidFill>
                <a:latin typeface="Ubuntu Sans"/>
                <a:ea typeface="Ubuntu Sans"/>
                <a:cs typeface="Ubuntu Sans"/>
              </a:defRPr>
            </a:pPr>
            <a:r>
              <a:rPr sz="1500" b="1">
                <a:solidFill>
                  <a:srgbClr val="FFCA6A"/>
                </a:solidFill>
                <a:latin typeface="Ubuntu Sans"/>
                <a:ea typeface="Ubuntu Sans"/>
                <a:cs typeface="Ubuntu Sans"/>
              </a:rPr>
              <a:t>Access rule</a:t>
            </a:r>
          </a:p>
        </p:txBody>
      </p:sp>
      <p:sp>
        <p:nvSpPr>
          <p:cNvPr id="32" name="">
            <a:extLst xmlns:a="http://schemas.openxmlformats.org/drawingml/2006/main">
              <a:ext uri="{FF2B5EF4-FFF2-40B4-BE49-F238E27FC236}">
                <a16:creationId xmlns:a16="http://schemas.microsoft.com/office/drawing/2014/main" id="{8E50019E-98D8-480B-BF75-4A32D23713EF}"/>
              </a:ext>
            </a:extLst>
          </p:cNvPr>
          <p:cNvSpPr>
            <a:spLocks xmlns:a="http://schemas.openxmlformats.org/drawingml/2006/main" noGrp="1"/>
          </p:cNvSpPr>
          <p:nvPr/>
        </p:nvSpPr>
        <p:spPr>
          <a:xfrm xmlns:a="http://schemas.openxmlformats.org/drawingml/2006/main">
            <a:off x="2247900" y="5010150"/>
            <a:ext cx="61341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350" b="0">
                <a:solidFill>
                  <a:srgbClr val="A9BCD0"/>
                </a:solidFill>
                <a:latin typeface="Ubuntu Sans"/>
                <a:ea typeface="Ubuntu Sans"/>
                <a:cs typeface="Ubuntu Sans"/>
              </a:defRPr>
            </a:defPPr>
            <a:lvl1pPr algn="l">
              <a:defRPr sz="1350" b="0">
                <a:solidFill>
                  <a:srgbClr val="A9BCD0"/>
                </a:solidFill>
                <a:latin typeface="Ubuntu Sans"/>
                <a:ea typeface="Ubuntu Sans"/>
                <a:cs typeface="Ubuntu Sans"/>
              </a:defRPr>
            </a:lvl1pPr>
            <a:lvl2pPr algn="l">
              <a:defRPr sz="1350" b="0">
                <a:solidFill>
                  <a:srgbClr val="A9BCD0"/>
                </a:solidFill>
                <a:latin typeface="Ubuntu Sans"/>
                <a:ea typeface="Ubuntu Sans"/>
                <a:cs typeface="Ubuntu Sans"/>
              </a:defRPr>
            </a:lvl2pPr>
            <a:lvl3pPr algn="l">
              <a:defRPr sz="1350" b="0">
                <a:solidFill>
                  <a:srgbClr val="A9BCD0"/>
                </a:solidFill>
                <a:latin typeface="Ubuntu Sans"/>
                <a:ea typeface="Ubuntu Sans"/>
                <a:cs typeface="Ubuntu Sans"/>
              </a:defRPr>
            </a:lvl3pPr>
            <a:lvl4pPr algn="l">
              <a:defRPr sz="1350" b="0">
                <a:solidFill>
                  <a:srgbClr val="A9BCD0"/>
                </a:solidFill>
                <a:latin typeface="Ubuntu Sans"/>
                <a:ea typeface="Ubuntu Sans"/>
                <a:cs typeface="Ubuntu Sans"/>
              </a:defRPr>
            </a:lvl4pPr>
            <a:lvl5pPr algn="l">
              <a:defRPr sz="1350" b="0">
                <a:solidFill>
                  <a:srgbClr val="A9BCD0"/>
                </a:solidFill>
                <a:latin typeface="Ubuntu Sans"/>
                <a:ea typeface="Ubuntu Sans"/>
                <a:cs typeface="Ubuntu Sans"/>
              </a:defRPr>
            </a:lvl5pPr>
            <a:lvl6pPr algn="l">
              <a:defRPr sz="1350" b="0">
                <a:solidFill>
                  <a:srgbClr val="A9BCD0"/>
                </a:solidFill>
                <a:latin typeface="Ubuntu Sans"/>
                <a:ea typeface="Ubuntu Sans"/>
                <a:cs typeface="Ubuntu Sans"/>
              </a:defRPr>
            </a:lvl6pPr>
            <a:lvl7pPr algn="l">
              <a:defRPr sz="1350" b="0">
                <a:solidFill>
                  <a:srgbClr val="A9BCD0"/>
                </a:solidFill>
                <a:latin typeface="Ubuntu Sans"/>
                <a:ea typeface="Ubuntu Sans"/>
                <a:cs typeface="Ubuntu Sans"/>
              </a:defRPr>
            </a:lvl7pPr>
            <a:lvl8pPr algn="l">
              <a:defRPr sz="1350" b="0">
                <a:solidFill>
                  <a:srgbClr val="A9BCD0"/>
                </a:solidFill>
                <a:latin typeface="Ubuntu Sans"/>
                <a:ea typeface="Ubuntu Sans"/>
                <a:cs typeface="Ubuntu Sans"/>
              </a:defRPr>
            </a:lvl8pPr>
            <a:lvl9pPr algn="l">
              <a:defRPr sz="1350" b="0">
                <a:solidFill>
                  <a:srgbClr val="A9BCD0"/>
                </a:solidFill>
                <a:latin typeface="Ubuntu Sans"/>
                <a:ea typeface="Ubuntu Sans"/>
                <a:cs typeface="Ubuntu Sans"/>
              </a:defRPr>
            </a:lvl9pPr>
          </a:lstStyle>
          <a:p xmlns:a="http://schemas.openxmlformats.org/drawingml/2006/main">
            <a:pPr algn="l">
              <a:defRPr sz="1350" b="0">
                <a:solidFill>
                  <a:srgbClr val="A9BCD0"/>
                </a:solidFill>
                <a:latin typeface="Ubuntu Sans"/>
                <a:ea typeface="Ubuntu Sans"/>
                <a:cs typeface="Ubuntu Sans"/>
              </a:defRPr>
            </a:pPr>
            <a:r>
              <a:rPr sz="1350" b="0">
                <a:solidFill>
                  <a:srgbClr val="A9BCD0"/>
                </a:solidFill>
                <a:latin typeface="Ubuntu Sans"/>
                <a:ea typeface="Ubuntu Sans"/>
                <a:cs typeface="Ubuntu Sans"/>
              </a:rPr>
              <a:t>A valid login alone is insufficient. The user must belong to the application conversation and the current stage must allow chat.</a:t>
            </a:r>
          </a:p>
        </p:txBody>
      </p:sp>
      <p:sp>
        <p:nvSpPr>
          <p:cNvPr id="33" name="">
            <a:extLst xmlns:a="http://schemas.openxmlformats.org/drawingml/2006/main">
              <a:ext uri="{FF2B5EF4-FFF2-40B4-BE49-F238E27FC236}">
                <a16:creationId xmlns:a16="http://schemas.microsoft.com/office/drawing/2014/main" id="{CBA84835-899D-4F4F-8CEA-28812D23C91B}"/>
              </a:ext>
            </a:extLst>
          </p:cNvPr>
          <p:cNvSpPr>
            <a:spLocks xmlns:a="http://schemas.openxmlformats.org/drawingml/2006/main" noGrp="1"/>
          </p:cNvSpPr>
          <p:nvPr/>
        </p:nvSpPr>
        <p:spPr>
          <a:xfrm xmlns:a="http://schemas.openxmlformats.org/drawingml/2006/main">
            <a:off x="9277350" y="510540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6667"/>
          </a:bodyPr>
          <a:lstStyle xmlns:a="http://schemas.openxmlformats.org/drawingml/2006/main">
            <a:defPPr algn="ctr">
              <a:defRPr sz="1500" b="1">
                <a:solidFill>
                  <a:srgbClr val="2FD6D3"/>
                </a:solidFill>
                <a:latin typeface="Ubuntu Sans"/>
                <a:ea typeface="Ubuntu Sans"/>
                <a:cs typeface="Ubuntu Sans"/>
              </a:defRPr>
            </a:defPPr>
            <a:lvl1pPr algn="ctr">
              <a:defRPr sz="1500" b="1">
                <a:solidFill>
                  <a:srgbClr val="2FD6D3"/>
                </a:solidFill>
                <a:latin typeface="Ubuntu Sans"/>
                <a:ea typeface="Ubuntu Sans"/>
                <a:cs typeface="Ubuntu Sans"/>
              </a:defRPr>
            </a:lvl1pPr>
            <a:lvl2pPr algn="ctr">
              <a:defRPr sz="1500" b="1">
                <a:solidFill>
                  <a:srgbClr val="2FD6D3"/>
                </a:solidFill>
                <a:latin typeface="Ubuntu Sans"/>
                <a:ea typeface="Ubuntu Sans"/>
                <a:cs typeface="Ubuntu Sans"/>
              </a:defRPr>
            </a:lvl2pPr>
            <a:lvl3pPr algn="ctr">
              <a:defRPr sz="1500" b="1">
                <a:solidFill>
                  <a:srgbClr val="2FD6D3"/>
                </a:solidFill>
                <a:latin typeface="Ubuntu Sans"/>
                <a:ea typeface="Ubuntu Sans"/>
                <a:cs typeface="Ubuntu Sans"/>
              </a:defRPr>
            </a:lvl3pPr>
            <a:lvl4pPr algn="ctr">
              <a:defRPr sz="1500" b="1">
                <a:solidFill>
                  <a:srgbClr val="2FD6D3"/>
                </a:solidFill>
                <a:latin typeface="Ubuntu Sans"/>
                <a:ea typeface="Ubuntu Sans"/>
                <a:cs typeface="Ubuntu Sans"/>
              </a:defRPr>
            </a:lvl4pPr>
            <a:lvl5pPr algn="ctr">
              <a:defRPr sz="1500" b="1">
                <a:solidFill>
                  <a:srgbClr val="2FD6D3"/>
                </a:solidFill>
                <a:latin typeface="Ubuntu Sans"/>
                <a:ea typeface="Ubuntu Sans"/>
                <a:cs typeface="Ubuntu Sans"/>
              </a:defRPr>
            </a:lvl5pPr>
            <a:lvl6pPr algn="ctr">
              <a:defRPr sz="1500" b="1">
                <a:solidFill>
                  <a:srgbClr val="2FD6D3"/>
                </a:solidFill>
                <a:latin typeface="Ubuntu Sans"/>
                <a:ea typeface="Ubuntu Sans"/>
                <a:cs typeface="Ubuntu Sans"/>
              </a:defRPr>
            </a:lvl6pPr>
            <a:lvl7pPr algn="ctr">
              <a:defRPr sz="1500" b="1">
                <a:solidFill>
                  <a:srgbClr val="2FD6D3"/>
                </a:solidFill>
                <a:latin typeface="Ubuntu Sans"/>
                <a:ea typeface="Ubuntu Sans"/>
                <a:cs typeface="Ubuntu Sans"/>
              </a:defRPr>
            </a:lvl7pPr>
            <a:lvl8pPr algn="ctr">
              <a:defRPr sz="1500" b="1">
                <a:solidFill>
                  <a:srgbClr val="2FD6D3"/>
                </a:solidFill>
                <a:latin typeface="Ubuntu Sans"/>
                <a:ea typeface="Ubuntu Sans"/>
                <a:cs typeface="Ubuntu Sans"/>
              </a:defRPr>
            </a:lvl8pPr>
            <a:lvl9pPr algn="ctr">
              <a:defRPr sz="1500" b="1">
                <a:solidFill>
                  <a:srgbClr val="2FD6D3"/>
                </a:solidFill>
                <a:latin typeface="Ubuntu Sans"/>
                <a:ea typeface="Ubuntu Sans"/>
                <a:cs typeface="Ubuntu Sans"/>
              </a:defRPr>
            </a:lvl9pPr>
          </a:lstStyle>
          <a:p xmlns:a="http://schemas.openxmlformats.org/drawingml/2006/main">
            <a:pPr algn="ctr">
              <a:defRPr sz="1500" b="1">
                <a:solidFill>
                  <a:srgbClr val="2FD6D3"/>
                </a:solidFill>
                <a:latin typeface="Ubuntu Sans"/>
                <a:ea typeface="Ubuntu Sans"/>
                <a:cs typeface="Ubuntu Sans"/>
              </a:defRPr>
            </a:pPr>
            <a:r>
              <a:rPr sz="1500" b="1">
                <a:solidFill>
                  <a:srgbClr val="2FD6D3"/>
                </a:solidFill>
                <a:latin typeface="Ubuntu Sans"/>
                <a:ea typeface="Ubuntu Sans"/>
                <a:cs typeface="Ubuntu Sans"/>
              </a:rPr>
              <a:t>Notifications</a:t>
            </a:r>
          </a:p>
        </p:txBody>
      </p:sp>
      <p:sp>
        <p:nvSpPr>
          <p:cNvPr id="34" name="">
            <a:extLst xmlns:a="http://schemas.openxmlformats.org/drawingml/2006/main">
              <a:ext uri="{FF2B5EF4-FFF2-40B4-BE49-F238E27FC236}">
                <a16:creationId xmlns:a16="http://schemas.microsoft.com/office/drawing/2014/main" id="{7CC92E31-7C98-4DE7-9813-F713C57AC92B}"/>
              </a:ext>
            </a:extLst>
          </p:cNvPr>
          <p:cNvSpPr>
            <a:spLocks xmlns:a="http://schemas.openxmlformats.org/drawingml/2006/main" noGrp="1"/>
          </p:cNvSpPr>
          <p:nvPr/>
        </p:nvSpPr>
        <p:spPr>
          <a:xfrm xmlns:a="http://schemas.openxmlformats.org/drawingml/2006/main">
            <a:off x="9277350" y="5391150"/>
            <a:ext cx="2000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2603"/>
          </a:bodyPr>
          <a:lstStyle xmlns:a="http://schemas.openxmlformats.org/drawingml/2006/main">
            <a:defPPr algn="ctr">
              <a:defRPr sz="1125" b="0">
                <a:solidFill>
                  <a:srgbClr val="A9BCD0"/>
                </a:solidFill>
                <a:latin typeface="Ubuntu Sans"/>
                <a:ea typeface="Ubuntu Sans"/>
                <a:cs typeface="Ubuntu Sans"/>
              </a:defRPr>
            </a:defPPr>
            <a:lvl1pPr algn="ctr">
              <a:defRPr sz="1125" b="0">
                <a:solidFill>
                  <a:srgbClr val="A9BCD0"/>
                </a:solidFill>
                <a:latin typeface="Ubuntu Sans"/>
                <a:ea typeface="Ubuntu Sans"/>
                <a:cs typeface="Ubuntu Sans"/>
              </a:defRPr>
            </a:lvl1pPr>
            <a:lvl2pPr algn="ctr">
              <a:defRPr sz="1125" b="0">
                <a:solidFill>
                  <a:srgbClr val="A9BCD0"/>
                </a:solidFill>
                <a:latin typeface="Ubuntu Sans"/>
                <a:ea typeface="Ubuntu Sans"/>
                <a:cs typeface="Ubuntu Sans"/>
              </a:defRPr>
            </a:lvl2pPr>
            <a:lvl3pPr algn="ctr">
              <a:defRPr sz="1125" b="0">
                <a:solidFill>
                  <a:srgbClr val="A9BCD0"/>
                </a:solidFill>
                <a:latin typeface="Ubuntu Sans"/>
                <a:ea typeface="Ubuntu Sans"/>
                <a:cs typeface="Ubuntu Sans"/>
              </a:defRPr>
            </a:lvl3pPr>
            <a:lvl4pPr algn="ctr">
              <a:defRPr sz="1125" b="0">
                <a:solidFill>
                  <a:srgbClr val="A9BCD0"/>
                </a:solidFill>
                <a:latin typeface="Ubuntu Sans"/>
                <a:ea typeface="Ubuntu Sans"/>
                <a:cs typeface="Ubuntu Sans"/>
              </a:defRPr>
            </a:lvl4pPr>
            <a:lvl5pPr algn="ctr">
              <a:defRPr sz="1125" b="0">
                <a:solidFill>
                  <a:srgbClr val="A9BCD0"/>
                </a:solidFill>
                <a:latin typeface="Ubuntu Sans"/>
                <a:ea typeface="Ubuntu Sans"/>
                <a:cs typeface="Ubuntu Sans"/>
              </a:defRPr>
            </a:lvl5pPr>
            <a:lvl6pPr algn="ctr">
              <a:defRPr sz="1125" b="0">
                <a:solidFill>
                  <a:srgbClr val="A9BCD0"/>
                </a:solidFill>
                <a:latin typeface="Ubuntu Sans"/>
                <a:ea typeface="Ubuntu Sans"/>
                <a:cs typeface="Ubuntu Sans"/>
              </a:defRPr>
            </a:lvl6pPr>
            <a:lvl7pPr algn="ctr">
              <a:defRPr sz="1125" b="0">
                <a:solidFill>
                  <a:srgbClr val="A9BCD0"/>
                </a:solidFill>
                <a:latin typeface="Ubuntu Sans"/>
                <a:ea typeface="Ubuntu Sans"/>
                <a:cs typeface="Ubuntu Sans"/>
              </a:defRPr>
            </a:lvl7pPr>
            <a:lvl8pPr algn="ctr">
              <a:defRPr sz="1125" b="0">
                <a:solidFill>
                  <a:srgbClr val="A9BCD0"/>
                </a:solidFill>
                <a:latin typeface="Ubuntu Sans"/>
                <a:ea typeface="Ubuntu Sans"/>
                <a:cs typeface="Ubuntu Sans"/>
              </a:defRPr>
            </a:lvl8pPr>
            <a:lvl9pPr algn="ctr">
              <a:defRPr sz="1125" b="0">
                <a:solidFill>
                  <a:srgbClr val="A9BCD0"/>
                </a:solidFill>
                <a:latin typeface="Ubuntu Sans"/>
                <a:ea typeface="Ubuntu Sans"/>
                <a:cs typeface="Ubuntu Sans"/>
              </a:defRPr>
            </a:lvl9pPr>
          </a:lstStyle>
          <a:p xmlns:a="http://schemas.openxmlformats.org/drawingml/2006/main">
            <a:pPr algn="ctr">
              <a:defRPr sz="1125" b="0">
                <a:solidFill>
                  <a:srgbClr val="A9BCD0"/>
                </a:solidFill>
                <a:latin typeface="Ubuntu Sans"/>
                <a:ea typeface="Ubuntu Sans"/>
                <a:cs typeface="Ubuntu Sans"/>
              </a:defRPr>
            </a:pPr>
            <a:r>
              <a:rPr sz="1125" b="0">
                <a:solidFill>
                  <a:srgbClr val="A9BCD0"/>
                </a:solidFill>
                <a:latin typeface="Ubuntu Sans"/>
                <a:ea typeface="Ubuntu Sans"/>
                <a:cs typeface="Ubuntu Sans"/>
              </a:rPr>
              <a:t>Workflow events create in-app alerts and durable email work.</a:t>
            </a:r>
          </a:p>
        </p:txBody>
      </p:sp>
      <p:sp>
        <p:nvSpPr>
          <p:cNvPr id="35" name="">
            <a:extLst xmlns:a="http://schemas.openxmlformats.org/drawingml/2006/main">
              <a:ext uri="{FF2B5EF4-FFF2-40B4-BE49-F238E27FC236}">
                <a16:creationId xmlns:a16="http://schemas.microsoft.com/office/drawing/2014/main" id="{253B8652-9C23-4D65-A86E-BEAABBBCB439}"/>
              </a:ext>
            </a:extLst>
          </p:cNvPr>
          <p:cNvSpPr>
            <a:spLocks xmlns:a="http://schemas.openxmlformats.org/drawingml/2006/main" noGrp="1"/>
          </p:cNvSpPr>
          <p:nvPr/>
        </p:nvSpPr>
        <p:spPr>
          <a:xfrm xmlns:a="http://schemas.openxmlformats.org/drawingml/2006/main">
            <a:off x="609600" y="651510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63636"/>
          </a:bodyPr>
          <a:lstStyle xmlns:a="http://schemas.openxmlformats.org/drawingml/2006/main">
            <a:defPPr algn="l">
              <a:defRPr sz="825" b="1">
                <a:solidFill>
                  <a:srgbClr val="66819E"/>
                </a:solidFill>
                <a:latin typeface="Ubuntu Sans"/>
                <a:ea typeface="Ubuntu Sans"/>
                <a:cs typeface="Ubuntu Sans"/>
              </a:defRPr>
            </a:defPPr>
            <a:lvl1pPr algn="l">
              <a:defRPr sz="825" b="1">
                <a:solidFill>
                  <a:srgbClr val="66819E"/>
                </a:solidFill>
                <a:latin typeface="Ubuntu Sans"/>
                <a:ea typeface="Ubuntu Sans"/>
                <a:cs typeface="Ubuntu Sans"/>
              </a:defRPr>
            </a:lvl1pPr>
            <a:lvl2pPr algn="l">
              <a:defRPr sz="825" b="1">
                <a:solidFill>
                  <a:srgbClr val="66819E"/>
                </a:solidFill>
                <a:latin typeface="Ubuntu Sans"/>
                <a:ea typeface="Ubuntu Sans"/>
                <a:cs typeface="Ubuntu Sans"/>
              </a:defRPr>
            </a:lvl2pPr>
            <a:lvl3pPr algn="l">
              <a:defRPr sz="825" b="1">
                <a:solidFill>
                  <a:srgbClr val="66819E"/>
                </a:solidFill>
                <a:latin typeface="Ubuntu Sans"/>
                <a:ea typeface="Ubuntu Sans"/>
                <a:cs typeface="Ubuntu Sans"/>
              </a:defRPr>
            </a:lvl3pPr>
            <a:lvl4pPr algn="l">
              <a:defRPr sz="825" b="1">
                <a:solidFill>
                  <a:srgbClr val="66819E"/>
                </a:solidFill>
                <a:latin typeface="Ubuntu Sans"/>
                <a:ea typeface="Ubuntu Sans"/>
                <a:cs typeface="Ubuntu Sans"/>
              </a:defRPr>
            </a:lvl4pPr>
            <a:lvl5pPr algn="l">
              <a:defRPr sz="825" b="1">
                <a:solidFill>
                  <a:srgbClr val="66819E"/>
                </a:solidFill>
                <a:latin typeface="Ubuntu Sans"/>
                <a:ea typeface="Ubuntu Sans"/>
                <a:cs typeface="Ubuntu Sans"/>
              </a:defRPr>
            </a:lvl5pPr>
            <a:lvl6pPr algn="l">
              <a:defRPr sz="825" b="1">
                <a:solidFill>
                  <a:srgbClr val="66819E"/>
                </a:solidFill>
                <a:latin typeface="Ubuntu Sans"/>
                <a:ea typeface="Ubuntu Sans"/>
                <a:cs typeface="Ubuntu Sans"/>
              </a:defRPr>
            </a:lvl6pPr>
            <a:lvl7pPr algn="l">
              <a:defRPr sz="825" b="1">
                <a:solidFill>
                  <a:srgbClr val="66819E"/>
                </a:solidFill>
                <a:latin typeface="Ubuntu Sans"/>
                <a:ea typeface="Ubuntu Sans"/>
                <a:cs typeface="Ubuntu Sans"/>
              </a:defRPr>
            </a:lvl7pPr>
            <a:lvl8pPr algn="l">
              <a:defRPr sz="825" b="1">
                <a:solidFill>
                  <a:srgbClr val="66819E"/>
                </a:solidFill>
                <a:latin typeface="Ubuntu Sans"/>
                <a:ea typeface="Ubuntu Sans"/>
                <a:cs typeface="Ubuntu Sans"/>
              </a:defRPr>
            </a:lvl8pPr>
            <a:lvl9pPr algn="l">
              <a:defRPr sz="825" b="1">
                <a:solidFill>
                  <a:srgbClr val="66819E"/>
                </a:solidFill>
                <a:latin typeface="Ubuntu Sans"/>
                <a:ea typeface="Ubuntu Sans"/>
                <a:cs typeface="Ubuntu Sans"/>
              </a:defRPr>
            </a:lvl9pPr>
          </a:lstStyle>
          <a:p xmlns:a="http://schemas.openxmlformats.org/drawingml/2006/main">
            <a:pPr algn="l">
              <a:defRPr sz="825" b="1">
                <a:solidFill>
                  <a:srgbClr val="66819E"/>
                </a:solidFill>
                <a:latin typeface="Ubuntu Sans"/>
                <a:ea typeface="Ubuntu Sans"/>
                <a:cs typeface="Ubuntu Sans"/>
              </a:defRPr>
            </a:pPr>
            <a:r>
              <a:rPr sz="825" b="1">
                <a:solidFill>
                  <a:srgbClr val="66819E"/>
                </a:solidFill>
                <a:latin typeface="Ubuntu Sans"/>
                <a:ea typeface="Ubuntu Sans"/>
                <a:cs typeface="Ubuntu Sans"/>
              </a:rPr>
              <a:t>CODITENT  •  BACKEND</a:t>
            </a:r>
          </a:p>
        </p:txBody>
      </p:sp>
    </p:spTree>
    <p:extLst>
      <p:ext uri="{BB962C8B-B14F-4D97-AF65-F5344CB8AC3E}">
        <p14:creationId xmlns:p14="http://schemas.microsoft.com/office/powerpoint/2010/main" val="860059803"/>
      </p:ext>
    </p:extLst>
  </p:cSld>
</p:sld>
</file>

<file path=ppt/slides/slide12.xml><?xml version="1.0" encoding="utf-8"?>
<p:sld xmlns:p="http://schemas.openxmlformats.org/presentationml/2006/main">
  <p:cSld>
    <p:bg>
      <p:bgPr>
        <a:solidFill xmlns:a="http://schemas.openxmlformats.org/drawingml/2006/main">
          <a:srgbClr val="07111F"/>
        </a:solidFill>
      </p:bgPr>
    </p:bg>
    <p:spTree>
      <p:nvGrpSpPr>
        <p:cNvPr id="1" name=""/>
        <p:cNvGrpSpPr/>
        <p:nvPr/>
      </p:nvGrpSpPr>
      <p:grpSpPr>
        <a:xfrm xmlns:a="http://schemas.openxmlformats.org/drawingml/2006/main"/>
      </p:grpSpPr>
      <p:sp>
        <p:nvSpPr>
          <p:cNvPr id="37" name="">
            <a:extLst xmlns:a="http://schemas.openxmlformats.org/drawingml/2006/main">
              <a:ext uri="{FF2B5EF4-FFF2-40B4-BE49-F238E27FC236}">
                <a16:creationId xmlns:a16="http://schemas.microsoft.com/office/drawing/2014/main" id="{3F22B77C-E400-4AD6-A611-08D9B560C119}"/>
              </a:ext>
            </a:extLst>
          </p:cNvPr>
          <p:cNvSpPr>
            <a:spLocks xmlns:a="http://schemas.openxmlformats.org/drawingml/2006/main" noGrp="1"/>
          </p:cNvSpPr>
          <p:nvPr/>
        </p:nvSpPr>
        <p:spPr>
          <a:xfrm xmlns:a="http://schemas.openxmlformats.org/drawingml/2006/main">
            <a:off x="609600" y="3238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l">
              <a:defRPr sz="1050" b="1">
                <a:solidFill>
                  <a:srgbClr val="2FD6D3"/>
                </a:solidFill>
                <a:latin typeface="Ubuntu Sans"/>
                <a:ea typeface="Ubuntu Sans"/>
                <a:cs typeface="Ubuntu Sans"/>
              </a:defRPr>
            </a:defPPr>
            <a:lvl1pPr algn="l">
              <a:defRPr sz="1050" b="1">
                <a:solidFill>
                  <a:srgbClr val="2FD6D3"/>
                </a:solidFill>
                <a:latin typeface="Ubuntu Sans"/>
                <a:ea typeface="Ubuntu Sans"/>
                <a:cs typeface="Ubuntu Sans"/>
              </a:defRPr>
            </a:lvl1pPr>
            <a:lvl2pPr algn="l">
              <a:defRPr sz="1050" b="1">
                <a:solidFill>
                  <a:srgbClr val="2FD6D3"/>
                </a:solidFill>
                <a:latin typeface="Ubuntu Sans"/>
                <a:ea typeface="Ubuntu Sans"/>
                <a:cs typeface="Ubuntu Sans"/>
              </a:defRPr>
            </a:lvl2pPr>
            <a:lvl3pPr algn="l">
              <a:defRPr sz="1050" b="1">
                <a:solidFill>
                  <a:srgbClr val="2FD6D3"/>
                </a:solidFill>
                <a:latin typeface="Ubuntu Sans"/>
                <a:ea typeface="Ubuntu Sans"/>
                <a:cs typeface="Ubuntu Sans"/>
              </a:defRPr>
            </a:lvl3pPr>
            <a:lvl4pPr algn="l">
              <a:defRPr sz="1050" b="1">
                <a:solidFill>
                  <a:srgbClr val="2FD6D3"/>
                </a:solidFill>
                <a:latin typeface="Ubuntu Sans"/>
                <a:ea typeface="Ubuntu Sans"/>
                <a:cs typeface="Ubuntu Sans"/>
              </a:defRPr>
            </a:lvl4pPr>
            <a:lvl5pPr algn="l">
              <a:defRPr sz="1050" b="1">
                <a:solidFill>
                  <a:srgbClr val="2FD6D3"/>
                </a:solidFill>
                <a:latin typeface="Ubuntu Sans"/>
                <a:ea typeface="Ubuntu Sans"/>
                <a:cs typeface="Ubuntu Sans"/>
              </a:defRPr>
            </a:lvl5pPr>
            <a:lvl6pPr algn="l">
              <a:defRPr sz="1050" b="1">
                <a:solidFill>
                  <a:srgbClr val="2FD6D3"/>
                </a:solidFill>
                <a:latin typeface="Ubuntu Sans"/>
                <a:ea typeface="Ubuntu Sans"/>
                <a:cs typeface="Ubuntu Sans"/>
              </a:defRPr>
            </a:lvl6pPr>
            <a:lvl7pPr algn="l">
              <a:defRPr sz="1050" b="1">
                <a:solidFill>
                  <a:srgbClr val="2FD6D3"/>
                </a:solidFill>
                <a:latin typeface="Ubuntu Sans"/>
                <a:ea typeface="Ubuntu Sans"/>
                <a:cs typeface="Ubuntu Sans"/>
              </a:defRPr>
            </a:lvl7pPr>
            <a:lvl8pPr algn="l">
              <a:defRPr sz="1050" b="1">
                <a:solidFill>
                  <a:srgbClr val="2FD6D3"/>
                </a:solidFill>
                <a:latin typeface="Ubuntu Sans"/>
                <a:ea typeface="Ubuntu Sans"/>
                <a:cs typeface="Ubuntu Sans"/>
              </a:defRPr>
            </a:lvl8pPr>
            <a:lvl9pPr algn="l">
              <a:defRPr sz="1050" b="1">
                <a:solidFill>
                  <a:srgbClr val="2FD6D3"/>
                </a:solidFill>
                <a:latin typeface="Ubuntu Sans"/>
                <a:ea typeface="Ubuntu Sans"/>
                <a:cs typeface="Ubuntu Sans"/>
              </a:defRPr>
            </a:lvl9pPr>
          </a:lstStyle>
          <a:p xmlns:a="http://schemas.openxmlformats.org/drawingml/2006/main">
            <a:pPr algn="l">
              <a:defRPr sz="1050" b="1">
                <a:solidFill>
                  <a:srgbClr val="2FD6D3"/>
                </a:solidFill>
                <a:latin typeface="Ubuntu Sans"/>
                <a:ea typeface="Ubuntu Sans"/>
                <a:cs typeface="Ubuntu Sans"/>
              </a:defRPr>
            </a:pPr>
            <a:r>
              <a:rPr sz="1050" b="1">
                <a:solidFill>
                  <a:srgbClr val="2FD6D3"/>
                </a:solidFill>
                <a:latin typeface="Ubuntu Sans"/>
                <a:ea typeface="Ubuntu Sans"/>
                <a:cs typeface="Ubuntu Sans"/>
              </a:rPr>
              <a:t>PRIVACY</a:t>
            </a:r>
          </a:p>
        </p:txBody>
      </p:sp>
      <p:sp>
        <p:nvSpPr>
          <p:cNvPr id="2" name="">
            <a:extLst xmlns:a="http://schemas.openxmlformats.org/drawingml/2006/main">
              <a:ext uri="{FF2B5EF4-FFF2-40B4-BE49-F238E27FC236}">
                <a16:creationId xmlns:a16="http://schemas.microsoft.com/office/drawing/2014/main" id="{01DA71F2-9DFD-4102-944B-C569C2EB6C19}"/>
              </a:ext>
            </a:extLst>
          </p:cNvPr>
          <p:cNvSpPr>
            <a:spLocks xmlns:a="http://schemas.openxmlformats.org/drawingml/2006/main" noGrp="1"/>
          </p:cNvSpPr>
          <p:nvPr/>
        </p:nvSpPr>
        <p:spPr>
          <a:xfrm xmlns:a="http://schemas.openxmlformats.org/drawingml/2006/main">
            <a:off x="609600" y="590550"/>
            <a:ext cx="10382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6032"/>
          </a:bodyPr>
          <a:lstStyle xmlns:a="http://schemas.openxmlformats.org/drawingml/2006/main">
            <a:defPPr algn="l">
              <a:defRPr sz="3150" b="1">
                <a:solidFill>
                  <a:srgbClr val="F4F8FF"/>
                </a:solidFill>
                <a:latin typeface="Ubuntu Sans"/>
                <a:ea typeface="Ubuntu Sans"/>
                <a:cs typeface="Ubuntu Sans"/>
              </a:defRPr>
            </a:defPPr>
            <a:lvl1pPr algn="l">
              <a:defRPr sz="3150" b="1">
                <a:solidFill>
                  <a:srgbClr val="F4F8FF"/>
                </a:solidFill>
                <a:latin typeface="Ubuntu Sans"/>
                <a:ea typeface="Ubuntu Sans"/>
                <a:cs typeface="Ubuntu Sans"/>
              </a:defRPr>
            </a:lvl1pPr>
            <a:lvl2pPr algn="l">
              <a:defRPr sz="3150" b="1">
                <a:solidFill>
                  <a:srgbClr val="F4F8FF"/>
                </a:solidFill>
                <a:latin typeface="Ubuntu Sans"/>
                <a:ea typeface="Ubuntu Sans"/>
                <a:cs typeface="Ubuntu Sans"/>
              </a:defRPr>
            </a:lvl2pPr>
            <a:lvl3pPr algn="l">
              <a:defRPr sz="3150" b="1">
                <a:solidFill>
                  <a:srgbClr val="F4F8FF"/>
                </a:solidFill>
                <a:latin typeface="Ubuntu Sans"/>
                <a:ea typeface="Ubuntu Sans"/>
                <a:cs typeface="Ubuntu Sans"/>
              </a:defRPr>
            </a:lvl3pPr>
            <a:lvl4pPr algn="l">
              <a:defRPr sz="3150" b="1">
                <a:solidFill>
                  <a:srgbClr val="F4F8FF"/>
                </a:solidFill>
                <a:latin typeface="Ubuntu Sans"/>
                <a:ea typeface="Ubuntu Sans"/>
                <a:cs typeface="Ubuntu Sans"/>
              </a:defRPr>
            </a:lvl4pPr>
            <a:lvl5pPr algn="l">
              <a:defRPr sz="3150" b="1">
                <a:solidFill>
                  <a:srgbClr val="F4F8FF"/>
                </a:solidFill>
                <a:latin typeface="Ubuntu Sans"/>
                <a:ea typeface="Ubuntu Sans"/>
                <a:cs typeface="Ubuntu Sans"/>
              </a:defRPr>
            </a:lvl5pPr>
            <a:lvl6pPr algn="l">
              <a:defRPr sz="3150" b="1">
                <a:solidFill>
                  <a:srgbClr val="F4F8FF"/>
                </a:solidFill>
                <a:latin typeface="Ubuntu Sans"/>
                <a:ea typeface="Ubuntu Sans"/>
                <a:cs typeface="Ubuntu Sans"/>
              </a:defRPr>
            </a:lvl6pPr>
            <a:lvl7pPr algn="l">
              <a:defRPr sz="3150" b="1">
                <a:solidFill>
                  <a:srgbClr val="F4F8FF"/>
                </a:solidFill>
                <a:latin typeface="Ubuntu Sans"/>
                <a:ea typeface="Ubuntu Sans"/>
                <a:cs typeface="Ubuntu Sans"/>
              </a:defRPr>
            </a:lvl7pPr>
            <a:lvl8pPr algn="l">
              <a:defRPr sz="3150" b="1">
                <a:solidFill>
                  <a:srgbClr val="F4F8FF"/>
                </a:solidFill>
                <a:latin typeface="Ubuntu Sans"/>
                <a:ea typeface="Ubuntu Sans"/>
                <a:cs typeface="Ubuntu Sans"/>
              </a:defRPr>
            </a:lvl8pPr>
            <a:lvl9pPr algn="l">
              <a:defRPr sz="3150" b="1">
                <a:solidFill>
                  <a:srgbClr val="F4F8FF"/>
                </a:solidFill>
                <a:latin typeface="Ubuntu Sans"/>
                <a:ea typeface="Ubuntu Sans"/>
                <a:cs typeface="Ubuntu Sans"/>
              </a:defRPr>
            </a:lvl9pPr>
          </a:lstStyle>
          <a:p xmlns:a="http://schemas.openxmlformats.org/drawingml/2006/main">
            <a:pPr algn="l">
              <a:defRPr sz="3150" b="1">
                <a:solidFill>
                  <a:srgbClr val="F4F8FF"/>
                </a:solidFill>
                <a:latin typeface="Ubuntu Sans"/>
                <a:ea typeface="Ubuntu Sans"/>
                <a:cs typeface="Ubuntu Sans"/>
              </a:defRPr>
            </a:pPr>
            <a:r>
              <a:rPr sz="3150" b="1">
                <a:solidFill>
                  <a:srgbClr val="F4F8FF"/>
                </a:solidFill>
                <a:latin typeface="Ubuntu Sans"/>
                <a:ea typeface="Ubuntu Sans"/>
                <a:cs typeface="Ubuntu Sans"/>
              </a:rPr>
              <a:t>Private files and account data</a:t>
            </a:r>
          </a:p>
        </p:txBody>
      </p:sp>
      <p:sp>
        <p:nvSpPr>
          <p:cNvPr id="3" name="">
            <a:extLst xmlns:a="http://schemas.openxmlformats.org/drawingml/2006/main">
              <a:ext uri="{FF2B5EF4-FFF2-40B4-BE49-F238E27FC236}">
                <a16:creationId xmlns:a16="http://schemas.microsoft.com/office/drawing/2014/main" id="{B3C33F42-673C-40CC-A8C2-E63223039721}"/>
              </a:ext>
            </a:extLst>
          </p:cNvPr>
          <p:cNvSpPr>
            <a:spLocks xmlns:a="http://schemas.openxmlformats.org/drawingml/2006/main" noGrp="1"/>
          </p:cNvSpPr>
          <p:nvPr/>
        </p:nvSpPr>
        <p:spPr>
          <a:xfrm xmlns:a="http://schemas.openxmlformats.org/drawingml/2006/main">
            <a:off x="11258550" y="419100"/>
            <a:ext cx="323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r">
              <a:defRPr sz="1050" b="1">
                <a:solidFill>
                  <a:srgbClr val="A9BCD0"/>
                </a:solidFill>
                <a:latin typeface="Ubuntu Sans"/>
                <a:ea typeface="Ubuntu Sans"/>
                <a:cs typeface="Ubuntu Sans"/>
              </a:defRPr>
            </a:defPPr>
            <a:lvl1pPr algn="r">
              <a:defRPr sz="1050" b="1">
                <a:solidFill>
                  <a:srgbClr val="A9BCD0"/>
                </a:solidFill>
                <a:latin typeface="Ubuntu Sans"/>
                <a:ea typeface="Ubuntu Sans"/>
                <a:cs typeface="Ubuntu Sans"/>
              </a:defRPr>
            </a:lvl1pPr>
            <a:lvl2pPr algn="r">
              <a:defRPr sz="1050" b="1">
                <a:solidFill>
                  <a:srgbClr val="A9BCD0"/>
                </a:solidFill>
                <a:latin typeface="Ubuntu Sans"/>
                <a:ea typeface="Ubuntu Sans"/>
                <a:cs typeface="Ubuntu Sans"/>
              </a:defRPr>
            </a:lvl2pPr>
            <a:lvl3pPr algn="r">
              <a:defRPr sz="1050" b="1">
                <a:solidFill>
                  <a:srgbClr val="A9BCD0"/>
                </a:solidFill>
                <a:latin typeface="Ubuntu Sans"/>
                <a:ea typeface="Ubuntu Sans"/>
                <a:cs typeface="Ubuntu Sans"/>
              </a:defRPr>
            </a:lvl3pPr>
            <a:lvl4pPr algn="r">
              <a:defRPr sz="1050" b="1">
                <a:solidFill>
                  <a:srgbClr val="A9BCD0"/>
                </a:solidFill>
                <a:latin typeface="Ubuntu Sans"/>
                <a:ea typeface="Ubuntu Sans"/>
                <a:cs typeface="Ubuntu Sans"/>
              </a:defRPr>
            </a:lvl4pPr>
            <a:lvl5pPr algn="r">
              <a:defRPr sz="1050" b="1">
                <a:solidFill>
                  <a:srgbClr val="A9BCD0"/>
                </a:solidFill>
                <a:latin typeface="Ubuntu Sans"/>
                <a:ea typeface="Ubuntu Sans"/>
                <a:cs typeface="Ubuntu Sans"/>
              </a:defRPr>
            </a:lvl5pPr>
            <a:lvl6pPr algn="r">
              <a:defRPr sz="1050" b="1">
                <a:solidFill>
                  <a:srgbClr val="A9BCD0"/>
                </a:solidFill>
                <a:latin typeface="Ubuntu Sans"/>
                <a:ea typeface="Ubuntu Sans"/>
                <a:cs typeface="Ubuntu Sans"/>
              </a:defRPr>
            </a:lvl6pPr>
            <a:lvl7pPr algn="r">
              <a:defRPr sz="1050" b="1">
                <a:solidFill>
                  <a:srgbClr val="A9BCD0"/>
                </a:solidFill>
                <a:latin typeface="Ubuntu Sans"/>
                <a:ea typeface="Ubuntu Sans"/>
                <a:cs typeface="Ubuntu Sans"/>
              </a:defRPr>
            </a:lvl7pPr>
            <a:lvl8pPr algn="r">
              <a:defRPr sz="1050" b="1">
                <a:solidFill>
                  <a:srgbClr val="A9BCD0"/>
                </a:solidFill>
                <a:latin typeface="Ubuntu Sans"/>
                <a:ea typeface="Ubuntu Sans"/>
                <a:cs typeface="Ubuntu Sans"/>
              </a:defRPr>
            </a:lvl8pPr>
            <a:lvl9pPr algn="r">
              <a:defRPr sz="1050" b="1">
                <a:solidFill>
                  <a:srgbClr val="A9BCD0"/>
                </a:solidFill>
                <a:latin typeface="Ubuntu Sans"/>
                <a:ea typeface="Ubuntu Sans"/>
                <a:cs typeface="Ubuntu Sans"/>
              </a:defRPr>
            </a:lvl9pPr>
          </a:lstStyle>
          <a:p xmlns:a="http://schemas.openxmlformats.org/drawingml/2006/main">
            <a:pPr algn="r">
              <a:defRPr sz="1050" b="1">
                <a:solidFill>
                  <a:srgbClr val="A9BCD0"/>
                </a:solidFill>
                <a:latin typeface="Ubuntu Sans"/>
                <a:ea typeface="Ubuntu Sans"/>
                <a:cs typeface="Ubuntu Sans"/>
              </a:defRPr>
            </a:pPr>
            <a:r>
              <a:rPr sz="1050" b="1">
                <a:solidFill>
                  <a:srgbClr val="A9BCD0"/>
                </a:solidFill>
                <a:latin typeface="Ubuntu Sans"/>
                <a:ea typeface="Ubuntu Sans"/>
                <a:cs typeface="Ubuntu Sans"/>
              </a:rPr>
              <a:t>12</a:t>
            </a:r>
          </a:p>
        </p:txBody>
      </p:sp>
      <p:sp>
        <p:nvSpPr>
          <p:cNvPr id="4" name="">
            <a:extLst xmlns:a="http://schemas.openxmlformats.org/drawingml/2006/main">
              <a:ext uri="{FF2B5EF4-FFF2-40B4-BE49-F238E27FC236}">
                <a16:creationId xmlns:a16="http://schemas.microsoft.com/office/drawing/2014/main" id="{5FF56529-D0EF-40D1-854B-116034FBC77E}"/>
              </a:ext>
            </a:extLst>
          </p:cNvPr>
          <p:cNvSpPr>
            <a:spLocks xmlns:a="http://schemas.openxmlformats.org/drawingml/2006/main" noGrp="1"/>
          </p:cNvSpPr>
          <p:nvPr/>
        </p:nvSpPr>
        <p:spPr>
          <a:xfrm xmlns:a="http://schemas.openxmlformats.org/drawingml/2006/main">
            <a:off x="609600" y="1219200"/>
            <a:ext cx="10972800" cy="0"/>
          </a:xfrm>
          <a:prstGeom xmlns:a="http://schemas.openxmlformats.org/drawingml/2006/main" prst="line">
            <a:avLst/>
          </a:prstGeom>
          <a:noFill xmlns:a="http://schemas.openxmlformats.org/drawingml/2006/main"/>
          <a:ln xmlns:a="http://schemas.openxmlformats.org/drawingml/2006/main" w="9525">
            <a:solidFill>
              <a:srgbClr val="2B4563"/>
            </a:solidFill>
            <a:prstDash val="solid"/>
          </a:ln>
        </p:spPr>
      </p:sp>
      <p:sp>
        <p:nvSpPr>
          <p:cNvPr id="5" name="">
            <a:extLst xmlns:a="http://schemas.openxmlformats.org/drawingml/2006/main">
              <a:ext uri="{FF2B5EF4-FFF2-40B4-BE49-F238E27FC236}">
                <a16:creationId xmlns:a16="http://schemas.microsoft.com/office/drawing/2014/main" id="{5DAAF7C3-3FF7-4247-91C6-9DA52B63930C}"/>
              </a:ext>
            </a:extLst>
          </p:cNvPr>
          <p:cNvSpPr>
            <a:spLocks xmlns:a="http://schemas.openxmlformats.org/drawingml/2006/main" noGrp="1"/>
          </p:cNvSpPr>
          <p:nvPr/>
        </p:nvSpPr>
        <p:spPr>
          <a:xfrm xmlns:a="http://schemas.openxmlformats.org/drawingml/2006/main">
            <a:off x="609600" y="1371600"/>
            <a:ext cx="990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2424"/>
          </a:bodyPr>
          <a:lstStyle xmlns:a="http://schemas.openxmlformats.org/drawingml/2006/main">
            <a:defPPr algn="l">
              <a:defRPr sz="1650" b="0">
                <a:solidFill>
                  <a:srgbClr val="A9BCD0"/>
                </a:solidFill>
                <a:latin typeface="Ubuntu Sans"/>
                <a:ea typeface="Ubuntu Sans"/>
                <a:cs typeface="Ubuntu Sans"/>
              </a:defRPr>
            </a:defPPr>
            <a:lvl1pPr algn="l">
              <a:defRPr sz="1650" b="0">
                <a:solidFill>
                  <a:srgbClr val="A9BCD0"/>
                </a:solidFill>
                <a:latin typeface="Ubuntu Sans"/>
                <a:ea typeface="Ubuntu Sans"/>
                <a:cs typeface="Ubuntu Sans"/>
              </a:defRPr>
            </a:lvl1pPr>
            <a:lvl2pPr algn="l">
              <a:defRPr sz="1650" b="0">
                <a:solidFill>
                  <a:srgbClr val="A9BCD0"/>
                </a:solidFill>
                <a:latin typeface="Ubuntu Sans"/>
                <a:ea typeface="Ubuntu Sans"/>
                <a:cs typeface="Ubuntu Sans"/>
              </a:defRPr>
            </a:lvl2pPr>
            <a:lvl3pPr algn="l">
              <a:defRPr sz="1650" b="0">
                <a:solidFill>
                  <a:srgbClr val="A9BCD0"/>
                </a:solidFill>
                <a:latin typeface="Ubuntu Sans"/>
                <a:ea typeface="Ubuntu Sans"/>
                <a:cs typeface="Ubuntu Sans"/>
              </a:defRPr>
            </a:lvl3pPr>
            <a:lvl4pPr algn="l">
              <a:defRPr sz="1650" b="0">
                <a:solidFill>
                  <a:srgbClr val="A9BCD0"/>
                </a:solidFill>
                <a:latin typeface="Ubuntu Sans"/>
                <a:ea typeface="Ubuntu Sans"/>
                <a:cs typeface="Ubuntu Sans"/>
              </a:defRPr>
            </a:lvl4pPr>
            <a:lvl5pPr algn="l">
              <a:defRPr sz="1650" b="0">
                <a:solidFill>
                  <a:srgbClr val="A9BCD0"/>
                </a:solidFill>
                <a:latin typeface="Ubuntu Sans"/>
                <a:ea typeface="Ubuntu Sans"/>
                <a:cs typeface="Ubuntu Sans"/>
              </a:defRPr>
            </a:lvl5pPr>
            <a:lvl6pPr algn="l">
              <a:defRPr sz="1650" b="0">
                <a:solidFill>
                  <a:srgbClr val="A9BCD0"/>
                </a:solidFill>
                <a:latin typeface="Ubuntu Sans"/>
                <a:ea typeface="Ubuntu Sans"/>
                <a:cs typeface="Ubuntu Sans"/>
              </a:defRPr>
            </a:lvl6pPr>
            <a:lvl7pPr algn="l">
              <a:defRPr sz="1650" b="0">
                <a:solidFill>
                  <a:srgbClr val="A9BCD0"/>
                </a:solidFill>
                <a:latin typeface="Ubuntu Sans"/>
                <a:ea typeface="Ubuntu Sans"/>
                <a:cs typeface="Ubuntu Sans"/>
              </a:defRPr>
            </a:lvl7pPr>
            <a:lvl8pPr algn="l">
              <a:defRPr sz="1650" b="0">
                <a:solidFill>
                  <a:srgbClr val="A9BCD0"/>
                </a:solidFill>
                <a:latin typeface="Ubuntu Sans"/>
                <a:ea typeface="Ubuntu Sans"/>
                <a:cs typeface="Ubuntu Sans"/>
              </a:defRPr>
            </a:lvl8pPr>
            <a:lvl9pPr algn="l">
              <a:defRPr sz="1650" b="0">
                <a:solidFill>
                  <a:srgbClr val="A9BCD0"/>
                </a:solidFill>
                <a:latin typeface="Ubuntu Sans"/>
                <a:ea typeface="Ubuntu Sans"/>
                <a:cs typeface="Ubuntu Sans"/>
              </a:defRPr>
            </a:lvl9pPr>
          </a:lstStyle>
          <a:p xmlns:a="http://schemas.openxmlformats.org/drawingml/2006/main">
            <a:pPr algn="l">
              <a:defRPr sz="1650" b="0">
                <a:solidFill>
                  <a:srgbClr val="A9BCD0"/>
                </a:solidFill>
                <a:latin typeface="Ubuntu Sans"/>
                <a:ea typeface="Ubuntu Sans"/>
                <a:cs typeface="Ubuntu Sans"/>
              </a:defRPr>
            </a:pPr>
            <a:r>
              <a:rPr sz="1650" b="0">
                <a:solidFill>
                  <a:srgbClr val="A9BCD0"/>
                </a:solidFill>
                <a:latin typeface="Ubuntu Sans"/>
                <a:ea typeface="Ubuntu Sans"/>
                <a:cs typeface="Ubuntu Sans"/>
              </a:rPr>
              <a:t>CVs and identity data require stricter controls than public offer content.</a:t>
            </a:r>
          </a:p>
        </p:txBody>
      </p:sp>
      <p:sp>
        <p:nvSpPr>
          <p:cNvPr id="6" name="">
            <a:extLst xmlns:a="http://schemas.openxmlformats.org/drawingml/2006/main">
              <a:ext uri="{FF2B5EF4-FFF2-40B4-BE49-F238E27FC236}">
                <a16:creationId xmlns:a16="http://schemas.microsoft.com/office/drawing/2014/main" id="{4E3C0220-C3DF-4E84-B3DD-B40BC0706A88}"/>
              </a:ext>
            </a:extLst>
          </p:cNvPr>
          <p:cNvSpPr>
            <a:spLocks xmlns:a="http://schemas.openxmlformats.org/drawingml/2006/main" noGrp="1"/>
          </p:cNvSpPr>
          <p:nvPr/>
        </p:nvSpPr>
        <p:spPr>
          <a:xfrm xmlns:a="http://schemas.openxmlformats.org/drawingml/2006/main">
            <a:off x="609600" y="2000250"/>
            <a:ext cx="3333750" cy="1200150"/>
          </a:xfrm>
          <a:prstGeom xmlns:a="http://schemas.openxmlformats.org/drawingml/2006/main" prst="roundRect">
            <a:avLst>
              <a:gd name="adj" fmla="val 9524"/>
            </a:avLst>
          </a:prstGeom>
          <a:solidFill xmlns:a="http://schemas.openxmlformats.org/drawingml/2006/main">
            <a:srgbClr val="10223A"/>
          </a:solidFill>
          <a:ln xmlns:a="http://schemas.openxmlformats.org/drawingml/2006/main" w="11430">
            <a:solidFill>
              <a:srgbClr val="2B4563"/>
            </a:solidFill>
            <a:prstDash val="solid"/>
          </a:ln>
        </p:spPr>
      </p:sp>
      <p:sp>
        <p:nvSpPr>
          <p:cNvPr id="7" name="">
            <a:extLst xmlns:a="http://schemas.openxmlformats.org/drawingml/2006/main">
              <a:ext uri="{FF2B5EF4-FFF2-40B4-BE49-F238E27FC236}">
                <a16:creationId xmlns:a16="http://schemas.microsoft.com/office/drawing/2014/main" id="{1199B550-59DA-404A-B434-D6D157E2B38E}"/>
              </a:ext>
            </a:extLst>
          </p:cNvPr>
          <p:cNvSpPr>
            <a:spLocks xmlns:a="http://schemas.openxmlformats.org/drawingml/2006/main" noGrp="1"/>
          </p:cNvSpPr>
          <p:nvPr/>
        </p:nvSpPr>
        <p:spPr>
          <a:xfrm xmlns:a="http://schemas.openxmlformats.org/drawingml/2006/main">
            <a:off x="609600" y="2000250"/>
            <a:ext cx="66675" cy="1200150"/>
          </a:xfrm>
          <a:prstGeom xmlns:a="http://schemas.openxmlformats.org/drawingml/2006/main" prst="roundRect">
            <a:avLst>
              <a:gd name="adj" fmla="val 50000"/>
            </a:avLst>
          </a:prstGeom>
          <a:solidFill xmlns:a="http://schemas.openxmlformats.org/drawingml/2006/main">
            <a:srgbClr val="2FD6D3"/>
          </a:solidFill>
          <a:ln xmlns:a="http://schemas.openxmlformats.org/drawingml/2006/main" w="0">
            <a:solidFill>
              <a:srgbClr val="2FD6D3"/>
            </a:solidFill>
            <a:prstDash val="solid"/>
          </a:ln>
        </p:spPr>
      </p:sp>
      <p:sp>
        <p:nvSpPr>
          <p:cNvPr id="8" name="">
            <a:extLst xmlns:a="http://schemas.openxmlformats.org/drawingml/2006/main">
              <a:ext uri="{FF2B5EF4-FFF2-40B4-BE49-F238E27FC236}">
                <a16:creationId xmlns:a16="http://schemas.microsoft.com/office/drawing/2014/main" id="{E973D105-1221-41BA-9F90-156E946BBD6D}"/>
              </a:ext>
            </a:extLst>
          </p:cNvPr>
          <p:cNvSpPr>
            <a:spLocks xmlns:a="http://schemas.openxmlformats.org/drawingml/2006/main" noGrp="1"/>
          </p:cNvSpPr>
          <p:nvPr/>
        </p:nvSpPr>
        <p:spPr>
          <a:xfrm xmlns:a="http://schemas.openxmlformats.org/drawingml/2006/main">
            <a:off x="819150" y="2114550"/>
            <a:ext cx="3009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F4F8FF"/>
                </a:solidFill>
                <a:latin typeface="Ubuntu Sans"/>
                <a:ea typeface="Ubuntu Sans"/>
                <a:cs typeface="Ubuntu Sans"/>
              </a:defRPr>
            </a:defPPr>
            <a:lvl1pPr algn="l">
              <a:defRPr sz="1575" b="1">
                <a:solidFill>
                  <a:srgbClr val="F4F8FF"/>
                </a:solidFill>
                <a:latin typeface="Ubuntu Sans"/>
                <a:ea typeface="Ubuntu Sans"/>
                <a:cs typeface="Ubuntu Sans"/>
              </a:defRPr>
            </a:lvl1pPr>
            <a:lvl2pPr algn="l">
              <a:defRPr sz="1575" b="1">
                <a:solidFill>
                  <a:srgbClr val="F4F8FF"/>
                </a:solidFill>
                <a:latin typeface="Ubuntu Sans"/>
                <a:ea typeface="Ubuntu Sans"/>
                <a:cs typeface="Ubuntu Sans"/>
              </a:defRPr>
            </a:lvl2pPr>
            <a:lvl3pPr algn="l">
              <a:defRPr sz="1575" b="1">
                <a:solidFill>
                  <a:srgbClr val="F4F8FF"/>
                </a:solidFill>
                <a:latin typeface="Ubuntu Sans"/>
                <a:ea typeface="Ubuntu Sans"/>
                <a:cs typeface="Ubuntu Sans"/>
              </a:defRPr>
            </a:lvl3pPr>
            <a:lvl4pPr algn="l">
              <a:defRPr sz="1575" b="1">
                <a:solidFill>
                  <a:srgbClr val="F4F8FF"/>
                </a:solidFill>
                <a:latin typeface="Ubuntu Sans"/>
                <a:ea typeface="Ubuntu Sans"/>
                <a:cs typeface="Ubuntu Sans"/>
              </a:defRPr>
            </a:lvl4pPr>
            <a:lvl5pPr algn="l">
              <a:defRPr sz="1575" b="1">
                <a:solidFill>
                  <a:srgbClr val="F4F8FF"/>
                </a:solidFill>
                <a:latin typeface="Ubuntu Sans"/>
                <a:ea typeface="Ubuntu Sans"/>
                <a:cs typeface="Ubuntu Sans"/>
              </a:defRPr>
            </a:lvl5pPr>
            <a:lvl6pPr algn="l">
              <a:defRPr sz="1575" b="1">
                <a:solidFill>
                  <a:srgbClr val="F4F8FF"/>
                </a:solidFill>
                <a:latin typeface="Ubuntu Sans"/>
                <a:ea typeface="Ubuntu Sans"/>
                <a:cs typeface="Ubuntu Sans"/>
              </a:defRPr>
            </a:lvl6pPr>
            <a:lvl7pPr algn="l">
              <a:defRPr sz="1575" b="1">
                <a:solidFill>
                  <a:srgbClr val="F4F8FF"/>
                </a:solidFill>
                <a:latin typeface="Ubuntu Sans"/>
                <a:ea typeface="Ubuntu Sans"/>
                <a:cs typeface="Ubuntu Sans"/>
              </a:defRPr>
            </a:lvl7pPr>
            <a:lvl8pPr algn="l">
              <a:defRPr sz="1575" b="1">
                <a:solidFill>
                  <a:srgbClr val="F4F8FF"/>
                </a:solidFill>
                <a:latin typeface="Ubuntu Sans"/>
                <a:ea typeface="Ubuntu Sans"/>
                <a:cs typeface="Ubuntu Sans"/>
              </a:defRPr>
            </a:lvl8pPr>
            <a:lvl9pPr algn="l">
              <a:defRPr sz="1575" b="1">
                <a:solidFill>
                  <a:srgbClr val="F4F8FF"/>
                </a:solidFill>
                <a:latin typeface="Ubuntu Sans"/>
                <a:ea typeface="Ubuntu Sans"/>
                <a:cs typeface="Ubuntu Sans"/>
              </a:defRPr>
            </a:lvl9pPr>
          </a:lstStyle>
          <a:p xmlns:a="http://schemas.openxmlformats.org/drawingml/2006/main">
            <a:pPr algn="l">
              <a:defRPr sz="1575" b="1">
                <a:solidFill>
                  <a:srgbClr val="F4F8FF"/>
                </a:solidFill>
                <a:latin typeface="Ubuntu Sans"/>
                <a:ea typeface="Ubuntu Sans"/>
                <a:cs typeface="Ubuntu Sans"/>
              </a:defRPr>
            </a:pPr>
            <a:r>
              <a:rPr sz="1575" b="1">
                <a:solidFill>
                  <a:srgbClr val="F4F8FF"/>
                </a:solidFill>
                <a:latin typeface="Ubuntu Sans"/>
                <a:ea typeface="Ubuntu Sans"/>
                <a:cs typeface="Ubuntu Sans"/>
              </a:rPr>
              <a:t>Upload validation</a:t>
            </a:r>
          </a:p>
        </p:txBody>
      </p:sp>
      <p:sp>
        <p:nvSpPr>
          <p:cNvPr id="9" name="">
            <a:extLst xmlns:a="http://schemas.openxmlformats.org/drawingml/2006/main">
              <a:ext uri="{FF2B5EF4-FFF2-40B4-BE49-F238E27FC236}">
                <a16:creationId xmlns:a16="http://schemas.microsoft.com/office/drawing/2014/main" id="{93194AC6-7418-4D86-A892-533307DBD3FD}"/>
              </a:ext>
            </a:extLst>
          </p:cNvPr>
          <p:cNvSpPr>
            <a:spLocks xmlns:a="http://schemas.openxmlformats.org/drawingml/2006/main" noGrp="1"/>
          </p:cNvSpPr>
          <p:nvPr/>
        </p:nvSpPr>
        <p:spPr>
          <a:xfrm xmlns:a="http://schemas.openxmlformats.org/drawingml/2006/main">
            <a:off x="819150" y="2409825"/>
            <a:ext cx="30099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A9BCD0"/>
                </a:solidFill>
                <a:latin typeface="Ubuntu Sans"/>
                <a:ea typeface="Ubuntu Sans"/>
                <a:cs typeface="Ubuntu Sans"/>
              </a:defRPr>
            </a:defPPr>
            <a:lvl1pPr algn="l">
              <a:defRPr sz="1125" b="0">
                <a:solidFill>
                  <a:srgbClr val="A9BCD0"/>
                </a:solidFill>
                <a:latin typeface="Ubuntu Sans"/>
                <a:ea typeface="Ubuntu Sans"/>
                <a:cs typeface="Ubuntu Sans"/>
              </a:defRPr>
            </a:lvl1pPr>
            <a:lvl2pPr algn="l">
              <a:defRPr sz="1125" b="0">
                <a:solidFill>
                  <a:srgbClr val="A9BCD0"/>
                </a:solidFill>
                <a:latin typeface="Ubuntu Sans"/>
                <a:ea typeface="Ubuntu Sans"/>
                <a:cs typeface="Ubuntu Sans"/>
              </a:defRPr>
            </a:lvl2pPr>
            <a:lvl3pPr algn="l">
              <a:defRPr sz="1125" b="0">
                <a:solidFill>
                  <a:srgbClr val="A9BCD0"/>
                </a:solidFill>
                <a:latin typeface="Ubuntu Sans"/>
                <a:ea typeface="Ubuntu Sans"/>
                <a:cs typeface="Ubuntu Sans"/>
              </a:defRPr>
            </a:lvl3pPr>
            <a:lvl4pPr algn="l">
              <a:defRPr sz="1125" b="0">
                <a:solidFill>
                  <a:srgbClr val="A9BCD0"/>
                </a:solidFill>
                <a:latin typeface="Ubuntu Sans"/>
                <a:ea typeface="Ubuntu Sans"/>
                <a:cs typeface="Ubuntu Sans"/>
              </a:defRPr>
            </a:lvl4pPr>
            <a:lvl5pPr algn="l">
              <a:defRPr sz="1125" b="0">
                <a:solidFill>
                  <a:srgbClr val="A9BCD0"/>
                </a:solidFill>
                <a:latin typeface="Ubuntu Sans"/>
                <a:ea typeface="Ubuntu Sans"/>
                <a:cs typeface="Ubuntu Sans"/>
              </a:defRPr>
            </a:lvl5pPr>
            <a:lvl6pPr algn="l">
              <a:defRPr sz="1125" b="0">
                <a:solidFill>
                  <a:srgbClr val="A9BCD0"/>
                </a:solidFill>
                <a:latin typeface="Ubuntu Sans"/>
                <a:ea typeface="Ubuntu Sans"/>
                <a:cs typeface="Ubuntu Sans"/>
              </a:defRPr>
            </a:lvl6pPr>
            <a:lvl7pPr algn="l">
              <a:defRPr sz="1125" b="0">
                <a:solidFill>
                  <a:srgbClr val="A9BCD0"/>
                </a:solidFill>
                <a:latin typeface="Ubuntu Sans"/>
                <a:ea typeface="Ubuntu Sans"/>
                <a:cs typeface="Ubuntu Sans"/>
              </a:defRPr>
            </a:lvl7pPr>
            <a:lvl8pPr algn="l">
              <a:defRPr sz="1125" b="0">
                <a:solidFill>
                  <a:srgbClr val="A9BCD0"/>
                </a:solidFill>
                <a:latin typeface="Ubuntu Sans"/>
                <a:ea typeface="Ubuntu Sans"/>
                <a:cs typeface="Ubuntu Sans"/>
              </a:defRPr>
            </a:lvl8pPr>
            <a:lvl9pPr algn="l">
              <a:defRPr sz="1125" b="0">
                <a:solidFill>
                  <a:srgbClr val="A9BCD0"/>
                </a:solidFill>
                <a:latin typeface="Ubuntu Sans"/>
                <a:ea typeface="Ubuntu Sans"/>
                <a:cs typeface="Ubuntu Sans"/>
              </a:defRPr>
            </a:lvl9pPr>
          </a:lstStyle>
          <a:p xmlns:a="http://schemas.openxmlformats.org/drawingml/2006/main">
            <a:pPr algn="l">
              <a:defRPr sz="1125" b="0">
                <a:solidFill>
                  <a:srgbClr val="A9BCD0"/>
                </a:solidFill>
                <a:latin typeface="Ubuntu Sans"/>
                <a:ea typeface="Ubuntu Sans"/>
                <a:cs typeface="Ubuntu Sans"/>
              </a:defRPr>
            </a:pPr>
            <a:r>
              <a:rPr sz="1125" b="0">
                <a:solidFill>
                  <a:srgbClr val="A9BCD0"/>
                </a:solidFill>
                <a:latin typeface="Ubuntu Sans"/>
                <a:ea typeface="Ubuntu Sans"/>
                <a:cs typeface="Ubuntu Sans"/>
              </a:rPr>
              <a:t>File type, size, authentication and ownership checks</a:t>
            </a:r>
          </a:p>
        </p:txBody>
      </p:sp>
      <p:sp>
        <p:nvSpPr>
          <p:cNvPr id="10" name="">
            <a:extLst xmlns:a="http://schemas.openxmlformats.org/drawingml/2006/main">
              <a:ext uri="{FF2B5EF4-FFF2-40B4-BE49-F238E27FC236}">
                <a16:creationId xmlns:a16="http://schemas.microsoft.com/office/drawing/2014/main" id="{5E25200C-E8C7-429D-AF67-175C241C7795}"/>
              </a:ext>
            </a:extLst>
          </p:cNvPr>
          <p:cNvSpPr>
            <a:spLocks xmlns:a="http://schemas.openxmlformats.org/drawingml/2006/main" noGrp="1"/>
          </p:cNvSpPr>
          <p:nvPr/>
        </p:nvSpPr>
        <p:spPr>
          <a:xfrm xmlns:a="http://schemas.openxmlformats.org/drawingml/2006/main">
            <a:off x="4429125" y="2000250"/>
            <a:ext cx="3333750" cy="1200150"/>
          </a:xfrm>
          <a:prstGeom xmlns:a="http://schemas.openxmlformats.org/drawingml/2006/main" prst="roundRect">
            <a:avLst>
              <a:gd name="adj" fmla="val 9524"/>
            </a:avLst>
          </a:prstGeom>
          <a:solidFill xmlns:a="http://schemas.openxmlformats.org/drawingml/2006/main">
            <a:srgbClr val="10223A"/>
          </a:solidFill>
          <a:ln xmlns:a="http://schemas.openxmlformats.org/drawingml/2006/main" w="11430">
            <a:solidFill>
              <a:srgbClr val="2B4563"/>
            </a:solidFill>
            <a:prstDash val="solid"/>
          </a:ln>
        </p:spPr>
      </p:sp>
      <p:sp>
        <p:nvSpPr>
          <p:cNvPr id="11" name="">
            <a:extLst xmlns:a="http://schemas.openxmlformats.org/drawingml/2006/main">
              <a:ext uri="{FF2B5EF4-FFF2-40B4-BE49-F238E27FC236}">
                <a16:creationId xmlns:a16="http://schemas.microsoft.com/office/drawing/2014/main" id="{FCE7AF96-7E61-4C66-BD7B-CB858D3BB726}"/>
              </a:ext>
            </a:extLst>
          </p:cNvPr>
          <p:cNvSpPr>
            <a:spLocks xmlns:a="http://schemas.openxmlformats.org/drawingml/2006/main" noGrp="1"/>
          </p:cNvSpPr>
          <p:nvPr/>
        </p:nvSpPr>
        <p:spPr>
          <a:xfrm xmlns:a="http://schemas.openxmlformats.org/drawingml/2006/main">
            <a:off x="4429125" y="2000250"/>
            <a:ext cx="66675" cy="1200150"/>
          </a:xfrm>
          <a:prstGeom xmlns:a="http://schemas.openxmlformats.org/drawingml/2006/main" prst="roundRect">
            <a:avLst>
              <a:gd name="adj" fmla="val 50000"/>
            </a:avLst>
          </a:prstGeom>
          <a:solidFill xmlns:a="http://schemas.openxmlformats.org/drawingml/2006/main">
            <a:srgbClr val="8A7CFF"/>
          </a:solidFill>
          <a:ln xmlns:a="http://schemas.openxmlformats.org/drawingml/2006/main" w="0">
            <a:solidFill>
              <a:srgbClr val="8A7CFF"/>
            </a:solidFill>
            <a:prstDash val="solid"/>
          </a:ln>
        </p:spPr>
      </p:sp>
      <p:sp>
        <p:nvSpPr>
          <p:cNvPr id="12" name="">
            <a:extLst xmlns:a="http://schemas.openxmlformats.org/drawingml/2006/main">
              <a:ext uri="{FF2B5EF4-FFF2-40B4-BE49-F238E27FC236}">
                <a16:creationId xmlns:a16="http://schemas.microsoft.com/office/drawing/2014/main" id="{63DAA055-8A01-4F1F-A5E6-3C25D5AECB9E}"/>
              </a:ext>
            </a:extLst>
          </p:cNvPr>
          <p:cNvSpPr>
            <a:spLocks xmlns:a="http://schemas.openxmlformats.org/drawingml/2006/main" noGrp="1"/>
          </p:cNvSpPr>
          <p:nvPr/>
        </p:nvSpPr>
        <p:spPr>
          <a:xfrm xmlns:a="http://schemas.openxmlformats.org/drawingml/2006/main">
            <a:off x="4638675" y="2114550"/>
            <a:ext cx="3009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F4F8FF"/>
                </a:solidFill>
                <a:latin typeface="Ubuntu Sans"/>
                <a:ea typeface="Ubuntu Sans"/>
                <a:cs typeface="Ubuntu Sans"/>
              </a:defRPr>
            </a:defPPr>
            <a:lvl1pPr algn="l">
              <a:defRPr sz="1575" b="1">
                <a:solidFill>
                  <a:srgbClr val="F4F8FF"/>
                </a:solidFill>
                <a:latin typeface="Ubuntu Sans"/>
                <a:ea typeface="Ubuntu Sans"/>
                <a:cs typeface="Ubuntu Sans"/>
              </a:defRPr>
            </a:lvl1pPr>
            <a:lvl2pPr algn="l">
              <a:defRPr sz="1575" b="1">
                <a:solidFill>
                  <a:srgbClr val="F4F8FF"/>
                </a:solidFill>
                <a:latin typeface="Ubuntu Sans"/>
                <a:ea typeface="Ubuntu Sans"/>
                <a:cs typeface="Ubuntu Sans"/>
              </a:defRPr>
            </a:lvl2pPr>
            <a:lvl3pPr algn="l">
              <a:defRPr sz="1575" b="1">
                <a:solidFill>
                  <a:srgbClr val="F4F8FF"/>
                </a:solidFill>
                <a:latin typeface="Ubuntu Sans"/>
                <a:ea typeface="Ubuntu Sans"/>
                <a:cs typeface="Ubuntu Sans"/>
              </a:defRPr>
            </a:lvl3pPr>
            <a:lvl4pPr algn="l">
              <a:defRPr sz="1575" b="1">
                <a:solidFill>
                  <a:srgbClr val="F4F8FF"/>
                </a:solidFill>
                <a:latin typeface="Ubuntu Sans"/>
                <a:ea typeface="Ubuntu Sans"/>
                <a:cs typeface="Ubuntu Sans"/>
              </a:defRPr>
            </a:lvl4pPr>
            <a:lvl5pPr algn="l">
              <a:defRPr sz="1575" b="1">
                <a:solidFill>
                  <a:srgbClr val="F4F8FF"/>
                </a:solidFill>
                <a:latin typeface="Ubuntu Sans"/>
                <a:ea typeface="Ubuntu Sans"/>
                <a:cs typeface="Ubuntu Sans"/>
              </a:defRPr>
            </a:lvl5pPr>
            <a:lvl6pPr algn="l">
              <a:defRPr sz="1575" b="1">
                <a:solidFill>
                  <a:srgbClr val="F4F8FF"/>
                </a:solidFill>
                <a:latin typeface="Ubuntu Sans"/>
                <a:ea typeface="Ubuntu Sans"/>
                <a:cs typeface="Ubuntu Sans"/>
              </a:defRPr>
            </a:lvl6pPr>
            <a:lvl7pPr algn="l">
              <a:defRPr sz="1575" b="1">
                <a:solidFill>
                  <a:srgbClr val="F4F8FF"/>
                </a:solidFill>
                <a:latin typeface="Ubuntu Sans"/>
                <a:ea typeface="Ubuntu Sans"/>
                <a:cs typeface="Ubuntu Sans"/>
              </a:defRPr>
            </a:lvl7pPr>
            <a:lvl8pPr algn="l">
              <a:defRPr sz="1575" b="1">
                <a:solidFill>
                  <a:srgbClr val="F4F8FF"/>
                </a:solidFill>
                <a:latin typeface="Ubuntu Sans"/>
                <a:ea typeface="Ubuntu Sans"/>
                <a:cs typeface="Ubuntu Sans"/>
              </a:defRPr>
            </a:lvl8pPr>
            <a:lvl9pPr algn="l">
              <a:defRPr sz="1575" b="1">
                <a:solidFill>
                  <a:srgbClr val="F4F8FF"/>
                </a:solidFill>
                <a:latin typeface="Ubuntu Sans"/>
                <a:ea typeface="Ubuntu Sans"/>
                <a:cs typeface="Ubuntu Sans"/>
              </a:defRPr>
            </a:lvl9pPr>
          </a:lstStyle>
          <a:p xmlns:a="http://schemas.openxmlformats.org/drawingml/2006/main">
            <a:pPr algn="l">
              <a:defRPr sz="1575" b="1">
                <a:solidFill>
                  <a:srgbClr val="F4F8FF"/>
                </a:solidFill>
                <a:latin typeface="Ubuntu Sans"/>
                <a:ea typeface="Ubuntu Sans"/>
                <a:cs typeface="Ubuntu Sans"/>
              </a:defRPr>
            </a:pPr>
            <a:r>
              <a:rPr sz="1575" b="1">
                <a:solidFill>
                  <a:srgbClr val="F4F8FF"/>
                </a:solidFill>
                <a:latin typeface="Ubuntu Sans"/>
                <a:ea typeface="Ubuntu Sans"/>
                <a:cs typeface="Ubuntu Sans"/>
              </a:rPr>
              <a:t>Private storage</a:t>
            </a:r>
          </a:p>
        </p:txBody>
      </p:sp>
      <p:sp>
        <p:nvSpPr>
          <p:cNvPr id="13" name="">
            <a:extLst xmlns:a="http://schemas.openxmlformats.org/drawingml/2006/main">
              <a:ext uri="{FF2B5EF4-FFF2-40B4-BE49-F238E27FC236}">
                <a16:creationId xmlns:a16="http://schemas.microsoft.com/office/drawing/2014/main" id="{70BF790D-2ABB-488A-886D-BDA018EEE793}"/>
              </a:ext>
            </a:extLst>
          </p:cNvPr>
          <p:cNvSpPr>
            <a:spLocks xmlns:a="http://schemas.openxmlformats.org/drawingml/2006/main" noGrp="1"/>
          </p:cNvSpPr>
          <p:nvPr/>
        </p:nvSpPr>
        <p:spPr>
          <a:xfrm xmlns:a="http://schemas.openxmlformats.org/drawingml/2006/main">
            <a:off x="4638675" y="2409825"/>
            <a:ext cx="30099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A9BCD0"/>
                </a:solidFill>
                <a:latin typeface="Ubuntu Sans"/>
                <a:ea typeface="Ubuntu Sans"/>
                <a:cs typeface="Ubuntu Sans"/>
              </a:defRPr>
            </a:defPPr>
            <a:lvl1pPr algn="l">
              <a:defRPr sz="1125" b="0">
                <a:solidFill>
                  <a:srgbClr val="A9BCD0"/>
                </a:solidFill>
                <a:latin typeface="Ubuntu Sans"/>
                <a:ea typeface="Ubuntu Sans"/>
                <a:cs typeface="Ubuntu Sans"/>
              </a:defRPr>
            </a:lvl1pPr>
            <a:lvl2pPr algn="l">
              <a:defRPr sz="1125" b="0">
                <a:solidFill>
                  <a:srgbClr val="A9BCD0"/>
                </a:solidFill>
                <a:latin typeface="Ubuntu Sans"/>
                <a:ea typeface="Ubuntu Sans"/>
                <a:cs typeface="Ubuntu Sans"/>
              </a:defRPr>
            </a:lvl2pPr>
            <a:lvl3pPr algn="l">
              <a:defRPr sz="1125" b="0">
                <a:solidFill>
                  <a:srgbClr val="A9BCD0"/>
                </a:solidFill>
                <a:latin typeface="Ubuntu Sans"/>
                <a:ea typeface="Ubuntu Sans"/>
                <a:cs typeface="Ubuntu Sans"/>
              </a:defRPr>
            </a:lvl3pPr>
            <a:lvl4pPr algn="l">
              <a:defRPr sz="1125" b="0">
                <a:solidFill>
                  <a:srgbClr val="A9BCD0"/>
                </a:solidFill>
                <a:latin typeface="Ubuntu Sans"/>
                <a:ea typeface="Ubuntu Sans"/>
                <a:cs typeface="Ubuntu Sans"/>
              </a:defRPr>
            </a:lvl4pPr>
            <a:lvl5pPr algn="l">
              <a:defRPr sz="1125" b="0">
                <a:solidFill>
                  <a:srgbClr val="A9BCD0"/>
                </a:solidFill>
                <a:latin typeface="Ubuntu Sans"/>
                <a:ea typeface="Ubuntu Sans"/>
                <a:cs typeface="Ubuntu Sans"/>
              </a:defRPr>
            </a:lvl5pPr>
            <a:lvl6pPr algn="l">
              <a:defRPr sz="1125" b="0">
                <a:solidFill>
                  <a:srgbClr val="A9BCD0"/>
                </a:solidFill>
                <a:latin typeface="Ubuntu Sans"/>
                <a:ea typeface="Ubuntu Sans"/>
                <a:cs typeface="Ubuntu Sans"/>
              </a:defRPr>
            </a:lvl6pPr>
            <a:lvl7pPr algn="l">
              <a:defRPr sz="1125" b="0">
                <a:solidFill>
                  <a:srgbClr val="A9BCD0"/>
                </a:solidFill>
                <a:latin typeface="Ubuntu Sans"/>
                <a:ea typeface="Ubuntu Sans"/>
                <a:cs typeface="Ubuntu Sans"/>
              </a:defRPr>
            </a:lvl7pPr>
            <a:lvl8pPr algn="l">
              <a:defRPr sz="1125" b="0">
                <a:solidFill>
                  <a:srgbClr val="A9BCD0"/>
                </a:solidFill>
                <a:latin typeface="Ubuntu Sans"/>
                <a:ea typeface="Ubuntu Sans"/>
                <a:cs typeface="Ubuntu Sans"/>
              </a:defRPr>
            </a:lvl8pPr>
            <a:lvl9pPr algn="l">
              <a:defRPr sz="1125" b="0">
                <a:solidFill>
                  <a:srgbClr val="A9BCD0"/>
                </a:solidFill>
                <a:latin typeface="Ubuntu Sans"/>
                <a:ea typeface="Ubuntu Sans"/>
                <a:cs typeface="Ubuntu Sans"/>
              </a:defRPr>
            </a:lvl9pPr>
          </a:lstStyle>
          <a:p xmlns:a="http://schemas.openxmlformats.org/drawingml/2006/main">
            <a:pPr algn="l">
              <a:defRPr sz="1125" b="0">
                <a:solidFill>
                  <a:srgbClr val="A9BCD0"/>
                </a:solidFill>
                <a:latin typeface="Ubuntu Sans"/>
                <a:ea typeface="Ubuntu Sans"/>
                <a:cs typeface="Ubuntu Sans"/>
              </a:defRPr>
            </a:pPr>
            <a:r>
              <a:rPr sz="1125" b="0">
                <a:solidFill>
                  <a:srgbClr val="A9BCD0"/>
                </a:solidFill>
                <a:latin typeface="Ubuntu Sans"/>
                <a:ea typeface="Ubuntu Sans"/>
                <a:cs typeface="Ubuntu Sans"/>
              </a:rPr>
              <a:t>Backend service credentials access Supabase buckets</a:t>
            </a:r>
          </a:p>
        </p:txBody>
      </p:sp>
      <p:sp>
        <p:nvSpPr>
          <p:cNvPr id="14" name="">
            <a:extLst xmlns:a="http://schemas.openxmlformats.org/drawingml/2006/main">
              <a:ext uri="{FF2B5EF4-FFF2-40B4-BE49-F238E27FC236}">
                <a16:creationId xmlns:a16="http://schemas.microsoft.com/office/drawing/2014/main" id="{5C12D4A0-9EE7-49CC-935C-DB99B073BE66}"/>
              </a:ext>
            </a:extLst>
          </p:cNvPr>
          <p:cNvSpPr>
            <a:spLocks xmlns:a="http://schemas.openxmlformats.org/drawingml/2006/main" noGrp="1"/>
          </p:cNvSpPr>
          <p:nvPr/>
        </p:nvSpPr>
        <p:spPr>
          <a:xfrm xmlns:a="http://schemas.openxmlformats.org/drawingml/2006/main">
            <a:off x="8248650" y="2000250"/>
            <a:ext cx="3333750" cy="1200150"/>
          </a:xfrm>
          <a:prstGeom xmlns:a="http://schemas.openxmlformats.org/drawingml/2006/main" prst="roundRect">
            <a:avLst>
              <a:gd name="adj" fmla="val 9524"/>
            </a:avLst>
          </a:prstGeom>
          <a:solidFill xmlns:a="http://schemas.openxmlformats.org/drawingml/2006/main">
            <a:srgbClr val="10223A"/>
          </a:solidFill>
          <a:ln xmlns:a="http://schemas.openxmlformats.org/drawingml/2006/main" w="11430">
            <a:solidFill>
              <a:srgbClr val="2B4563"/>
            </a:solidFill>
            <a:prstDash val="solid"/>
          </a:ln>
        </p:spPr>
      </p:sp>
      <p:sp>
        <p:nvSpPr>
          <p:cNvPr id="15" name="">
            <a:extLst xmlns:a="http://schemas.openxmlformats.org/drawingml/2006/main">
              <a:ext uri="{FF2B5EF4-FFF2-40B4-BE49-F238E27FC236}">
                <a16:creationId xmlns:a16="http://schemas.microsoft.com/office/drawing/2014/main" id="{0A5DA8CC-A09F-4CA5-90CD-096A04BABFAB}"/>
              </a:ext>
            </a:extLst>
          </p:cNvPr>
          <p:cNvSpPr>
            <a:spLocks xmlns:a="http://schemas.openxmlformats.org/drawingml/2006/main" noGrp="1"/>
          </p:cNvSpPr>
          <p:nvPr/>
        </p:nvSpPr>
        <p:spPr>
          <a:xfrm xmlns:a="http://schemas.openxmlformats.org/drawingml/2006/main">
            <a:off x="8248650" y="2000250"/>
            <a:ext cx="66675" cy="1200150"/>
          </a:xfrm>
          <a:prstGeom xmlns:a="http://schemas.openxmlformats.org/drawingml/2006/main" prst="roundRect">
            <a:avLst>
              <a:gd name="adj" fmla="val 50000"/>
            </a:avLst>
          </a:prstGeom>
          <a:solidFill xmlns:a="http://schemas.openxmlformats.org/drawingml/2006/main">
            <a:srgbClr val="55D6A5"/>
          </a:solidFill>
          <a:ln xmlns:a="http://schemas.openxmlformats.org/drawingml/2006/main" w="0">
            <a:solidFill>
              <a:srgbClr val="55D6A5"/>
            </a:solidFill>
            <a:prstDash val="solid"/>
          </a:ln>
        </p:spPr>
      </p:sp>
      <p:sp>
        <p:nvSpPr>
          <p:cNvPr id="16" name="">
            <a:extLst xmlns:a="http://schemas.openxmlformats.org/drawingml/2006/main">
              <a:ext uri="{FF2B5EF4-FFF2-40B4-BE49-F238E27FC236}">
                <a16:creationId xmlns:a16="http://schemas.microsoft.com/office/drawing/2014/main" id="{BC8CDFD1-3D9C-498E-A0DB-F9E11DDA71E1}"/>
              </a:ext>
            </a:extLst>
          </p:cNvPr>
          <p:cNvSpPr>
            <a:spLocks xmlns:a="http://schemas.openxmlformats.org/drawingml/2006/main" noGrp="1"/>
          </p:cNvSpPr>
          <p:nvPr/>
        </p:nvSpPr>
        <p:spPr>
          <a:xfrm xmlns:a="http://schemas.openxmlformats.org/drawingml/2006/main">
            <a:off x="8458200" y="2114550"/>
            <a:ext cx="3009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F4F8FF"/>
                </a:solidFill>
                <a:latin typeface="Ubuntu Sans"/>
                <a:ea typeface="Ubuntu Sans"/>
                <a:cs typeface="Ubuntu Sans"/>
              </a:defRPr>
            </a:defPPr>
            <a:lvl1pPr algn="l">
              <a:defRPr sz="1575" b="1">
                <a:solidFill>
                  <a:srgbClr val="F4F8FF"/>
                </a:solidFill>
                <a:latin typeface="Ubuntu Sans"/>
                <a:ea typeface="Ubuntu Sans"/>
                <a:cs typeface="Ubuntu Sans"/>
              </a:defRPr>
            </a:lvl1pPr>
            <a:lvl2pPr algn="l">
              <a:defRPr sz="1575" b="1">
                <a:solidFill>
                  <a:srgbClr val="F4F8FF"/>
                </a:solidFill>
                <a:latin typeface="Ubuntu Sans"/>
                <a:ea typeface="Ubuntu Sans"/>
                <a:cs typeface="Ubuntu Sans"/>
              </a:defRPr>
            </a:lvl2pPr>
            <a:lvl3pPr algn="l">
              <a:defRPr sz="1575" b="1">
                <a:solidFill>
                  <a:srgbClr val="F4F8FF"/>
                </a:solidFill>
                <a:latin typeface="Ubuntu Sans"/>
                <a:ea typeface="Ubuntu Sans"/>
                <a:cs typeface="Ubuntu Sans"/>
              </a:defRPr>
            </a:lvl3pPr>
            <a:lvl4pPr algn="l">
              <a:defRPr sz="1575" b="1">
                <a:solidFill>
                  <a:srgbClr val="F4F8FF"/>
                </a:solidFill>
                <a:latin typeface="Ubuntu Sans"/>
                <a:ea typeface="Ubuntu Sans"/>
                <a:cs typeface="Ubuntu Sans"/>
              </a:defRPr>
            </a:lvl4pPr>
            <a:lvl5pPr algn="l">
              <a:defRPr sz="1575" b="1">
                <a:solidFill>
                  <a:srgbClr val="F4F8FF"/>
                </a:solidFill>
                <a:latin typeface="Ubuntu Sans"/>
                <a:ea typeface="Ubuntu Sans"/>
                <a:cs typeface="Ubuntu Sans"/>
              </a:defRPr>
            </a:lvl5pPr>
            <a:lvl6pPr algn="l">
              <a:defRPr sz="1575" b="1">
                <a:solidFill>
                  <a:srgbClr val="F4F8FF"/>
                </a:solidFill>
                <a:latin typeface="Ubuntu Sans"/>
                <a:ea typeface="Ubuntu Sans"/>
                <a:cs typeface="Ubuntu Sans"/>
              </a:defRPr>
            </a:lvl6pPr>
            <a:lvl7pPr algn="l">
              <a:defRPr sz="1575" b="1">
                <a:solidFill>
                  <a:srgbClr val="F4F8FF"/>
                </a:solidFill>
                <a:latin typeface="Ubuntu Sans"/>
                <a:ea typeface="Ubuntu Sans"/>
                <a:cs typeface="Ubuntu Sans"/>
              </a:defRPr>
            </a:lvl7pPr>
            <a:lvl8pPr algn="l">
              <a:defRPr sz="1575" b="1">
                <a:solidFill>
                  <a:srgbClr val="F4F8FF"/>
                </a:solidFill>
                <a:latin typeface="Ubuntu Sans"/>
                <a:ea typeface="Ubuntu Sans"/>
                <a:cs typeface="Ubuntu Sans"/>
              </a:defRPr>
            </a:lvl8pPr>
            <a:lvl9pPr algn="l">
              <a:defRPr sz="1575" b="1">
                <a:solidFill>
                  <a:srgbClr val="F4F8FF"/>
                </a:solidFill>
                <a:latin typeface="Ubuntu Sans"/>
                <a:ea typeface="Ubuntu Sans"/>
                <a:cs typeface="Ubuntu Sans"/>
              </a:defRPr>
            </a:lvl9pPr>
          </a:lstStyle>
          <a:p xmlns:a="http://schemas.openxmlformats.org/drawingml/2006/main">
            <a:pPr algn="l">
              <a:defRPr sz="1575" b="1">
                <a:solidFill>
                  <a:srgbClr val="F4F8FF"/>
                </a:solidFill>
                <a:latin typeface="Ubuntu Sans"/>
                <a:ea typeface="Ubuntu Sans"/>
                <a:cs typeface="Ubuntu Sans"/>
              </a:defRPr>
            </a:pPr>
            <a:r>
              <a:rPr sz="1575" b="1">
                <a:solidFill>
                  <a:srgbClr val="F4F8FF"/>
                </a:solidFill>
                <a:latin typeface="Ubuntu Sans"/>
                <a:ea typeface="Ubuntu Sans"/>
                <a:cs typeface="Ubuntu Sans"/>
              </a:rPr>
              <a:t>Controlled download</a:t>
            </a:r>
          </a:p>
        </p:txBody>
      </p:sp>
      <p:sp>
        <p:nvSpPr>
          <p:cNvPr id="17" name="">
            <a:extLst xmlns:a="http://schemas.openxmlformats.org/drawingml/2006/main">
              <a:ext uri="{FF2B5EF4-FFF2-40B4-BE49-F238E27FC236}">
                <a16:creationId xmlns:a16="http://schemas.microsoft.com/office/drawing/2014/main" id="{E88A0A3B-8467-4194-98F2-1A8CD47648FF}"/>
              </a:ext>
            </a:extLst>
          </p:cNvPr>
          <p:cNvSpPr>
            <a:spLocks xmlns:a="http://schemas.openxmlformats.org/drawingml/2006/main" noGrp="1"/>
          </p:cNvSpPr>
          <p:nvPr/>
        </p:nvSpPr>
        <p:spPr>
          <a:xfrm xmlns:a="http://schemas.openxmlformats.org/drawingml/2006/main">
            <a:off x="8458200" y="2409825"/>
            <a:ext cx="30099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A9BCD0"/>
                </a:solidFill>
                <a:latin typeface="Ubuntu Sans"/>
                <a:ea typeface="Ubuntu Sans"/>
                <a:cs typeface="Ubuntu Sans"/>
              </a:defRPr>
            </a:defPPr>
            <a:lvl1pPr algn="l">
              <a:defRPr sz="1125" b="0">
                <a:solidFill>
                  <a:srgbClr val="A9BCD0"/>
                </a:solidFill>
                <a:latin typeface="Ubuntu Sans"/>
                <a:ea typeface="Ubuntu Sans"/>
                <a:cs typeface="Ubuntu Sans"/>
              </a:defRPr>
            </a:lvl1pPr>
            <a:lvl2pPr algn="l">
              <a:defRPr sz="1125" b="0">
                <a:solidFill>
                  <a:srgbClr val="A9BCD0"/>
                </a:solidFill>
                <a:latin typeface="Ubuntu Sans"/>
                <a:ea typeface="Ubuntu Sans"/>
                <a:cs typeface="Ubuntu Sans"/>
              </a:defRPr>
            </a:lvl2pPr>
            <a:lvl3pPr algn="l">
              <a:defRPr sz="1125" b="0">
                <a:solidFill>
                  <a:srgbClr val="A9BCD0"/>
                </a:solidFill>
                <a:latin typeface="Ubuntu Sans"/>
                <a:ea typeface="Ubuntu Sans"/>
                <a:cs typeface="Ubuntu Sans"/>
              </a:defRPr>
            </a:lvl3pPr>
            <a:lvl4pPr algn="l">
              <a:defRPr sz="1125" b="0">
                <a:solidFill>
                  <a:srgbClr val="A9BCD0"/>
                </a:solidFill>
                <a:latin typeface="Ubuntu Sans"/>
                <a:ea typeface="Ubuntu Sans"/>
                <a:cs typeface="Ubuntu Sans"/>
              </a:defRPr>
            </a:lvl4pPr>
            <a:lvl5pPr algn="l">
              <a:defRPr sz="1125" b="0">
                <a:solidFill>
                  <a:srgbClr val="A9BCD0"/>
                </a:solidFill>
                <a:latin typeface="Ubuntu Sans"/>
                <a:ea typeface="Ubuntu Sans"/>
                <a:cs typeface="Ubuntu Sans"/>
              </a:defRPr>
            </a:lvl5pPr>
            <a:lvl6pPr algn="l">
              <a:defRPr sz="1125" b="0">
                <a:solidFill>
                  <a:srgbClr val="A9BCD0"/>
                </a:solidFill>
                <a:latin typeface="Ubuntu Sans"/>
                <a:ea typeface="Ubuntu Sans"/>
                <a:cs typeface="Ubuntu Sans"/>
              </a:defRPr>
            </a:lvl6pPr>
            <a:lvl7pPr algn="l">
              <a:defRPr sz="1125" b="0">
                <a:solidFill>
                  <a:srgbClr val="A9BCD0"/>
                </a:solidFill>
                <a:latin typeface="Ubuntu Sans"/>
                <a:ea typeface="Ubuntu Sans"/>
                <a:cs typeface="Ubuntu Sans"/>
              </a:defRPr>
            </a:lvl7pPr>
            <a:lvl8pPr algn="l">
              <a:defRPr sz="1125" b="0">
                <a:solidFill>
                  <a:srgbClr val="A9BCD0"/>
                </a:solidFill>
                <a:latin typeface="Ubuntu Sans"/>
                <a:ea typeface="Ubuntu Sans"/>
                <a:cs typeface="Ubuntu Sans"/>
              </a:defRPr>
            </a:lvl8pPr>
            <a:lvl9pPr algn="l">
              <a:defRPr sz="1125" b="0">
                <a:solidFill>
                  <a:srgbClr val="A9BCD0"/>
                </a:solidFill>
                <a:latin typeface="Ubuntu Sans"/>
                <a:ea typeface="Ubuntu Sans"/>
                <a:cs typeface="Ubuntu Sans"/>
              </a:defRPr>
            </a:lvl9pPr>
          </a:lstStyle>
          <a:p xmlns:a="http://schemas.openxmlformats.org/drawingml/2006/main">
            <a:pPr algn="l">
              <a:defRPr sz="1125" b="0">
                <a:solidFill>
                  <a:srgbClr val="A9BCD0"/>
                </a:solidFill>
                <a:latin typeface="Ubuntu Sans"/>
                <a:ea typeface="Ubuntu Sans"/>
                <a:cs typeface="Ubuntu Sans"/>
              </a:defRPr>
            </a:pPr>
            <a:r>
              <a:rPr sz="1125" b="0">
                <a:solidFill>
                  <a:srgbClr val="A9BCD0"/>
                </a:solidFill>
                <a:latin typeface="Ubuntu Sans"/>
                <a:ea typeface="Ubuntu Sans"/>
                <a:cs typeface="Ubuntu Sans"/>
              </a:rPr>
              <a:t>The API authorizes access before returning an asset</a:t>
            </a:r>
          </a:p>
        </p:txBody>
      </p:sp>
      <p:sp>
        <p:nvSpPr>
          <p:cNvPr id="18" name="">
            <a:extLst xmlns:a="http://schemas.openxmlformats.org/drawingml/2006/main">
              <a:ext uri="{FF2B5EF4-FFF2-40B4-BE49-F238E27FC236}">
                <a16:creationId xmlns:a16="http://schemas.microsoft.com/office/drawing/2014/main" id="{216375B7-56BF-4BBE-BAC9-AA07C0CF1ABA}"/>
              </a:ext>
            </a:extLst>
          </p:cNvPr>
          <p:cNvSpPr>
            <a:spLocks xmlns:a="http://schemas.openxmlformats.org/drawingml/2006/main" noGrp="1"/>
          </p:cNvSpPr>
          <p:nvPr/>
        </p:nvSpPr>
        <p:spPr>
          <a:xfrm xmlns:a="http://schemas.openxmlformats.org/drawingml/2006/main">
            <a:off x="609600" y="3752850"/>
            <a:ext cx="2476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1333"/>
          </a:bodyPr>
          <a:lstStyle xmlns:a="http://schemas.openxmlformats.org/drawingml/2006/main">
            <a:defPPr algn="l">
              <a:defRPr sz="1875" b="1">
                <a:solidFill>
                  <a:srgbClr val="FFCA6A"/>
                </a:solidFill>
                <a:latin typeface="Ubuntu Sans"/>
                <a:ea typeface="Ubuntu Sans"/>
                <a:cs typeface="Ubuntu Sans"/>
              </a:defRPr>
            </a:defPPr>
            <a:lvl1pPr algn="l">
              <a:defRPr sz="1875" b="1">
                <a:solidFill>
                  <a:srgbClr val="FFCA6A"/>
                </a:solidFill>
                <a:latin typeface="Ubuntu Sans"/>
                <a:ea typeface="Ubuntu Sans"/>
                <a:cs typeface="Ubuntu Sans"/>
              </a:defRPr>
            </a:lvl1pPr>
            <a:lvl2pPr algn="l">
              <a:defRPr sz="1875" b="1">
                <a:solidFill>
                  <a:srgbClr val="FFCA6A"/>
                </a:solidFill>
                <a:latin typeface="Ubuntu Sans"/>
                <a:ea typeface="Ubuntu Sans"/>
                <a:cs typeface="Ubuntu Sans"/>
              </a:defRPr>
            </a:lvl2pPr>
            <a:lvl3pPr algn="l">
              <a:defRPr sz="1875" b="1">
                <a:solidFill>
                  <a:srgbClr val="FFCA6A"/>
                </a:solidFill>
                <a:latin typeface="Ubuntu Sans"/>
                <a:ea typeface="Ubuntu Sans"/>
                <a:cs typeface="Ubuntu Sans"/>
              </a:defRPr>
            </a:lvl3pPr>
            <a:lvl4pPr algn="l">
              <a:defRPr sz="1875" b="1">
                <a:solidFill>
                  <a:srgbClr val="FFCA6A"/>
                </a:solidFill>
                <a:latin typeface="Ubuntu Sans"/>
                <a:ea typeface="Ubuntu Sans"/>
                <a:cs typeface="Ubuntu Sans"/>
              </a:defRPr>
            </a:lvl4pPr>
            <a:lvl5pPr algn="l">
              <a:defRPr sz="1875" b="1">
                <a:solidFill>
                  <a:srgbClr val="FFCA6A"/>
                </a:solidFill>
                <a:latin typeface="Ubuntu Sans"/>
                <a:ea typeface="Ubuntu Sans"/>
                <a:cs typeface="Ubuntu Sans"/>
              </a:defRPr>
            </a:lvl5pPr>
            <a:lvl6pPr algn="l">
              <a:defRPr sz="1875" b="1">
                <a:solidFill>
                  <a:srgbClr val="FFCA6A"/>
                </a:solidFill>
                <a:latin typeface="Ubuntu Sans"/>
                <a:ea typeface="Ubuntu Sans"/>
                <a:cs typeface="Ubuntu Sans"/>
              </a:defRPr>
            </a:lvl6pPr>
            <a:lvl7pPr algn="l">
              <a:defRPr sz="1875" b="1">
                <a:solidFill>
                  <a:srgbClr val="FFCA6A"/>
                </a:solidFill>
                <a:latin typeface="Ubuntu Sans"/>
                <a:ea typeface="Ubuntu Sans"/>
                <a:cs typeface="Ubuntu Sans"/>
              </a:defRPr>
            </a:lvl7pPr>
            <a:lvl8pPr algn="l">
              <a:defRPr sz="1875" b="1">
                <a:solidFill>
                  <a:srgbClr val="FFCA6A"/>
                </a:solidFill>
                <a:latin typeface="Ubuntu Sans"/>
                <a:ea typeface="Ubuntu Sans"/>
                <a:cs typeface="Ubuntu Sans"/>
              </a:defRPr>
            </a:lvl8pPr>
            <a:lvl9pPr algn="l">
              <a:defRPr sz="1875" b="1">
                <a:solidFill>
                  <a:srgbClr val="FFCA6A"/>
                </a:solidFill>
                <a:latin typeface="Ubuntu Sans"/>
                <a:ea typeface="Ubuntu Sans"/>
                <a:cs typeface="Ubuntu Sans"/>
              </a:defRPr>
            </a:lvl9pPr>
          </a:lstStyle>
          <a:p xmlns:a="http://schemas.openxmlformats.org/drawingml/2006/main">
            <a:pPr algn="l">
              <a:defRPr sz="1875" b="1">
                <a:solidFill>
                  <a:srgbClr val="FFCA6A"/>
                </a:solidFill>
                <a:latin typeface="Ubuntu Sans"/>
                <a:ea typeface="Ubuntu Sans"/>
                <a:cs typeface="Ubuntu Sans"/>
              </a:defRPr>
            </a:pPr>
            <a:r>
              <a:rPr sz="1875" b="1">
                <a:solidFill>
                  <a:srgbClr val="FFCA6A"/>
                </a:solidFill>
                <a:latin typeface="Ubuntu Sans"/>
                <a:ea typeface="Ubuntu Sans"/>
                <a:cs typeface="Ubuntu Sans"/>
              </a:rPr>
              <a:t>Account lifecycle</a:t>
            </a:r>
          </a:p>
        </p:txBody>
      </p:sp>
      <p:sp>
        <p:nvSpPr>
          <p:cNvPr id="19" name="">
            <a:extLst xmlns:a="http://schemas.openxmlformats.org/drawingml/2006/main">
              <a:ext uri="{FF2B5EF4-FFF2-40B4-BE49-F238E27FC236}">
                <a16:creationId xmlns:a16="http://schemas.microsoft.com/office/drawing/2014/main" id="{434B7653-DC38-4510-87F0-257DB0794452}"/>
              </a:ext>
            </a:extLst>
          </p:cNvPr>
          <p:cNvSpPr>
            <a:spLocks xmlns:a="http://schemas.openxmlformats.org/drawingml/2006/main" noGrp="1"/>
          </p:cNvSpPr>
          <p:nvPr/>
        </p:nvSpPr>
        <p:spPr>
          <a:xfrm xmlns:a="http://schemas.openxmlformats.org/drawingml/2006/main">
            <a:off x="609600" y="4286250"/>
            <a:ext cx="3314700" cy="895350"/>
          </a:xfrm>
          <a:prstGeom xmlns:a="http://schemas.openxmlformats.org/drawingml/2006/main" prst="roundRect">
            <a:avLst>
              <a:gd name="adj" fmla="val 12766"/>
            </a:avLst>
          </a:prstGeom>
          <a:solidFill xmlns:a="http://schemas.openxmlformats.org/drawingml/2006/main">
            <a:srgbClr val="10223A"/>
          </a:solidFill>
          <a:ln xmlns:a="http://schemas.openxmlformats.org/drawingml/2006/main" w="11430">
            <a:solidFill>
              <a:srgbClr val="2B4563"/>
            </a:solidFill>
            <a:prstDash val="solid"/>
          </a:ln>
        </p:spPr>
      </p:sp>
      <p:sp>
        <p:nvSpPr>
          <p:cNvPr id="20" name="">
            <a:extLst xmlns:a="http://schemas.openxmlformats.org/drawingml/2006/main">
              <a:ext uri="{FF2B5EF4-FFF2-40B4-BE49-F238E27FC236}">
                <a16:creationId xmlns:a16="http://schemas.microsoft.com/office/drawing/2014/main" id="{C3E3EC54-844C-4BD4-A3CF-B0C54E89DED3}"/>
              </a:ext>
            </a:extLst>
          </p:cNvPr>
          <p:cNvSpPr>
            <a:spLocks xmlns:a="http://schemas.openxmlformats.org/drawingml/2006/main" noGrp="1"/>
          </p:cNvSpPr>
          <p:nvPr/>
        </p:nvSpPr>
        <p:spPr>
          <a:xfrm xmlns:a="http://schemas.openxmlformats.org/drawingml/2006/main">
            <a:off x="762000" y="4457700"/>
            <a:ext cx="438150" cy="438150"/>
          </a:xfrm>
          <a:prstGeom xmlns:a="http://schemas.openxmlformats.org/drawingml/2006/main" prst="ellipse">
            <a:avLst/>
          </a:prstGeom>
          <a:solidFill xmlns:a="http://schemas.openxmlformats.org/drawingml/2006/main">
            <a:srgbClr val="4FA7FF"/>
          </a:solidFill>
          <a:ln xmlns:a="http://schemas.openxmlformats.org/drawingml/2006/main" w="11430">
            <a:solidFill>
              <a:srgbClr val="4FA7FF"/>
            </a:solidFill>
            <a:prstDash val="solid"/>
          </a:ln>
        </p:spPr>
      </p:sp>
      <p:sp>
        <p:nvSpPr>
          <p:cNvPr id="21" name="">
            <a:extLst xmlns:a="http://schemas.openxmlformats.org/drawingml/2006/main">
              <a:ext uri="{FF2B5EF4-FFF2-40B4-BE49-F238E27FC236}">
                <a16:creationId xmlns:a16="http://schemas.microsoft.com/office/drawing/2014/main" id="{1DA4FC0A-339E-4221-ACA3-39B884ECFEEF}"/>
              </a:ext>
            </a:extLst>
          </p:cNvPr>
          <p:cNvSpPr>
            <a:spLocks xmlns:a="http://schemas.openxmlformats.org/drawingml/2006/main" noGrp="1"/>
          </p:cNvSpPr>
          <p:nvPr/>
        </p:nvSpPr>
        <p:spPr>
          <a:xfrm xmlns:a="http://schemas.openxmlformats.org/drawingml/2006/main">
            <a:off x="762000" y="4457700"/>
            <a:ext cx="4381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ctr">
              <a:defRPr sz="1575" b="1">
                <a:solidFill>
                  <a:srgbClr val="07111F"/>
                </a:solidFill>
                <a:latin typeface="Ubuntu Sans"/>
                <a:ea typeface="Ubuntu Sans"/>
                <a:cs typeface="Ubuntu Sans"/>
              </a:defRPr>
            </a:defPPr>
            <a:lvl1pPr algn="ctr">
              <a:defRPr sz="1575" b="1">
                <a:solidFill>
                  <a:srgbClr val="07111F"/>
                </a:solidFill>
                <a:latin typeface="Ubuntu Sans"/>
                <a:ea typeface="Ubuntu Sans"/>
                <a:cs typeface="Ubuntu Sans"/>
              </a:defRPr>
            </a:lvl1pPr>
            <a:lvl2pPr algn="ctr">
              <a:defRPr sz="1575" b="1">
                <a:solidFill>
                  <a:srgbClr val="07111F"/>
                </a:solidFill>
                <a:latin typeface="Ubuntu Sans"/>
                <a:ea typeface="Ubuntu Sans"/>
                <a:cs typeface="Ubuntu Sans"/>
              </a:defRPr>
            </a:lvl2pPr>
            <a:lvl3pPr algn="ctr">
              <a:defRPr sz="1575" b="1">
                <a:solidFill>
                  <a:srgbClr val="07111F"/>
                </a:solidFill>
                <a:latin typeface="Ubuntu Sans"/>
                <a:ea typeface="Ubuntu Sans"/>
                <a:cs typeface="Ubuntu Sans"/>
              </a:defRPr>
            </a:lvl3pPr>
            <a:lvl4pPr algn="ctr">
              <a:defRPr sz="1575" b="1">
                <a:solidFill>
                  <a:srgbClr val="07111F"/>
                </a:solidFill>
                <a:latin typeface="Ubuntu Sans"/>
                <a:ea typeface="Ubuntu Sans"/>
                <a:cs typeface="Ubuntu Sans"/>
              </a:defRPr>
            </a:lvl4pPr>
            <a:lvl5pPr algn="ctr">
              <a:defRPr sz="1575" b="1">
                <a:solidFill>
                  <a:srgbClr val="07111F"/>
                </a:solidFill>
                <a:latin typeface="Ubuntu Sans"/>
                <a:ea typeface="Ubuntu Sans"/>
                <a:cs typeface="Ubuntu Sans"/>
              </a:defRPr>
            </a:lvl5pPr>
            <a:lvl6pPr algn="ctr">
              <a:defRPr sz="1575" b="1">
                <a:solidFill>
                  <a:srgbClr val="07111F"/>
                </a:solidFill>
                <a:latin typeface="Ubuntu Sans"/>
                <a:ea typeface="Ubuntu Sans"/>
                <a:cs typeface="Ubuntu Sans"/>
              </a:defRPr>
            </a:lvl6pPr>
            <a:lvl7pPr algn="ctr">
              <a:defRPr sz="1575" b="1">
                <a:solidFill>
                  <a:srgbClr val="07111F"/>
                </a:solidFill>
                <a:latin typeface="Ubuntu Sans"/>
                <a:ea typeface="Ubuntu Sans"/>
                <a:cs typeface="Ubuntu Sans"/>
              </a:defRPr>
            </a:lvl7pPr>
            <a:lvl8pPr algn="ctr">
              <a:defRPr sz="1575" b="1">
                <a:solidFill>
                  <a:srgbClr val="07111F"/>
                </a:solidFill>
                <a:latin typeface="Ubuntu Sans"/>
                <a:ea typeface="Ubuntu Sans"/>
                <a:cs typeface="Ubuntu Sans"/>
              </a:defRPr>
            </a:lvl8pPr>
            <a:lvl9pPr algn="ctr">
              <a:defRPr sz="1575" b="1">
                <a:solidFill>
                  <a:srgbClr val="07111F"/>
                </a:solidFill>
                <a:latin typeface="Ubuntu Sans"/>
                <a:ea typeface="Ubuntu Sans"/>
                <a:cs typeface="Ubuntu Sans"/>
              </a:defRPr>
            </a:lvl9pPr>
          </a:lstStyle>
          <a:p xmlns:a="http://schemas.openxmlformats.org/drawingml/2006/main">
            <a:pPr algn="ctr">
              <a:defRPr sz="1575" b="1">
                <a:solidFill>
                  <a:srgbClr val="07111F"/>
                </a:solidFill>
                <a:latin typeface="Ubuntu Sans"/>
                <a:ea typeface="Ubuntu Sans"/>
                <a:cs typeface="Ubuntu Sans"/>
              </a:defRPr>
            </a:pPr>
            <a:r>
              <a:rPr sz="1575" b="1">
                <a:solidFill>
                  <a:srgbClr val="07111F"/>
                </a:solidFill>
                <a:latin typeface="Ubuntu Sans"/>
                <a:ea typeface="Ubuntu Sans"/>
                <a:cs typeface="Ubuntu Sans"/>
              </a:rPr>
              <a:t>1</a:t>
            </a:r>
          </a:p>
        </p:txBody>
      </p:sp>
      <p:sp>
        <p:nvSpPr>
          <p:cNvPr id="22" name="">
            <a:extLst xmlns:a="http://schemas.openxmlformats.org/drawingml/2006/main">
              <a:ext uri="{FF2B5EF4-FFF2-40B4-BE49-F238E27FC236}">
                <a16:creationId xmlns:a16="http://schemas.microsoft.com/office/drawing/2014/main" id="{090CB642-9A85-4525-96B1-D127C4EDB942}"/>
              </a:ext>
            </a:extLst>
          </p:cNvPr>
          <p:cNvSpPr>
            <a:spLocks xmlns:a="http://schemas.openxmlformats.org/drawingml/2006/main" noGrp="1"/>
          </p:cNvSpPr>
          <p:nvPr/>
        </p:nvSpPr>
        <p:spPr>
          <a:xfrm xmlns:a="http://schemas.openxmlformats.org/drawingml/2006/main">
            <a:off x="1333500" y="4400550"/>
            <a:ext cx="24574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000"/>
          </a:bodyPr>
          <a:lstStyle xmlns:a="http://schemas.openxmlformats.org/drawingml/2006/main">
            <a:defPPr algn="l">
              <a:defRPr sz="1500" b="1">
                <a:solidFill>
                  <a:srgbClr val="F4F8FF"/>
                </a:solidFill>
                <a:latin typeface="Ubuntu Sans"/>
                <a:ea typeface="Ubuntu Sans"/>
                <a:cs typeface="Ubuntu Sans"/>
              </a:defRPr>
            </a:defPPr>
            <a:lvl1pPr algn="l">
              <a:defRPr sz="1500" b="1">
                <a:solidFill>
                  <a:srgbClr val="F4F8FF"/>
                </a:solidFill>
                <a:latin typeface="Ubuntu Sans"/>
                <a:ea typeface="Ubuntu Sans"/>
                <a:cs typeface="Ubuntu Sans"/>
              </a:defRPr>
            </a:lvl1pPr>
            <a:lvl2pPr algn="l">
              <a:defRPr sz="1500" b="1">
                <a:solidFill>
                  <a:srgbClr val="F4F8FF"/>
                </a:solidFill>
                <a:latin typeface="Ubuntu Sans"/>
                <a:ea typeface="Ubuntu Sans"/>
                <a:cs typeface="Ubuntu Sans"/>
              </a:defRPr>
            </a:lvl2pPr>
            <a:lvl3pPr algn="l">
              <a:defRPr sz="1500" b="1">
                <a:solidFill>
                  <a:srgbClr val="F4F8FF"/>
                </a:solidFill>
                <a:latin typeface="Ubuntu Sans"/>
                <a:ea typeface="Ubuntu Sans"/>
                <a:cs typeface="Ubuntu Sans"/>
              </a:defRPr>
            </a:lvl3pPr>
            <a:lvl4pPr algn="l">
              <a:defRPr sz="1500" b="1">
                <a:solidFill>
                  <a:srgbClr val="F4F8FF"/>
                </a:solidFill>
                <a:latin typeface="Ubuntu Sans"/>
                <a:ea typeface="Ubuntu Sans"/>
                <a:cs typeface="Ubuntu Sans"/>
              </a:defRPr>
            </a:lvl4pPr>
            <a:lvl5pPr algn="l">
              <a:defRPr sz="1500" b="1">
                <a:solidFill>
                  <a:srgbClr val="F4F8FF"/>
                </a:solidFill>
                <a:latin typeface="Ubuntu Sans"/>
                <a:ea typeface="Ubuntu Sans"/>
                <a:cs typeface="Ubuntu Sans"/>
              </a:defRPr>
            </a:lvl5pPr>
            <a:lvl6pPr algn="l">
              <a:defRPr sz="1500" b="1">
                <a:solidFill>
                  <a:srgbClr val="F4F8FF"/>
                </a:solidFill>
                <a:latin typeface="Ubuntu Sans"/>
                <a:ea typeface="Ubuntu Sans"/>
                <a:cs typeface="Ubuntu Sans"/>
              </a:defRPr>
            </a:lvl6pPr>
            <a:lvl7pPr algn="l">
              <a:defRPr sz="1500" b="1">
                <a:solidFill>
                  <a:srgbClr val="F4F8FF"/>
                </a:solidFill>
                <a:latin typeface="Ubuntu Sans"/>
                <a:ea typeface="Ubuntu Sans"/>
                <a:cs typeface="Ubuntu Sans"/>
              </a:defRPr>
            </a:lvl7pPr>
            <a:lvl8pPr algn="l">
              <a:defRPr sz="1500" b="1">
                <a:solidFill>
                  <a:srgbClr val="F4F8FF"/>
                </a:solidFill>
                <a:latin typeface="Ubuntu Sans"/>
                <a:ea typeface="Ubuntu Sans"/>
                <a:cs typeface="Ubuntu Sans"/>
              </a:defRPr>
            </a:lvl8pPr>
            <a:lvl9pPr algn="l">
              <a:defRPr sz="1500" b="1">
                <a:solidFill>
                  <a:srgbClr val="F4F8FF"/>
                </a:solidFill>
                <a:latin typeface="Ubuntu Sans"/>
                <a:ea typeface="Ubuntu Sans"/>
                <a:cs typeface="Ubuntu Sans"/>
              </a:defRPr>
            </a:lvl9pPr>
          </a:lstStyle>
          <a:p xmlns:a="http://schemas.openxmlformats.org/drawingml/2006/main">
            <a:pPr algn="l">
              <a:defRPr sz="1500" b="1">
                <a:solidFill>
                  <a:srgbClr val="F4F8FF"/>
                </a:solidFill>
                <a:latin typeface="Ubuntu Sans"/>
                <a:ea typeface="Ubuntu Sans"/>
                <a:cs typeface="Ubuntu Sans"/>
              </a:defRPr>
            </a:pPr>
            <a:r>
              <a:rPr sz="1500" b="1">
                <a:solidFill>
                  <a:srgbClr val="F4F8FF"/>
                </a:solidFill>
                <a:latin typeface="Ubuntu Sans"/>
                <a:ea typeface="Ubuntu Sans"/>
                <a:cs typeface="Ubuntu Sans"/>
              </a:rPr>
              <a:t>Export</a:t>
            </a:r>
          </a:p>
        </p:txBody>
      </p:sp>
      <p:sp>
        <p:nvSpPr>
          <p:cNvPr id="23" name="">
            <a:extLst xmlns:a="http://schemas.openxmlformats.org/drawingml/2006/main">
              <a:ext uri="{FF2B5EF4-FFF2-40B4-BE49-F238E27FC236}">
                <a16:creationId xmlns:a16="http://schemas.microsoft.com/office/drawing/2014/main" id="{27BFD694-E70C-4F06-9C38-E2E6518FBF9A}"/>
              </a:ext>
            </a:extLst>
          </p:cNvPr>
          <p:cNvSpPr>
            <a:spLocks xmlns:a="http://schemas.openxmlformats.org/drawingml/2006/main" noGrp="1"/>
          </p:cNvSpPr>
          <p:nvPr/>
        </p:nvSpPr>
        <p:spPr>
          <a:xfrm xmlns:a="http://schemas.openxmlformats.org/drawingml/2006/main">
            <a:off x="1333500" y="4705350"/>
            <a:ext cx="24574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050" b="0">
                <a:solidFill>
                  <a:srgbClr val="A9BCD0"/>
                </a:solidFill>
                <a:latin typeface="Ubuntu Sans"/>
                <a:ea typeface="Ubuntu Sans"/>
                <a:cs typeface="Ubuntu Sans"/>
              </a:defRPr>
            </a:defPPr>
            <a:lvl1pPr algn="l">
              <a:defRPr sz="1050" b="0">
                <a:solidFill>
                  <a:srgbClr val="A9BCD0"/>
                </a:solidFill>
                <a:latin typeface="Ubuntu Sans"/>
                <a:ea typeface="Ubuntu Sans"/>
                <a:cs typeface="Ubuntu Sans"/>
              </a:defRPr>
            </a:lvl1pPr>
            <a:lvl2pPr algn="l">
              <a:defRPr sz="1050" b="0">
                <a:solidFill>
                  <a:srgbClr val="A9BCD0"/>
                </a:solidFill>
                <a:latin typeface="Ubuntu Sans"/>
                <a:ea typeface="Ubuntu Sans"/>
                <a:cs typeface="Ubuntu Sans"/>
              </a:defRPr>
            </a:lvl2pPr>
            <a:lvl3pPr algn="l">
              <a:defRPr sz="1050" b="0">
                <a:solidFill>
                  <a:srgbClr val="A9BCD0"/>
                </a:solidFill>
                <a:latin typeface="Ubuntu Sans"/>
                <a:ea typeface="Ubuntu Sans"/>
                <a:cs typeface="Ubuntu Sans"/>
              </a:defRPr>
            </a:lvl3pPr>
            <a:lvl4pPr algn="l">
              <a:defRPr sz="1050" b="0">
                <a:solidFill>
                  <a:srgbClr val="A9BCD0"/>
                </a:solidFill>
                <a:latin typeface="Ubuntu Sans"/>
                <a:ea typeface="Ubuntu Sans"/>
                <a:cs typeface="Ubuntu Sans"/>
              </a:defRPr>
            </a:lvl4pPr>
            <a:lvl5pPr algn="l">
              <a:defRPr sz="1050" b="0">
                <a:solidFill>
                  <a:srgbClr val="A9BCD0"/>
                </a:solidFill>
                <a:latin typeface="Ubuntu Sans"/>
                <a:ea typeface="Ubuntu Sans"/>
                <a:cs typeface="Ubuntu Sans"/>
              </a:defRPr>
            </a:lvl5pPr>
            <a:lvl6pPr algn="l">
              <a:defRPr sz="1050" b="0">
                <a:solidFill>
                  <a:srgbClr val="A9BCD0"/>
                </a:solidFill>
                <a:latin typeface="Ubuntu Sans"/>
                <a:ea typeface="Ubuntu Sans"/>
                <a:cs typeface="Ubuntu Sans"/>
              </a:defRPr>
            </a:lvl6pPr>
            <a:lvl7pPr algn="l">
              <a:defRPr sz="1050" b="0">
                <a:solidFill>
                  <a:srgbClr val="A9BCD0"/>
                </a:solidFill>
                <a:latin typeface="Ubuntu Sans"/>
                <a:ea typeface="Ubuntu Sans"/>
                <a:cs typeface="Ubuntu Sans"/>
              </a:defRPr>
            </a:lvl7pPr>
            <a:lvl8pPr algn="l">
              <a:defRPr sz="1050" b="0">
                <a:solidFill>
                  <a:srgbClr val="A9BCD0"/>
                </a:solidFill>
                <a:latin typeface="Ubuntu Sans"/>
                <a:ea typeface="Ubuntu Sans"/>
                <a:cs typeface="Ubuntu Sans"/>
              </a:defRPr>
            </a:lvl8pPr>
            <a:lvl9pPr algn="l">
              <a:defRPr sz="1050" b="0">
                <a:solidFill>
                  <a:srgbClr val="A9BCD0"/>
                </a:solidFill>
                <a:latin typeface="Ubuntu Sans"/>
                <a:ea typeface="Ubuntu Sans"/>
                <a:cs typeface="Ubuntu Sans"/>
              </a:defRPr>
            </a:lvl9pPr>
          </a:lstStyle>
          <a:p xmlns:a="http://schemas.openxmlformats.org/drawingml/2006/main">
            <a:pPr algn="l">
              <a:defRPr sz="1050" b="0">
                <a:solidFill>
                  <a:srgbClr val="A9BCD0"/>
                </a:solidFill>
                <a:latin typeface="Ubuntu Sans"/>
                <a:ea typeface="Ubuntu Sans"/>
                <a:cs typeface="Ubuntu Sans"/>
              </a:defRPr>
            </a:pPr>
            <a:r>
              <a:rPr sz="1050" b="0">
                <a:solidFill>
                  <a:srgbClr val="A9BCD0"/>
                </a:solidFill>
                <a:latin typeface="Ubuntu Sans"/>
                <a:ea typeface="Ubuntu Sans"/>
                <a:cs typeface="Ubuntu Sans"/>
              </a:rPr>
              <a:t>JSON, CSV, and XML account data</a:t>
            </a:r>
          </a:p>
        </p:txBody>
      </p:sp>
      <p:sp>
        <p:nvSpPr>
          <p:cNvPr id="24" name="">
            <a:extLst xmlns:a="http://schemas.openxmlformats.org/drawingml/2006/main">
              <a:ext uri="{FF2B5EF4-FFF2-40B4-BE49-F238E27FC236}">
                <a16:creationId xmlns:a16="http://schemas.microsoft.com/office/drawing/2014/main" id="{5AEA3EFF-EA93-4311-AECE-AAF298052E02}"/>
              </a:ext>
            </a:extLst>
          </p:cNvPr>
          <p:cNvSpPr>
            <a:spLocks xmlns:a="http://schemas.openxmlformats.org/drawingml/2006/main" noGrp="1"/>
          </p:cNvSpPr>
          <p:nvPr/>
        </p:nvSpPr>
        <p:spPr>
          <a:xfrm xmlns:a="http://schemas.openxmlformats.org/drawingml/2006/main">
            <a:off x="4438650" y="4286250"/>
            <a:ext cx="3314700" cy="895350"/>
          </a:xfrm>
          <a:prstGeom xmlns:a="http://schemas.openxmlformats.org/drawingml/2006/main" prst="roundRect">
            <a:avLst>
              <a:gd name="adj" fmla="val 12766"/>
            </a:avLst>
          </a:prstGeom>
          <a:solidFill xmlns:a="http://schemas.openxmlformats.org/drawingml/2006/main">
            <a:srgbClr val="10223A"/>
          </a:solidFill>
          <a:ln xmlns:a="http://schemas.openxmlformats.org/drawingml/2006/main" w="11430">
            <a:solidFill>
              <a:srgbClr val="2B4563"/>
            </a:solidFill>
            <a:prstDash val="solid"/>
          </a:ln>
        </p:spPr>
      </p:sp>
      <p:sp>
        <p:nvSpPr>
          <p:cNvPr id="25" name="">
            <a:extLst xmlns:a="http://schemas.openxmlformats.org/drawingml/2006/main">
              <a:ext uri="{FF2B5EF4-FFF2-40B4-BE49-F238E27FC236}">
                <a16:creationId xmlns:a16="http://schemas.microsoft.com/office/drawing/2014/main" id="{C5F86241-2EF8-4D41-8962-5C00A33B77B8}"/>
              </a:ext>
            </a:extLst>
          </p:cNvPr>
          <p:cNvSpPr>
            <a:spLocks xmlns:a="http://schemas.openxmlformats.org/drawingml/2006/main" noGrp="1"/>
          </p:cNvSpPr>
          <p:nvPr/>
        </p:nvSpPr>
        <p:spPr>
          <a:xfrm xmlns:a="http://schemas.openxmlformats.org/drawingml/2006/main">
            <a:off x="4591050" y="4457700"/>
            <a:ext cx="438150" cy="438150"/>
          </a:xfrm>
          <a:prstGeom xmlns:a="http://schemas.openxmlformats.org/drawingml/2006/main" prst="ellipse">
            <a:avLst/>
          </a:prstGeom>
          <a:solidFill xmlns:a="http://schemas.openxmlformats.org/drawingml/2006/main">
            <a:srgbClr val="FF7B8A"/>
          </a:solidFill>
          <a:ln xmlns:a="http://schemas.openxmlformats.org/drawingml/2006/main" w="11430">
            <a:solidFill>
              <a:srgbClr val="FF7B8A"/>
            </a:solidFill>
            <a:prstDash val="solid"/>
          </a:ln>
        </p:spPr>
      </p:sp>
      <p:sp>
        <p:nvSpPr>
          <p:cNvPr id="26" name="">
            <a:extLst xmlns:a="http://schemas.openxmlformats.org/drawingml/2006/main">
              <a:ext uri="{FF2B5EF4-FFF2-40B4-BE49-F238E27FC236}">
                <a16:creationId xmlns:a16="http://schemas.microsoft.com/office/drawing/2014/main" id="{40BC2087-3FF6-4676-8EC5-7E3968CAC263}"/>
              </a:ext>
            </a:extLst>
          </p:cNvPr>
          <p:cNvSpPr>
            <a:spLocks xmlns:a="http://schemas.openxmlformats.org/drawingml/2006/main" noGrp="1"/>
          </p:cNvSpPr>
          <p:nvPr/>
        </p:nvSpPr>
        <p:spPr>
          <a:xfrm xmlns:a="http://schemas.openxmlformats.org/drawingml/2006/main">
            <a:off x="4591050" y="4457700"/>
            <a:ext cx="4381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ctr">
              <a:defRPr sz="1575" b="1">
                <a:solidFill>
                  <a:srgbClr val="07111F"/>
                </a:solidFill>
                <a:latin typeface="Ubuntu Sans"/>
                <a:ea typeface="Ubuntu Sans"/>
                <a:cs typeface="Ubuntu Sans"/>
              </a:defRPr>
            </a:defPPr>
            <a:lvl1pPr algn="ctr">
              <a:defRPr sz="1575" b="1">
                <a:solidFill>
                  <a:srgbClr val="07111F"/>
                </a:solidFill>
                <a:latin typeface="Ubuntu Sans"/>
                <a:ea typeface="Ubuntu Sans"/>
                <a:cs typeface="Ubuntu Sans"/>
              </a:defRPr>
            </a:lvl1pPr>
            <a:lvl2pPr algn="ctr">
              <a:defRPr sz="1575" b="1">
                <a:solidFill>
                  <a:srgbClr val="07111F"/>
                </a:solidFill>
                <a:latin typeface="Ubuntu Sans"/>
                <a:ea typeface="Ubuntu Sans"/>
                <a:cs typeface="Ubuntu Sans"/>
              </a:defRPr>
            </a:lvl2pPr>
            <a:lvl3pPr algn="ctr">
              <a:defRPr sz="1575" b="1">
                <a:solidFill>
                  <a:srgbClr val="07111F"/>
                </a:solidFill>
                <a:latin typeface="Ubuntu Sans"/>
                <a:ea typeface="Ubuntu Sans"/>
                <a:cs typeface="Ubuntu Sans"/>
              </a:defRPr>
            </a:lvl3pPr>
            <a:lvl4pPr algn="ctr">
              <a:defRPr sz="1575" b="1">
                <a:solidFill>
                  <a:srgbClr val="07111F"/>
                </a:solidFill>
                <a:latin typeface="Ubuntu Sans"/>
                <a:ea typeface="Ubuntu Sans"/>
                <a:cs typeface="Ubuntu Sans"/>
              </a:defRPr>
            </a:lvl4pPr>
            <a:lvl5pPr algn="ctr">
              <a:defRPr sz="1575" b="1">
                <a:solidFill>
                  <a:srgbClr val="07111F"/>
                </a:solidFill>
                <a:latin typeface="Ubuntu Sans"/>
                <a:ea typeface="Ubuntu Sans"/>
                <a:cs typeface="Ubuntu Sans"/>
              </a:defRPr>
            </a:lvl5pPr>
            <a:lvl6pPr algn="ctr">
              <a:defRPr sz="1575" b="1">
                <a:solidFill>
                  <a:srgbClr val="07111F"/>
                </a:solidFill>
                <a:latin typeface="Ubuntu Sans"/>
                <a:ea typeface="Ubuntu Sans"/>
                <a:cs typeface="Ubuntu Sans"/>
              </a:defRPr>
            </a:lvl6pPr>
            <a:lvl7pPr algn="ctr">
              <a:defRPr sz="1575" b="1">
                <a:solidFill>
                  <a:srgbClr val="07111F"/>
                </a:solidFill>
                <a:latin typeface="Ubuntu Sans"/>
                <a:ea typeface="Ubuntu Sans"/>
                <a:cs typeface="Ubuntu Sans"/>
              </a:defRPr>
            </a:lvl7pPr>
            <a:lvl8pPr algn="ctr">
              <a:defRPr sz="1575" b="1">
                <a:solidFill>
                  <a:srgbClr val="07111F"/>
                </a:solidFill>
                <a:latin typeface="Ubuntu Sans"/>
                <a:ea typeface="Ubuntu Sans"/>
                <a:cs typeface="Ubuntu Sans"/>
              </a:defRPr>
            </a:lvl8pPr>
            <a:lvl9pPr algn="ctr">
              <a:defRPr sz="1575" b="1">
                <a:solidFill>
                  <a:srgbClr val="07111F"/>
                </a:solidFill>
                <a:latin typeface="Ubuntu Sans"/>
                <a:ea typeface="Ubuntu Sans"/>
                <a:cs typeface="Ubuntu Sans"/>
              </a:defRPr>
            </a:lvl9pPr>
          </a:lstStyle>
          <a:p xmlns:a="http://schemas.openxmlformats.org/drawingml/2006/main">
            <a:pPr algn="ctr">
              <a:defRPr sz="1575" b="1">
                <a:solidFill>
                  <a:srgbClr val="07111F"/>
                </a:solidFill>
                <a:latin typeface="Ubuntu Sans"/>
                <a:ea typeface="Ubuntu Sans"/>
                <a:cs typeface="Ubuntu Sans"/>
              </a:defRPr>
            </a:pPr>
            <a:r>
              <a:rPr sz="1575" b="1">
                <a:solidFill>
                  <a:srgbClr val="07111F"/>
                </a:solidFill>
                <a:latin typeface="Ubuntu Sans"/>
                <a:ea typeface="Ubuntu Sans"/>
                <a:cs typeface="Ubuntu Sans"/>
              </a:rPr>
              <a:t>2</a:t>
            </a:r>
          </a:p>
        </p:txBody>
      </p:sp>
      <p:sp>
        <p:nvSpPr>
          <p:cNvPr id="27" name="">
            <a:extLst xmlns:a="http://schemas.openxmlformats.org/drawingml/2006/main">
              <a:ext uri="{FF2B5EF4-FFF2-40B4-BE49-F238E27FC236}">
                <a16:creationId xmlns:a16="http://schemas.microsoft.com/office/drawing/2014/main" id="{7D52FB51-E937-420A-A216-2C04DAE3E45A}"/>
              </a:ext>
            </a:extLst>
          </p:cNvPr>
          <p:cNvSpPr>
            <a:spLocks xmlns:a="http://schemas.openxmlformats.org/drawingml/2006/main" noGrp="1"/>
          </p:cNvSpPr>
          <p:nvPr/>
        </p:nvSpPr>
        <p:spPr>
          <a:xfrm xmlns:a="http://schemas.openxmlformats.org/drawingml/2006/main">
            <a:off x="5162550" y="4400550"/>
            <a:ext cx="24574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000"/>
          </a:bodyPr>
          <a:lstStyle xmlns:a="http://schemas.openxmlformats.org/drawingml/2006/main">
            <a:defPPr algn="l">
              <a:defRPr sz="1500" b="1">
                <a:solidFill>
                  <a:srgbClr val="F4F8FF"/>
                </a:solidFill>
                <a:latin typeface="Ubuntu Sans"/>
                <a:ea typeface="Ubuntu Sans"/>
                <a:cs typeface="Ubuntu Sans"/>
              </a:defRPr>
            </a:defPPr>
            <a:lvl1pPr algn="l">
              <a:defRPr sz="1500" b="1">
                <a:solidFill>
                  <a:srgbClr val="F4F8FF"/>
                </a:solidFill>
                <a:latin typeface="Ubuntu Sans"/>
                <a:ea typeface="Ubuntu Sans"/>
                <a:cs typeface="Ubuntu Sans"/>
              </a:defRPr>
            </a:lvl1pPr>
            <a:lvl2pPr algn="l">
              <a:defRPr sz="1500" b="1">
                <a:solidFill>
                  <a:srgbClr val="F4F8FF"/>
                </a:solidFill>
                <a:latin typeface="Ubuntu Sans"/>
                <a:ea typeface="Ubuntu Sans"/>
                <a:cs typeface="Ubuntu Sans"/>
              </a:defRPr>
            </a:lvl2pPr>
            <a:lvl3pPr algn="l">
              <a:defRPr sz="1500" b="1">
                <a:solidFill>
                  <a:srgbClr val="F4F8FF"/>
                </a:solidFill>
                <a:latin typeface="Ubuntu Sans"/>
                <a:ea typeface="Ubuntu Sans"/>
                <a:cs typeface="Ubuntu Sans"/>
              </a:defRPr>
            </a:lvl3pPr>
            <a:lvl4pPr algn="l">
              <a:defRPr sz="1500" b="1">
                <a:solidFill>
                  <a:srgbClr val="F4F8FF"/>
                </a:solidFill>
                <a:latin typeface="Ubuntu Sans"/>
                <a:ea typeface="Ubuntu Sans"/>
                <a:cs typeface="Ubuntu Sans"/>
              </a:defRPr>
            </a:lvl4pPr>
            <a:lvl5pPr algn="l">
              <a:defRPr sz="1500" b="1">
                <a:solidFill>
                  <a:srgbClr val="F4F8FF"/>
                </a:solidFill>
                <a:latin typeface="Ubuntu Sans"/>
                <a:ea typeface="Ubuntu Sans"/>
                <a:cs typeface="Ubuntu Sans"/>
              </a:defRPr>
            </a:lvl5pPr>
            <a:lvl6pPr algn="l">
              <a:defRPr sz="1500" b="1">
                <a:solidFill>
                  <a:srgbClr val="F4F8FF"/>
                </a:solidFill>
                <a:latin typeface="Ubuntu Sans"/>
                <a:ea typeface="Ubuntu Sans"/>
                <a:cs typeface="Ubuntu Sans"/>
              </a:defRPr>
            </a:lvl6pPr>
            <a:lvl7pPr algn="l">
              <a:defRPr sz="1500" b="1">
                <a:solidFill>
                  <a:srgbClr val="F4F8FF"/>
                </a:solidFill>
                <a:latin typeface="Ubuntu Sans"/>
                <a:ea typeface="Ubuntu Sans"/>
                <a:cs typeface="Ubuntu Sans"/>
              </a:defRPr>
            </a:lvl7pPr>
            <a:lvl8pPr algn="l">
              <a:defRPr sz="1500" b="1">
                <a:solidFill>
                  <a:srgbClr val="F4F8FF"/>
                </a:solidFill>
                <a:latin typeface="Ubuntu Sans"/>
                <a:ea typeface="Ubuntu Sans"/>
                <a:cs typeface="Ubuntu Sans"/>
              </a:defRPr>
            </a:lvl8pPr>
            <a:lvl9pPr algn="l">
              <a:defRPr sz="1500" b="1">
                <a:solidFill>
                  <a:srgbClr val="F4F8FF"/>
                </a:solidFill>
                <a:latin typeface="Ubuntu Sans"/>
                <a:ea typeface="Ubuntu Sans"/>
                <a:cs typeface="Ubuntu Sans"/>
              </a:defRPr>
            </a:lvl9pPr>
          </a:lstStyle>
          <a:p xmlns:a="http://schemas.openxmlformats.org/drawingml/2006/main">
            <a:pPr algn="l">
              <a:defRPr sz="1500" b="1">
                <a:solidFill>
                  <a:srgbClr val="F4F8FF"/>
                </a:solidFill>
                <a:latin typeface="Ubuntu Sans"/>
                <a:ea typeface="Ubuntu Sans"/>
                <a:cs typeface="Ubuntu Sans"/>
              </a:defRPr>
            </a:pPr>
            <a:r>
              <a:rPr sz="1500" b="1">
                <a:solidFill>
                  <a:srgbClr val="F4F8FF"/>
                </a:solidFill>
                <a:latin typeface="Ubuntu Sans"/>
                <a:ea typeface="Ubuntu Sans"/>
                <a:cs typeface="Ubuntu Sans"/>
              </a:rPr>
              <a:t>Schedule deletion</a:t>
            </a:r>
          </a:p>
        </p:txBody>
      </p:sp>
      <p:sp>
        <p:nvSpPr>
          <p:cNvPr id="28" name="">
            <a:extLst xmlns:a="http://schemas.openxmlformats.org/drawingml/2006/main">
              <a:ext uri="{FF2B5EF4-FFF2-40B4-BE49-F238E27FC236}">
                <a16:creationId xmlns:a16="http://schemas.microsoft.com/office/drawing/2014/main" id="{9958DCD8-705E-4B45-853C-3B0B6F06E262}"/>
              </a:ext>
            </a:extLst>
          </p:cNvPr>
          <p:cNvSpPr>
            <a:spLocks xmlns:a="http://schemas.openxmlformats.org/drawingml/2006/main" noGrp="1"/>
          </p:cNvSpPr>
          <p:nvPr/>
        </p:nvSpPr>
        <p:spPr>
          <a:xfrm xmlns:a="http://schemas.openxmlformats.org/drawingml/2006/main">
            <a:off x="5162550" y="4705350"/>
            <a:ext cx="24574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4524"/>
          </a:bodyPr>
          <a:lstStyle xmlns:a="http://schemas.openxmlformats.org/drawingml/2006/main">
            <a:defPPr algn="l">
              <a:defRPr sz="1050" b="0">
                <a:solidFill>
                  <a:srgbClr val="A9BCD0"/>
                </a:solidFill>
                <a:latin typeface="Ubuntu Sans"/>
                <a:ea typeface="Ubuntu Sans"/>
                <a:cs typeface="Ubuntu Sans"/>
              </a:defRPr>
            </a:defPPr>
            <a:lvl1pPr algn="l">
              <a:defRPr sz="1050" b="0">
                <a:solidFill>
                  <a:srgbClr val="A9BCD0"/>
                </a:solidFill>
                <a:latin typeface="Ubuntu Sans"/>
                <a:ea typeface="Ubuntu Sans"/>
                <a:cs typeface="Ubuntu Sans"/>
              </a:defRPr>
            </a:lvl1pPr>
            <a:lvl2pPr algn="l">
              <a:defRPr sz="1050" b="0">
                <a:solidFill>
                  <a:srgbClr val="A9BCD0"/>
                </a:solidFill>
                <a:latin typeface="Ubuntu Sans"/>
                <a:ea typeface="Ubuntu Sans"/>
                <a:cs typeface="Ubuntu Sans"/>
              </a:defRPr>
            </a:lvl2pPr>
            <a:lvl3pPr algn="l">
              <a:defRPr sz="1050" b="0">
                <a:solidFill>
                  <a:srgbClr val="A9BCD0"/>
                </a:solidFill>
                <a:latin typeface="Ubuntu Sans"/>
                <a:ea typeface="Ubuntu Sans"/>
                <a:cs typeface="Ubuntu Sans"/>
              </a:defRPr>
            </a:lvl3pPr>
            <a:lvl4pPr algn="l">
              <a:defRPr sz="1050" b="0">
                <a:solidFill>
                  <a:srgbClr val="A9BCD0"/>
                </a:solidFill>
                <a:latin typeface="Ubuntu Sans"/>
                <a:ea typeface="Ubuntu Sans"/>
                <a:cs typeface="Ubuntu Sans"/>
              </a:defRPr>
            </a:lvl4pPr>
            <a:lvl5pPr algn="l">
              <a:defRPr sz="1050" b="0">
                <a:solidFill>
                  <a:srgbClr val="A9BCD0"/>
                </a:solidFill>
                <a:latin typeface="Ubuntu Sans"/>
                <a:ea typeface="Ubuntu Sans"/>
                <a:cs typeface="Ubuntu Sans"/>
              </a:defRPr>
            </a:lvl5pPr>
            <a:lvl6pPr algn="l">
              <a:defRPr sz="1050" b="0">
                <a:solidFill>
                  <a:srgbClr val="A9BCD0"/>
                </a:solidFill>
                <a:latin typeface="Ubuntu Sans"/>
                <a:ea typeface="Ubuntu Sans"/>
                <a:cs typeface="Ubuntu Sans"/>
              </a:defRPr>
            </a:lvl6pPr>
            <a:lvl7pPr algn="l">
              <a:defRPr sz="1050" b="0">
                <a:solidFill>
                  <a:srgbClr val="A9BCD0"/>
                </a:solidFill>
                <a:latin typeface="Ubuntu Sans"/>
                <a:ea typeface="Ubuntu Sans"/>
                <a:cs typeface="Ubuntu Sans"/>
              </a:defRPr>
            </a:lvl7pPr>
            <a:lvl8pPr algn="l">
              <a:defRPr sz="1050" b="0">
                <a:solidFill>
                  <a:srgbClr val="A9BCD0"/>
                </a:solidFill>
                <a:latin typeface="Ubuntu Sans"/>
                <a:ea typeface="Ubuntu Sans"/>
                <a:cs typeface="Ubuntu Sans"/>
              </a:defRPr>
            </a:lvl8pPr>
            <a:lvl9pPr algn="l">
              <a:defRPr sz="1050" b="0">
                <a:solidFill>
                  <a:srgbClr val="A9BCD0"/>
                </a:solidFill>
                <a:latin typeface="Ubuntu Sans"/>
                <a:ea typeface="Ubuntu Sans"/>
                <a:cs typeface="Ubuntu Sans"/>
              </a:defRPr>
            </a:lvl9pPr>
          </a:lstStyle>
          <a:p xmlns:a="http://schemas.openxmlformats.org/drawingml/2006/main">
            <a:pPr algn="l">
              <a:defRPr sz="1050" b="0">
                <a:solidFill>
                  <a:srgbClr val="A9BCD0"/>
                </a:solidFill>
                <a:latin typeface="Ubuntu Sans"/>
                <a:ea typeface="Ubuntu Sans"/>
                <a:cs typeface="Ubuntu Sans"/>
              </a:defRPr>
            </a:pPr>
            <a:r>
              <a:rPr sz="1050" b="0">
                <a:solidFill>
                  <a:srgbClr val="A9BCD0"/>
                </a:solidFill>
                <a:latin typeface="Ubuntu Sans"/>
                <a:ea typeface="Ubuntu Sans"/>
                <a:cs typeface="Ubuntu Sans"/>
              </a:rPr>
              <a:t>Reauthentication and seven-day cancellation window</a:t>
            </a:r>
          </a:p>
        </p:txBody>
      </p:sp>
      <p:sp>
        <p:nvSpPr>
          <p:cNvPr id="29" name="">
            <a:extLst xmlns:a="http://schemas.openxmlformats.org/drawingml/2006/main">
              <a:ext uri="{FF2B5EF4-FFF2-40B4-BE49-F238E27FC236}">
                <a16:creationId xmlns:a16="http://schemas.microsoft.com/office/drawing/2014/main" id="{F9F7A124-23C2-4DAF-A72E-8710288EA9B9}"/>
              </a:ext>
            </a:extLst>
          </p:cNvPr>
          <p:cNvSpPr>
            <a:spLocks xmlns:a="http://schemas.openxmlformats.org/drawingml/2006/main" noGrp="1"/>
          </p:cNvSpPr>
          <p:nvPr/>
        </p:nvSpPr>
        <p:spPr>
          <a:xfrm xmlns:a="http://schemas.openxmlformats.org/drawingml/2006/main">
            <a:off x="8267700" y="4286250"/>
            <a:ext cx="3314700" cy="895350"/>
          </a:xfrm>
          <a:prstGeom xmlns:a="http://schemas.openxmlformats.org/drawingml/2006/main" prst="roundRect">
            <a:avLst>
              <a:gd name="adj" fmla="val 12766"/>
            </a:avLst>
          </a:prstGeom>
          <a:solidFill xmlns:a="http://schemas.openxmlformats.org/drawingml/2006/main">
            <a:srgbClr val="10223A"/>
          </a:solidFill>
          <a:ln xmlns:a="http://schemas.openxmlformats.org/drawingml/2006/main" w="11430">
            <a:solidFill>
              <a:srgbClr val="2B4563"/>
            </a:solidFill>
            <a:prstDash val="solid"/>
          </a:ln>
        </p:spPr>
      </p:sp>
      <p:sp>
        <p:nvSpPr>
          <p:cNvPr id="30" name="">
            <a:extLst xmlns:a="http://schemas.openxmlformats.org/drawingml/2006/main">
              <a:ext uri="{FF2B5EF4-FFF2-40B4-BE49-F238E27FC236}">
                <a16:creationId xmlns:a16="http://schemas.microsoft.com/office/drawing/2014/main" id="{B6CE298C-D100-4C25-801E-85120B2BC30E}"/>
              </a:ext>
            </a:extLst>
          </p:cNvPr>
          <p:cNvSpPr>
            <a:spLocks xmlns:a="http://schemas.openxmlformats.org/drawingml/2006/main" noGrp="1"/>
          </p:cNvSpPr>
          <p:nvPr/>
        </p:nvSpPr>
        <p:spPr>
          <a:xfrm xmlns:a="http://schemas.openxmlformats.org/drawingml/2006/main">
            <a:off x="8420100" y="4457700"/>
            <a:ext cx="438150" cy="438150"/>
          </a:xfrm>
          <a:prstGeom xmlns:a="http://schemas.openxmlformats.org/drawingml/2006/main" prst="ellipse">
            <a:avLst/>
          </a:prstGeom>
          <a:solidFill xmlns:a="http://schemas.openxmlformats.org/drawingml/2006/main">
            <a:srgbClr val="55D6A5"/>
          </a:solidFill>
          <a:ln xmlns:a="http://schemas.openxmlformats.org/drawingml/2006/main" w="11430">
            <a:solidFill>
              <a:srgbClr val="55D6A5"/>
            </a:solidFill>
            <a:prstDash val="solid"/>
          </a:ln>
        </p:spPr>
      </p:sp>
      <p:sp>
        <p:nvSpPr>
          <p:cNvPr id="31" name="">
            <a:extLst xmlns:a="http://schemas.openxmlformats.org/drawingml/2006/main">
              <a:ext uri="{FF2B5EF4-FFF2-40B4-BE49-F238E27FC236}">
                <a16:creationId xmlns:a16="http://schemas.microsoft.com/office/drawing/2014/main" id="{1FF0C95E-A9E3-47CC-8206-CE5779307D63}"/>
              </a:ext>
            </a:extLst>
          </p:cNvPr>
          <p:cNvSpPr>
            <a:spLocks xmlns:a="http://schemas.openxmlformats.org/drawingml/2006/main" noGrp="1"/>
          </p:cNvSpPr>
          <p:nvPr/>
        </p:nvSpPr>
        <p:spPr>
          <a:xfrm xmlns:a="http://schemas.openxmlformats.org/drawingml/2006/main">
            <a:off x="8420100" y="4457700"/>
            <a:ext cx="4381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ctr">
              <a:defRPr sz="1575" b="1">
                <a:solidFill>
                  <a:srgbClr val="07111F"/>
                </a:solidFill>
                <a:latin typeface="Ubuntu Sans"/>
                <a:ea typeface="Ubuntu Sans"/>
                <a:cs typeface="Ubuntu Sans"/>
              </a:defRPr>
            </a:defPPr>
            <a:lvl1pPr algn="ctr">
              <a:defRPr sz="1575" b="1">
                <a:solidFill>
                  <a:srgbClr val="07111F"/>
                </a:solidFill>
                <a:latin typeface="Ubuntu Sans"/>
                <a:ea typeface="Ubuntu Sans"/>
                <a:cs typeface="Ubuntu Sans"/>
              </a:defRPr>
            </a:lvl1pPr>
            <a:lvl2pPr algn="ctr">
              <a:defRPr sz="1575" b="1">
                <a:solidFill>
                  <a:srgbClr val="07111F"/>
                </a:solidFill>
                <a:latin typeface="Ubuntu Sans"/>
                <a:ea typeface="Ubuntu Sans"/>
                <a:cs typeface="Ubuntu Sans"/>
              </a:defRPr>
            </a:lvl2pPr>
            <a:lvl3pPr algn="ctr">
              <a:defRPr sz="1575" b="1">
                <a:solidFill>
                  <a:srgbClr val="07111F"/>
                </a:solidFill>
                <a:latin typeface="Ubuntu Sans"/>
                <a:ea typeface="Ubuntu Sans"/>
                <a:cs typeface="Ubuntu Sans"/>
              </a:defRPr>
            </a:lvl3pPr>
            <a:lvl4pPr algn="ctr">
              <a:defRPr sz="1575" b="1">
                <a:solidFill>
                  <a:srgbClr val="07111F"/>
                </a:solidFill>
                <a:latin typeface="Ubuntu Sans"/>
                <a:ea typeface="Ubuntu Sans"/>
                <a:cs typeface="Ubuntu Sans"/>
              </a:defRPr>
            </a:lvl4pPr>
            <a:lvl5pPr algn="ctr">
              <a:defRPr sz="1575" b="1">
                <a:solidFill>
                  <a:srgbClr val="07111F"/>
                </a:solidFill>
                <a:latin typeface="Ubuntu Sans"/>
                <a:ea typeface="Ubuntu Sans"/>
                <a:cs typeface="Ubuntu Sans"/>
              </a:defRPr>
            </a:lvl5pPr>
            <a:lvl6pPr algn="ctr">
              <a:defRPr sz="1575" b="1">
                <a:solidFill>
                  <a:srgbClr val="07111F"/>
                </a:solidFill>
                <a:latin typeface="Ubuntu Sans"/>
                <a:ea typeface="Ubuntu Sans"/>
                <a:cs typeface="Ubuntu Sans"/>
              </a:defRPr>
            </a:lvl6pPr>
            <a:lvl7pPr algn="ctr">
              <a:defRPr sz="1575" b="1">
                <a:solidFill>
                  <a:srgbClr val="07111F"/>
                </a:solidFill>
                <a:latin typeface="Ubuntu Sans"/>
                <a:ea typeface="Ubuntu Sans"/>
                <a:cs typeface="Ubuntu Sans"/>
              </a:defRPr>
            </a:lvl7pPr>
            <a:lvl8pPr algn="ctr">
              <a:defRPr sz="1575" b="1">
                <a:solidFill>
                  <a:srgbClr val="07111F"/>
                </a:solidFill>
                <a:latin typeface="Ubuntu Sans"/>
                <a:ea typeface="Ubuntu Sans"/>
                <a:cs typeface="Ubuntu Sans"/>
              </a:defRPr>
            </a:lvl8pPr>
            <a:lvl9pPr algn="ctr">
              <a:defRPr sz="1575" b="1">
                <a:solidFill>
                  <a:srgbClr val="07111F"/>
                </a:solidFill>
                <a:latin typeface="Ubuntu Sans"/>
                <a:ea typeface="Ubuntu Sans"/>
                <a:cs typeface="Ubuntu Sans"/>
              </a:defRPr>
            </a:lvl9pPr>
          </a:lstStyle>
          <a:p xmlns:a="http://schemas.openxmlformats.org/drawingml/2006/main">
            <a:pPr algn="ctr">
              <a:defRPr sz="1575" b="1">
                <a:solidFill>
                  <a:srgbClr val="07111F"/>
                </a:solidFill>
                <a:latin typeface="Ubuntu Sans"/>
                <a:ea typeface="Ubuntu Sans"/>
                <a:cs typeface="Ubuntu Sans"/>
              </a:defRPr>
            </a:pPr>
            <a:r>
              <a:rPr sz="1575" b="1">
                <a:solidFill>
                  <a:srgbClr val="07111F"/>
                </a:solidFill>
                <a:latin typeface="Ubuntu Sans"/>
                <a:ea typeface="Ubuntu Sans"/>
                <a:cs typeface="Ubuntu Sans"/>
              </a:rPr>
              <a:t>3</a:t>
            </a:r>
          </a:p>
        </p:txBody>
      </p:sp>
      <p:sp>
        <p:nvSpPr>
          <p:cNvPr id="32" name="">
            <a:extLst xmlns:a="http://schemas.openxmlformats.org/drawingml/2006/main">
              <a:ext uri="{FF2B5EF4-FFF2-40B4-BE49-F238E27FC236}">
                <a16:creationId xmlns:a16="http://schemas.microsoft.com/office/drawing/2014/main" id="{5B3DC782-CEF6-4C1D-A6F0-13CFB9904C98}"/>
              </a:ext>
            </a:extLst>
          </p:cNvPr>
          <p:cNvSpPr>
            <a:spLocks xmlns:a="http://schemas.openxmlformats.org/drawingml/2006/main" noGrp="1"/>
          </p:cNvSpPr>
          <p:nvPr/>
        </p:nvSpPr>
        <p:spPr>
          <a:xfrm xmlns:a="http://schemas.openxmlformats.org/drawingml/2006/main">
            <a:off x="8991600" y="4400550"/>
            <a:ext cx="24574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000"/>
          </a:bodyPr>
          <a:lstStyle xmlns:a="http://schemas.openxmlformats.org/drawingml/2006/main">
            <a:defPPr algn="l">
              <a:defRPr sz="1500" b="1">
                <a:solidFill>
                  <a:srgbClr val="F4F8FF"/>
                </a:solidFill>
                <a:latin typeface="Ubuntu Sans"/>
                <a:ea typeface="Ubuntu Sans"/>
                <a:cs typeface="Ubuntu Sans"/>
              </a:defRPr>
            </a:defPPr>
            <a:lvl1pPr algn="l">
              <a:defRPr sz="1500" b="1">
                <a:solidFill>
                  <a:srgbClr val="F4F8FF"/>
                </a:solidFill>
                <a:latin typeface="Ubuntu Sans"/>
                <a:ea typeface="Ubuntu Sans"/>
                <a:cs typeface="Ubuntu Sans"/>
              </a:defRPr>
            </a:lvl1pPr>
            <a:lvl2pPr algn="l">
              <a:defRPr sz="1500" b="1">
                <a:solidFill>
                  <a:srgbClr val="F4F8FF"/>
                </a:solidFill>
                <a:latin typeface="Ubuntu Sans"/>
                <a:ea typeface="Ubuntu Sans"/>
                <a:cs typeface="Ubuntu Sans"/>
              </a:defRPr>
            </a:lvl2pPr>
            <a:lvl3pPr algn="l">
              <a:defRPr sz="1500" b="1">
                <a:solidFill>
                  <a:srgbClr val="F4F8FF"/>
                </a:solidFill>
                <a:latin typeface="Ubuntu Sans"/>
                <a:ea typeface="Ubuntu Sans"/>
                <a:cs typeface="Ubuntu Sans"/>
              </a:defRPr>
            </a:lvl3pPr>
            <a:lvl4pPr algn="l">
              <a:defRPr sz="1500" b="1">
                <a:solidFill>
                  <a:srgbClr val="F4F8FF"/>
                </a:solidFill>
                <a:latin typeface="Ubuntu Sans"/>
                <a:ea typeface="Ubuntu Sans"/>
                <a:cs typeface="Ubuntu Sans"/>
              </a:defRPr>
            </a:lvl4pPr>
            <a:lvl5pPr algn="l">
              <a:defRPr sz="1500" b="1">
                <a:solidFill>
                  <a:srgbClr val="F4F8FF"/>
                </a:solidFill>
                <a:latin typeface="Ubuntu Sans"/>
                <a:ea typeface="Ubuntu Sans"/>
                <a:cs typeface="Ubuntu Sans"/>
              </a:defRPr>
            </a:lvl5pPr>
            <a:lvl6pPr algn="l">
              <a:defRPr sz="1500" b="1">
                <a:solidFill>
                  <a:srgbClr val="F4F8FF"/>
                </a:solidFill>
                <a:latin typeface="Ubuntu Sans"/>
                <a:ea typeface="Ubuntu Sans"/>
                <a:cs typeface="Ubuntu Sans"/>
              </a:defRPr>
            </a:lvl6pPr>
            <a:lvl7pPr algn="l">
              <a:defRPr sz="1500" b="1">
                <a:solidFill>
                  <a:srgbClr val="F4F8FF"/>
                </a:solidFill>
                <a:latin typeface="Ubuntu Sans"/>
                <a:ea typeface="Ubuntu Sans"/>
                <a:cs typeface="Ubuntu Sans"/>
              </a:defRPr>
            </a:lvl7pPr>
            <a:lvl8pPr algn="l">
              <a:defRPr sz="1500" b="1">
                <a:solidFill>
                  <a:srgbClr val="F4F8FF"/>
                </a:solidFill>
                <a:latin typeface="Ubuntu Sans"/>
                <a:ea typeface="Ubuntu Sans"/>
                <a:cs typeface="Ubuntu Sans"/>
              </a:defRPr>
            </a:lvl8pPr>
            <a:lvl9pPr algn="l">
              <a:defRPr sz="1500" b="1">
                <a:solidFill>
                  <a:srgbClr val="F4F8FF"/>
                </a:solidFill>
                <a:latin typeface="Ubuntu Sans"/>
                <a:ea typeface="Ubuntu Sans"/>
                <a:cs typeface="Ubuntu Sans"/>
              </a:defRPr>
            </a:lvl9pPr>
          </a:lstStyle>
          <a:p xmlns:a="http://schemas.openxmlformats.org/drawingml/2006/main">
            <a:pPr algn="l">
              <a:defRPr sz="1500" b="1">
                <a:solidFill>
                  <a:srgbClr val="F4F8FF"/>
                </a:solidFill>
                <a:latin typeface="Ubuntu Sans"/>
                <a:ea typeface="Ubuntu Sans"/>
                <a:cs typeface="Ubuntu Sans"/>
              </a:defRPr>
            </a:pPr>
            <a:r>
              <a:rPr sz="1500" b="1">
                <a:solidFill>
                  <a:srgbClr val="F4F8FF"/>
                </a:solidFill>
                <a:latin typeface="Ubuntu Sans"/>
                <a:ea typeface="Ubuntu Sans"/>
                <a:cs typeface="Ubuntu Sans"/>
              </a:rPr>
              <a:t>Remove and anonymize</a:t>
            </a:r>
          </a:p>
        </p:txBody>
      </p:sp>
      <p:sp>
        <p:nvSpPr>
          <p:cNvPr id="33" name="">
            <a:extLst xmlns:a="http://schemas.openxmlformats.org/drawingml/2006/main">
              <a:ext uri="{FF2B5EF4-FFF2-40B4-BE49-F238E27FC236}">
                <a16:creationId xmlns:a16="http://schemas.microsoft.com/office/drawing/2014/main" id="{6894EDFF-5E05-47F4-8621-49B43D530DCB}"/>
              </a:ext>
            </a:extLst>
          </p:cNvPr>
          <p:cNvSpPr>
            <a:spLocks xmlns:a="http://schemas.openxmlformats.org/drawingml/2006/main" noGrp="1"/>
          </p:cNvSpPr>
          <p:nvPr/>
        </p:nvSpPr>
        <p:spPr>
          <a:xfrm xmlns:a="http://schemas.openxmlformats.org/drawingml/2006/main">
            <a:off x="8991600" y="4705350"/>
            <a:ext cx="24574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4524"/>
          </a:bodyPr>
          <a:lstStyle xmlns:a="http://schemas.openxmlformats.org/drawingml/2006/main">
            <a:defPPr algn="l">
              <a:defRPr sz="1050" b="0">
                <a:solidFill>
                  <a:srgbClr val="A9BCD0"/>
                </a:solidFill>
                <a:latin typeface="Ubuntu Sans"/>
                <a:ea typeface="Ubuntu Sans"/>
                <a:cs typeface="Ubuntu Sans"/>
              </a:defRPr>
            </a:defPPr>
            <a:lvl1pPr algn="l">
              <a:defRPr sz="1050" b="0">
                <a:solidFill>
                  <a:srgbClr val="A9BCD0"/>
                </a:solidFill>
                <a:latin typeface="Ubuntu Sans"/>
                <a:ea typeface="Ubuntu Sans"/>
                <a:cs typeface="Ubuntu Sans"/>
              </a:defRPr>
            </a:lvl1pPr>
            <a:lvl2pPr algn="l">
              <a:defRPr sz="1050" b="0">
                <a:solidFill>
                  <a:srgbClr val="A9BCD0"/>
                </a:solidFill>
                <a:latin typeface="Ubuntu Sans"/>
                <a:ea typeface="Ubuntu Sans"/>
                <a:cs typeface="Ubuntu Sans"/>
              </a:defRPr>
            </a:lvl2pPr>
            <a:lvl3pPr algn="l">
              <a:defRPr sz="1050" b="0">
                <a:solidFill>
                  <a:srgbClr val="A9BCD0"/>
                </a:solidFill>
                <a:latin typeface="Ubuntu Sans"/>
                <a:ea typeface="Ubuntu Sans"/>
                <a:cs typeface="Ubuntu Sans"/>
              </a:defRPr>
            </a:lvl3pPr>
            <a:lvl4pPr algn="l">
              <a:defRPr sz="1050" b="0">
                <a:solidFill>
                  <a:srgbClr val="A9BCD0"/>
                </a:solidFill>
                <a:latin typeface="Ubuntu Sans"/>
                <a:ea typeface="Ubuntu Sans"/>
                <a:cs typeface="Ubuntu Sans"/>
              </a:defRPr>
            </a:lvl4pPr>
            <a:lvl5pPr algn="l">
              <a:defRPr sz="1050" b="0">
                <a:solidFill>
                  <a:srgbClr val="A9BCD0"/>
                </a:solidFill>
                <a:latin typeface="Ubuntu Sans"/>
                <a:ea typeface="Ubuntu Sans"/>
                <a:cs typeface="Ubuntu Sans"/>
              </a:defRPr>
            </a:lvl5pPr>
            <a:lvl6pPr algn="l">
              <a:defRPr sz="1050" b="0">
                <a:solidFill>
                  <a:srgbClr val="A9BCD0"/>
                </a:solidFill>
                <a:latin typeface="Ubuntu Sans"/>
                <a:ea typeface="Ubuntu Sans"/>
                <a:cs typeface="Ubuntu Sans"/>
              </a:defRPr>
            </a:lvl6pPr>
            <a:lvl7pPr algn="l">
              <a:defRPr sz="1050" b="0">
                <a:solidFill>
                  <a:srgbClr val="A9BCD0"/>
                </a:solidFill>
                <a:latin typeface="Ubuntu Sans"/>
                <a:ea typeface="Ubuntu Sans"/>
                <a:cs typeface="Ubuntu Sans"/>
              </a:defRPr>
            </a:lvl7pPr>
            <a:lvl8pPr algn="l">
              <a:defRPr sz="1050" b="0">
                <a:solidFill>
                  <a:srgbClr val="A9BCD0"/>
                </a:solidFill>
                <a:latin typeface="Ubuntu Sans"/>
                <a:ea typeface="Ubuntu Sans"/>
                <a:cs typeface="Ubuntu Sans"/>
              </a:defRPr>
            </a:lvl8pPr>
            <a:lvl9pPr algn="l">
              <a:defRPr sz="1050" b="0">
                <a:solidFill>
                  <a:srgbClr val="A9BCD0"/>
                </a:solidFill>
                <a:latin typeface="Ubuntu Sans"/>
                <a:ea typeface="Ubuntu Sans"/>
                <a:cs typeface="Ubuntu Sans"/>
              </a:defRPr>
            </a:lvl9pPr>
          </a:lstStyle>
          <a:p xmlns:a="http://schemas.openxmlformats.org/drawingml/2006/main">
            <a:pPr algn="l">
              <a:defRPr sz="1050" b="0">
                <a:solidFill>
                  <a:srgbClr val="A9BCD0"/>
                </a:solidFill>
                <a:latin typeface="Ubuntu Sans"/>
                <a:ea typeface="Ubuntu Sans"/>
                <a:cs typeface="Ubuntu Sans"/>
              </a:defRPr>
            </a:pPr>
            <a:r>
              <a:rPr sz="1050" b="0">
                <a:solidFill>
                  <a:srgbClr val="A9BCD0"/>
                </a:solidFill>
                <a:latin typeface="Ubuntu Sans"/>
                <a:ea typeface="Ubuntu Sans"/>
                <a:cs typeface="Ubuntu Sans"/>
              </a:rPr>
              <a:t>Delete private files and protect workflow integrity</a:t>
            </a:r>
          </a:p>
        </p:txBody>
      </p:sp>
      <p:sp>
        <p:nvSpPr>
          <p:cNvPr id="34" name="">
            <a:extLst xmlns:a="http://schemas.openxmlformats.org/drawingml/2006/main">
              <a:ext uri="{FF2B5EF4-FFF2-40B4-BE49-F238E27FC236}">
                <a16:creationId xmlns:a16="http://schemas.microsoft.com/office/drawing/2014/main" id="{8D96B8A6-C9D9-432C-B61A-B380BF6D4535}"/>
              </a:ext>
            </a:extLst>
          </p:cNvPr>
          <p:cNvSpPr>
            <a:spLocks xmlns:a="http://schemas.openxmlformats.org/drawingml/2006/main" noGrp="1"/>
          </p:cNvSpPr>
          <p:nvPr/>
        </p:nvSpPr>
        <p:spPr>
          <a:xfrm xmlns:a="http://schemas.openxmlformats.org/drawingml/2006/main">
            <a:off x="609600" y="5715000"/>
            <a:ext cx="142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185"/>
          </a:bodyPr>
          <a:lstStyle xmlns:a="http://schemas.openxmlformats.org/drawingml/2006/main">
            <a:defPPr algn="l">
              <a:defRPr sz="1350" b="1">
                <a:solidFill>
                  <a:srgbClr val="2FD6D3"/>
                </a:solidFill>
                <a:latin typeface="Ubuntu Sans"/>
                <a:ea typeface="Ubuntu Sans"/>
                <a:cs typeface="Ubuntu Sans"/>
              </a:defRPr>
            </a:defPPr>
            <a:lvl1pPr algn="l">
              <a:defRPr sz="1350" b="1">
                <a:solidFill>
                  <a:srgbClr val="2FD6D3"/>
                </a:solidFill>
                <a:latin typeface="Ubuntu Sans"/>
                <a:ea typeface="Ubuntu Sans"/>
                <a:cs typeface="Ubuntu Sans"/>
              </a:defRPr>
            </a:lvl1pPr>
            <a:lvl2pPr algn="l">
              <a:defRPr sz="1350" b="1">
                <a:solidFill>
                  <a:srgbClr val="2FD6D3"/>
                </a:solidFill>
                <a:latin typeface="Ubuntu Sans"/>
                <a:ea typeface="Ubuntu Sans"/>
                <a:cs typeface="Ubuntu Sans"/>
              </a:defRPr>
            </a:lvl2pPr>
            <a:lvl3pPr algn="l">
              <a:defRPr sz="1350" b="1">
                <a:solidFill>
                  <a:srgbClr val="2FD6D3"/>
                </a:solidFill>
                <a:latin typeface="Ubuntu Sans"/>
                <a:ea typeface="Ubuntu Sans"/>
                <a:cs typeface="Ubuntu Sans"/>
              </a:defRPr>
            </a:lvl3pPr>
            <a:lvl4pPr algn="l">
              <a:defRPr sz="1350" b="1">
                <a:solidFill>
                  <a:srgbClr val="2FD6D3"/>
                </a:solidFill>
                <a:latin typeface="Ubuntu Sans"/>
                <a:ea typeface="Ubuntu Sans"/>
                <a:cs typeface="Ubuntu Sans"/>
              </a:defRPr>
            </a:lvl4pPr>
            <a:lvl5pPr algn="l">
              <a:defRPr sz="1350" b="1">
                <a:solidFill>
                  <a:srgbClr val="2FD6D3"/>
                </a:solidFill>
                <a:latin typeface="Ubuntu Sans"/>
                <a:ea typeface="Ubuntu Sans"/>
                <a:cs typeface="Ubuntu Sans"/>
              </a:defRPr>
            </a:lvl5pPr>
            <a:lvl6pPr algn="l">
              <a:defRPr sz="1350" b="1">
                <a:solidFill>
                  <a:srgbClr val="2FD6D3"/>
                </a:solidFill>
                <a:latin typeface="Ubuntu Sans"/>
                <a:ea typeface="Ubuntu Sans"/>
                <a:cs typeface="Ubuntu Sans"/>
              </a:defRPr>
            </a:lvl6pPr>
            <a:lvl7pPr algn="l">
              <a:defRPr sz="1350" b="1">
                <a:solidFill>
                  <a:srgbClr val="2FD6D3"/>
                </a:solidFill>
                <a:latin typeface="Ubuntu Sans"/>
                <a:ea typeface="Ubuntu Sans"/>
                <a:cs typeface="Ubuntu Sans"/>
              </a:defRPr>
            </a:lvl7pPr>
            <a:lvl8pPr algn="l">
              <a:defRPr sz="1350" b="1">
                <a:solidFill>
                  <a:srgbClr val="2FD6D3"/>
                </a:solidFill>
                <a:latin typeface="Ubuntu Sans"/>
                <a:ea typeface="Ubuntu Sans"/>
                <a:cs typeface="Ubuntu Sans"/>
              </a:defRPr>
            </a:lvl8pPr>
            <a:lvl9pPr algn="l">
              <a:defRPr sz="1350" b="1">
                <a:solidFill>
                  <a:srgbClr val="2FD6D3"/>
                </a:solidFill>
                <a:latin typeface="Ubuntu Sans"/>
                <a:ea typeface="Ubuntu Sans"/>
                <a:cs typeface="Ubuntu Sans"/>
              </a:defRPr>
            </a:lvl9pPr>
          </a:lstStyle>
          <a:p xmlns:a="http://schemas.openxmlformats.org/drawingml/2006/main">
            <a:pPr algn="l">
              <a:defRPr sz="1350" b="1">
                <a:solidFill>
                  <a:srgbClr val="2FD6D3"/>
                </a:solidFill>
                <a:latin typeface="Ubuntu Sans"/>
                <a:ea typeface="Ubuntu Sans"/>
                <a:cs typeface="Ubuntu Sans"/>
              </a:defRPr>
            </a:pPr>
            <a:r>
              <a:rPr sz="1350" b="1">
                <a:solidFill>
                  <a:srgbClr val="2FD6D3"/>
                </a:solidFill>
                <a:latin typeface="Ubuntu Sans"/>
                <a:ea typeface="Ubuntu Sans"/>
                <a:cs typeface="Ubuntu Sans"/>
              </a:rPr>
              <a:t>Privacy rule</a:t>
            </a:r>
          </a:p>
        </p:txBody>
      </p:sp>
      <p:sp>
        <p:nvSpPr>
          <p:cNvPr id="35" name="">
            <a:extLst xmlns:a="http://schemas.openxmlformats.org/drawingml/2006/main">
              <a:ext uri="{FF2B5EF4-FFF2-40B4-BE49-F238E27FC236}">
                <a16:creationId xmlns:a16="http://schemas.microsoft.com/office/drawing/2014/main" id="{2715293C-9B87-490E-8E29-B711E590211E}"/>
              </a:ext>
            </a:extLst>
          </p:cNvPr>
          <p:cNvSpPr>
            <a:spLocks xmlns:a="http://schemas.openxmlformats.org/drawingml/2006/main" noGrp="1"/>
          </p:cNvSpPr>
          <p:nvPr/>
        </p:nvSpPr>
        <p:spPr>
          <a:xfrm xmlns:a="http://schemas.openxmlformats.org/drawingml/2006/main">
            <a:off x="2038350" y="5657850"/>
            <a:ext cx="9334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425" b="0">
                <a:solidFill>
                  <a:srgbClr val="A9BCD0"/>
                </a:solidFill>
                <a:latin typeface="Ubuntu Sans"/>
                <a:ea typeface="Ubuntu Sans"/>
                <a:cs typeface="Ubuntu Sans"/>
              </a:defRPr>
            </a:defPPr>
            <a:lvl1pPr algn="l">
              <a:defRPr sz="1425" b="0">
                <a:solidFill>
                  <a:srgbClr val="A9BCD0"/>
                </a:solidFill>
                <a:latin typeface="Ubuntu Sans"/>
                <a:ea typeface="Ubuntu Sans"/>
                <a:cs typeface="Ubuntu Sans"/>
              </a:defRPr>
            </a:lvl1pPr>
            <a:lvl2pPr algn="l">
              <a:defRPr sz="1425" b="0">
                <a:solidFill>
                  <a:srgbClr val="A9BCD0"/>
                </a:solidFill>
                <a:latin typeface="Ubuntu Sans"/>
                <a:ea typeface="Ubuntu Sans"/>
                <a:cs typeface="Ubuntu Sans"/>
              </a:defRPr>
            </a:lvl2pPr>
            <a:lvl3pPr algn="l">
              <a:defRPr sz="1425" b="0">
                <a:solidFill>
                  <a:srgbClr val="A9BCD0"/>
                </a:solidFill>
                <a:latin typeface="Ubuntu Sans"/>
                <a:ea typeface="Ubuntu Sans"/>
                <a:cs typeface="Ubuntu Sans"/>
              </a:defRPr>
            </a:lvl3pPr>
            <a:lvl4pPr algn="l">
              <a:defRPr sz="1425" b="0">
                <a:solidFill>
                  <a:srgbClr val="A9BCD0"/>
                </a:solidFill>
                <a:latin typeface="Ubuntu Sans"/>
                <a:ea typeface="Ubuntu Sans"/>
                <a:cs typeface="Ubuntu Sans"/>
              </a:defRPr>
            </a:lvl4pPr>
            <a:lvl5pPr algn="l">
              <a:defRPr sz="1425" b="0">
                <a:solidFill>
                  <a:srgbClr val="A9BCD0"/>
                </a:solidFill>
                <a:latin typeface="Ubuntu Sans"/>
                <a:ea typeface="Ubuntu Sans"/>
                <a:cs typeface="Ubuntu Sans"/>
              </a:defRPr>
            </a:lvl5pPr>
            <a:lvl6pPr algn="l">
              <a:defRPr sz="1425" b="0">
                <a:solidFill>
                  <a:srgbClr val="A9BCD0"/>
                </a:solidFill>
                <a:latin typeface="Ubuntu Sans"/>
                <a:ea typeface="Ubuntu Sans"/>
                <a:cs typeface="Ubuntu Sans"/>
              </a:defRPr>
            </a:lvl6pPr>
            <a:lvl7pPr algn="l">
              <a:defRPr sz="1425" b="0">
                <a:solidFill>
                  <a:srgbClr val="A9BCD0"/>
                </a:solidFill>
                <a:latin typeface="Ubuntu Sans"/>
                <a:ea typeface="Ubuntu Sans"/>
                <a:cs typeface="Ubuntu Sans"/>
              </a:defRPr>
            </a:lvl7pPr>
            <a:lvl8pPr algn="l">
              <a:defRPr sz="1425" b="0">
                <a:solidFill>
                  <a:srgbClr val="A9BCD0"/>
                </a:solidFill>
                <a:latin typeface="Ubuntu Sans"/>
                <a:ea typeface="Ubuntu Sans"/>
                <a:cs typeface="Ubuntu Sans"/>
              </a:defRPr>
            </a:lvl8pPr>
            <a:lvl9pPr algn="l">
              <a:defRPr sz="1425" b="0">
                <a:solidFill>
                  <a:srgbClr val="A9BCD0"/>
                </a:solidFill>
                <a:latin typeface="Ubuntu Sans"/>
                <a:ea typeface="Ubuntu Sans"/>
                <a:cs typeface="Ubuntu Sans"/>
              </a:defRPr>
            </a:lvl9pPr>
          </a:lstStyle>
          <a:p xmlns:a="http://schemas.openxmlformats.org/drawingml/2006/main">
            <a:pPr algn="l">
              <a:defRPr sz="1425" b="0">
                <a:solidFill>
                  <a:srgbClr val="A9BCD0"/>
                </a:solidFill>
                <a:latin typeface="Ubuntu Sans"/>
                <a:ea typeface="Ubuntu Sans"/>
                <a:cs typeface="Ubuntu Sans"/>
              </a:defRPr>
            </a:pPr>
            <a:r>
              <a:rPr sz="1425" b="0">
                <a:solidFill>
                  <a:srgbClr val="A9BCD0"/>
                </a:solidFill>
                <a:latin typeface="Ubuntu Sans"/>
                <a:ea typeface="Ubuntu Sans"/>
                <a:cs typeface="Ubuntu Sans"/>
              </a:rPr>
              <a:t>The backend exposes only the minimum data required for the current user and action.</a:t>
            </a:r>
          </a:p>
        </p:txBody>
      </p:sp>
      <p:sp>
        <p:nvSpPr>
          <p:cNvPr id="36" name="">
            <a:extLst xmlns:a="http://schemas.openxmlformats.org/drawingml/2006/main">
              <a:ext uri="{FF2B5EF4-FFF2-40B4-BE49-F238E27FC236}">
                <a16:creationId xmlns:a16="http://schemas.microsoft.com/office/drawing/2014/main" id="{3332AD82-7B28-4A88-B8A8-7C4B65D18263}"/>
              </a:ext>
            </a:extLst>
          </p:cNvPr>
          <p:cNvSpPr>
            <a:spLocks xmlns:a="http://schemas.openxmlformats.org/drawingml/2006/main" noGrp="1"/>
          </p:cNvSpPr>
          <p:nvPr/>
        </p:nvSpPr>
        <p:spPr>
          <a:xfrm xmlns:a="http://schemas.openxmlformats.org/drawingml/2006/main">
            <a:off x="609600" y="651510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63636"/>
          </a:bodyPr>
          <a:lstStyle xmlns:a="http://schemas.openxmlformats.org/drawingml/2006/main">
            <a:defPPr algn="l">
              <a:defRPr sz="825" b="1">
                <a:solidFill>
                  <a:srgbClr val="66819E"/>
                </a:solidFill>
                <a:latin typeface="Ubuntu Sans"/>
                <a:ea typeface="Ubuntu Sans"/>
                <a:cs typeface="Ubuntu Sans"/>
              </a:defRPr>
            </a:defPPr>
            <a:lvl1pPr algn="l">
              <a:defRPr sz="825" b="1">
                <a:solidFill>
                  <a:srgbClr val="66819E"/>
                </a:solidFill>
                <a:latin typeface="Ubuntu Sans"/>
                <a:ea typeface="Ubuntu Sans"/>
                <a:cs typeface="Ubuntu Sans"/>
              </a:defRPr>
            </a:lvl1pPr>
            <a:lvl2pPr algn="l">
              <a:defRPr sz="825" b="1">
                <a:solidFill>
                  <a:srgbClr val="66819E"/>
                </a:solidFill>
                <a:latin typeface="Ubuntu Sans"/>
                <a:ea typeface="Ubuntu Sans"/>
                <a:cs typeface="Ubuntu Sans"/>
              </a:defRPr>
            </a:lvl2pPr>
            <a:lvl3pPr algn="l">
              <a:defRPr sz="825" b="1">
                <a:solidFill>
                  <a:srgbClr val="66819E"/>
                </a:solidFill>
                <a:latin typeface="Ubuntu Sans"/>
                <a:ea typeface="Ubuntu Sans"/>
                <a:cs typeface="Ubuntu Sans"/>
              </a:defRPr>
            </a:lvl3pPr>
            <a:lvl4pPr algn="l">
              <a:defRPr sz="825" b="1">
                <a:solidFill>
                  <a:srgbClr val="66819E"/>
                </a:solidFill>
                <a:latin typeface="Ubuntu Sans"/>
                <a:ea typeface="Ubuntu Sans"/>
                <a:cs typeface="Ubuntu Sans"/>
              </a:defRPr>
            </a:lvl4pPr>
            <a:lvl5pPr algn="l">
              <a:defRPr sz="825" b="1">
                <a:solidFill>
                  <a:srgbClr val="66819E"/>
                </a:solidFill>
                <a:latin typeface="Ubuntu Sans"/>
                <a:ea typeface="Ubuntu Sans"/>
                <a:cs typeface="Ubuntu Sans"/>
              </a:defRPr>
            </a:lvl5pPr>
            <a:lvl6pPr algn="l">
              <a:defRPr sz="825" b="1">
                <a:solidFill>
                  <a:srgbClr val="66819E"/>
                </a:solidFill>
                <a:latin typeface="Ubuntu Sans"/>
                <a:ea typeface="Ubuntu Sans"/>
                <a:cs typeface="Ubuntu Sans"/>
              </a:defRPr>
            </a:lvl6pPr>
            <a:lvl7pPr algn="l">
              <a:defRPr sz="825" b="1">
                <a:solidFill>
                  <a:srgbClr val="66819E"/>
                </a:solidFill>
                <a:latin typeface="Ubuntu Sans"/>
                <a:ea typeface="Ubuntu Sans"/>
                <a:cs typeface="Ubuntu Sans"/>
              </a:defRPr>
            </a:lvl7pPr>
            <a:lvl8pPr algn="l">
              <a:defRPr sz="825" b="1">
                <a:solidFill>
                  <a:srgbClr val="66819E"/>
                </a:solidFill>
                <a:latin typeface="Ubuntu Sans"/>
                <a:ea typeface="Ubuntu Sans"/>
                <a:cs typeface="Ubuntu Sans"/>
              </a:defRPr>
            </a:lvl8pPr>
            <a:lvl9pPr algn="l">
              <a:defRPr sz="825" b="1">
                <a:solidFill>
                  <a:srgbClr val="66819E"/>
                </a:solidFill>
                <a:latin typeface="Ubuntu Sans"/>
                <a:ea typeface="Ubuntu Sans"/>
                <a:cs typeface="Ubuntu Sans"/>
              </a:defRPr>
            </a:lvl9pPr>
          </a:lstStyle>
          <a:p xmlns:a="http://schemas.openxmlformats.org/drawingml/2006/main">
            <a:pPr algn="l">
              <a:defRPr sz="825" b="1">
                <a:solidFill>
                  <a:srgbClr val="66819E"/>
                </a:solidFill>
                <a:latin typeface="Ubuntu Sans"/>
                <a:ea typeface="Ubuntu Sans"/>
                <a:cs typeface="Ubuntu Sans"/>
              </a:defRPr>
            </a:pPr>
            <a:r>
              <a:rPr sz="825" b="1">
                <a:solidFill>
                  <a:srgbClr val="66819E"/>
                </a:solidFill>
                <a:latin typeface="Ubuntu Sans"/>
                <a:ea typeface="Ubuntu Sans"/>
                <a:cs typeface="Ubuntu Sans"/>
              </a:rPr>
              <a:t>CODITENT  •  BACKEND</a:t>
            </a:r>
          </a:p>
        </p:txBody>
      </p:sp>
    </p:spTree>
    <p:extLst>
      <p:ext uri="{BB962C8B-B14F-4D97-AF65-F5344CB8AC3E}">
        <p14:creationId xmlns:p14="http://schemas.microsoft.com/office/powerpoint/2010/main" val="1685294529"/>
      </p:ext>
    </p:extLst>
  </p:cSld>
</p:sld>
</file>

<file path=ppt/slides/slide13.xml><?xml version="1.0" encoding="utf-8"?>
<p:sld xmlns:p="http://schemas.openxmlformats.org/presentationml/2006/main">
  <p:cSld>
    <p:bg>
      <p:bgPr>
        <a:solidFill xmlns:a="http://schemas.openxmlformats.org/drawingml/2006/main">
          <a:srgbClr val="07111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3FBE747D-2CC2-4BE3-861B-2B386E15C1F3}"/>
              </a:ext>
            </a:extLst>
          </p:cNvPr>
          <p:cNvSpPr>
            <a:spLocks xmlns:a="http://schemas.openxmlformats.org/drawingml/2006/main" noGrp="1"/>
          </p:cNvSpPr>
          <p:nvPr/>
        </p:nvSpPr>
        <p:spPr>
          <a:xfrm xmlns:a="http://schemas.openxmlformats.org/drawingml/2006/main">
            <a:off x="609600" y="3238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l">
              <a:defRPr sz="1050" b="1">
                <a:solidFill>
                  <a:srgbClr val="2FD6D3"/>
                </a:solidFill>
                <a:latin typeface="Ubuntu Sans"/>
                <a:ea typeface="Ubuntu Sans"/>
                <a:cs typeface="Ubuntu Sans"/>
              </a:defRPr>
            </a:defPPr>
            <a:lvl1pPr algn="l">
              <a:defRPr sz="1050" b="1">
                <a:solidFill>
                  <a:srgbClr val="2FD6D3"/>
                </a:solidFill>
                <a:latin typeface="Ubuntu Sans"/>
                <a:ea typeface="Ubuntu Sans"/>
                <a:cs typeface="Ubuntu Sans"/>
              </a:defRPr>
            </a:lvl1pPr>
            <a:lvl2pPr algn="l">
              <a:defRPr sz="1050" b="1">
                <a:solidFill>
                  <a:srgbClr val="2FD6D3"/>
                </a:solidFill>
                <a:latin typeface="Ubuntu Sans"/>
                <a:ea typeface="Ubuntu Sans"/>
                <a:cs typeface="Ubuntu Sans"/>
              </a:defRPr>
            </a:lvl2pPr>
            <a:lvl3pPr algn="l">
              <a:defRPr sz="1050" b="1">
                <a:solidFill>
                  <a:srgbClr val="2FD6D3"/>
                </a:solidFill>
                <a:latin typeface="Ubuntu Sans"/>
                <a:ea typeface="Ubuntu Sans"/>
                <a:cs typeface="Ubuntu Sans"/>
              </a:defRPr>
            </a:lvl3pPr>
            <a:lvl4pPr algn="l">
              <a:defRPr sz="1050" b="1">
                <a:solidFill>
                  <a:srgbClr val="2FD6D3"/>
                </a:solidFill>
                <a:latin typeface="Ubuntu Sans"/>
                <a:ea typeface="Ubuntu Sans"/>
                <a:cs typeface="Ubuntu Sans"/>
              </a:defRPr>
            </a:lvl4pPr>
            <a:lvl5pPr algn="l">
              <a:defRPr sz="1050" b="1">
                <a:solidFill>
                  <a:srgbClr val="2FD6D3"/>
                </a:solidFill>
                <a:latin typeface="Ubuntu Sans"/>
                <a:ea typeface="Ubuntu Sans"/>
                <a:cs typeface="Ubuntu Sans"/>
              </a:defRPr>
            </a:lvl5pPr>
            <a:lvl6pPr algn="l">
              <a:defRPr sz="1050" b="1">
                <a:solidFill>
                  <a:srgbClr val="2FD6D3"/>
                </a:solidFill>
                <a:latin typeface="Ubuntu Sans"/>
                <a:ea typeface="Ubuntu Sans"/>
                <a:cs typeface="Ubuntu Sans"/>
              </a:defRPr>
            </a:lvl6pPr>
            <a:lvl7pPr algn="l">
              <a:defRPr sz="1050" b="1">
                <a:solidFill>
                  <a:srgbClr val="2FD6D3"/>
                </a:solidFill>
                <a:latin typeface="Ubuntu Sans"/>
                <a:ea typeface="Ubuntu Sans"/>
                <a:cs typeface="Ubuntu Sans"/>
              </a:defRPr>
            </a:lvl7pPr>
            <a:lvl8pPr algn="l">
              <a:defRPr sz="1050" b="1">
                <a:solidFill>
                  <a:srgbClr val="2FD6D3"/>
                </a:solidFill>
                <a:latin typeface="Ubuntu Sans"/>
                <a:ea typeface="Ubuntu Sans"/>
                <a:cs typeface="Ubuntu Sans"/>
              </a:defRPr>
            </a:lvl8pPr>
            <a:lvl9pPr algn="l">
              <a:defRPr sz="1050" b="1">
                <a:solidFill>
                  <a:srgbClr val="2FD6D3"/>
                </a:solidFill>
                <a:latin typeface="Ubuntu Sans"/>
                <a:ea typeface="Ubuntu Sans"/>
                <a:cs typeface="Ubuntu Sans"/>
              </a:defRPr>
            </a:lvl9pPr>
          </a:lstStyle>
          <a:p xmlns:a="http://schemas.openxmlformats.org/drawingml/2006/main">
            <a:pPr algn="l">
              <a:defRPr sz="1050" b="1">
                <a:solidFill>
                  <a:srgbClr val="2FD6D3"/>
                </a:solidFill>
                <a:latin typeface="Ubuntu Sans"/>
                <a:ea typeface="Ubuntu Sans"/>
                <a:cs typeface="Ubuntu Sans"/>
              </a:defRPr>
            </a:pPr>
            <a:r>
              <a:rPr sz="1050" b="1">
                <a:solidFill>
                  <a:srgbClr val="2FD6D3"/>
                </a:solidFill>
                <a:latin typeface="Ubuntu Sans"/>
                <a:ea typeface="Ubuntu Sans"/>
                <a:cs typeface="Ubuntu Sans"/>
              </a:rPr>
              <a:t>DEPLOYMENT</a:t>
            </a:r>
          </a:p>
        </p:txBody>
      </p:sp>
      <p:sp>
        <p:nvSpPr>
          <p:cNvPr id="2" name="">
            <a:extLst xmlns:a="http://schemas.openxmlformats.org/drawingml/2006/main">
              <a:ext uri="{FF2B5EF4-FFF2-40B4-BE49-F238E27FC236}">
                <a16:creationId xmlns:a16="http://schemas.microsoft.com/office/drawing/2014/main" id="{B0F4480A-A66B-45A5-BFA4-6C305844639F}"/>
              </a:ext>
            </a:extLst>
          </p:cNvPr>
          <p:cNvSpPr>
            <a:spLocks xmlns:a="http://schemas.openxmlformats.org/drawingml/2006/main" noGrp="1"/>
          </p:cNvSpPr>
          <p:nvPr/>
        </p:nvSpPr>
        <p:spPr>
          <a:xfrm xmlns:a="http://schemas.openxmlformats.org/drawingml/2006/main">
            <a:off x="609600" y="590550"/>
            <a:ext cx="10382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6032"/>
          </a:bodyPr>
          <a:lstStyle xmlns:a="http://schemas.openxmlformats.org/drawingml/2006/main">
            <a:defPPr algn="l">
              <a:defRPr sz="3150" b="1">
                <a:solidFill>
                  <a:srgbClr val="F4F8FF"/>
                </a:solidFill>
                <a:latin typeface="Ubuntu Sans"/>
                <a:ea typeface="Ubuntu Sans"/>
                <a:cs typeface="Ubuntu Sans"/>
              </a:defRPr>
            </a:defPPr>
            <a:lvl1pPr algn="l">
              <a:defRPr sz="3150" b="1">
                <a:solidFill>
                  <a:srgbClr val="F4F8FF"/>
                </a:solidFill>
                <a:latin typeface="Ubuntu Sans"/>
                <a:ea typeface="Ubuntu Sans"/>
                <a:cs typeface="Ubuntu Sans"/>
              </a:defRPr>
            </a:lvl1pPr>
            <a:lvl2pPr algn="l">
              <a:defRPr sz="3150" b="1">
                <a:solidFill>
                  <a:srgbClr val="F4F8FF"/>
                </a:solidFill>
                <a:latin typeface="Ubuntu Sans"/>
                <a:ea typeface="Ubuntu Sans"/>
                <a:cs typeface="Ubuntu Sans"/>
              </a:defRPr>
            </a:lvl2pPr>
            <a:lvl3pPr algn="l">
              <a:defRPr sz="3150" b="1">
                <a:solidFill>
                  <a:srgbClr val="F4F8FF"/>
                </a:solidFill>
                <a:latin typeface="Ubuntu Sans"/>
                <a:ea typeface="Ubuntu Sans"/>
                <a:cs typeface="Ubuntu Sans"/>
              </a:defRPr>
            </a:lvl3pPr>
            <a:lvl4pPr algn="l">
              <a:defRPr sz="3150" b="1">
                <a:solidFill>
                  <a:srgbClr val="F4F8FF"/>
                </a:solidFill>
                <a:latin typeface="Ubuntu Sans"/>
                <a:ea typeface="Ubuntu Sans"/>
                <a:cs typeface="Ubuntu Sans"/>
              </a:defRPr>
            </a:lvl4pPr>
            <a:lvl5pPr algn="l">
              <a:defRPr sz="3150" b="1">
                <a:solidFill>
                  <a:srgbClr val="F4F8FF"/>
                </a:solidFill>
                <a:latin typeface="Ubuntu Sans"/>
                <a:ea typeface="Ubuntu Sans"/>
                <a:cs typeface="Ubuntu Sans"/>
              </a:defRPr>
            </a:lvl5pPr>
            <a:lvl6pPr algn="l">
              <a:defRPr sz="3150" b="1">
                <a:solidFill>
                  <a:srgbClr val="F4F8FF"/>
                </a:solidFill>
                <a:latin typeface="Ubuntu Sans"/>
                <a:ea typeface="Ubuntu Sans"/>
                <a:cs typeface="Ubuntu Sans"/>
              </a:defRPr>
            </a:lvl6pPr>
            <a:lvl7pPr algn="l">
              <a:defRPr sz="3150" b="1">
                <a:solidFill>
                  <a:srgbClr val="F4F8FF"/>
                </a:solidFill>
                <a:latin typeface="Ubuntu Sans"/>
                <a:ea typeface="Ubuntu Sans"/>
                <a:cs typeface="Ubuntu Sans"/>
              </a:defRPr>
            </a:lvl7pPr>
            <a:lvl8pPr algn="l">
              <a:defRPr sz="3150" b="1">
                <a:solidFill>
                  <a:srgbClr val="F4F8FF"/>
                </a:solidFill>
                <a:latin typeface="Ubuntu Sans"/>
                <a:ea typeface="Ubuntu Sans"/>
                <a:cs typeface="Ubuntu Sans"/>
              </a:defRPr>
            </a:lvl8pPr>
            <a:lvl9pPr algn="l">
              <a:defRPr sz="3150" b="1">
                <a:solidFill>
                  <a:srgbClr val="F4F8FF"/>
                </a:solidFill>
                <a:latin typeface="Ubuntu Sans"/>
                <a:ea typeface="Ubuntu Sans"/>
                <a:cs typeface="Ubuntu Sans"/>
              </a:defRPr>
            </a:lvl9pPr>
          </a:lstStyle>
          <a:p xmlns:a="http://schemas.openxmlformats.org/drawingml/2006/main">
            <a:pPr algn="l">
              <a:defRPr sz="3150" b="1">
                <a:solidFill>
                  <a:srgbClr val="F4F8FF"/>
                </a:solidFill>
                <a:latin typeface="Ubuntu Sans"/>
                <a:ea typeface="Ubuntu Sans"/>
                <a:cs typeface="Ubuntu Sans"/>
              </a:defRPr>
            </a:pPr>
            <a:r>
              <a:rPr sz="3150" b="1">
                <a:solidFill>
                  <a:srgbClr val="F4F8FF"/>
                </a:solidFill>
                <a:latin typeface="Ubuntu Sans"/>
                <a:ea typeface="Ubuntu Sans"/>
                <a:cs typeface="Ubuntu Sans"/>
              </a:rPr>
              <a:t>Reliability and production operations</a:t>
            </a:r>
          </a:p>
        </p:txBody>
      </p:sp>
      <p:sp>
        <p:nvSpPr>
          <p:cNvPr id="3" name="">
            <a:extLst xmlns:a="http://schemas.openxmlformats.org/drawingml/2006/main">
              <a:ext uri="{FF2B5EF4-FFF2-40B4-BE49-F238E27FC236}">
                <a16:creationId xmlns:a16="http://schemas.microsoft.com/office/drawing/2014/main" id="{47139D97-4482-4E6F-AB2F-4F3F52A48951}"/>
              </a:ext>
            </a:extLst>
          </p:cNvPr>
          <p:cNvSpPr>
            <a:spLocks xmlns:a="http://schemas.openxmlformats.org/drawingml/2006/main" noGrp="1"/>
          </p:cNvSpPr>
          <p:nvPr/>
        </p:nvSpPr>
        <p:spPr>
          <a:xfrm xmlns:a="http://schemas.openxmlformats.org/drawingml/2006/main">
            <a:off x="11258550" y="419100"/>
            <a:ext cx="323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r">
              <a:defRPr sz="1050" b="1">
                <a:solidFill>
                  <a:srgbClr val="A9BCD0"/>
                </a:solidFill>
                <a:latin typeface="Ubuntu Sans"/>
                <a:ea typeface="Ubuntu Sans"/>
                <a:cs typeface="Ubuntu Sans"/>
              </a:defRPr>
            </a:defPPr>
            <a:lvl1pPr algn="r">
              <a:defRPr sz="1050" b="1">
                <a:solidFill>
                  <a:srgbClr val="A9BCD0"/>
                </a:solidFill>
                <a:latin typeface="Ubuntu Sans"/>
                <a:ea typeface="Ubuntu Sans"/>
                <a:cs typeface="Ubuntu Sans"/>
              </a:defRPr>
            </a:lvl1pPr>
            <a:lvl2pPr algn="r">
              <a:defRPr sz="1050" b="1">
                <a:solidFill>
                  <a:srgbClr val="A9BCD0"/>
                </a:solidFill>
                <a:latin typeface="Ubuntu Sans"/>
                <a:ea typeface="Ubuntu Sans"/>
                <a:cs typeface="Ubuntu Sans"/>
              </a:defRPr>
            </a:lvl2pPr>
            <a:lvl3pPr algn="r">
              <a:defRPr sz="1050" b="1">
                <a:solidFill>
                  <a:srgbClr val="A9BCD0"/>
                </a:solidFill>
                <a:latin typeface="Ubuntu Sans"/>
                <a:ea typeface="Ubuntu Sans"/>
                <a:cs typeface="Ubuntu Sans"/>
              </a:defRPr>
            </a:lvl3pPr>
            <a:lvl4pPr algn="r">
              <a:defRPr sz="1050" b="1">
                <a:solidFill>
                  <a:srgbClr val="A9BCD0"/>
                </a:solidFill>
                <a:latin typeface="Ubuntu Sans"/>
                <a:ea typeface="Ubuntu Sans"/>
                <a:cs typeface="Ubuntu Sans"/>
              </a:defRPr>
            </a:lvl4pPr>
            <a:lvl5pPr algn="r">
              <a:defRPr sz="1050" b="1">
                <a:solidFill>
                  <a:srgbClr val="A9BCD0"/>
                </a:solidFill>
                <a:latin typeface="Ubuntu Sans"/>
                <a:ea typeface="Ubuntu Sans"/>
                <a:cs typeface="Ubuntu Sans"/>
              </a:defRPr>
            </a:lvl5pPr>
            <a:lvl6pPr algn="r">
              <a:defRPr sz="1050" b="1">
                <a:solidFill>
                  <a:srgbClr val="A9BCD0"/>
                </a:solidFill>
                <a:latin typeface="Ubuntu Sans"/>
                <a:ea typeface="Ubuntu Sans"/>
                <a:cs typeface="Ubuntu Sans"/>
              </a:defRPr>
            </a:lvl6pPr>
            <a:lvl7pPr algn="r">
              <a:defRPr sz="1050" b="1">
                <a:solidFill>
                  <a:srgbClr val="A9BCD0"/>
                </a:solidFill>
                <a:latin typeface="Ubuntu Sans"/>
                <a:ea typeface="Ubuntu Sans"/>
                <a:cs typeface="Ubuntu Sans"/>
              </a:defRPr>
            </a:lvl7pPr>
            <a:lvl8pPr algn="r">
              <a:defRPr sz="1050" b="1">
                <a:solidFill>
                  <a:srgbClr val="A9BCD0"/>
                </a:solidFill>
                <a:latin typeface="Ubuntu Sans"/>
                <a:ea typeface="Ubuntu Sans"/>
                <a:cs typeface="Ubuntu Sans"/>
              </a:defRPr>
            </a:lvl8pPr>
            <a:lvl9pPr algn="r">
              <a:defRPr sz="1050" b="1">
                <a:solidFill>
                  <a:srgbClr val="A9BCD0"/>
                </a:solidFill>
                <a:latin typeface="Ubuntu Sans"/>
                <a:ea typeface="Ubuntu Sans"/>
                <a:cs typeface="Ubuntu Sans"/>
              </a:defRPr>
            </a:lvl9pPr>
          </a:lstStyle>
          <a:p xmlns:a="http://schemas.openxmlformats.org/drawingml/2006/main">
            <a:pPr algn="r">
              <a:defRPr sz="1050" b="1">
                <a:solidFill>
                  <a:srgbClr val="A9BCD0"/>
                </a:solidFill>
                <a:latin typeface="Ubuntu Sans"/>
                <a:ea typeface="Ubuntu Sans"/>
                <a:cs typeface="Ubuntu Sans"/>
              </a:defRPr>
            </a:pPr>
            <a:r>
              <a:rPr sz="1050" b="1">
                <a:solidFill>
                  <a:srgbClr val="A9BCD0"/>
                </a:solidFill>
                <a:latin typeface="Ubuntu Sans"/>
                <a:ea typeface="Ubuntu Sans"/>
                <a:cs typeface="Ubuntu Sans"/>
              </a:rPr>
              <a:t>13</a:t>
            </a:r>
          </a:p>
        </p:txBody>
      </p:sp>
      <p:sp>
        <p:nvSpPr>
          <p:cNvPr id="4" name="">
            <a:extLst xmlns:a="http://schemas.openxmlformats.org/drawingml/2006/main">
              <a:ext uri="{FF2B5EF4-FFF2-40B4-BE49-F238E27FC236}">
                <a16:creationId xmlns:a16="http://schemas.microsoft.com/office/drawing/2014/main" id="{EE399167-ADC8-4D07-B13F-5E9792C16911}"/>
              </a:ext>
            </a:extLst>
          </p:cNvPr>
          <p:cNvSpPr>
            <a:spLocks xmlns:a="http://schemas.openxmlformats.org/drawingml/2006/main" noGrp="1"/>
          </p:cNvSpPr>
          <p:nvPr/>
        </p:nvSpPr>
        <p:spPr>
          <a:xfrm xmlns:a="http://schemas.openxmlformats.org/drawingml/2006/main">
            <a:off x="609600" y="1219200"/>
            <a:ext cx="10972800" cy="0"/>
          </a:xfrm>
          <a:prstGeom xmlns:a="http://schemas.openxmlformats.org/drawingml/2006/main" prst="line">
            <a:avLst/>
          </a:prstGeom>
          <a:noFill xmlns:a="http://schemas.openxmlformats.org/drawingml/2006/main"/>
          <a:ln xmlns:a="http://schemas.openxmlformats.org/drawingml/2006/main" w="9525">
            <a:solidFill>
              <a:srgbClr val="2B4563"/>
            </a:solidFill>
            <a:prstDash val="solid"/>
          </a:ln>
        </p:spPr>
      </p:sp>
      <p:sp>
        <p:nvSpPr>
          <p:cNvPr id="5" name="">
            <a:extLst xmlns:a="http://schemas.openxmlformats.org/drawingml/2006/main">
              <a:ext uri="{FF2B5EF4-FFF2-40B4-BE49-F238E27FC236}">
                <a16:creationId xmlns:a16="http://schemas.microsoft.com/office/drawing/2014/main" id="{36E88058-582B-41F7-A300-A005D47F89A5}"/>
              </a:ext>
            </a:extLst>
          </p:cNvPr>
          <p:cNvSpPr>
            <a:spLocks xmlns:a="http://schemas.openxmlformats.org/drawingml/2006/main" noGrp="1"/>
          </p:cNvSpPr>
          <p:nvPr/>
        </p:nvSpPr>
        <p:spPr>
          <a:xfrm xmlns:a="http://schemas.openxmlformats.org/drawingml/2006/main">
            <a:off x="609600" y="1371600"/>
            <a:ext cx="1066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2424"/>
          </a:bodyPr>
          <a:lstStyle xmlns:a="http://schemas.openxmlformats.org/drawingml/2006/main">
            <a:defPPr algn="l">
              <a:defRPr sz="1650" b="0">
                <a:solidFill>
                  <a:srgbClr val="A9BCD0"/>
                </a:solidFill>
                <a:latin typeface="Ubuntu Sans"/>
                <a:ea typeface="Ubuntu Sans"/>
                <a:cs typeface="Ubuntu Sans"/>
              </a:defRPr>
            </a:defPPr>
            <a:lvl1pPr algn="l">
              <a:defRPr sz="1650" b="0">
                <a:solidFill>
                  <a:srgbClr val="A9BCD0"/>
                </a:solidFill>
                <a:latin typeface="Ubuntu Sans"/>
                <a:ea typeface="Ubuntu Sans"/>
                <a:cs typeface="Ubuntu Sans"/>
              </a:defRPr>
            </a:lvl1pPr>
            <a:lvl2pPr algn="l">
              <a:defRPr sz="1650" b="0">
                <a:solidFill>
                  <a:srgbClr val="A9BCD0"/>
                </a:solidFill>
                <a:latin typeface="Ubuntu Sans"/>
                <a:ea typeface="Ubuntu Sans"/>
                <a:cs typeface="Ubuntu Sans"/>
              </a:defRPr>
            </a:lvl2pPr>
            <a:lvl3pPr algn="l">
              <a:defRPr sz="1650" b="0">
                <a:solidFill>
                  <a:srgbClr val="A9BCD0"/>
                </a:solidFill>
                <a:latin typeface="Ubuntu Sans"/>
                <a:ea typeface="Ubuntu Sans"/>
                <a:cs typeface="Ubuntu Sans"/>
              </a:defRPr>
            </a:lvl3pPr>
            <a:lvl4pPr algn="l">
              <a:defRPr sz="1650" b="0">
                <a:solidFill>
                  <a:srgbClr val="A9BCD0"/>
                </a:solidFill>
                <a:latin typeface="Ubuntu Sans"/>
                <a:ea typeface="Ubuntu Sans"/>
                <a:cs typeface="Ubuntu Sans"/>
              </a:defRPr>
            </a:lvl4pPr>
            <a:lvl5pPr algn="l">
              <a:defRPr sz="1650" b="0">
                <a:solidFill>
                  <a:srgbClr val="A9BCD0"/>
                </a:solidFill>
                <a:latin typeface="Ubuntu Sans"/>
                <a:ea typeface="Ubuntu Sans"/>
                <a:cs typeface="Ubuntu Sans"/>
              </a:defRPr>
            </a:lvl5pPr>
            <a:lvl6pPr algn="l">
              <a:defRPr sz="1650" b="0">
                <a:solidFill>
                  <a:srgbClr val="A9BCD0"/>
                </a:solidFill>
                <a:latin typeface="Ubuntu Sans"/>
                <a:ea typeface="Ubuntu Sans"/>
                <a:cs typeface="Ubuntu Sans"/>
              </a:defRPr>
            </a:lvl6pPr>
            <a:lvl7pPr algn="l">
              <a:defRPr sz="1650" b="0">
                <a:solidFill>
                  <a:srgbClr val="A9BCD0"/>
                </a:solidFill>
                <a:latin typeface="Ubuntu Sans"/>
                <a:ea typeface="Ubuntu Sans"/>
                <a:cs typeface="Ubuntu Sans"/>
              </a:defRPr>
            </a:lvl7pPr>
            <a:lvl8pPr algn="l">
              <a:defRPr sz="1650" b="0">
                <a:solidFill>
                  <a:srgbClr val="A9BCD0"/>
                </a:solidFill>
                <a:latin typeface="Ubuntu Sans"/>
                <a:ea typeface="Ubuntu Sans"/>
                <a:cs typeface="Ubuntu Sans"/>
              </a:defRPr>
            </a:lvl8pPr>
            <a:lvl9pPr algn="l">
              <a:defRPr sz="1650" b="0">
                <a:solidFill>
                  <a:srgbClr val="A9BCD0"/>
                </a:solidFill>
                <a:latin typeface="Ubuntu Sans"/>
                <a:ea typeface="Ubuntu Sans"/>
                <a:cs typeface="Ubuntu Sans"/>
              </a:defRPr>
            </a:lvl9pPr>
          </a:lstStyle>
          <a:p xmlns:a="http://schemas.openxmlformats.org/drawingml/2006/main">
            <a:pPr algn="l">
              <a:defRPr sz="1650" b="0">
                <a:solidFill>
                  <a:srgbClr val="A9BCD0"/>
                </a:solidFill>
                <a:latin typeface="Ubuntu Sans"/>
                <a:ea typeface="Ubuntu Sans"/>
                <a:cs typeface="Ubuntu Sans"/>
              </a:defRPr>
            </a:pPr>
            <a:r>
              <a:rPr sz="1650" b="0">
                <a:solidFill>
                  <a:srgbClr val="A9BCD0"/>
                </a:solidFill>
                <a:latin typeface="Ubuntu Sans"/>
                <a:ea typeface="Ubuntu Sans"/>
                <a:cs typeface="Ubuntu Sans"/>
              </a:rPr>
              <a:t>The backend includes the controls needed to run and diagnose the system in production.</a:t>
            </a:r>
          </a:p>
        </p:txBody>
      </p:sp>
      <p:sp>
        <p:nvSpPr>
          <p:cNvPr id="6" name="">
            <a:extLst xmlns:a="http://schemas.openxmlformats.org/drawingml/2006/main">
              <a:ext uri="{FF2B5EF4-FFF2-40B4-BE49-F238E27FC236}">
                <a16:creationId xmlns:a16="http://schemas.microsoft.com/office/drawing/2014/main" id="{CB927E30-C852-493D-801B-3FE09FDAC15C}"/>
              </a:ext>
            </a:extLst>
          </p:cNvPr>
          <p:cNvSpPr>
            <a:spLocks xmlns:a="http://schemas.openxmlformats.org/drawingml/2006/main" noGrp="1"/>
          </p:cNvSpPr>
          <p:nvPr/>
        </p:nvSpPr>
        <p:spPr>
          <a:xfrm xmlns:a="http://schemas.openxmlformats.org/drawingml/2006/main">
            <a:off x="609600" y="2000250"/>
            <a:ext cx="3257550" cy="1238250"/>
          </a:xfrm>
          <a:prstGeom xmlns:a="http://schemas.openxmlformats.org/drawingml/2006/main" prst="roundRect">
            <a:avLst>
              <a:gd name="adj" fmla="val 9231"/>
            </a:avLst>
          </a:prstGeom>
          <a:solidFill xmlns:a="http://schemas.openxmlformats.org/drawingml/2006/main">
            <a:srgbClr val="10223A"/>
          </a:solidFill>
          <a:ln xmlns:a="http://schemas.openxmlformats.org/drawingml/2006/main" w="11430">
            <a:solidFill>
              <a:srgbClr val="2B4563"/>
            </a:solidFill>
            <a:prstDash val="solid"/>
          </a:ln>
        </p:spPr>
      </p:sp>
      <p:sp>
        <p:nvSpPr>
          <p:cNvPr id="7" name="">
            <a:extLst xmlns:a="http://schemas.openxmlformats.org/drawingml/2006/main">
              <a:ext uri="{FF2B5EF4-FFF2-40B4-BE49-F238E27FC236}">
                <a16:creationId xmlns:a16="http://schemas.microsoft.com/office/drawing/2014/main" id="{7A070BE5-4185-4C6C-AB92-87FB6683EDC2}"/>
              </a:ext>
            </a:extLst>
          </p:cNvPr>
          <p:cNvSpPr>
            <a:spLocks xmlns:a="http://schemas.openxmlformats.org/drawingml/2006/main" noGrp="1"/>
          </p:cNvSpPr>
          <p:nvPr/>
        </p:nvSpPr>
        <p:spPr>
          <a:xfrm xmlns:a="http://schemas.openxmlformats.org/drawingml/2006/main">
            <a:off x="609600" y="2000250"/>
            <a:ext cx="66675" cy="1238250"/>
          </a:xfrm>
          <a:prstGeom xmlns:a="http://schemas.openxmlformats.org/drawingml/2006/main" prst="roundRect">
            <a:avLst>
              <a:gd name="adj" fmla="val 50000"/>
            </a:avLst>
          </a:prstGeom>
          <a:solidFill xmlns:a="http://schemas.openxmlformats.org/drawingml/2006/main">
            <a:srgbClr val="55D6A5"/>
          </a:solidFill>
          <a:ln xmlns:a="http://schemas.openxmlformats.org/drawingml/2006/main" w="0">
            <a:solidFill>
              <a:srgbClr val="55D6A5"/>
            </a:solidFill>
            <a:prstDash val="solid"/>
          </a:ln>
        </p:spPr>
      </p:sp>
      <p:sp>
        <p:nvSpPr>
          <p:cNvPr id="8" name="">
            <a:extLst xmlns:a="http://schemas.openxmlformats.org/drawingml/2006/main">
              <a:ext uri="{FF2B5EF4-FFF2-40B4-BE49-F238E27FC236}">
                <a16:creationId xmlns:a16="http://schemas.microsoft.com/office/drawing/2014/main" id="{952C27C4-BA59-4A80-ABA6-D10B4ACFC454}"/>
              </a:ext>
            </a:extLst>
          </p:cNvPr>
          <p:cNvSpPr>
            <a:spLocks xmlns:a="http://schemas.openxmlformats.org/drawingml/2006/main" noGrp="1"/>
          </p:cNvSpPr>
          <p:nvPr/>
        </p:nvSpPr>
        <p:spPr>
          <a:xfrm xmlns:a="http://schemas.openxmlformats.org/drawingml/2006/main">
            <a:off x="819150" y="2114550"/>
            <a:ext cx="2933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F4F8FF"/>
                </a:solidFill>
                <a:latin typeface="Ubuntu Sans"/>
                <a:ea typeface="Ubuntu Sans"/>
                <a:cs typeface="Ubuntu Sans"/>
              </a:defRPr>
            </a:defPPr>
            <a:lvl1pPr algn="l">
              <a:defRPr sz="1575" b="1">
                <a:solidFill>
                  <a:srgbClr val="F4F8FF"/>
                </a:solidFill>
                <a:latin typeface="Ubuntu Sans"/>
                <a:ea typeface="Ubuntu Sans"/>
                <a:cs typeface="Ubuntu Sans"/>
              </a:defRPr>
            </a:lvl1pPr>
            <a:lvl2pPr algn="l">
              <a:defRPr sz="1575" b="1">
                <a:solidFill>
                  <a:srgbClr val="F4F8FF"/>
                </a:solidFill>
                <a:latin typeface="Ubuntu Sans"/>
                <a:ea typeface="Ubuntu Sans"/>
                <a:cs typeface="Ubuntu Sans"/>
              </a:defRPr>
            </a:lvl2pPr>
            <a:lvl3pPr algn="l">
              <a:defRPr sz="1575" b="1">
                <a:solidFill>
                  <a:srgbClr val="F4F8FF"/>
                </a:solidFill>
                <a:latin typeface="Ubuntu Sans"/>
                <a:ea typeface="Ubuntu Sans"/>
                <a:cs typeface="Ubuntu Sans"/>
              </a:defRPr>
            </a:lvl3pPr>
            <a:lvl4pPr algn="l">
              <a:defRPr sz="1575" b="1">
                <a:solidFill>
                  <a:srgbClr val="F4F8FF"/>
                </a:solidFill>
                <a:latin typeface="Ubuntu Sans"/>
                <a:ea typeface="Ubuntu Sans"/>
                <a:cs typeface="Ubuntu Sans"/>
              </a:defRPr>
            </a:lvl4pPr>
            <a:lvl5pPr algn="l">
              <a:defRPr sz="1575" b="1">
                <a:solidFill>
                  <a:srgbClr val="F4F8FF"/>
                </a:solidFill>
                <a:latin typeface="Ubuntu Sans"/>
                <a:ea typeface="Ubuntu Sans"/>
                <a:cs typeface="Ubuntu Sans"/>
              </a:defRPr>
            </a:lvl5pPr>
            <a:lvl6pPr algn="l">
              <a:defRPr sz="1575" b="1">
                <a:solidFill>
                  <a:srgbClr val="F4F8FF"/>
                </a:solidFill>
                <a:latin typeface="Ubuntu Sans"/>
                <a:ea typeface="Ubuntu Sans"/>
                <a:cs typeface="Ubuntu Sans"/>
              </a:defRPr>
            </a:lvl6pPr>
            <a:lvl7pPr algn="l">
              <a:defRPr sz="1575" b="1">
                <a:solidFill>
                  <a:srgbClr val="F4F8FF"/>
                </a:solidFill>
                <a:latin typeface="Ubuntu Sans"/>
                <a:ea typeface="Ubuntu Sans"/>
                <a:cs typeface="Ubuntu Sans"/>
              </a:defRPr>
            </a:lvl7pPr>
            <a:lvl8pPr algn="l">
              <a:defRPr sz="1575" b="1">
                <a:solidFill>
                  <a:srgbClr val="F4F8FF"/>
                </a:solidFill>
                <a:latin typeface="Ubuntu Sans"/>
                <a:ea typeface="Ubuntu Sans"/>
                <a:cs typeface="Ubuntu Sans"/>
              </a:defRPr>
            </a:lvl8pPr>
            <a:lvl9pPr algn="l">
              <a:defRPr sz="1575" b="1">
                <a:solidFill>
                  <a:srgbClr val="F4F8FF"/>
                </a:solidFill>
                <a:latin typeface="Ubuntu Sans"/>
                <a:ea typeface="Ubuntu Sans"/>
                <a:cs typeface="Ubuntu Sans"/>
              </a:defRPr>
            </a:lvl9pPr>
          </a:lstStyle>
          <a:p xmlns:a="http://schemas.openxmlformats.org/drawingml/2006/main">
            <a:pPr algn="l">
              <a:defRPr sz="1575" b="1">
                <a:solidFill>
                  <a:srgbClr val="F4F8FF"/>
                </a:solidFill>
                <a:latin typeface="Ubuntu Sans"/>
                <a:ea typeface="Ubuntu Sans"/>
                <a:cs typeface="Ubuntu Sans"/>
              </a:defRPr>
            </a:pPr>
            <a:r>
              <a:rPr sz="1575" b="1">
                <a:solidFill>
                  <a:srgbClr val="F4F8FF"/>
                </a:solidFill>
                <a:latin typeface="Ubuntu Sans"/>
                <a:ea typeface="Ubuntu Sans"/>
                <a:cs typeface="Ubuntu Sans"/>
              </a:rPr>
              <a:t>Health</a:t>
            </a:r>
          </a:p>
        </p:txBody>
      </p:sp>
      <p:sp>
        <p:nvSpPr>
          <p:cNvPr id="9" name="">
            <a:extLst xmlns:a="http://schemas.openxmlformats.org/drawingml/2006/main">
              <a:ext uri="{FF2B5EF4-FFF2-40B4-BE49-F238E27FC236}">
                <a16:creationId xmlns:a16="http://schemas.microsoft.com/office/drawing/2014/main" id="{9FA0E714-5A0F-493A-A7A0-11187B7050E9}"/>
              </a:ext>
            </a:extLst>
          </p:cNvPr>
          <p:cNvSpPr>
            <a:spLocks xmlns:a="http://schemas.openxmlformats.org/drawingml/2006/main" noGrp="1"/>
          </p:cNvSpPr>
          <p:nvPr/>
        </p:nvSpPr>
        <p:spPr>
          <a:xfrm xmlns:a="http://schemas.openxmlformats.org/drawingml/2006/main">
            <a:off x="819150" y="2409825"/>
            <a:ext cx="29337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A9BCD0"/>
                </a:solidFill>
                <a:latin typeface="Ubuntu Sans"/>
                <a:ea typeface="Ubuntu Sans"/>
                <a:cs typeface="Ubuntu Sans"/>
              </a:defRPr>
            </a:defPPr>
            <a:lvl1pPr algn="l">
              <a:defRPr sz="1125" b="0">
                <a:solidFill>
                  <a:srgbClr val="A9BCD0"/>
                </a:solidFill>
                <a:latin typeface="Ubuntu Sans"/>
                <a:ea typeface="Ubuntu Sans"/>
                <a:cs typeface="Ubuntu Sans"/>
              </a:defRPr>
            </a:lvl1pPr>
            <a:lvl2pPr algn="l">
              <a:defRPr sz="1125" b="0">
                <a:solidFill>
                  <a:srgbClr val="A9BCD0"/>
                </a:solidFill>
                <a:latin typeface="Ubuntu Sans"/>
                <a:ea typeface="Ubuntu Sans"/>
                <a:cs typeface="Ubuntu Sans"/>
              </a:defRPr>
            </a:lvl2pPr>
            <a:lvl3pPr algn="l">
              <a:defRPr sz="1125" b="0">
                <a:solidFill>
                  <a:srgbClr val="A9BCD0"/>
                </a:solidFill>
                <a:latin typeface="Ubuntu Sans"/>
                <a:ea typeface="Ubuntu Sans"/>
                <a:cs typeface="Ubuntu Sans"/>
              </a:defRPr>
            </a:lvl3pPr>
            <a:lvl4pPr algn="l">
              <a:defRPr sz="1125" b="0">
                <a:solidFill>
                  <a:srgbClr val="A9BCD0"/>
                </a:solidFill>
                <a:latin typeface="Ubuntu Sans"/>
                <a:ea typeface="Ubuntu Sans"/>
                <a:cs typeface="Ubuntu Sans"/>
              </a:defRPr>
            </a:lvl4pPr>
            <a:lvl5pPr algn="l">
              <a:defRPr sz="1125" b="0">
                <a:solidFill>
                  <a:srgbClr val="A9BCD0"/>
                </a:solidFill>
                <a:latin typeface="Ubuntu Sans"/>
                <a:ea typeface="Ubuntu Sans"/>
                <a:cs typeface="Ubuntu Sans"/>
              </a:defRPr>
            </a:lvl5pPr>
            <a:lvl6pPr algn="l">
              <a:defRPr sz="1125" b="0">
                <a:solidFill>
                  <a:srgbClr val="A9BCD0"/>
                </a:solidFill>
                <a:latin typeface="Ubuntu Sans"/>
                <a:ea typeface="Ubuntu Sans"/>
                <a:cs typeface="Ubuntu Sans"/>
              </a:defRPr>
            </a:lvl6pPr>
            <a:lvl7pPr algn="l">
              <a:defRPr sz="1125" b="0">
                <a:solidFill>
                  <a:srgbClr val="A9BCD0"/>
                </a:solidFill>
                <a:latin typeface="Ubuntu Sans"/>
                <a:ea typeface="Ubuntu Sans"/>
                <a:cs typeface="Ubuntu Sans"/>
              </a:defRPr>
            </a:lvl7pPr>
            <a:lvl8pPr algn="l">
              <a:defRPr sz="1125" b="0">
                <a:solidFill>
                  <a:srgbClr val="A9BCD0"/>
                </a:solidFill>
                <a:latin typeface="Ubuntu Sans"/>
                <a:ea typeface="Ubuntu Sans"/>
                <a:cs typeface="Ubuntu Sans"/>
              </a:defRPr>
            </a:lvl8pPr>
            <a:lvl9pPr algn="l">
              <a:defRPr sz="1125" b="0">
                <a:solidFill>
                  <a:srgbClr val="A9BCD0"/>
                </a:solidFill>
                <a:latin typeface="Ubuntu Sans"/>
                <a:ea typeface="Ubuntu Sans"/>
                <a:cs typeface="Ubuntu Sans"/>
              </a:defRPr>
            </a:lvl9pPr>
          </a:lstStyle>
          <a:p xmlns:a="http://schemas.openxmlformats.org/drawingml/2006/main">
            <a:pPr algn="l">
              <a:defRPr sz="1125" b="0">
                <a:solidFill>
                  <a:srgbClr val="A9BCD0"/>
                </a:solidFill>
                <a:latin typeface="Ubuntu Sans"/>
                <a:ea typeface="Ubuntu Sans"/>
                <a:cs typeface="Ubuntu Sans"/>
              </a:defRPr>
            </a:pPr>
            <a:r>
              <a:rPr sz="1125" b="0">
                <a:solidFill>
                  <a:srgbClr val="A9BCD0"/>
                </a:solidFill>
                <a:latin typeface="Ubuntu Sans"/>
                <a:ea typeface="Ubuntu Sans"/>
                <a:cs typeface="Ubuntu Sans"/>
              </a:rPr>
              <a:t>Liveness and readiness checks cover required components</a:t>
            </a:r>
          </a:p>
        </p:txBody>
      </p:sp>
      <p:sp>
        <p:nvSpPr>
          <p:cNvPr id="10" name="">
            <a:extLst xmlns:a="http://schemas.openxmlformats.org/drawingml/2006/main">
              <a:ext uri="{FF2B5EF4-FFF2-40B4-BE49-F238E27FC236}">
                <a16:creationId xmlns:a16="http://schemas.microsoft.com/office/drawing/2014/main" id="{F35E2789-1C03-4424-8DF2-62A9E485AF5B}"/>
              </a:ext>
            </a:extLst>
          </p:cNvPr>
          <p:cNvSpPr>
            <a:spLocks xmlns:a="http://schemas.openxmlformats.org/drawingml/2006/main" noGrp="1"/>
          </p:cNvSpPr>
          <p:nvPr/>
        </p:nvSpPr>
        <p:spPr>
          <a:xfrm xmlns:a="http://schemas.openxmlformats.org/drawingml/2006/main">
            <a:off x="4286250" y="2000250"/>
            <a:ext cx="3257550" cy="1238250"/>
          </a:xfrm>
          <a:prstGeom xmlns:a="http://schemas.openxmlformats.org/drawingml/2006/main" prst="roundRect">
            <a:avLst>
              <a:gd name="adj" fmla="val 9231"/>
            </a:avLst>
          </a:prstGeom>
          <a:solidFill xmlns:a="http://schemas.openxmlformats.org/drawingml/2006/main">
            <a:srgbClr val="10223A"/>
          </a:solidFill>
          <a:ln xmlns:a="http://schemas.openxmlformats.org/drawingml/2006/main" w="11430">
            <a:solidFill>
              <a:srgbClr val="2B4563"/>
            </a:solidFill>
            <a:prstDash val="solid"/>
          </a:ln>
        </p:spPr>
      </p:sp>
      <p:sp>
        <p:nvSpPr>
          <p:cNvPr id="11" name="">
            <a:extLst xmlns:a="http://schemas.openxmlformats.org/drawingml/2006/main">
              <a:ext uri="{FF2B5EF4-FFF2-40B4-BE49-F238E27FC236}">
                <a16:creationId xmlns:a16="http://schemas.microsoft.com/office/drawing/2014/main" id="{3C6FBC95-A2D7-43E3-AC7D-105EBA3B9073}"/>
              </a:ext>
            </a:extLst>
          </p:cNvPr>
          <p:cNvSpPr>
            <a:spLocks xmlns:a="http://schemas.openxmlformats.org/drawingml/2006/main" noGrp="1"/>
          </p:cNvSpPr>
          <p:nvPr/>
        </p:nvSpPr>
        <p:spPr>
          <a:xfrm xmlns:a="http://schemas.openxmlformats.org/drawingml/2006/main">
            <a:off x="4286250" y="2000250"/>
            <a:ext cx="66675" cy="1238250"/>
          </a:xfrm>
          <a:prstGeom xmlns:a="http://schemas.openxmlformats.org/drawingml/2006/main" prst="roundRect">
            <a:avLst>
              <a:gd name="adj" fmla="val 50000"/>
            </a:avLst>
          </a:prstGeom>
          <a:solidFill xmlns:a="http://schemas.openxmlformats.org/drawingml/2006/main">
            <a:srgbClr val="4FA7FF"/>
          </a:solidFill>
          <a:ln xmlns:a="http://schemas.openxmlformats.org/drawingml/2006/main" w="0">
            <a:solidFill>
              <a:srgbClr val="4FA7FF"/>
            </a:solidFill>
            <a:prstDash val="solid"/>
          </a:ln>
        </p:spPr>
      </p:sp>
      <p:sp>
        <p:nvSpPr>
          <p:cNvPr id="12" name="">
            <a:extLst xmlns:a="http://schemas.openxmlformats.org/drawingml/2006/main">
              <a:ext uri="{FF2B5EF4-FFF2-40B4-BE49-F238E27FC236}">
                <a16:creationId xmlns:a16="http://schemas.microsoft.com/office/drawing/2014/main" id="{939C6D9E-C96C-419E-BF4C-A879EBC03D4C}"/>
              </a:ext>
            </a:extLst>
          </p:cNvPr>
          <p:cNvSpPr>
            <a:spLocks xmlns:a="http://schemas.openxmlformats.org/drawingml/2006/main" noGrp="1"/>
          </p:cNvSpPr>
          <p:nvPr/>
        </p:nvSpPr>
        <p:spPr>
          <a:xfrm xmlns:a="http://schemas.openxmlformats.org/drawingml/2006/main">
            <a:off x="4495800" y="2114550"/>
            <a:ext cx="2933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F4F8FF"/>
                </a:solidFill>
                <a:latin typeface="Ubuntu Sans"/>
                <a:ea typeface="Ubuntu Sans"/>
                <a:cs typeface="Ubuntu Sans"/>
              </a:defRPr>
            </a:defPPr>
            <a:lvl1pPr algn="l">
              <a:defRPr sz="1575" b="1">
                <a:solidFill>
                  <a:srgbClr val="F4F8FF"/>
                </a:solidFill>
                <a:latin typeface="Ubuntu Sans"/>
                <a:ea typeface="Ubuntu Sans"/>
                <a:cs typeface="Ubuntu Sans"/>
              </a:defRPr>
            </a:lvl1pPr>
            <a:lvl2pPr algn="l">
              <a:defRPr sz="1575" b="1">
                <a:solidFill>
                  <a:srgbClr val="F4F8FF"/>
                </a:solidFill>
                <a:latin typeface="Ubuntu Sans"/>
                <a:ea typeface="Ubuntu Sans"/>
                <a:cs typeface="Ubuntu Sans"/>
              </a:defRPr>
            </a:lvl2pPr>
            <a:lvl3pPr algn="l">
              <a:defRPr sz="1575" b="1">
                <a:solidFill>
                  <a:srgbClr val="F4F8FF"/>
                </a:solidFill>
                <a:latin typeface="Ubuntu Sans"/>
                <a:ea typeface="Ubuntu Sans"/>
                <a:cs typeface="Ubuntu Sans"/>
              </a:defRPr>
            </a:lvl3pPr>
            <a:lvl4pPr algn="l">
              <a:defRPr sz="1575" b="1">
                <a:solidFill>
                  <a:srgbClr val="F4F8FF"/>
                </a:solidFill>
                <a:latin typeface="Ubuntu Sans"/>
                <a:ea typeface="Ubuntu Sans"/>
                <a:cs typeface="Ubuntu Sans"/>
              </a:defRPr>
            </a:lvl4pPr>
            <a:lvl5pPr algn="l">
              <a:defRPr sz="1575" b="1">
                <a:solidFill>
                  <a:srgbClr val="F4F8FF"/>
                </a:solidFill>
                <a:latin typeface="Ubuntu Sans"/>
                <a:ea typeface="Ubuntu Sans"/>
                <a:cs typeface="Ubuntu Sans"/>
              </a:defRPr>
            </a:lvl5pPr>
            <a:lvl6pPr algn="l">
              <a:defRPr sz="1575" b="1">
                <a:solidFill>
                  <a:srgbClr val="F4F8FF"/>
                </a:solidFill>
                <a:latin typeface="Ubuntu Sans"/>
                <a:ea typeface="Ubuntu Sans"/>
                <a:cs typeface="Ubuntu Sans"/>
              </a:defRPr>
            </a:lvl6pPr>
            <a:lvl7pPr algn="l">
              <a:defRPr sz="1575" b="1">
                <a:solidFill>
                  <a:srgbClr val="F4F8FF"/>
                </a:solidFill>
                <a:latin typeface="Ubuntu Sans"/>
                <a:ea typeface="Ubuntu Sans"/>
                <a:cs typeface="Ubuntu Sans"/>
              </a:defRPr>
            </a:lvl7pPr>
            <a:lvl8pPr algn="l">
              <a:defRPr sz="1575" b="1">
                <a:solidFill>
                  <a:srgbClr val="F4F8FF"/>
                </a:solidFill>
                <a:latin typeface="Ubuntu Sans"/>
                <a:ea typeface="Ubuntu Sans"/>
                <a:cs typeface="Ubuntu Sans"/>
              </a:defRPr>
            </a:lvl8pPr>
            <a:lvl9pPr algn="l">
              <a:defRPr sz="1575" b="1">
                <a:solidFill>
                  <a:srgbClr val="F4F8FF"/>
                </a:solidFill>
                <a:latin typeface="Ubuntu Sans"/>
                <a:ea typeface="Ubuntu Sans"/>
                <a:cs typeface="Ubuntu Sans"/>
              </a:defRPr>
            </a:lvl9pPr>
          </a:lstStyle>
          <a:p xmlns:a="http://schemas.openxmlformats.org/drawingml/2006/main">
            <a:pPr algn="l">
              <a:defRPr sz="1575" b="1">
                <a:solidFill>
                  <a:srgbClr val="F4F8FF"/>
                </a:solidFill>
                <a:latin typeface="Ubuntu Sans"/>
                <a:ea typeface="Ubuntu Sans"/>
                <a:cs typeface="Ubuntu Sans"/>
              </a:defRPr>
            </a:pPr>
            <a:r>
              <a:rPr sz="1575" b="1">
                <a:solidFill>
                  <a:srgbClr val="F4F8FF"/>
                </a:solidFill>
                <a:latin typeface="Ubuntu Sans"/>
                <a:ea typeface="Ubuntu Sans"/>
                <a:cs typeface="Ubuntu Sans"/>
              </a:rPr>
              <a:t>Logging</a:t>
            </a:r>
          </a:p>
        </p:txBody>
      </p:sp>
      <p:sp>
        <p:nvSpPr>
          <p:cNvPr id="13" name="">
            <a:extLst xmlns:a="http://schemas.openxmlformats.org/drawingml/2006/main">
              <a:ext uri="{FF2B5EF4-FFF2-40B4-BE49-F238E27FC236}">
                <a16:creationId xmlns:a16="http://schemas.microsoft.com/office/drawing/2014/main" id="{A1A1D9CE-7DD5-479A-9F23-CB76EE66F899}"/>
              </a:ext>
            </a:extLst>
          </p:cNvPr>
          <p:cNvSpPr>
            <a:spLocks xmlns:a="http://schemas.openxmlformats.org/drawingml/2006/main" noGrp="1"/>
          </p:cNvSpPr>
          <p:nvPr/>
        </p:nvSpPr>
        <p:spPr>
          <a:xfrm xmlns:a="http://schemas.openxmlformats.org/drawingml/2006/main">
            <a:off x="4495800" y="2409825"/>
            <a:ext cx="29337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A9BCD0"/>
                </a:solidFill>
                <a:latin typeface="Ubuntu Sans"/>
                <a:ea typeface="Ubuntu Sans"/>
                <a:cs typeface="Ubuntu Sans"/>
              </a:defRPr>
            </a:defPPr>
            <a:lvl1pPr algn="l">
              <a:defRPr sz="1125" b="0">
                <a:solidFill>
                  <a:srgbClr val="A9BCD0"/>
                </a:solidFill>
                <a:latin typeface="Ubuntu Sans"/>
                <a:ea typeface="Ubuntu Sans"/>
                <a:cs typeface="Ubuntu Sans"/>
              </a:defRPr>
            </a:lvl1pPr>
            <a:lvl2pPr algn="l">
              <a:defRPr sz="1125" b="0">
                <a:solidFill>
                  <a:srgbClr val="A9BCD0"/>
                </a:solidFill>
                <a:latin typeface="Ubuntu Sans"/>
                <a:ea typeface="Ubuntu Sans"/>
                <a:cs typeface="Ubuntu Sans"/>
              </a:defRPr>
            </a:lvl2pPr>
            <a:lvl3pPr algn="l">
              <a:defRPr sz="1125" b="0">
                <a:solidFill>
                  <a:srgbClr val="A9BCD0"/>
                </a:solidFill>
                <a:latin typeface="Ubuntu Sans"/>
                <a:ea typeface="Ubuntu Sans"/>
                <a:cs typeface="Ubuntu Sans"/>
              </a:defRPr>
            </a:lvl3pPr>
            <a:lvl4pPr algn="l">
              <a:defRPr sz="1125" b="0">
                <a:solidFill>
                  <a:srgbClr val="A9BCD0"/>
                </a:solidFill>
                <a:latin typeface="Ubuntu Sans"/>
                <a:ea typeface="Ubuntu Sans"/>
                <a:cs typeface="Ubuntu Sans"/>
              </a:defRPr>
            </a:lvl4pPr>
            <a:lvl5pPr algn="l">
              <a:defRPr sz="1125" b="0">
                <a:solidFill>
                  <a:srgbClr val="A9BCD0"/>
                </a:solidFill>
                <a:latin typeface="Ubuntu Sans"/>
                <a:ea typeface="Ubuntu Sans"/>
                <a:cs typeface="Ubuntu Sans"/>
              </a:defRPr>
            </a:lvl5pPr>
            <a:lvl6pPr algn="l">
              <a:defRPr sz="1125" b="0">
                <a:solidFill>
                  <a:srgbClr val="A9BCD0"/>
                </a:solidFill>
                <a:latin typeface="Ubuntu Sans"/>
                <a:ea typeface="Ubuntu Sans"/>
                <a:cs typeface="Ubuntu Sans"/>
              </a:defRPr>
            </a:lvl6pPr>
            <a:lvl7pPr algn="l">
              <a:defRPr sz="1125" b="0">
                <a:solidFill>
                  <a:srgbClr val="A9BCD0"/>
                </a:solidFill>
                <a:latin typeface="Ubuntu Sans"/>
                <a:ea typeface="Ubuntu Sans"/>
                <a:cs typeface="Ubuntu Sans"/>
              </a:defRPr>
            </a:lvl7pPr>
            <a:lvl8pPr algn="l">
              <a:defRPr sz="1125" b="0">
                <a:solidFill>
                  <a:srgbClr val="A9BCD0"/>
                </a:solidFill>
                <a:latin typeface="Ubuntu Sans"/>
                <a:ea typeface="Ubuntu Sans"/>
                <a:cs typeface="Ubuntu Sans"/>
              </a:defRPr>
            </a:lvl8pPr>
            <a:lvl9pPr algn="l">
              <a:defRPr sz="1125" b="0">
                <a:solidFill>
                  <a:srgbClr val="A9BCD0"/>
                </a:solidFill>
                <a:latin typeface="Ubuntu Sans"/>
                <a:ea typeface="Ubuntu Sans"/>
                <a:cs typeface="Ubuntu Sans"/>
              </a:defRPr>
            </a:lvl9pPr>
          </a:lstStyle>
          <a:p xmlns:a="http://schemas.openxmlformats.org/drawingml/2006/main">
            <a:pPr algn="l">
              <a:defRPr sz="1125" b="0">
                <a:solidFill>
                  <a:srgbClr val="A9BCD0"/>
                </a:solidFill>
                <a:latin typeface="Ubuntu Sans"/>
                <a:ea typeface="Ubuntu Sans"/>
                <a:cs typeface="Ubuntu Sans"/>
              </a:defRPr>
            </a:pPr>
            <a:r>
              <a:rPr sz="1125" b="0">
                <a:solidFill>
                  <a:srgbClr val="A9BCD0"/>
                </a:solidFill>
                <a:latin typeface="Ubuntu Sans"/>
                <a:ea typeface="Ubuntu Sans"/>
                <a:cs typeface="Ubuntu Sans"/>
              </a:rPr>
              <a:t>Structured events include routes and traceable error IDs</a:t>
            </a:r>
          </a:p>
        </p:txBody>
      </p:sp>
      <p:sp>
        <p:nvSpPr>
          <p:cNvPr id="14" name="">
            <a:extLst xmlns:a="http://schemas.openxmlformats.org/drawingml/2006/main">
              <a:ext uri="{FF2B5EF4-FFF2-40B4-BE49-F238E27FC236}">
                <a16:creationId xmlns:a16="http://schemas.microsoft.com/office/drawing/2014/main" id="{2F8620DB-BC90-40C6-A434-10EC0D6363DF}"/>
              </a:ext>
            </a:extLst>
          </p:cNvPr>
          <p:cNvSpPr>
            <a:spLocks xmlns:a="http://schemas.openxmlformats.org/drawingml/2006/main" noGrp="1"/>
          </p:cNvSpPr>
          <p:nvPr/>
        </p:nvSpPr>
        <p:spPr>
          <a:xfrm xmlns:a="http://schemas.openxmlformats.org/drawingml/2006/main">
            <a:off x="7962900" y="2000250"/>
            <a:ext cx="3257550" cy="1238250"/>
          </a:xfrm>
          <a:prstGeom xmlns:a="http://schemas.openxmlformats.org/drawingml/2006/main" prst="roundRect">
            <a:avLst>
              <a:gd name="adj" fmla="val 9231"/>
            </a:avLst>
          </a:prstGeom>
          <a:solidFill xmlns:a="http://schemas.openxmlformats.org/drawingml/2006/main">
            <a:srgbClr val="10223A"/>
          </a:solidFill>
          <a:ln xmlns:a="http://schemas.openxmlformats.org/drawingml/2006/main" w="11430">
            <a:solidFill>
              <a:srgbClr val="2B4563"/>
            </a:solidFill>
            <a:prstDash val="solid"/>
          </a:ln>
        </p:spPr>
      </p:sp>
      <p:sp>
        <p:nvSpPr>
          <p:cNvPr id="15" name="">
            <a:extLst xmlns:a="http://schemas.openxmlformats.org/drawingml/2006/main">
              <a:ext uri="{FF2B5EF4-FFF2-40B4-BE49-F238E27FC236}">
                <a16:creationId xmlns:a16="http://schemas.microsoft.com/office/drawing/2014/main" id="{B80E1FDE-02D8-4CED-B559-01606ED874C1}"/>
              </a:ext>
            </a:extLst>
          </p:cNvPr>
          <p:cNvSpPr>
            <a:spLocks xmlns:a="http://schemas.openxmlformats.org/drawingml/2006/main" noGrp="1"/>
          </p:cNvSpPr>
          <p:nvPr/>
        </p:nvSpPr>
        <p:spPr>
          <a:xfrm xmlns:a="http://schemas.openxmlformats.org/drawingml/2006/main">
            <a:off x="7962900" y="2000250"/>
            <a:ext cx="66675" cy="1238250"/>
          </a:xfrm>
          <a:prstGeom xmlns:a="http://schemas.openxmlformats.org/drawingml/2006/main" prst="roundRect">
            <a:avLst>
              <a:gd name="adj" fmla="val 50000"/>
            </a:avLst>
          </a:prstGeom>
          <a:solidFill xmlns:a="http://schemas.openxmlformats.org/drawingml/2006/main">
            <a:srgbClr val="2FD6D3"/>
          </a:solidFill>
          <a:ln xmlns:a="http://schemas.openxmlformats.org/drawingml/2006/main" w="0">
            <a:solidFill>
              <a:srgbClr val="2FD6D3"/>
            </a:solidFill>
            <a:prstDash val="solid"/>
          </a:ln>
        </p:spPr>
      </p:sp>
      <p:sp>
        <p:nvSpPr>
          <p:cNvPr id="16" name="">
            <a:extLst xmlns:a="http://schemas.openxmlformats.org/drawingml/2006/main">
              <a:ext uri="{FF2B5EF4-FFF2-40B4-BE49-F238E27FC236}">
                <a16:creationId xmlns:a16="http://schemas.microsoft.com/office/drawing/2014/main" id="{7CF9320E-A878-47E7-B484-E70F04B5C1DB}"/>
              </a:ext>
            </a:extLst>
          </p:cNvPr>
          <p:cNvSpPr>
            <a:spLocks xmlns:a="http://schemas.openxmlformats.org/drawingml/2006/main" noGrp="1"/>
          </p:cNvSpPr>
          <p:nvPr/>
        </p:nvSpPr>
        <p:spPr>
          <a:xfrm xmlns:a="http://schemas.openxmlformats.org/drawingml/2006/main">
            <a:off x="8172450" y="2114550"/>
            <a:ext cx="2933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F4F8FF"/>
                </a:solidFill>
                <a:latin typeface="Ubuntu Sans"/>
                <a:ea typeface="Ubuntu Sans"/>
                <a:cs typeface="Ubuntu Sans"/>
              </a:defRPr>
            </a:defPPr>
            <a:lvl1pPr algn="l">
              <a:defRPr sz="1575" b="1">
                <a:solidFill>
                  <a:srgbClr val="F4F8FF"/>
                </a:solidFill>
                <a:latin typeface="Ubuntu Sans"/>
                <a:ea typeface="Ubuntu Sans"/>
                <a:cs typeface="Ubuntu Sans"/>
              </a:defRPr>
            </a:lvl1pPr>
            <a:lvl2pPr algn="l">
              <a:defRPr sz="1575" b="1">
                <a:solidFill>
                  <a:srgbClr val="F4F8FF"/>
                </a:solidFill>
                <a:latin typeface="Ubuntu Sans"/>
                <a:ea typeface="Ubuntu Sans"/>
                <a:cs typeface="Ubuntu Sans"/>
              </a:defRPr>
            </a:lvl2pPr>
            <a:lvl3pPr algn="l">
              <a:defRPr sz="1575" b="1">
                <a:solidFill>
                  <a:srgbClr val="F4F8FF"/>
                </a:solidFill>
                <a:latin typeface="Ubuntu Sans"/>
                <a:ea typeface="Ubuntu Sans"/>
                <a:cs typeface="Ubuntu Sans"/>
              </a:defRPr>
            </a:lvl3pPr>
            <a:lvl4pPr algn="l">
              <a:defRPr sz="1575" b="1">
                <a:solidFill>
                  <a:srgbClr val="F4F8FF"/>
                </a:solidFill>
                <a:latin typeface="Ubuntu Sans"/>
                <a:ea typeface="Ubuntu Sans"/>
                <a:cs typeface="Ubuntu Sans"/>
              </a:defRPr>
            </a:lvl4pPr>
            <a:lvl5pPr algn="l">
              <a:defRPr sz="1575" b="1">
                <a:solidFill>
                  <a:srgbClr val="F4F8FF"/>
                </a:solidFill>
                <a:latin typeface="Ubuntu Sans"/>
                <a:ea typeface="Ubuntu Sans"/>
                <a:cs typeface="Ubuntu Sans"/>
              </a:defRPr>
            </a:lvl5pPr>
            <a:lvl6pPr algn="l">
              <a:defRPr sz="1575" b="1">
                <a:solidFill>
                  <a:srgbClr val="F4F8FF"/>
                </a:solidFill>
                <a:latin typeface="Ubuntu Sans"/>
                <a:ea typeface="Ubuntu Sans"/>
                <a:cs typeface="Ubuntu Sans"/>
              </a:defRPr>
            </a:lvl6pPr>
            <a:lvl7pPr algn="l">
              <a:defRPr sz="1575" b="1">
                <a:solidFill>
                  <a:srgbClr val="F4F8FF"/>
                </a:solidFill>
                <a:latin typeface="Ubuntu Sans"/>
                <a:ea typeface="Ubuntu Sans"/>
                <a:cs typeface="Ubuntu Sans"/>
              </a:defRPr>
            </a:lvl7pPr>
            <a:lvl8pPr algn="l">
              <a:defRPr sz="1575" b="1">
                <a:solidFill>
                  <a:srgbClr val="F4F8FF"/>
                </a:solidFill>
                <a:latin typeface="Ubuntu Sans"/>
                <a:ea typeface="Ubuntu Sans"/>
                <a:cs typeface="Ubuntu Sans"/>
              </a:defRPr>
            </a:lvl8pPr>
            <a:lvl9pPr algn="l">
              <a:defRPr sz="1575" b="1">
                <a:solidFill>
                  <a:srgbClr val="F4F8FF"/>
                </a:solidFill>
                <a:latin typeface="Ubuntu Sans"/>
                <a:ea typeface="Ubuntu Sans"/>
                <a:cs typeface="Ubuntu Sans"/>
              </a:defRPr>
            </a:lvl9pPr>
          </a:lstStyle>
          <a:p xmlns:a="http://schemas.openxmlformats.org/drawingml/2006/main">
            <a:pPr algn="l">
              <a:defRPr sz="1575" b="1">
                <a:solidFill>
                  <a:srgbClr val="F4F8FF"/>
                </a:solidFill>
                <a:latin typeface="Ubuntu Sans"/>
                <a:ea typeface="Ubuntu Sans"/>
                <a:cs typeface="Ubuntu Sans"/>
              </a:defRPr>
            </a:pPr>
            <a:r>
              <a:rPr sz="1575" b="1">
                <a:solidFill>
                  <a:srgbClr val="F4F8FF"/>
                </a:solidFill>
                <a:latin typeface="Ubuntu Sans"/>
                <a:ea typeface="Ubuntu Sans"/>
                <a:cs typeface="Ubuntu Sans"/>
              </a:rPr>
              <a:t>Metrics</a:t>
            </a:r>
          </a:p>
        </p:txBody>
      </p:sp>
      <p:sp>
        <p:nvSpPr>
          <p:cNvPr id="17" name="">
            <a:extLst xmlns:a="http://schemas.openxmlformats.org/drawingml/2006/main">
              <a:ext uri="{FF2B5EF4-FFF2-40B4-BE49-F238E27FC236}">
                <a16:creationId xmlns:a16="http://schemas.microsoft.com/office/drawing/2014/main" id="{386C1D56-D1E4-4C0B-9E4A-1B2248C26CCD}"/>
              </a:ext>
            </a:extLst>
          </p:cNvPr>
          <p:cNvSpPr>
            <a:spLocks xmlns:a="http://schemas.openxmlformats.org/drawingml/2006/main" noGrp="1"/>
          </p:cNvSpPr>
          <p:nvPr/>
        </p:nvSpPr>
        <p:spPr>
          <a:xfrm xmlns:a="http://schemas.openxmlformats.org/drawingml/2006/main">
            <a:off x="8172450" y="2409825"/>
            <a:ext cx="29337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A9BCD0"/>
                </a:solidFill>
                <a:latin typeface="Ubuntu Sans"/>
                <a:ea typeface="Ubuntu Sans"/>
                <a:cs typeface="Ubuntu Sans"/>
              </a:defRPr>
            </a:defPPr>
            <a:lvl1pPr algn="l">
              <a:defRPr sz="1125" b="0">
                <a:solidFill>
                  <a:srgbClr val="A9BCD0"/>
                </a:solidFill>
                <a:latin typeface="Ubuntu Sans"/>
                <a:ea typeface="Ubuntu Sans"/>
                <a:cs typeface="Ubuntu Sans"/>
              </a:defRPr>
            </a:lvl1pPr>
            <a:lvl2pPr algn="l">
              <a:defRPr sz="1125" b="0">
                <a:solidFill>
                  <a:srgbClr val="A9BCD0"/>
                </a:solidFill>
                <a:latin typeface="Ubuntu Sans"/>
                <a:ea typeface="Ubuntu Sans"/>
                <a:cs typeface="Ubuntu Sans"/>
              </a:defRPr>
            </a:lvl2pPr>
            <a:lvl3pPr algn="l">
              <a:defRPr sz="1125" b="0">
                <a:solidFill>
                  <a:srgbClr val="A9BCD0"/>
                </a:solidFill>
                <a:latin typeface="Ubuntu Sans"/>
                <a:ea typeface="Ubuntu Sans"/>
                <a:cs typeface="Ubuntu Sans"/>
              </a:defRPr>
            </a:lvl3pPr>
            <a:lvl4pPr algn="l">
              <a:defRPr sz="1125" b="0">
                <a:solidFill>
                  <a:srgbClr val="A9BCD0"/>
                </a:solidFill>
                <a:latin typeface="Ubuntu Sans"/>
                <a:ea typeface="Ubuntu Sans"/>
                <a:cs typeface="Ubuntu Sans"/>
              </a:defRPr>
            </a:lvl4pPr>
            <a:lvl5pPr algn="l">
              <a:defRPr sz="1125" b="0">
                <a:solidFill>
                  <a:srgbClr val="A9BCD0"/>
                </a:solidFill>
                <a:latin typeface="Ubuntu Sans"/>
                <a:ea typeface="Ubuntu Sans"/>
                <a:cs typeface="Ubuntu Sans"/>
              </a:defRPr>
            </a:lvl5pPr>
            <a:lvl6pPr algn="l">
              <a:defRPr sz="1125" b="0">
                <a:solidFill>
                  <a:srgbClr val="A9BCD0"/>
                </a:solidFill>
                <a:latin typeface="Ubuntu Sans"/>
                <a:ea typeface="Ubuntu Sans"/>
                <a:cs typeface="Ubuntu Sans"/>
              </a:defRPr>
            </a:lvl6pPr>
            <a:lvl7pPr algn="l">
              <a:defRPr sz="1125" b="0">
                <a:solidFill>
                  <a:srgbClr val="A9BCD0"/>
                </a:solidFill>
                <a:latin typeface="Ubuntu Sans"/>
                <a:ea typeface="Ubuntu Sans"/>
                <a:cs typeface="Ubuntu Sans"/>
              </a:defRPr>
            </a:lvl7pPr>
            <a:lvl8pPr algn="l">
              <a:defRPr sz="1125" b="0">
                <a:solidFill>
                  <a:srgbClr val="A9BCD0"/>
                </a:solidFill>
                <a:latin typeface="Ubuntu Sans"/>
                <a:ea typeface="Ubuntu Sans"/>
                <a:cs typeface="Ubuntu Sans"/>
              </a:defRPr>
            </a:lvl8pPr>
            <a:lvl9pPr algn="l">
              <a:defRPr sz="1125" b="0">
                <a:solidFill>
                  <a:srgbClr val="A9BCD0"/>
                </a:solidFill>
                <a:latin typeface="Ubuntu Sans"/>
                <a:ea typeface="Ubuntu Sans"/>
                <a:cs typeface="Ubuntu Sans"/>
              </a:defRPr>
            </a:lvl9pPr>
          </a:lstStyle>
          <a:p xmlns:a="http://schemas.openxmlformats.org/drawingml/2006/main">
            <a:pPr algn="l">
              <a:defRPr sz="1125" b="0">
                <a:solidFill>
                  <a:srgbClr val="A9BCD0"/>
                </a:solidFill>
                <a:latin typeface="Ubuntu Sans"/>
                <a:ea typeface="Ubuntu Sans"/>
                <a:cs typeface="Ubuntu Sans"/>
              </a:defRPr>
            </a:pPr>
            <a:r>
              <a:rPr sz="1125" b="0">
                <a:solidFill>
                  <a:srgbClr val="A9BCD0"/>
                </a:solidFill>
                <a:latin typeface="Ubuntu Sans"/>
                <a:ea typeface="Ubuntu Sans"/>
                <a:cs typeface="Ubuntu Sans"/>
              </a:rPr>
              <a:t>Prometheus request and service measurements</a:t>
            </a:r>
          </a:p>
        </p:txBody>
      </p:sp>
      <p:sp>
        <p:nvSpPr>
          <p:cNvPr id="18" name="">
            <a:extLst xmlns:a="http://schemas.openxmlformats.org/drawingml/2006/main">
              <a:ext uri="{FF2B5EF4-FFF2-40B4-BE49-F238E27FC236}">
                <a16:creationId xmlns:a16="http://schemas.microsoft.com/office/drawing/2014/main" id="{83FECE9D-D741-4F7D-A1AF-AF9960789848}"/>
              </a:ext>
            </a:extLst>
          </p:cNvPr>
          <p:cNvSpPr>
            <a:spLocks xmlns:a="http://schemas.openxmlformats.org/drawingml/2006/main" noGrp="1"/>
          </p:cNvSpPr>
          <p:nvPr/>
        </p:nvSpPr>
        <p:spPr>
          <a:xfrm xmlns:a="http://schemas.openxmlformats.org/drawingml/2006/main">
            <a:off x="609600" y="3657600"/>
            <a:ext cx="3257550" cy="1238250"/>
          </a:xfrm>
          <a:prstGeom xmlns:a="http://schemas.openxmlformats.org/drawingml/2006/main" prst="roundRect">
            <a:avLst>
              <a:gd name="adj" fmla="val 9231"/>
            </a:avLst>
          </a:prstGeom>
          <a:solidFill xmlns:a="http://schemas.openxmlformats.org/drawingml/2006/main">
            <a:srgbClr val="10223A"/>
          </a:solidFill>
          <a:ln xmlns:a="http://schemas.openxmlformats.org/drawingml/2006/main" w="11430">
            <a:solidFill>
              <a:srgbClr val="2B4563"/>
            </a:solidFill>
            <a:prstDash val="solid"/>
          </a:ln>
        </p:spPr>
      </p:sp>
      <p:sp>
        <p:nvSpPr>
          <p:cNvPr id="19" name="">
            <a:extLst xmlns:a="http://schemas.openxmlformats.org/drawingml/2006/main">
              <a:ext uri="{FF2B5EF4-FFF2-40B4-BE49-F238E27FC236}">
                <a16:creationId xmlns:a16="http://schemas.microsoft.com/office/drawing/2014/main" id="{E71ED940-7FB6-4A1A-B619-A97E7A67C844}"/>
              </a:ext>
            </a:extLst>
          </p:cNvPr>
          <p:cNvSpPr>
            <a:spLocks xmlns:a="http://schemas.openxmlformats.org/drawingml/2006/main" noGrp="1"/>
          </p:cNvSpPr>
          <p:nvPr/>
        </p:nvSpPr>
        <p:spPr>
          <a:xfrm xmlns:a="http://schemas.openxmlformats.org/drawingml/2006/main">
            <a:off x="609600" y="3657600"/>
            <a:ext cx="66675" cy="1238250"/>
          </a:xfrm>
          <a:prstGeom xmlns:a="http://schemas.openxmlformats.org/drawingml/2006/main" prst="roundRect">
            <a:avLst>
              <a:gd name="adj" fmla="val 50000"/>
            </a:avLst>
          </a:prstGeom>
          <a:solidFill xmlns:a="http://schemas.openxmlformats.org/drawingml/2006/main">
            <a:srgbClr val="8A7CFF"/>
          </a:solidFill>
          <a:ln xmlns:a="http://schemas.openxmlformats.org/drawingml/2006/main" w="0">
            <a:solidFill>
              <a:srgbClr val="8A7CFF"/>
            </a:solidFill>
            <a:prstDash val="solid"/>
          </a:ln>
        </p:spPr>
      </p:sp>
      <p:sp>
        <p:nvSpPr>
          <p:cNvPr id="20" name="">
            <a:extLst xmlns:a="http://schemas.openxmlformats.org/drawingml/2006/main">
              <a:ext uri="{FF2B5EF4-FFF2-40B4-BE49-F238E27FC236}">
                <a16:creationId xmlns:a16="http://schemas.microsoft.com/office/drawing/2014/main" id="{0D529507-2F23-443B-A25C-0585D8E4C7A7}"/>
              </a:ext>
            </a:extLst>
          </p:cNvPr>
          <p:cNvSpPr>
            <a:spLocks xmlns:a="http://schemas.openxmlformats.org/drawingml/2006/main" noGrp="1"/>
          </p:cNvSpPr>
          <p:nvPr/>
        </p:nvSpPr>
        <p:spPr>
          <a:xfrm xmlns:a="http://schemas.openxmlformats.org/drawingml/2006/main">
            <a:off x="819150" y="3771900"/>
            <a:ext cx="2933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F4F8FF"/>
                </a:solidFill>
                <a:latin typeface="Ubuntu Sans"/>
                <a:ea typeface="Ubuntu Sans"/>
                <a:cs typeface="Ubuntu Sans"/>
              </a:defRPr>
            </a:defPPr>
            <a:lvl1pPr algn="l">
              <a:defRPr sz="1575" b="1">
                <a:solidFill>
                  <a:srgbClr val="F4F8FF"/>
                </a:solidFill>
                <a:latin typeface="Ubuntu Sans"/>
                <a:ea typeface="Ubuntu Sans"/>
                <a:cs typeface="Ubuntu Sans"/>
              </a:defRPr>
            </a:lvl1pPr>
            <a:lvl2pPr algn="l">
              <a:defRPr sz="1575" b="1">
                <a:solidFill>
                  <a:srgbClr val="F4F8FF"/>
                </a:solidFill>
                <a:latin typeface="Ubuntu Sans"/>
                <a:ea typeface="Ubuntu Sans"/>
                <a:cs typeface="Ubuntu Sans"/>
              </a:defRPr>
            </a:lvl2pPr>
            <a:lvl3pPr algn="l">
              <a:defRPr sz="1575" b="1">
                <a:solidFill>
                  <a:srgbClr val="F4F8FF"/>
                </a:solidFill>
                <a:latin typeface="Ubuntu Sans"/>
                <a:ea typeface="Ubuntu Sans"/>
                <a:cs typeface="Ubuntu Sans"/>
              </a:defRPr>
            </a:lvl3pPr>
            <a:lvl4pPr algn="l">
              <a:defRPr sz="1575" b="1">
                <a:solidFill>
                  <a:srgbClr val="F4F8FF"/>
                </a:solidFill>
                <a:latin typeface="Ubuntu Sans"/>
                <a:ea typeface="Ubuntu Sans"/>
                <a:cs typeface="Ubuntu Sans"/>
              </a:defRPr>
            </a:lvl4pPr>
            <a:lvl5pPr algn="l">
              <a:defRPr sz="1575" b="1">
                <a:solidFill>
                  <a:srgbClr val="F4F8FF"/>
                </a:solidFill>
                <a:latin typeface="Ubuntu Sans"/>
                <a:ea typeface="Ubuntu Sans"/>
                <a:cs typeface="Ubuntu Sans"/>
              </a:defRPr>
            </a:lvl5pPr>
            <a:lvl6pPr algn="l">
              <a:defRPr sz="1575" b="1">
                <a:solidFill>
                  <a:srgbClr val="F4F8FF"/>
                </a:solidFill>
                <a:latin typeface="Ubuntu Sans"/>
                <a:ea typeface="Ubuntu Sans"/>
                <a:cs typeface="Ubuntu Sans"/>
              </a:defRPr>
            </a:lvl6pPr>
            <a:lvl7pPr algn="l">
              <a:defRPr sz="1575" b="1">
                <a:solidFill>
                  <a:srgbClr val="F4F8FF"/>
                </a:solidFill>
                <a:latin typeface="Ubuntu Sans"/>
                <a:ea typeface="Ubuntu Sans"/>
                <a:cs typeface="Ubuntu Sans"/>
              </a:defRPr>
            </a:lvl7pPr>
            <a:lvl8pPr algn="l">
              <a:defRPr sz="1575" b="1">
                <a:solidFill>
                  <a:srgbClr val="F4F8FF"/>
                </a:solidFill>
                <a:latin typeface="Ubuntu Sans"/>
                <a:ea typeface="Ubuntu Sans"/>
                <a:cs typeface="Ubuntu Sans"/>
              </a:defRPr>
            </a:lvl8pPr>
            <a:lvl9pPr algn="l">
              <a:defRPr sz="1575" b="1">
                <a:solidFill>
                  <a:srgbClr val="F4F8FF"/>
                </a:solidFill>
                <a:latin typeface="Ubuntu Sans"/>
                <a:ea typeface="Ubuntu Sans"/>
                <a:cs typeface="Ubuntu Sans"/>
              </a:defRPr>
            </a:lvl9pPr>
          </a:lstStyle>
          <a:p xmlns:a="http://schemas.openxmlformats.org/drawingml/2006/main">
            <a:pPr algn="l">
              <a:defRPr sz="1575" b="1">
                <a:solidFill>
                  <a:srgbClr val="F4F8FF"/>
                </a:solidFill>
                <a:latin typeface="Ubuntu Sans"/>
                <a:ea typeface="Ubuntu Sans"/>
                <a:cs typeface="Ubuntu Sans"/>
              </a:defRPr>
            </a:pPr>
            <a:r>
              <a:rPr sz="1575" b="1">
                <a:solidFill>
                  <a:srgbClr val="F4F8FF"/>
                </a:solidFill>
                <a:latin typeface="Ubuntu Sans"/>
                <a:ea typeface="Ubuntu Sans"/>
                <a:cs typeface="Ubuntu Sans"/>
              </a:rPr>
              <a:t>Secrets</a:t>
            </a:r>
          </a:p>
        </p:txBody>
      </p:sp>
      <p:sp>
        <p:nvSpPr>
          <p:cNvPr id="21" name="">
            <a:extLst xmlns:a="http://schemas.openxmlformats.org/drawingml/2006/main">
              <a:ext uri="{FF2B5EF4-FFF2-40B4-BE49-F238E27FC236}">
                <a16:creationId xmlns:a16="http://schemas.microsoft.com/office/drawing/2014/main" id="{FC7A010C-E14D-4602-ADE7-9256F421E10F}"/>
              </a:ext>
            </a:extLst>
          </p:cNvPr>
          <p:cNvSpPr>
            <a:spLocks xmlns:a="http://schemas.openxmlformats.org/drawingml/2006/main" noGrp="1"/>
          </p:cNvSpPr>
          <p:nvPr/>
        </p:nvSpPr>
        <p:spPr>
          <a:xfrm xmlns:a="http://schemas.openxmlformats.org/drawingml/2006/main">
            <a:off x="819150" y="4067175"/>
            <a:ext cx="29337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A9BCD0"/>
                </a:solidFill>
                <a:latin typeface="Ubuntu Sans"/>
                <a:ea typeface="Ubuntu Sans"/>
                <a:cs typeface="Ubuntu Sans"/>
              </a:defRPr>
            </a:defPPr>
            <a:lvl1pPr algn="l">
              <a:defRPr sz="1125" b="0">
                <a:solidFill>
                  <a:srgbClr val="A9BCD0"/>
                </a:solidFill>
                <a:latin typeface="Ubuntu Sans"/>
                <a:ea typeface="Ubuntu Sans"/>
                <a:cs typeface="Ubuntu Sans"/>
              </a:defRPr>
            </a:lvl1pPr>
            <a:lvl2pPr algn="l">
              <a:defRPr sz="1125" b="0">
                <a:solidFill>
                  <a:srgbClr val="A9BCD0"/>
                </a:solidFill>
                <a:latin typeface="Ubuntu Sans"/>
                <a:ea typeface="Ubuntu Sans"/>
                <a:cs typeface="Ubuntu Sans"/>
              </a:defRPr>
            </a:lvl2pPr>
            <a:lvl3pPr algn="l">
              <a:defRPr sz="1125" b="0">
                <a:solidFill>
                  <a:srgbClr val="A9BCD0"/>
                </a:solidFill>
                <a:latin typeface="Ubuntu Sans"/>
                <a:ea typeface="Ubuntu Sans"/>
                <a:cs typeface="Ubuntu Sans"/>
              </a:defRPr>
            </a:lvl3pPr>
            <a:lvl4pPr algn="l">
              <a:defRPr sz="1125" b="0">
                <a:solidFill>
                  <a:srgbClr val="A9BCD0"/>
                </a:solidFill>
                <a:latin typeface="Ubuntu Sans"/>
                <a:ea typeface="Ubuntu Sans"/>
                <a:cs typeface="Ubuntu Sans"/>
              </a:defRPr>
            </a:lvl4pPr>
            <a:lvl5pPr algn="l">
              <a:defRPr sz="1125" b="0">
                <a:solidFill>
                  <a:srgbClr val="A9BCD0"/>
                </a:solidFill>
                <a:latin typeface="Ubuntu Sans"/>
                <a:ea typeface="Ubuntu Sans"/>
                <a:cs typeface="Ubuntu Sans"/>
              </a:defRPr>
            </a:lvl5pPr>
            <a:lvl6pPr algn="l">
              <a:defRPr sz="1125" b="0">
                <a:solidFill>
                  <a:srgbClr val="A9BCD0"/>
                </a:solidFill>
                <a:latin typeface="Ubuntu Sans"/>
                <a:ea typeface="Ubuntu Sans"/>
                <a:cs typeface="Ubuntu Sans"/>
              </a:defRPr>
            </a:lvl6pPr>
            <a:lvl7pPr algn="l">
              <a:defRPr sz="1125" b="0">
                <a:solidFill>
                  <a:srgbClr val="A9BCD0"/>
                </a:solidFill>
                <a:latin typeface="Ubuntu Sans"/>
                <a:ea typeface="Ubuntu Sans"/>
                <a:cs typeface="Ubuntu Sans"/>
              </a:defRPr>
            </a:lvl7pPr>
            <a:lvl8pPr algn="l">
              <a:defRPr sz="1125" b="0">
                <a:solidFill>
                  <a:srgbClr val="A9BCD0"/>
                </a:solidFill>
                <a:latin typeface="Ubuntu Sans"/>
                <a:ea typeface="Ubuntu Sans"/>
                <a:cs typeface="Ubuntu Sans"/>
              </a:defRPr>
            </a:lvl8pPr>
            <a:lvl9pPr algn="l">
              <a:defRPr sz="1125" b="0">
                <a:solidFill>
                  <a:srgbClr val="A9BCD0"/>
                </a:solidFill>
                <a:latin typeface="Ubuntu Sans"/>
                <a:ea typeface="Ubuntu Sans"/>
                <a:cs typeface="Ubuntu Sans"/>
              </a:defRPr>
            </a:lvl9pPr>
          </a:lstStyle>
          <a:p xmlns:a="http://schemas.openxmlformats.org/drawingml/2006/main">
            <a:pPr algn="l">
              <a:defRPr sz="1125" b="0">
                <a:solidFill>
                  <a:srgbClr val="A9BCD0"/>
                </a:solidFill>
                <a:latin typeface="Ubuntu Sans"/>
                <a:ea typeface="Ubuntu Sans"/>
                <a:cs typeface="Ubuntu Sans"/>
              </a:defRPr>
            </a:pPr>
            <a:r>
              <a:rPr sz="1125" b="0">
                <a:solidFill>
                  <a:srgbClr val="A9BCD0"/>
                </a:solidFill>
                <a:latin typeface="Ubuntu Sans"/>
                <a:ea typeface="Ubuntu Sans"/>
                <a:cs typeface="Ubuntu Sans"/>
              </a:rPr>
              <a:t>Environment boundaries with Vault support and startup checks</a:t>
            </a:r>
          </a:p>
        </p:txBody>
      </p:sp>
      <p:sp>
        <p:nvSpPr>
          <p:cNvPr id="22" name="">
            <a:extLst xmlns:a="http://schemas.openxmlformats.org/drawingml/2006/main">
              <a:ext uri="{FF2B5EF4-FFF2-40B4-BE49-F238E27FC236}">
                <a16:creationId xmlns:a16="http://schemas.microsoft.com/office/drawing/2014/main" id="{7DA791C9-E966-4B76-A017-EFEFF9EBBFF5}"/>
              </a:ext>
            </a:extLst>
          </p:cNvPr>
          <p:cNvSpPr>
            <a:spLocks xmlns:a="http://schemas.openxmlformats.org/drawingml/2006/main" noGrp="1"/>
          </p:cNvSpPr>
          <p:nvPr/>
        </p:nvSpPr>
        <p:spPr>
          <a:xfrm xmlns:a="http://schemas.openxmlformats.org/drawingml/2006/main">
            <a:off x="4286250" y="3657600"/>
            <a:ext cx="3257550" cy="1238250"/>
          </a:xfrm>
          <a:prstGeom xmlns:a="http://schemas.openxmlformats.org/drawingml/2006/main" prst="roundRect">
            <a:avLst>
              <a:gd name="adj" fmla="val 9231"/>
            </a:avLst>
          </a:prstGeom>
          <a:solidFill xmlns:a="http://schemas.openxmlformats.org/drawingml/2006/main">
            <a:srgbClr val="10223A"/>
          </a:solidFill>
          <a:ln xmlns:a="http://schemas.openxmlformats.org/drawingml/2006/main" w="11430">
            <a:solidFill>
              <a:srgbClr val="2B4563"/>
            </a:solidFill>
            <a:prstDash val="solid"/>
          </a:ln>
        </p:spPr>
      </p:sp>
      <p:sp>
        <p:nvSpPr>
          <p:cNvPr id="23" name="">
            <a:extLst xmlns:a="http://schemas.openxmlformats.org/drawingml/2006/main">
              <a:ext uri="{FF2B5EF4-FFF2-40B4-BE49-F238E27FC236}">
                <a16:creationId xmlns:a16="http://schemas.microsoft.com/office/drawing/2014/main" id="{D54A825B-5867-4C4E-B6F1-8D4F126F4781}"/>
              </a:ext>
            </a:extLst>
          </p:cNvPr>
          <p:cNvSpPr>
            <a:spLocks xmlns:a="http://schemas.openxmlformats.org/drawingml/2006/main" noGrp="1"/>
          </p:cNvSpPr>
          <p:nvPr/>
        </p:nvSpPr>
        <p:spPr>
          <a:xfrm xmlns:a="http://schemas.openxmlformats.org/drawingml/2006/main">
            <a:off x="4286250" y="3657600"/>
            <a:ext cx="66675" cy="1238250"/>
          </a:xfrm>
          <a:prstGeom xmlns:a="http://schemas.openxmlformats.org/drawingml/2006/main" prst="roundRect">
            <a:avLst>
              <a:gd name="adj" fmla="val 50000"/>
            </a:avLst>
          </a:prstGeom>
          <a:solidFill xmlns:a="http://schemas.openxmlformats.org/drawingml/2006/main">
            <a:srgbClr val="FF7B8A"/>
          </a:solidFill>
          <a:ln xmlns:a="http://schemas.openxmlformats.org/drawingml/2006/main" w="0">
            <a:solidFill>
              <a:srgbClr val="FF7B8A"/>
            </a:solidFill>
            <a:prstDash val="solid"/>
          </a:ln>
        </p:spPr>
      </p:sp>
      <p:sp>
        <p:nvSpPr>
          <p:cNvPr id="24" name="">
            <a:extLst xmlns:a="http://schemas.openxmlformats.org/drawingml/2006/main">
              <a:ext uri="{FF2B5EF4-FFF2-40B4-BE49-F238E27FC236}">
                <a16:creationId xmlns:a16="http://schemas.microsoft.com/office/drawing/2014/main" id="{55D5F6CD-C12F-4C34-86C4-85028F881E03}"/>
              </a:ext>
            </a:extLst>
          </p:cNvPr>
          <p:cNvSpPr>
            <a:spLocks xmlns:a="http://schemas.openxmlformats.org/drawingml/2006/main" noGrp="1"/>
          </p:cNvSpPr>
          <p:nvPr/>
        </p:nvSpPr>
        <p:spPr>
          <a:xfrm xmlns:a="http://schemas.openxmlformats.org/drawingml/2006/main">
            <a:off x="4495800" y="3771900"/>
            <a:ext cx="2933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F4F8FF"/>
                </a:solidFill>
                <a:latin typeface="Ubuntu Sans"/>
                <a:ea typeface="Ubuntu Sans"/>
                <a:cs typeface="Ubuntu Sans"/>
              </a:defRPr>
            </a:defPPr>
            <a:lvl1pPr algn="l">
              <a:defRPr sz="1575" b="1">
                <a:solidFill>
                  <a:srgbClr val="F4F8FF"/>
                </a:solidFill>
                <a:latin typeface="Ubuntu Sans"/>
                <a:ea typeface="Ubuntu Sans"/>
                <a:cs typeface="Ubuntu Sans"/>
              </a:defRPr>
            </a:lvl1pPr>
            <a:lvl2pPr algn="l">
              <a:defRPr sz="1575" b="1">
                <a:solidFill>
                  <a:srgbClr val="F4F8FF"/>
                </a:solidFill>
                <a:latin typeface="Ubuntu Sans"/>
                <a:ea typeface="Ubuntu Sans"/>
                <a:cs typeface="Ubuntu Sans"/>
              </a:defRPr>
            </a:lvl2pPr>
            <a:lvl3pPr algn="l">
              <a:defRPr sz="1575" b="1">
                <a:solidFill>
                  <a:srgbClr val="F4F8FF"/>
                </a:solidFill>
                <a:latin typeface="Ubuntu Sans"/>
                <a:ea typeface="Ubuntu Sans"/>
                <a:cs typeface="Ubuntu Sans"/>
              </a:defRPr>
            </a:lvl3pPr>
            <a:lvl4pPr algn="l">
              <a:defRPr sz="1575" b="1">
                <a:solidFill>
                  <a:srgbClr val="F4F8FF"/>
                </a:solidFill>
                <a:latin typeface="Ubuntu Sans"/>
                <a:ea typeface="Ubuntu Sans"/>
                <a:cs typeface="Ubuntu Sans"/>
              </a:defRPr>
            </a:lvl4pPr>
            <a:lvl5pPr algn="l">
              <a:defRPr sz="1575" b="1">
                <a:solidFill>
                  <a:srgbClr val="F4F8FF"/>
                </a:solidFill>
                <a:latin typeface="Ubuntu Sans"/>
                <a:ea typeface="Ubuntu Sans"/>
                <a:cs typeface="Ubuntu Sans"/>
              </a:defRPr>
            </a:lvl5pPr>
            <a:lvl6pPr algn="l">
              <a:defRPr sz="1575" b="1">
                <a:solidFill>
                  <a:srgbClr val="F4F8FF"/>
                </a:solidFill>
                <a:latin typeface="Ubuntu Sans"/>
                <a:ea typeface="Ubuntu Sans"/>
                <a:cs typeface="Ubuntu Sans"/>
              </a:defRPr>
            </a:lvl6pPr>
            <a:lvl7pPr algn="l">
              <a:defRPr sz="1575" b="1">
                <a:solidFill>
                  <a:srgbClr val="F4F8FF"/>
                </a:solidFill>
                <a:latin typeface="Ubuntu Sans"/>
                <a:ea typeface="Ubuntu Sans"/>
                <a:cs typeface="Ubuntu Sans"/>
              </a:defRPr>
            </a:lvl7pPr>
            <a:lvl8pPr algn="l">
              <a:defRPr sz="1575" b="1">
                <a:solidFill>
                  <a:srgbClr val="F4F8FF"/>
                </a:solidFill>
                <a:latin typeface="Ubuntu Sans"/>
                <a:ea typeface="Ubuntu Sans"/>
                <a:cs typeface="Ubuntu Sans"/>
              </a:defRPr>
            </a:lvl8pPr>
            <a:lvl9pPr algn="l">
              <a:defRPr sz="1575" b="1">
                <a:solidFill>
                  <a:srgbClr val="F4F8FF"/>
                </a:solidFill>
                <a:latin typeface="Ubuntu Sans"/>
                <a:ea typeface="Ubuntu Sans"/>
                <a:cs typeface="Ubuntu Sans"/>
              </a:defRPr>
            </a:lvl9pPr>
          </a:lstStyle>
          <a:p xmlns:a="http://schemas.openxmlformats.org/drawingml/2006/main">
            <a:pPr algn="l">
              <a:defRPr sz="1575" b="1">
                <a:solidFill>
                  <a:srgbClr val="F4F8FF"/>
                </a:solidFill>
                <a:latin typeface="Ubuntu Sans"/>
                <a:ea typeface="Ubuntu Sans"/>
                <a:cs typeface="Ubuntu Sans"/>
              </a:defRPr>
            </a:pPr>
            <a:r>
              <a:rPr sz="1575" b="1">
                <a:solidFill>
                  <a:srgbClr val="F4F8FF"/>
                </a:solidFill>
                <a:latin typeface="Ubuntu Sans"/>
                <a:ea typeface="Ubuntu Sans"/>
                <a:cs typeface="Ubuntu Sans"/>
              </a:rPr>
              <a:t>Ingress</a:t>
            </a:r>
          </a:p>
        </p:txBody>
      </p:sp>
      <p:sp>
        <p:nvSpPr>
          <p:cNvPr id="25" name="">
            <a:extLst xmlns:a="http://schemas.openxmlformats.org/drawingml/2006/main">
              <a:ext uri="{FF2B5EF4-FFF2-40B4-BE49-F238E27FC236}">
                <a16:creationId xmlns:a16="http://schemas.microsoft.com/office/drawing/2014/main" id="{02D09709-1CBD-427C-A4B6-B9F6E29C2F86}"/>
              </a:ext>
            </a:extLst>
          </p:cNvPr>
          <p:cNvSpPr>
            <a:spLocks xmlns:a="http://schemas.openxmlformats.org/drawingml/2006/main" noGrp="1"/>
          </p:cNvSpPr>
          <p:nvPr/>
        </p:nvSpPr>
        <p:spPr>
          <a:xfrm xmlns:a="http://schemas.openxmlformats.org/drawingml/2006/main">
            <a:off x="4495800" y="4067175"/>
            <a:ext cx="29337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A9BCD0"/>
                </a:solidFill>
                <a:latin typeface="Ubuntu Sans"/>
                <a:ea typeface="Ubuntu Sans"/>
                <a:cs typeface="Ubuntu Sans"/>
              </a:defRPr>
            </a:defPPr>
            <a:lvl1pPr algn="l">
              <a:defRPr sz="1125" b="0">
                <a:solidFill>
                  <a:srgbClr val="A9BCD0"/>
                </a:solidFill>
                <a:latin typeface="Ubuntu Sans"/>
                <a:ea typeface="Ubuntu Sans"/>
                <a:cs typeface="Ubuntu Sans"/>
              </a:defRPr>
            </a:lvl1pPr>
            <a:lvl2pPr algn="l">
              <a:defRPr sz="1125" b="0">
                <a:solidFill>
                  <a:srgbClr val="A9BCD0"/>
                </a:solidFill>
                <a:latin typeface="Ubuntu Sans"/>
                <a:ea typeface="Ubuntu Sans"/>
                <a:cs typeface="Ubuntu Sans"/>
              </a:defRPr>
            </a:lvl2pPr>
            <a:lvl3pPr algn="l">
              <a:defRPr sz="1125" b="0">
                <a:solidFill>
                  <a:srgbClr val="A9BCD0"/>
                </a:solidFill>
                <a:latin typeface="Ubuntu Sans"/>
                <a:ea typeface="Ubuntu Sans"/>
                <a:cs typeface="Ubuntu Sans"/>
              </a:defRPr>
            </a:lvl3pPr>
            <a:lvl4pPr algn="l">
              <a:defRPr sz="1125" b="0">
                <a:solidFill>
                  <a:srgbClr val="A9BCD0"/>
                </a:solidFill>
                <a:latin typeface="Ubuntu Sans"/>
                <a:ea typeface="Ubuntu Sans"/>
                <a:cs typeface="Ubuntu Sans"/>
              </a:defRPr>
            </a:lvl4pPr>
            <a:lvl5pPr algn="l">
              <a:defRPr sz="1125" b="0">
                <a:solidFill>
                  <a:srgbClr val="A9BCD0"/>
                </a:solidFill>
                <a:latin typeface="Ubuntu Sans"/>
                <a:ea typeface="Ubuntu Sans"/>
                <a:cs typeface="Ubuntu Sans"/>
              </a:defRPr>
            </a:lvl5pPr>
            <a:lvl6pPr algn="l">
              <a:defRPr sz="1125" b="0">
                <a:solidFill>
                  <a:srgbClr val="A9BCD0"/>
                </a:solidFill>
                <a:latin typeface="Ubuntu Sans"/>
                <a:ea typeface="Ubuntu Sans"/>
                <a:cs typeface="Ubuntu Sans"/>
              </a:defRPr>
            </a:lvl6pPr>
            <a:lvl7pPr algn="l">
              <a:defRPr sz="1125" b="0">
                <a:solidFill>
                  <a:srgbClr val="A9BCD0"/>
                </a:solidFill>
                <a:latin typeface="Ubuntu Sans"/>
                <a:ea typeface="Ubuntu Sans"/>
                <a:cs typeface="Ubuntu Sans"/>
              </a:defRPr>
            </a:lvl7pPr>
            <a:lvl8pPr algn="l">
              <a:defRPr sz="1125" b="0">
                <a:solidFill>
                  <a:srgbClr val="A9BCD0"/>
                </a:solidFill>
                <a:latin typeface="Ubuntu Sans"/>
                <a:ea typeface="Ubuntu Sans"/>
                <a:cs typeface="Ubuntu Sans"/>
              </a:defRPr>
            </a:lvl8pPr>
            <a:lvl9pPr algn="l">
              <a:defRPr sz="1125" b="0">
                <a:solidFill>
                  <a:srgbClr val="A9BCD0"/>
                </a:solidFill>
                <a:latin typeface="Ubuntu Sans"/>
                <a:ea typeface="Ubuntu Sans"/>
                <a:cs typeface="Ubuntu Sans"/>
              </a:defRPr>
            </a:lvl9pPr>
          </a:lstStyle>
          <a:p xmlns:a="http://schemas.openxmlformats.org/drawingml/2006/main">
            <a:pPr algn="l">
              <a:defRPr sz="1125" b="0">
                <a:solidFill>
                  <a:srgbClr val="A9BCD0"/>
                </a:solidFill>
                <a:latin typeface="Ubuntu Sans"/>
                <a:ea typeface="Ubuntu Sans"/>
                <a:cs typeface="Ubuntu Sans"/>
              </a:defRPr>
            </a:pPr>
            <a:r>
              <a:rPr sz="1125" b="0">
                <a:solidFill>
                  <a:srgbClr val="A9BCD0"/>
                </a:solidFill>
                <a:latin typeface="Ubuntu Sans"/>
                <a:ea typeface="Ubuntu Sans"/>
                <a:cs typeface="Ubuntu Sans"/>
              </a:rPr>
              <a:t>TLS, HSTS, same-origin routing and WAF rules</a:t>
            </a:r>
          </a:p>
        </p:txBody>
      </p:sp>
      <p:sp>
        <p:nvSpPr>
          <p:cNvPr id="26" name="">
            <a:extLst xmlns:a="http://schemas.openxmlformats.org/drawingml/2006/main">
              <a:ext uri="{FF2B5EF4-FFF2-40B4-BE49-F238E27FC236}">
                <a16:creationId xmlns:a16="http://schemas.microsoft.com/office/drawing/2014/main" id="{303B4B44-DB22-4B94-83A0-168E2CD02948}"/>
              </a:ext>
            </a:extLst>
          </p:cNvPr>
          <p:cNvSpPr>
            <a:spLocks xmlns:a="http://schemas.openxmlformats.org/drawingml/2006/main" noGrp="1"/>
          </p:cNvSpPr>
          <p:nvPr/>
        </p:nvSpPr>
        <p:spPr>
          <a:xfrm xmlns:a="http://schemas.openxmlformats.org/drawingml/2006/main">
            <a:off x="7962900" y="3657600"/>
            <a:ext cx="3257550" cy="1238250"/>
          </a:xfrm>
          <a:prstGeom xmlns:a="http://schemas.openxmlformats.org/drawingml/2006/main" prst="roundRect">
            <a:avLst>
              <a:gd name="adj" fmla="val 9231"/>
            </a:avLst>
          </a:prstGeom>
          <a:solidFill xmlns:a="http://schemas.openxmlformats.org/drawingml/2006/main">
            <a:srgbClr val="10223A"/>
          </a:solidFill>
          <a:ln xmlns:a="http://schemas.openxmlformats.org/drawingml/2006/main" w="11430">
            <a:solidFill>
              <a:srgbClr val="2B4563"/>
            </a:solidFill>
            <a:prstDash val="solid"/>
          </a:ln>
        </p:spPr>
      </p:sp>
      <p:sp>
        <p:nvSpPr>
          <p:cNvPr id="27" name="">
            <a:extLst xmlns:a="http://schemas.openxmlformats.org/drawingml/2006/main">
              <a:ext uri="{FF2B5EF4-FFF2-40B4-BE49-F238E27FC236}">
                <a16:creationId xmlns:a16="http://schemas.microsoft.com/office/drawing/2014/main" id="{0C488B38-CFC2-47D6-A17D-E2EECCD43644}"/>
              </a:ext>
            </a:extLst>
          </p:cNvPr>
          <p:cNvSpPr>
            <a:spLocks xmlns:a="http://schemas.openxmlformats.org/drawingml/2006/main" noGrp="1"/>
          </p:cNvSpPr>
          <p:nvPr/>
        </p:nvSpPr>
        <p:spPr>
          <a:xfrm xmlns:a="http://schemas.openxmlformats.org/drawingml/2006/main">
            <a:off x="7962900" y="3657600"/>
            <a:ext cx="66675" cy="1238250"/>
          </a:xfrm>
          <a:prstGeom xmlns:a="http://schemas.openxmlformats.org/drawingml/2006/main" prst="roundRect">
            <a:avLst>
              <a:gd name="adj" fmla="val 50000"/>
            </a:avLst>
          </a:prstGeom>
          <a:solidFill xmlns:a="http://schemas.openxmlformats.org/drawingml/2006/main">
            <a:srgbClr val="FFCA6A"/>
          </a:solidFill>
          <a:ln xmlns:a="http://schemas.openxmlformats.org/drawingml/2006/main" w="0">
            <a:solidFill>
              <a:srgbClr val="FFCA6A"/>
            </a:solidFill>
            <a:prstDash val="solid"/>
          </a:ln>
        </p:spPr>
      </p:sp>
      <p:sp>
        <p:nvSpPr>
          <p:cNvPr id="28" name="">
            <a:extLst xmlns:a="http://schemas.openxmlformats.org/drawingml/2006/main">
              <a:ext uri="{FF2B5EF4-FFF2-40B4-BE49-F238E27FC236}">
                <a16:creationId xmlns:a16="http://schemas.microsoft.com/office/drawing/2014/main" id="{53928754-EBDA-42B5-8D04-1D949BE7509B}"/>
              </a:ext>
            </a:extLst>
          </p:cNvPr>
          <p:cNvSpPr>
            <a:spLocks xmlns:a="http://schemas.openxmlformats.org/drawingml/2006/main" noGrp="1"/>
          </p:cNvSpPr>
          <p:nvPr/>
        </p:nvSpPr>
        <p:spPr>
          <a:xfrm xmlns:a="http://schemas.openxmlformats.org/drawingml/2006/main">
            <a:off x="8172450" y="3771900"/>
            <a:ext cx="2933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F4F8FF"/>
                </a:solidFill>
                <a:latin typeface="Ubuntu Sans"/>
                <a:ea typeface="Ubuntu Sans"/>
                <a:cs typeface="Ubuntu Sans"/>
              </a:defRPr>
            </a:defPPr>
            <a:lvl1pPr algn="l">
              <a:defRPr sz="1575" b="1">
                <a:solidFill>
                  <a:srgbClr val="F4F8FF"/>
                </a:solidFill>
                <a:latin typeface="Ubuntu Sans"/>
                <a:ea typeface="Ubuntu Sans"/>
                <a:cs typeface="Ubuntu Sans"/>
              </a:defRPr>
            </a:lvl1pPr>
            <a:lvl2pPr algn="l">
              <a:defRPr sz="1575" b="1">
                <a:solidFill>
                  <a:srgbClr val="F4F8FF"/>
                </a:solidFill>
                <a:latin typeface="Ubuntu Sans"/>
                <a:ea typeface="Ubuntu Sans"/>
                <a:cs typeface="Ubuntu Sans"/>
              </a:defRPr>
            </a:lvl2pPr>
            <a:lvl3pPr algn="l">
              <a:defRPr sz="1575" b="1">
                <a:solidFill>
                  <a:srgbClr val="F4F8FF"/>
                </a:solidFill>
                <a:latin typeface="Ubuntu Sans"/>
                <a:ea typeface="Ubuntu Sans"/>
                <a:cs typeface="Ubuntu Sans"/>
              </a:defRPr>
            </a:lvl3pPr>
            <a:lvl4pPr algn="l">
              <a:defRPr sz="1575" b="1">
                <a:solidFill>
                  <a:srgbClr val="F4F8FF"/>
                </a:solidFill>
                <a:latin typeface="Ubuntu Sans"/>
                <a:ea typeface="Ubuntu Sans"/>
                <a:cs typeface="Ubuntu Sans"/>
              </a:defRPr>
            </a:lvl4pPr>
            <a:lvl5pPr algn="l">
              <a:defRPr sz="1575" b="1">
                <a:solidFill>
                  <a:srgbClr val="F4F8FF"/>
                </a:solidFill>
                <a:latin typeface="Ubuntu Sans"/>
                <a:ea typeface="Ubuntu Sans"/>
                <a:cs typeface="Ubuntu Sans"/>
              </a:defRPr>
            </a:lvl5pPr>
            <a:lvl6pPr algn="l">
              <a:defRPr sz="1575" b="1">
                <a:solidFill>
                  <a:srgbClr val="F4F8FF"/>
                </a:solidFill>
                <a:latin typeface="Ubuntu Sans"/>
                <a:ea typeface="Ubuntu Sans"/>
                <a:cs typeface="Ubuntu Sans"/>
              </a:defRPr>
            </a:lvl6pPr>
            <a:lvl7pPr algn="l">
              <a:defRPr sz="1575" b="1">
                <a:solidFill>
                  <a:srgbClr val="F4F8FF"/>
                </a:solidFill>
                <a:latin typeface="Ubuntu Sans"/>
                <a:ea typeface="Ubuntu Sans"/>
                <a:cs typeface="Ubuntu Sans"/>
              </a:defRPr>
            </a:lvl7pPr>
            <a:lvl8pPr algn="l">
              <a:defRPr sz="1575" b="1">
                <a:solidFill>
                  <a:srgbClr val="F4F8FF"/>
                </a:solidFill>
                <a:latin typeface="Ubuntu Sans"/>
                <a:ea typeface="Ubuntu Sans"/>
                <a:cs typeface="Ubuntu Sans"/>
              </a:defRPr>
            </a:lvl8pPr>
            <a:lvl9pPr algn="l">
              <a:defRPr sz="1575" b="1">
                <a:solidFill>
                  <a:srgbClr val="F4F8FF"/>
                </a:solidFill>
                <a:latin typeface="Ubuntu Sans"/>
                <a:ea typeface="Ubuntu Sans"/>
                <a:cs typeface="Ubuntu Sans"/>
              </a:defRPr>
            </a:lvl9pPr>
          </a:lstStyle>
          <a:p xmlns:a="http://schemas.openxmlformats.org/drawingml/2006/main">
            <a:pPr algn="l">
              <a:defRPr sz="1575" b="1">
                <a:solidFill>
                  <a:srgbClr val="F4F8FF"/>
                </a:solidFill>
                <a:latin typeface="Ubuntu Sans"/>
                <a:ea typeface="Ubuntu Sans"/>
                <a:cs typeface="Ubuntu Sans"/>
              </a:defRPr>
            </a:pPr>
            <a:r>
              <a:rPr sz="1575" b="1">
                <a:solidFill>
                  <a:srgbClr val="F4F8FF"/>
                </a:solidFill>
                <a:latin typeface="Ubuntu Sans"/>
                <a:ea typeface="Ubuntu Sans"/>
                <a:cs typeface="Ubuntu Sans"/>
              </a:rPr>
              <a:t>Deployment</a:t>
            </a:r>
          </a:p>
        </p:txBody>
      </p:sp>
      <p:sp>
        <p:nvSpPr>
          <p:cNvPr id="29" name="">
            <a:extLst xmlns:a="http://schemas.openxmlformats.org/drawingml/2006/main">
              <a:ext uri="{FF2B5EF4-FFF2-40B4-BE49-F238E27FC236}">
                <a16:creationId xmlns:a16="http://schemas.microsoft.com/office/drawing/2014/main" id="{C6357D28-EA41-4104-879A-B944B5F19E60}"/>
              </a:ext>
            </a:extLst>
          </p:cNvPr>
          <p:cNvSpPr>
            <a:spLocks xmlns:a="http://schemas.openxmlformats.org/drawingml/2006/main" noGrp="1"/>
          </p:cNvSpPr>
          <p:nvPr/>
        </p:nvSpPr>
        <p:spPr>
          <a:xfrm xmlns:a="http://schemas.openxmlformats.org/drawingml/2006/main">
            <a:off x="8172450" y="4067175"/>
            <a:ext cx="29337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A9BCD0"/>
                </a:solidFill>
                <a:latin typeface="Ubuntu Sans"/>
                <a:ea typeface="Ubuntu Sans"/>
                <a:cs typeface="Ubuntu Sans"/>
              </a:defRPr>
            </a:defPPr>
            <a:lvl1pPr algn="l">
              <a:defRPr sz="1125" b="0">
                <a:solidFill>
                  <a:srgbClr val="A9BCD0"/>
                </a:solidFill>
                <a:latin typeface="Ubuntu Sans"/>
                <a:ea typeface="Ubuntu Sans"/>
                <a:cs typeface="Ubuntu Sans"/>
              </a:defRPr>
            </a:lvl1pPr>
            <a:lvl2pPr algn="l">
              <a:defRPr sz="1125" b="0">
                <a:solidFill>
                  <a:srgbClr val="A9BCD0"/>
                </a:solidFill>
                <a:latin typeface="Ubuntu Sans"/>
                <a:ea typeface="Ubuntu Sans"/>
                <a:cs typeface="Ubuntu Sans"/>
              </a:defRPr>
            </a:lvl2pPr>
            <a:lvl3pPr algn="l">
              <a:defRPr sz="1125" b="0">
                <a:solidFill>
                  <a:srgbClr val="A9BCD0"/>
                </a:solidFill>
                <a:latin typeface="Ubuntu Sans"/>
                <a:ea typeface="Ubuntu Sans"/>
                <a:cs typeface="Ubuntu Sans"/>
              </a:defRPr>
            </a:lvl3pPr>
            <a:lvl4pPr algn="l">
              <a:defRPr sz="1125" b="0">
                <a:solidFill>
                  <a:srgbClr val="A9BCD0"/>
                </a:solidFill>
                <a:latin typeface="Ubuntu Sans"/>
                <a:ea typeface="Ubuntu Sans"/>
                <a:cs typeface="Ubuntu Sans"/>
              </a:defRPr>
            </a:lvl4pPr>
            <a:lvl5pPr algn="l">
              <a:defRPr sz="1125" b="0">
                <a:solidFill>
                  <a:srgbClr val="A9BCD0"/>
                </a:solidFill>
                <a:latin typeface="Ubuntu Sans"/>
                <a:ea typeface="Ubuntu Sans"/>
                <a:cs typeface="Ubuntu Sans"/>
              </a:defRPr>
            </a:lvl5pPr>
            <a:lvl6pPr algn="l">
              <a:defRPr sz="1125" b="0">
                <a:solidFill>
                  <a:srgbClr val="A9BCD0"/>
                </a:solidFill>
                <a:latin typeface="Ubuntu Sans"/>
                <a:ea typeface="Ubuntu Sans"/>
                <a:cs typeface="Ubuntu Sans"/>
              </a:defRPr>
            </a:lvl6pPr>
            <a:lvl7pPr algn="l">
              <a:defRPr sz="1125" b="0">
                <a:solidFill>
                  <a:srgbClr val="A9BCD0"/>
                </a:solidFill>
                <a:latin typeface="Ubuntu Sans"/>
                <a:ea typeface="Ubuntu Sans"/>
                <a:cs typeface="Ubuntu Sans"/>
              </a:defRPr>
            </a:lvl7pPr>
            <a:lvl8pPr algn="l">
              <a:defRPr sz="1125" b="0">
                <a:solidFill>
                  <a:srgbClr val="A9BCD0"/>
                </a:solidFill>
                <a:latin typeface="Ubuntu Sans"/>
                <a:ea typeface="Ubuntu Sans"/>
                <a:cs typeface="Ubuntu Sans"/>
              </a:defRPr>
            </a:lvl8pPr>
            <a:lvl9pPr algn="l">
              <a:defRPr sz="1125" b="0">
                <a:solidFill>
                  <a:srgbClr val="A9BCD0"/>
                </a:solidFill>
                <a:latin typeface="Ubuntu Sans"/>
                <a:ea typeface="Ubuntu Sans"/>
                <a:cs typeface="Ubuntu Sans"/>
              </a:defRPr>
            </a:lvl9pPr>
          </a:lstStyle>
          <a:p xmlns:a="http://schemas.openxmlformats.org/drawingml/2006/main">
            <a:pPr algn="l">
              <a:defRPr sz="1125" b="0">
                <a:solidFill>
                  <a:srgbClr val="A9BCD0"/>
                </a:solidFill>
                <a:latin typeface="Ubuntu Sans"/>
                <a:ea typeface="Ubuntu Sans"/>
                <a:cs typeface="Ubuntu Sans"/>
              </a:defRPr>
            </a:pPr>
            <a:r>
              <a:rPr sz="1125" b="0">
                <a:solidFill>
                  <a:srgbClr val="A9BCD0"/>
                </a:solidFill>
                <a:latin typeface="Ubuntu Sans"/>
                <a:ea typeface="Ubuntu Sans"/>
                <a:cs typeface="Ubuntu Sans"/>
              </a:rPr>
              <a:t>Docker images, Compose services and Ansible automation</a:t>
            </a:r>
          </a:p>
        </p:txBody>
      </p:sp>
      <p:sp>
        <p:nvSpPr>
          <p:cNvPr id="30" name="">
            <a:extLst xmlns:a="http://schemas.openxmlformats.org/drawingml/2006/main">
              <a:ext uri="{FF2B5EF4-FFF2-40B4-BE49-F238E27FC236}">
                <a16:creationId xmlns:a16="http://schemas.microsoft.com/office/drawing/2014/main" id="{8AE91110-7021-4F52-B472-BE68213CA03E}"/>
              </a:ext>
            </a:extLst>
          </p:cNvPr>
          <p:cNvSpPr>
            <a:spLocks xmlns:a="http://schemas.openxmlformats.org/drawingml/2006/main" noGrp="1"/>
          </p:cNvSpPr>
          <p:nvPr/>
        </p:nvSpPr>
        <p:spPr>
          <a:xfrm xmlns:a="http://schemas.openxmlformats.org/drawingml/2006/main">
            <a:off x="609600" y="5467350"/>
            <a:ext cx="10610850" cy="533400"/>
          </a:xfrm>
          <a:prstGeom xmlns:a="http://schemas.openxmlformats.org/drawingml/2006/main" prst="roundRect">
            <a:avLst>
              <a:gd name="adj" fmla="val 21429"/>
            </a:avLst>
          </a:prstGeom>
          <a:solidFill xmlns:a="http://schemas.openxmlformats.org/drawingml/2006/main">
            <a:srgbClr val="0B182B"/>
          </a:solidFill>
          <a:ln xmlns:a="http://schemas.openxmlformats.org/drawingml/2006/main" w="11430">
            <a:solidFill>
              <a:srgbClr val="2B4563"/>
            </a:solidFill>
            <a:prstDash val="solid"/>
          </a:ln>
        </p:spPr>
      </p:sp>
      <p:sp>
        <p:nvSpPr>
          <p:cNvPr id="31" name="">
            <a:extLst xmlns:a="http://schemas.openxmlformats.org/drawingml/2006/main">
              <a:ext uri="{FF2B5EF4-FFF2-40B4-BE49-F238E27FC236}">
                <a16:creationId xmlns:a16="http://schemas.microsoft.com/office/drawing/2014/main" id="{417B271B-27CE-4FA6-8DE1-B2DDF6C46E93}"/>
              </a:ext>
            </a:extLst>
          </p:cNvPr>
          <p:cNvSpPr>
            <a:spLocks xmlns:a="http://schemas.openxmlformats.org/drawingml/2006/main" noGrp="1"/>
          </p:cNvSpPr>
          <p:nvPr/>
        </p:nvSpPr>
        <p:spPr>
          <a:xfrm xmlns:a="http://schemas.openxmlformats.org/drawingml/2006/main">
            <a:off x="800100" y="556260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0702"/>
          </a:bodyPr>
          <a:lstStyle xmlns:a="http://schemas.openxmlformats.org/drawingml/2006/main">
            <a:defPPr algn="l">
              <a:defRPr sz="1425" b="1">
                <a:solidFill>
                  <a:srgbClr val="FFCA6A"/>
                </a:solidFill>
                <a:latin typeface="Ubuntu Sans"/>
                <a:ea typeface="Ubuntu Sans"/>
                <a:cs typeface="Ubuntu Sans"/>
              </a:defRPr>
            </a:defPPr>
            <a:lvl1pPr algn="l">
              <a:defRPr sz="1425" b="1">
                <a:solidFill>
                  <a:srgbClr val="FFCA6A"/>
                </a:solidFill>
                <a:latin typeface="Ubuntu Sans"/>
                <a:ea typeface="Ubuntu Sans"/>
                <a:cs typeface="Ubuntu Sans"/>
              </a:defRPr>
            </a:lvl1pPr>
            <a:lvl2pPr algn="l">
              <a:defRPr sz="1425" b="1">
                <a:solidFill>
                  <a:srgbClr val="FFCA6A"/>
                </a:solidFill>
                <a:latin typeface="Ubuntu Sans"/>
                <a:ea typeface="Ubuntu Sans"/>
                <a:cs typeface="Ubuntu Sans"/>
              </a:defRPr>
            </a:lvl2pPr>
            <a:lvl3pPr algn="l">
              <a:defRPr sz="1425" b="1">
                <a:solidFill>
                  <a:srgbClr val="FFCA6A"/>
                </a:solidFill>
                <a:latin typeface="Ubuntu Sans"/>
                <a:ea typeface="Ubuntu Sans"/>
                <a:cs typeface="Ubuntu Sans"/>
              </a:defRPr>
            </a:lvl3pPr>
            <a:lvl4pPr algn="l">
              <a:defRPr sz="1425" b="1">
                <a:solidFill>
                  <a:srgbClr val="FFCA6A"/>
                </a:solidFill>
                <a:latin typeface="Ubuntu Sans"/>
                <a:ea typeface="Ubuntu Sans"/>
                <a:cs typeface="Ubuntu Sans"/>
              </a:defRPr>
            </a:lvl4pPr>
            <a:lvl5pPr algn="l">
              <a:defRPr sz="1425" b="1">
                <a:solidFill>
                  <a:srgbClr val="FFCA6A"/>
                </a:solidFill>
                <a:latin typeface="Ubuntu Sans"/>
                <a:ea typeface="Ubuntu Sans"/>
                <a:cs typeface="Ubuntu Sans"/>
              </a:defRPr>
            </a:lvl5pPr>
            <a:lvl6pPr algn="l">
              <a:defRPr sz="1425" b="1">
                <a:solidFill>
                  <a:srgbClr val="FFCA6A"/>
                </a:solidFill>
                <a:latin typeface="Ubuntu Sans"/>
                <a:ea typeface="Ubuntu Sans"/>
                <a:cs typeface="Ubuntu Sans"/>
              </a:defRPr>
            </a:lvl6pPr>
            <a:lvl7pPr algn="l">
              <a:defRPr sz="1425" b="1">
                <a:solidFill>
                  <a:srgbClr val="FFCA6A"/>
                </a:solidFill>
                <a:latin typeface="Ubuntu Sans"/>
                <a:ea typeface="Ubuntu Sans"/>
                <a:cs typeface="Ubuntu Sans"/>
              </a:defRPr>
            </a:lvl7pPr>
            <a:lvl8pPr algn="l">
              <a:defRPr sz="1425" b="1">
                <a:solidFill>
                  <a:srgbClr val="FFCA6A"/>
                </a:solidFill>
                <a:latin typeface="Ubuntu Sans"/>
                <a:ea typeface="Ubuntu Sans"/>
                <a:cs typeface="Ubuntu Sans"/>
              </a:defRPr>
            </a:lvl8pPr>
            <a:lvl9pPr algn="l">
              <a:defRPr sz="1425" b="1">
                <a:solidFill>
                  <a:srgbClr val="FFCA6A"/>
                </a:solidFill>
                <a:latin typeface="Ubuntu Sans"/>
                <a:ea typeface="Ubuntu Sans"/>
                <a:cs typeface="Ubuntu Sans"/>
              </a:defRPr>
            </a:lvl9pPr>
          </a:lstStyle>
          <a:p xmlns:a="http://schemas.openxmlformats.org/drawingml/2006/main">
            <a:pPr algn="l">
              <a:defRPr sz="1425" b="1">
                <a:solidFill>
                  <a:srgbClr val="FFCA6A"/>
                </a:solidFill>
                <a:latin typeface="Ubuntu Sans"/>
                <a:ea typeface="Ubuntu Sans"/>
                <a:cs typeface="Ubuntu Sans"/>
              </a:defRPr>
            </a:pPr>
            <a:r>
              <a:rPr sz="1425" b="1">
                <a:solidFill>
                  <a:srgbClr val="FFCA6A"/>
                </a:solidFill>
                <a:latin typeface="Ubuntu Sans"/>
                <a:ea typeface="Ubuntu Sans"/>
                <a:cs typeface="Ubuntu Sans"/>
              </a:rPr>
              <a:t>Production boundary</a:t>
            </a:r>
          </a:p>
        </p:txBody>
      </p:sp>
      <p:sp>
        <p:nvSpPr>
          <p:cNvPr id="32" name="">
            <a:extLst xmlns:a="http://schemas.openxmlformats.org/drawingml/2006/main">
              <a:ext uri="{FF2B5EF4-FFF2-40B4-BE49-F238E27FC236}">
                <a16:creationId xmlns:a16="http://schemas.microsoft.com/office/drawing/2014/main" id="{5FBF6785-D915-463B-B33C-F9DFA031C1DC}"/>
              </a:ext>
            </a:extLst>
          </p:cNvPr>
          <p:cNvSpPr>
            <a:spLocks xmlns:a="http://schemas.openxmlformats.org/drawingml/2006/main" noGrp="1"/>
          </p:cNvSpPr>
          <p:nvPr/>
        </p:nvSpPr>
        <p:spPr>
          <a:xfrm xmlns:a="http://schemas.openxmlformats.org/drawingml/2006/main">
            <a:off x="2800350" y="5524500"/>
            <a:ext cx="809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350" b="0">
                <a:solidFill>
                  <a:srgbClr val="A9BCD0"/>
                </a:solidFill>
                <a:latin typeface="Ubuntu Sans"/>
                <a:ea typeface="Ubuntu Sans"/>
                <a:cs typeface="Ubuntu Sans"/>
              </a:defRPr>
            </a:defPPr>
            <a:lvl1pPr algn="l">
              <a:defRPr sz="1350" b="0">
                <a:solidFill>
                  <a:srgbClr val="A9BCD0"/>
                </a:solidFill>
                <a:latin typeface="Ubuntu Sans"/>
                <a:ea typeface="Ubuntu Sans"/>
                <a:cs typeface="Ubuntu Sans"/>
              </a:defRPr>
            </a:lvl1pPr>
            <a:lvl2pPr algn="l">
              <a:defRPr sz="1350" b="0">
                <a:solidFill>
                  <a:srgbClr val="A9BCD0"/>
                </a:solidFill>
                <a:latin typeface="Ubuntu Sans"/>
                <a:ea typeface="Ubuntu Sans"/>
                <a:cs typeface="Ubuntu Sans"/>
              </a:defRPr>
            </a:lvl2pPr>
            <a:lvl3pPr algn="l">
              <a:defRPr sz="1350" b="0">
                <a:solidFill>
                  <a:srgbClr val="A9BCD0"/>
                </a:solidFill>
                <a:latin typeface="Ubuntu Sans"/>
                <a:ea typeface="Ubuntu Sans"/>
                <a:cs typeface="Ubuntu Sans"/>
              </a:defRPr>
            </a:lvl3pPr>
            <a:lvl4pPr algn="l">
              <a:defRPr sz="1350" b="0">
                <a:solidFill>
                  <a:srgbClr val="A9BCD0"/>
                </a:solidFill>
                <a:latin typeface="Ubuntu Sans"/>
                <a:ea typeface="Ubuntu Sans"/>
                <a:cs typeface="Ubuntu Sans"/>
              </a:defRPr>
            </a:lvl4pPr>
            <a:lvl5pPr algn="l">
              <a:defRPr sz="1350" b="0">
                <a:solidFill>
                  <a:srgbClr val="A9BCD0"/>
                </a:solidFill>
                <a:latin typeface="Ubuntu Sans"/>
                <a:ea typeface="Ubuntu Sans"/>
                <a:cs typeface="Ubuntu Sans"/>
              </a:defRPr>
            </a:lvl5pPr>
            <a:lvl6pPr algn="l">
              <a:defRPr sz="1350" b="0">
                <a:solidFill>
                  <a:srgbClr val="A9BCD0"/>
                </a:solidFill>
                <a:latin typeface="Ubuntu Sans"/>
                <a:ea typeface="Ubuntu Sans"/>
                <a:cs typeface="Ubuntu Sans"/>
              </a:defRPr>
            </a:lvl6pPr>
            <a:lvl7pPr algn="l">
              <a:defRPr sz="1350" b="0">
                <a:solidFill>
                  <a:srgbClr val="A9BCD0"/>
                </a:solidFill>
                <a:latin typeface="Ubuntu Sans"/>
                <a:ea typeface="Ubuntu Sans"/>
                <a:cs typeface="Ubuntu Sans"/>
              </a:defRPr>
            </a:lvl7pPr>
            <a:lvl8pPr algn="l">
              <a:defRPr sz="1350" b="0">
                <a:solidFill>
                  <a:srgbClr val="A9BCD0"/>
                </a:solidFill>
                <a:latin typeface="Ubuntu Sans"/>
                <a:ea typeface="Ubuntu Sans"/>
                <a:cs typeface="Ubuntu Sans"/>
              </a:defRPr>
            </a:lvl8pPr>
            <a:lvl9pPr algn="l">
              <a:defRPr sz="1350" b="0">
                <a:solidFill>
                  <a:srgbClr val="A9BCD0"/>
                </a:solidFill>
                <a:latin typeface="Ubuntu Sans"/>
                <a:ea typeface="Ubuntu Sans"/>
                <a:cs typeface="Ubuntu Sans"/>
              </a:defRPr>
            </a:lvl9pPr>
          </a:lstStyle>
          <a:p xmlns:a="http://schemas.openxmlformats.org/drawingml/2006/main">
            <a:pPr algn="l">
              <a:defRPr sz="1350" b="0">
                <a:solidFill>
                  <a:srgbClr val="A9BCD0"/>
                </a:solidFill>
                <a:latin typeface="Ubuntu Sans"/>
                <a:ea typeface="Ubuntu Sans"/>
                <a:cs typeface="Ubuntu Sans"/>
              </a:defRPr>
            </a:pPr>
            <a:r>
              <a:rPr sz="1350" b="0">
                <a:solidFill>
                  <a:srgbClr val="A9BCD0"/>
                </a:solidFill>
                <a:latin typeface="Ubuntu Sans"/>
                <a:ea typeface="Ubuntu Sans"/>
                <a:cs typeface="Ubuntu Sans"/>
              </a:rPr>
              <a:t>Public traffic reaches Nginx. Database, Redis, workers, and internal service ports remain private.</a:t>
            </a:r>
          </a:p>
        </p:txBody>
      </p:sp>
      <p:sp>
        <p:nvSpPr>
          <p:cNvPr id="33" name="">
            <a:extLst xmlns:a="http://schemas.openxmlformats.org/drawingml/2006/main">
              <a:ext uri="{FF2B5EF4-FFF2-40B4-BE49-F238E27FC236}">
                <a16:creationId xmlns:a16="http://schemas.microsoft.com/office/drawing/2014/main" id="{3EA19C11-F2E0-40A3-8D60-4266E06670EE}"/>
              </a:ext>
            </a:extLst>
          </p:cNvPr>
          <p:cNvSpPr>
            <a:spLocks xmlns:a="http://schemas.openxmlformats.org/drawingml/2006/main" noGrp="1"/>
          </p:cNvSpPr>
          <p:nvPr/>
        </p:nvSpPr>
        <p:spPr>
          <a:xfrm xmlns:a="http://schemas.openxmlformats.org/drawingml/2006/main">
            <a:off x="609600" y="651510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63636"/>
          </a:bodyPr>
          <a:lstStyle xmlns:a="http://schemas.openxmlformats.org/drawingml/2006/main">
            <a:defPPr algn="l">
              <a:defRPr sz="825" b="1">
                <a:solidFill>
                  <a:srgbClr val="66819E"/>
                </a:solidFill>
                <a:latin typeface="Ubuntu Sans"/>
                <a:ea typeface="Ubuntu Sans"/>
                <a:cs typeface="Ubuntu Sans"/>
              </a:defRPr>
            </a:defPPr>
            <a:lvl1pPr algn="l">
              <a:defRPr sz="825" b="1">
                <a:solidFill>
                  <a:srgbClr val="66819E"/>
                </a:solidFill>
                <a:latin typeface="Ubuntu Sans"/>
                <a:ea typeface="Ubuntu Sans"/>
                <a:cs typeface="Ubuntu Sans"/>
              </a:defRPr>
            </a:lvl1pPr>
            <a:lvl2pPr algn="l">
              <a:defRPr sz="825" b="1">
                <a:solidFill>
                  <a:srgbClr val="66819E"/>
                </a:solidFill>
                <a:latin typeface="Ubuntu Sans"/>
                <a:ea typeface="Ubuntu Sans"/>
                <a:cs typeface="Ubuntu Sans"/>
              </a:defRPr>
            </a:lvl2pPr>
            <a:lvl3pPr algn="l">
              <a:defRPr sz="825" b="1">
                <a:solidFill>
                  <a:srgbClr val="66819E"/>
                </a:solidFill>
                <a:latin typeface="Ubuntu Sans"/>
                <a:ea typeface="Ubuntu Sans"/>
                <a:cs typeface="Ubuntu Sans"/>
              </a:defRPr>
            </a:lvl3pPr>
            <a:lvl4pPr algn="l">
              <a:defRPr sz="825" b="1">
                <a:solidFill>
                  <a:srgbClr val="66819E"/>
                </a:solidFill>
                <a:latin typeface="Ubuntu Sans"/>
                <a:ea typeface="Ubuntu Sans"/>
                <a:cs typeface="Ubuntu Sans"/>
              </a:defRPr>
            </a:lvl4pPr>
            <a:lvl5pPr algn="l">
              <a:defRPr sz="825" b="1">
                <a:solidFill>
                  <a:srgbClr val="66819E"/>
                </a:solidFill>
                <a:latin typeface="Ubuntu Sans"/>
                <a:ea typeface="Ubuntu Sans"/>
                <a:cs typeface="Ubuntu Sans"/>
              </a:defRPr>
            </a:lvl5pPr>
            <a:lvl6pPr algn="l">
              <a:defRPr sz="825" b="1">
                <a:solidFill>
                  <a:srgbClr val="66819E"/>
                </a:solidFill>
                <a:latin typeface="Ubuntu Sans"/>
                <a:ea typeface="Ubuntu Sans"/>
                <a:cs typeface="Ubuntu Sans"/>
              </a:defRPr>
            </a:lvl6pPr>
            <a:lvl7pPr algn="l">
              <a:defRPr sz="825" b="1">
                <a:solidFill>
                  <a:srgbClr val="66819E"/>
                </a:solidFill>
                <a:latin typeface="Ubuntu Sans"/>
                <a:ea typeface="Ubuntu Sans"/>
                <a:cs typeface="Ubuntu Sans"/>
              </a:defRPr>
            </a:lvl7pPr>
            <a:lvl8pPr algn="l">
              <a:defRPr sz="825" b="1">
                <a:solidFill>
                  <a:srgbClr val="66819E"/>
                </a:solidFill>
                <a:latin typeface="Ubuntu Sans"/>
                <a:ea typeface="Ubuntu Sans"/>
                <a:cs typeface="Ubuntu Sans"/>
              </a:defRPr>
            </a:lvl8pPr>
            <a:lvl9pPr algn="l">
              <a:defRPr sz="825" b="1">
                <a:solidFill>
                  <a:srgbClr val="66819E"/>
                </a:solidFill>
                <a:latin typeface="Ubuntu Sans"/>
                <a:ea typeface="Ubuntu Sans"/>
                <a:cs typeface="Ubuntu Sans"/>
              </a:defRPr>
            </a:lvl9pPr>
          </a:lstStyle>
          <a:p xmlns:a="http://schemas.openxmlformats.org/drawingml/2006/main">
            <a:pPr algn="l">
              <a:defRPr sz="825" b="1">
                <a:solidFill>
                  <a:srgbClr val="66819E"/>
                </a:solidFill>
                <a:latin typeface="Ubuntu Sans"/>
                <a:ea typeface="Ubuntu Sans"/>
                <a:cs typeface="Ubuntu Sans"/>
              </a:defRPr>
            </a:pPr>
            <a:r>
              <a:rPr sz="825" b="1">
                <a:solidFill>
                  <a:srgbClr val="66819E"/>
                </a:solidFill>
                <a:latin typeface="Ubuntu Sans"/>
                <a:ea typeface="Ubuntu Sans"/>
                <a:cs typeface="Ubuntu Sans"/>
              </a:rPr>
              <a:t>CODITENT  •  BACKEND</a:t>
            </a:r>
          </a:p>
        </p:txBody>
      </p:sp>
    </p:spTree>
    <p:extLst>
      <p:ext uri="{BB962C8B-B14F-4D97-AF65-F5344CB8AC3E}">
        <p14:creationId xmlns:p14="http://schemas.microsoft.com/office/powerpoint/2010/main" val="817131470"/>
      </p:ext>
    </p:extLst>
  </p:cSld>
</p:sld>
</file>

<file path=ppt/slides/slide14.xml><?xml version="1.0" encoding="utf-8"?>
<p:sld xmlns:p="http://schemas.openxmlformats.org/presentationml/2006/main">
  <p:cSld>
    <p:bg>
      <p:bgPr>
        <a:solidFill xmlns:a="http://schemas.openxmlformats.org/drawingml/2006/main">
          <a:srgbClr val="07111F"/>
        </a:solidFill>
      </p:bgPr>
    </p:bg>
    <p:spTree>
      <p:nvGrpSpPr>
        <p:cNvPr id="1" name=""/>
        <p:cNvGrpSpPr/>
        <p:nvPr/>
      </p:nvGrpSpPr>
      <p:grpSpPr>
        <a:xfrm xmlns:a="http://schemas.openxmlformats.org/drawingml/2006/main"/>
      </p:grpSpPr>
      <p:sp>
        <p:nvSpPr>
          <p:cNvPr id="38" name="">
            <a:extLst xmlns:a="http://schemas.openxmlformats.org/drawingml/2006/main">
              <a:ext uri="{FF2B5EF4-FFF2-40B4-BE49-F238E27FC236}">
                <a16:creationId xmlns:a16="http://schemas.microsoft.com/office/drawing/2014/main" id="{19ED652B-CDEC-44BE-930E-6AC17C22169F}"/>
              </a:ext>
            </a:extLst>
          </p:cNvPr>
          <p:cNvSpPr>
            <a:spLocks xmlns:a="http://schemas.openxmlformats.org/drawingml/2006/main" noGrp="1"/>
          </p:cNvSpPr>
          <p:nvPr/>
        </p:nvSpPr>
        <p:spPr>
          <a:xfrm xmlns:a="http://schemas.openxmlformats.org/drawingml/2006/main">
            <a:off x="609600" y="3238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l">
              <a:defRPr sz="1050" b="1">
                <a:solidFill>
                  <a:srgbClr val="2FD6D3"/>
                </a:solidFill>
                <a:latin typeface="Ubuntu Sans"/>
                <a:ea typeface="Ubuntu Sans"/>
                <a:cs typeface="Ubuntu Sans"/>
              </a:defRPr>
            </a:defPPr>
            <a:lvl1pPr algn="l">
              <a:defRPr sz="1050" b="1">
                <a:solidFill>
                  <a:srgbClr val="2FD6D3"/>
                </a:solidFill>
                <a:latin typeface="Ubuntu Sans"/>
                <a:ea typeface="Ubuntu Sans"/>
                <a:cs typeface="Ubuntu Sans"/>
              </a:defRPr>
            </a:lvl1pPr>
            <a:lvl2pPr algn="l">
              <a:defRPr sz="1050" b="1">
                <a:solidFill>
                  <a:srgbClr val="2FD6D3"/>
                </a:solidFill>
                <a:latin typeface="Ubuntu Sans"/>
                <a:ea typeface="Ubuntu Sans"/>
                <a:cs typeface="Ubuntu Sans"/>
              </a:defRPr>
            </a:lvl2pPr>
            <a:lvl3pPr algn="l">
              <a:defRPr sz="1050" b="1">
                <a:solidFill>
                  <a:srgbClr val="2FD6D3"/>
                </a:solidFill>
                <a:latin typeface="Ubuntu Sans"/>
                <a:ea typeface="Ubuntu Sans"/>
                <a:cs typeface="Ubuntu Sans"/>
              </a:defRPr>
            </a:lvl3pPr>
            <a:lvl4pPr algn="l">
              <a:defRPr sz="1050" b="1">
                <a:solidFill>
                  <a:srgbClr val="2FD6D3"/>
                </a:solidFill>
                <a:latin typeface="Ubuntu Sans"/>
                <a:ea typeface="Ubuntu Sans"/>
                <a:cs typeface="Ubuntu Sans"/>
              </a:defRPr>
            </a:lvl4pPr>
            <a:lvl5pPr algn="l">
              <a:defRPr sz="1050" b="1">
                <a:solidFill>
                  <a:srgbClr val="2FD6D3"/>
                </a:solidFill>
                <a:latin typeface="Ubuntu Sans"/>
                <a:ea typeface="Ubuntu Sans"/>
                <a:cs typeface="Ubuntu Sans"/>
              </a:defRPr>
            </a:lvl5pPr>
            <a:lvl6pPr algn="l">
              <a:defRPr sz="1050" b="1">
                <a:solidFill>
                  <a:srgbClr val="2FD6D3"/>
                </a:solidFill>
                <a:latin typeface="Ubuntu Sans"/>
                <a:ea typeface="Ubuntu Sans"/>
                <a:cs typeface="Ubuntu Sans"/>
              </a:defRPr>
            </a:lvl6pPr>
            <a:lvl7pPr algn="l">
              <a:defRPr sz="1050" b="1">
                <a:solidFill>
                  <a:srgbClr val="2FD6D3"/>
                </a:solidFill>
                <a:latin typeface="Ubuntu Sans"/>
                <a:ea typeface="Ubuntu Sans"/>
                <a:cs typeface="Ubuntu Sans"/>
              </a:defRPr>
            </a:lvl7pPr>
            <a:lvl8pPr algn="l">
              <a:defRPr sz="1050" b="1">
                <a:solidFill>
                  <a:srgbClr val="2FD6D3"/>
                </a:solidFill>
                <a:latin typeface="Ubuntu Sans"/>
                <a:ea typeface="Ubuntu Sans"/>
                <a:cs typeface="Ubuntu Sans"/>
              </a:defRPr>
            </a:lvl8pPr>
            <a:lvl9pPr algn="l">
              <a:defRPr sz="1050" b="1">
                <a:solidFill>
                  <a:srgbClr val="2FD6D3"/>
                </a:solidFill>
                <a:latin typeface="Ubuntu Sans"/>
                <a:ea typeface="Ubuntu Sans"/>
                <a:cs typeface="Ubuntu Sans"/>
              </a:defRPr>
            </a:lvl9pPr>
          </a:lstStyle>
          <a:p xmlns:a="http://schemas.openxmlformats.org/drawingml/2006/main">
            <a:pPr algn="l">
              <a:defRPr sz="1050" b="1">
                <a:solidFill>
                  <a:srgbClr val="2FD6D3"/>
                </a:solidFill>
                <a:latin typeface="Ubuntu Sans"/>
                <a:ea typeface="Ubuntu Sans"/>
                <a:cs typeface="Ubuntu Sans"/>
              </a:defRPr>
            </a:pPr>
            <a:r>
              <a:rPr sz="1050" b="1">
                <a:solidFill>
                  <a:srgbClr val="2FD6D3"/>
                </a:solidFill>
                <a:latin typeface="Ubuntu Sans"/>
                <a:ea typeface="Ubuntu Sans"/>
                <a:cs typeface="Ubuntu Sans"/>
              </a:rPr>
              <a:t>EVIDENCE</a:t>
            </a:r>
          </a:p>
        </p:txBody>
      </p:sp>
      <p:sp>
        <p:nvSpPr>
          <p:cNvPr id="2" name="">
            <a:extLst xmlns:a="http://schemas.openxmlformats.org/drawingml/2006/main">
              <a:ext uri="{FF2B5EF4-FFF2-40B4-BE49-F238E27FC236}">
                <a16:creationId xmlns:a16="http://schemas.microsoft.com/office/drawing/2014/main" id="{37BE060F-335E-434D-A98F-8000BC1A10A2}"/>
              </a:ext>
            </a:extLst>
          </p:cNvPr>
          <p:cNvSpPr>
            <a:spLocks xmlns:a="http://schemas.openxmlformats.org/drawingml/2006/main" noGrp="1"/>
          </p:cNvSpPr>
          <p:nvPr/>
        </p:nvSpPr>
        <p:spPr>
          <a:xfrm xmlns:a="http://schemas.openxmlformats.org/drawingml/2006/main">
            <a:off x="609600" y="590550"/>
            <a:ext cx="10382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6032"/>
          </a:bodyPr>
          <a:lstStyle xmlns:a="http://schemas.openxmlformats.org/drawingml/2006/main">
            <a:defPPr algn="l">
              <a:defRPr sz="3150" b="1">
                <a:solidFill>
                  <a:srgbClr val="F4F8FF"/>
                </a:solidFill>
                <a:latin typeface="Ubuntu Sans"/>
                <a:ea typeface="Ubuntu Sans"/>
                <a:cs typeface="Ubuntu Sans"/>
              </a:defRPr>
            </a:defPPr>
            <a:lvl1pPr algn="l">
              <a:defRPr sz="3150" b="1">
                <a:solidFill>
                  <a:srgbClr val="F4F8FF"/>
                </a:solidFill>
                <a:latin typeface="Ubuntu Sans"/>
                <a:ea typeface="Ubuntu Sans"/>
                <a:cs typeface="Ubuntu Sans"/>
              </a:defRPr>
            </a:lvl1pPr>
            <a:lvl2pPr algn="l">
              <a:defRPr sz="3150" b="1">
                <a:solidFill>
                  <a:srgbClr val="F4F8FF"/>
                </a:solidFill>
                <a:latin typeface="Ubuntu Sans"/>
                <a:ea typeface="Ubuntu Sans"/>
                <a:cs typeface="Ubuntu Sans"/>
              </a:defRPr>
            </a:lvl2pPr>
            <a:lvl3pPr algn="l">
              <a:defRPr sz="3150" b="1">
                <a:solidFill>
                  <a:srgbClr val="F4F8FF"/>
                </a:solidFill>
                <a:latin typeface="Ubuntu Sans"/>
                <a:ea typeface="Ubuntu Sans"/>
                <a:cs typeface="Ubuntu Sans"/>
              </a:defRPr>
            </a:lvl3pPr>
            <a:lvl4pPr algn="l">
              <a:defRPr sz="3150" b="1">
                <a:solidFill>
                  <a:srgbClr val="F4F8FF"/>
                </a:solidFill>
                <a:latin typeface="Ubuntu Sans"/>
                <a:ea typeface="Ubuntu Sans"/>
                <a:cs typeface="Ubuntu Sans"/>
              </a:defRPr>
            </a:lvl4pPr>
            <a:lvl5pPr algn="l">
              <a:defRPr sz="3150" b="1">
                <a:solidFill>
                  <a:srgbClr val="F4F8FF"/>
                </a:solidFill>
                <a:latin typeface="Ubuntu Sans"/>
                <a:ea typeface="Ubuntu Sans"/>
                <a:cs typeface="Ubuntu Sans"/>
              </a:defRPr>
            </a:lvl5pPr>
            <a:lvl6pPr algn="l">
              <a:defRPr sz="3150" b="1">
                <a:solidFill>
                  <a:srgbClr val="F4F8FF"/>
                </a:solidFill>
                <a:latin typeface="Ubuntu Sans"/>
                <a:ea typeface="Ubuntu Sans"/>
                <a:cs typeface="Ubuntu Sans"/>
              </a:defRPr>
            </a:lvl6pPr>
            <a:lvl7pPr algn="l">
              <a:defRPr sz="3150" b="1">
                <a:solidFill>
                  <a:srgbClr val="F4F8FF"/>
                </a:solidFill>
                <a:latin typeface="Ubuntu Sans"/>
                <a:ea typeface="Ubuntu Sans"/>
                <a:cs typeface="Ubuntu Sans"/>
              </a:defRPr>
            </a:lvl7pPr>
            <a:lvl8pPr algn="l">
              <a:defRPr sz="3150" b="1">
                <a:solidFill>
                  <a:srgbClr val="F4F8FF"/>
                </a:solidFill>
                <a:latin typeface="Ubuntu Sans"/>
                <a:ea typeface="Ubuntu Sans"/>
                <a:cs typeface="Ubuntu Sans"/>
              </a:defRPr>
            </a:lvl8pPr>
            <a:lvl9pPr algn="l">
              <a:defRPr sz="3150" b="1">
                <a:solidFill>
                  <a:srgbClr val="F4F8FF"/>
                </a:solidFill>
                <a:latin typeface="Ubuntu Sans"/>
                <a:ea typeface="Ubuntu Sans"/>
                <a:cs typeface="Ubuntu Sans"/>
              </a:defRPr>
            </a:lvl9pPr>
          </a:lstStyle>
          <a:p xmlns:a="http://schemas.openxmlformats.org/drawingml/2006/main">
            <a:pPr algn="l">
              <a:defRPr sz="3150" b="1">
                <a:solidFill>
                  <a:srgbClr val="F4F8FF"/>
                </a:solidFill>
                <a:latin typeface="Ubuntu Sans"/>
                <a:ea typeface="Ubuntu Sans"/>
                <a:cs typeface="Ubuntu Sans"/>
              </a:defRPr>
            </a:pPr>
            <a:r>
              <a:rPr sz="3150" b="1">
                <a:solidFill>
                  <a:srgbClr val="F4F8FF"/>
                </a:solidFill>
                <a:latin typeface="Ubuntu Sans"/>
                <a:ea typeface="Ubuntu Sans"/>
                <a:cs typeface="Ubuntu Sans"/>
              </a:rPr>
              <a:t>Testing and live demonstration</a:t>
            </a:r>
          </a:p>
        </p:txBody>
      </p:sp>
      <p:sp>
        <p:nvSpPr>
          <p:cNvPr id="3" name="">
            <a:extLst xmlns:a="http://schemas.openxmlformats.org/drawingml/2006/main">
              <a:ext uri="{FF2B5EF4-FFF2-40B4-BE49-F238E27FC236}">
                <a16:creationId xmlns:a16="http://schemas.microsoft.com/office/drawing/2014/main" id="{9A3DEC4F-012E-4AB4-9D5B-99340C0A985F}"/>
              </a:ext>
            </a:extLst>
          </p:cNvPr>
          <p:cNvSpPr>
            <a:spLocks xmlns:a="http://schemas.openxmlformats.org/drawingml/2006/main" noGrp="1"/>
          </p:cNvSpPr>
          <p:nvPr/>
        </p:nvSpPr>
        <p:spPr>
          <a:xfrm xmlns:a="http://schemas.openxmlformats.org/drawingml/2006/main">
            <a:off x="11258550" y="419100"/>
            <a:ext cx="323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r">
              <a:defRPr sz="1050" b="1">
                <a:solidFill>
                  <a:srgbClr val="A9BCD0"/>
                </a:solidFill>
                <a:latin typeface="Ubuntu Sans"/>
                <a:ea typeface="Ubuntu Sans"/>
                <a:cs typeface="Ubuntu Sans"/>
              </a:defRPr>
            </a:defPPr>
            <a:lvl1pPr algn="r">
              <a:defRPr sz="1050" b="1">
                <a:solidFill>
                  <a:srgbClr val="A9BCD0"/>
                </a:solidFill>
                <a:latin typeface="Ubuntu Sans"/>
                <a:ea typeface="Ubuntu Sans"/>
                <a:cs typeface="Ubuntu Sans"/>
              </a:defRPr>
            </a:lvl1pPr>
            <a:lvl2pPr algn="r">
              <a:defRPr sz="1050" b="1">
                <a:solidFill>
                  <a:srgbClr val="A9BCD0"/>
                </a:solidFill>
                <a:latin typeface="Ubuntu Sans"/>
                <a:ea typeface="Ubuntu Sans"/>
                <a:cs typeface="Ubuntu Sans"/>
              </a:defRPr>
            </a:lvl2pPr>
            <a:lvl3pPr algn="r">
              <a:defRPr sz="1050" b="1">
                <a:solidFill>
                  <a:srgbClr val="A9BCD0"/>
                </a:solidFill>
                <a:latin typeface="Ubuntu Sans"/>
                <a:ea typeface="Ubuntu Sans"/>
                <a:cs typeface="Ubuntu Sans"/>
              </a:defRPr>
            </a:lvl3pPr>
            <a:lvl4pPr algn="r">
              <a:defRPr sz="1050" b="1">
                <a:solidFill>
                  <a:srgbClr val="A9BCD0"/>
                </a:solidFill>
                <a:latin typeface="Ubuntu Sans"/>
                <a:ea typeface="Ubuntu Sans"/>
                <a:cs typeface="Ubuntu Sans"/>
              </a:defRPr>
            </a:lvl4pPr>
            <a:lvl5pPr algn="r">
              <a:defRPr sz="1050" b="1">
                <a:solidFill>
                  <a:srgbClr val="A9BCD0"/>
                </a:solidFill>
                <a:latin typeface="Ubuntu Sans"/>
                <a:ea typeface="Ubuntu Sans"/>
                <a:cs typeface="Ubuntu Sans"/>
              </a:defRPr>
            </a:lvl5pPr>
            <a:lvl6pPr algn="r">
              <a:defRPr sz="1050" b="1">
                <a:solidFill>
                  <a:srgbClr val="A9BCD0"/>
                </a:solidFill>
                <a:latin typeface="Ubuntu Sans"/>
                <a:ea typeface="Ubuntu Sans"/>
                <a:cs typeface="Ubuntu Sans"/>
              </a:defRPr>
            </a:lvl6pPr>
            <a:lvl7pPr algn="r">
              <a:defRPr sz="1050" b="1">
                <a:solidFill>
                  <a:srgbClr val="A9BCD0"/>
                </a:solidFill>
                <a:latin typeface="Ubuntu Sans"/>
                <a:ea typeface="Ubuntu Sans"/>
                <a:cs typeface="Ubuntu Sans"/>
              </a:defRPr>
            </a:lvl7pPr>
            <a:lvl8pPr algn="r">
              <a:defRPr sz="1050" b="1">
                <a:solidFill>
                  <a:srgbClr val="A9BCD0"/>
                </a:solidFill>
                <a:latin typeface="Ubuntu Sans"/>
                <a:ea typeface="Ubuntu Sans"/>
                <a:cs typeface="Ubuntu Sans"/>
              </a:defRPr>
            </a:lvl8pPr>
            <a:lvl9pPr algn="r">
              <a:defRPr sz="1050" b="1">
                <a:solidFill>
                  <a:srgbClr val="A9BCD0"/>
                </a:solidFill>
                <a:latin typeface="Ubuntu Sans"/>
                <a:ea typeface="Ubuntu Sans"/>
                <a:cs typeface="Ubuntu Sans"/>
              </a:defRPr>
            </a:lvl9pPr>
          </a:lstStyle>
          <a:p xmlns:a="http://schemas.openxmlformats.org/drawingml/2006/main">
            <a:pPr algn="r">
              <a:defRPr sz="1050" b="1">
                <a:solidFill>
                  <a:srgbClr val="A9BCD0"/>
                </a:solidFill>
                <a:latin typeface="Ubuntu Sans"/>
                <a:ea typeface="Ubuntu Sans"/>
                <a:cs typeface="Ubuntu Sans"/>
              </a:defRPr>
            </a:pPr>
            <a:r>
              <a:rPr sz="1050" b="1">
                <a:solidFill>
                  <a:srgbClr val="A9BCD0"/>
                </a:solidFill>
                <a:latin typeface="Ubuntu Sans"/>
                <a:ea typeface="Ubuntu Sans"/>
                <a:cs typeface="Ubuntu Sans"/>
              </a:rPr>
              <a:t>14</a:t>
            </a:r>
          </a:p>
        </p:txBody>
      </p:sp>
      <p:sp>
        <p:nvSpPr>
          <p:cNvPr id="4" name="">
            <a:extLst xmlns:a="http://schemas.openxmlformats.org/drawingml/2006/main">
              <a:ext uri="{FF2B5EF4-FFF2-40B4-BE49-F238E27FC236}">
                <a16:creationId xmlns:a16="http://schemas.microsoft.com/office/drawing/2014/main" id="{47E4D426-86B9-4E45-A8E1-FE7997D49A91}"/>
              </a:ext>
            </a:extLst>
          </p:cNvPr>
          <p:cNvSpPr>
            <a:spLocks xmlns:a="http://schemas.openxmlformats.org/drawingml/2006/main" noGrp="1"/>
          </p:cNvSpPr>
          <p:nvPr/>
        </p:nvSpPr>
        <p:spPr>
          <a:xfrm xmlns:a="http://schemas.openxmlformats.org/drawingml/2006/main">
            <a:off x="609600" y="1219200"/>
            <a:ext cx="10972800" cy="0"/>
          </a:xfrm>
          <a:prstGeom xmlns:a="http://schemas.openxmlformats.org/drawingml/2006/main" prst="line">
            <a:avLst/>
          </a:prstGeom>
          <a:noFill xmlns:a="http://schemas.openxmlformats.org/drawingml/2006/main"/>
          <a:ln xmlns:a="http://schemas.openxmlformats.org/drawingml/2006/main" w="9525">
            <a:solidFill>
              <a:srgbClr val="2B4563"/>
            </a:solidFill>
            <a:prstDash val="solid"/>
          </a:ln>
        </p:spPr>
      </p:sp>
      <p:sp>
        <p:nvSpPr>
          <p:cNvPr id="5" name="">
            <a:extLst xmlns:a="http://schemas.openxmlformats.org/drawingml/2006/main">
              <a:ext uri="{FF2B5EF4-FFF2-40B4-BE49-F238E27FC236}">
                <a16:creationId xmlns:a16="http://schemas.microsoft.com/office/drawing/2014/main" id="{9C5E2684-7C80-4E45-B15E-102CEFD4AEDD}"/>
              </a:ext>
            </a:extLst>
          </p:cNvPr>
          <p:cNvSpPr>
            <a:spLocks xmlns:a="http://schemas.openxmlformats.org/drawingml/2006/main" noGrp="1"/>
          </p:cNvSpPr>
          <p:nvPr/>
        </p:nvSpPr>
        <p:spPr>
          <a:xfrm xmlns:a="http://schemas.openxmlformats.org/drawingml/2006/main">
            <a:off x="704850" y="1371600"/>
            <a:ext cx="1028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2424"/>
          </a:bodyPr>
          <a:lstStyle xmlns:a="http://schemas.openxmlformats.org/drawingml/2006/main">
            <a:defPPr algn="l">
              <a:defRPr sz="1650" b="0">
                <a:solidFill>
                  <a:srgbClr val="A9BCD0"/>
                </a:solidFill>
                <a:latin typeface="Ubuntu Sans"/>
                <a:ea typeface="Ubuntu Sans"/>
                <a:cs typeface="Ubuntu Sans"/>
              </a:defRPr>
            </a:defPPr>
            <a:lvl1pPr algn="l">
              <a:defRPr sz="1650" b="0">
                <a:solidFill>
                  <a:srgbClr val="A9BCD0"/>
                </a:solidFill>
                <a:latin typeface="Ubuntu Sans"/>
                <a:ea typeface="Ubuntu Sans"/>
                <a:cs typeface="Ubuntu Sans"/>
              </a:defRPr>
            </a:lvl1pPr>
            <a:lvl2pPr algn="l">
              <a:defRPr sz="1650" b="0">
                <a:solidFill>
                  <a:srgbClr val="A9BCD0"/>
                </a:solidFill>
                <a:latin typeface="Ubuntu Sans"/>
                <a:ea typeface="Ubuntu Sans"/>
                <a:cs typeface="Ubuntu Sans"/>
              </a:defRPr>
            </a:lvl2pPr>
            <a:lvl3pPr algn="l">
              <a:defRPr sz="1650" b="0">
                <a:solidFill>
                  <a:srgbClr val="A9BCD0"/>
                </a:solidFill>
                <a:latin typeface="Ubuntu Sans"/>
                <a:ea typeface="Ubuntu Sans"/>
                <a:cs typeface="Ubuntu Sans"/>
              </a:defRPr>
            </a:lvl3pPr>
            <a:lvl4pPr algn="l">
              <a:defRPr sz="1650" b="0">
                <a:solidFill>
                  <a:srgbClr val="A9BCD0"/>
                </a:solidFill>
                <a:latin typeface="Ubuntu Sans"/>
                <a:ea typeface="Ubuntu Sans"/>
                <a:cs typeface="Ubuntu Sans"/>
              </a:defRPr>
            </a:lvl4pPr>
            <a:lvl5pPr algn="l">
              <a:defRPr sz="1650" b="0">
                <a:solidFill>
                  <a:srgbClr val="A9BCD0"/>
                </a:solidFill>
                <a:latin typeface="Ubuntu Sans"/>
                <a:ea typeface="Ubuntu Sans"/>
                <a:cs typeface="Ubuntu Sans"/>
              </a:defRPr>
            </a:lvl5pPr>
            <a:lvl6pPr algn="l">
              <a:defRPr sz="1650" b="0">
                <a:solidFill>
                  <a:srgbClr val="A9BCD0"/>
                </a:solidFill>
                <a:latin typeface="Ubuntu Sans"/>
                <a:ea typeface="Ubuntu Sans"/>
                <a:cs typeface="Ubuntu Sans"/>
              </a:defRPr>
            </a:lvl6pPr>
            <a:lvl7pPr algn="l">
              <a:defRPr sz="1650" b="0">
                <a:solidFill>
                  <a:srgbClr val="A9BCD0"/>
                </a:solidFill>
                <a:latin typeface="Ubuntu Sans"/>
                <a:ea typeface="Ubuntu Sans"/>
                <a:cs typeface="Ubuntu Sans"/>
              </a:defRPr>
            </a:lvl7pPr>
            <a:lvl8pPr algn="l">
              <a:defRPr sz="1650" b="0">
                <a:solidFill>
                  <a:srgbClr val="A9BCD0"/>
                </a:solidFill>
                <a:latin typeface="Ubuntu Sans"/>
                <a:ea typeface="Ubuntu Sans"/>
                <a:cs typeface="Ubuntu Sans"/>
              </a:defRPr>
            </a:lvl8pPr>
            <a:lvl9pPr algn="l">
              <a:defRPr sz="1650" b="0">
                <a:solidFill>
                  <a:srgbClr val="A9BCD0"/>
                </a:solidFill>
                <a:latin typeface="Ubuntu Sans"/>
                <a:ea typeface="Ubuntu Sans"/>
                <a:cs typeface="Ubuntu Sans"/>
              </a:defRPr>
            </a:lvl9pPr>
          </a:lstStyle>
          <a:p xmlns:a="http://schemas.openxmlformats.org/drawingml/2006/main">
            <a:pPr algn="l">
              <a:defRPr sz="1650" b="0">
                <a:solidFill>
                  <a:srgbClr val="A9BCD0"/>
                </a:solidFill>
                <a:latin typeface="Ubuntu Sans"/>
                <a:ea typeface="Ubuntu Sans"/>
                <a:cs typeface="Ubuntu Sans"/>
              </a:defRPr>
            </a:pPr>
            <a:r>
              <a:rPr sz="1650" b="0">
                <a:solidFill>
                  <a:srgbClr val="A9BCD0"/>
                </a:solidFill>
                <a:latin typeface="Ubuntu Sans"/>
                <a:ea typeface="Ubuntu Sans"/>
                <a:cs typeface="Ubuntu Sans"/>
              </a:rPr>
              <a:t>Automated tests plus one full workflow provide the clearest evidence.</a:t>
            </a:r>
          </a:p>
        </p:txBody>
      </p:sp>
      <p:sp>
        <p:nvSpPr>
          <p:cNvPr id="6" name="">
            <a:extLst xmlns:a="http://schemas.openxmlformats.org/drawingml/2006/main">
              <a:ext uri="{FF2B5EF4-FFF2-40B4-BE49-F238E27FC236}">
                <a16:creationId xmlns:a16="http://schemas.microsoft.com/office/drawing/2014/main" id="{35720CB7-265D-4220-9F59-F7C840DC06B9}"/>
              </a:ext>
            </a:extLst>
          </p:cNvPr>
          <p:cNvSpPr>
            <a:spLocks xmlns:a="http://schemas.openxmlformats.org/drawingml/2006/main" noGrp="1"/>
          </p:cNvSpPr>
          <p:nvPr/>
        </p:nvSpPr>
        <p:spPr>
          <a:xfrm xmlns:a="http://schemas.openxmlformats.org/drawingml/2006/main">
            <a:off x="609600" y="1924050"/>
            <a:ext cx="5162550" cy="3905250"/>
          </a:xfrm>
          <a:prstGeom xmlns:a="http://schemas.openxmlformats.org/drawingml/2006/main" prst="roundRect">
            <a:avLst>
              <a:gd name="adj" fmla="val 2927"/>
            </a:avLst>
          </a:prstGeom>
          <a:solidFill xmlns:a="http://schemas.openxmlformats.org/drawingml/2006/main">
            <a:srgbClr val="0B182B"/>
          </a:solidFill>
          <a:ln xmlns:a="http://schemas.openxmlformats.org/drawingml/2006/main" w="11430">
            <a:solidFill>
              <a:srgbClr val="2B4563"/>
            </a:solidFill>
            <a:prstDash val="solid"/>
          </a:ln>
        </p:spPr>
      </p:sp>
      <p:sp>
        <p:nvSpPr>
          <p:cNvPr id="7" name="">
            <a:extLst xmlns:a="http://schemas.openxmlformats.org/drawingml/2006/main">
              <a:ext uri="{FF2B5EF4-FFF2-40B4-BE49-F238E27FC236}">
                <a16:creationId xmlns:a16="http://schemas.microsoft.com/office/drawing/2014/main" id="{3A9B35ED-DF78-4385-9E62-21F1BAA6BE42}"/>
              </a:ext>
            </a:extLst>
          </p:cNvPr>
          <p:cNvSpPr>
            <a:spLocks xmlns:a="http://schemas.openxmlformats.org/drawingml/2006/main" noGrp="1"/>
          </p:cNvSpPr>
          <p:nvPr/>
        </p:nvSpPr>
        <p:spPr>
          <a:xfrm xmlns:a="http://schemas.openxmlformats.org/drawingml/2006/main">
            <a:off x="876300" y="2133600"/>
            <a:ext cx="4381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1333"/>
          </a:bodyPr>
          <a:lstStyle xmlns:a="http://schemas.openxmlformats.org/drawingml/2006/main">
            <a:defPPr algn="l">
              <a:defRPr sz="1875" b="1">
                <a:solidFill>
                  <a:srgbClr val="2FD6D3"/>
                </a:solidFill>
                <a:latin typeface="Ubuntu Sans"/>
                <a:ea typeface="Ubuntu Sans"/>
                <a:cs typeface="Ubuntu Sans"/>
              </a:defRPr>
            </a:defPPr>
            <a:lvl1pPr algn="l">
              <a:defRPr sz="1875" b="1">
                <a:solidFill>
                  <a:srgbClr val="2FD6D3"/>
                </a:solidFill>
                <a:latin typeface="Ubuntu Sans"/>
                <a:ea typeface="Ubuntu Sans"/>
                <a:cs typeface="Ubuntu Sans"/>
              </a:defRPr>
            </a:lvl1pPr>
            <a:lvl2pPr algn="l">
              <a:defRPr sz="1875" b="1">
                <a:solidFill>
                  <a:srgbClr val="2FD6D3"/>
                </a:solidFill>
                <a:latin typeface="Ubuntu Sans"/>
                <a:ea typeface="Ubuntu Sans"/>
                <a:cs typeface="Ubuntu Sans"/>
              </a:defRPr>
            </a:lvl2pPr>
            <a:lvl3pPr algn="l">
              <a:defRPr sz="1875" b="1">
                <a:solidFill>
                  <a:srgbClr val="2FD6D3"/>
                </a:solidFill>
                <a:latin typeface="Ubuntu Sans"/>
                <a:ea typeface="Ubuntu Sans"/>
                <a:cs typeface="Ubuntu Sans"/>
              </a:defRPr>
            </a:lvl3pPr>
            <a:lvl4pPr algn="l">
              <a:defRPr sz="1875" b="1">
                <a:solidFill>
                  <a:srgbClr val="2FD6D3"/>
                </a:solidFill>
                <a:latin typeface="Ubuntu Sans"/>
                <a:ea typeface="Ubuntu Sans"/>
                <a:cs typeface="Ubuntu Sans"/>
              </a:defRPr>
            </a:lvl4pPr>
            <a:lvl5pPr algn="l">
              <a:defRPr sz="1875" b="1">
                <a:solidFill>
                  <a:srgbClr val="2FD6D3"/>
                </a:solidFill>
                <a:latin typeface="Ubuntu Sans"/>
                <a:ea typeface="Ubuntu Sans"/>
                <a:cs typeface="Ubuntu Sans"/>
              </a:defRPr>
            </a:lvl5pPr>
            <a:lvl6pPr algn="l">
              <a:defRPr sz="1875" b="1">
                <a:solidFill>
                  <a:srgbClr val="2FD6D3"/>
                </a:solidFill>
                <a:latin typeface="Ubuntu Sans"/>
                <a:ea typeface="Ubuntu Sans"/>
                <a:cs typeface="Ubuntu Sans"/>
              </a:defRPr>
            </a:lvl6pPr>
            <a:lvl7pPr algn="l">
              <a:defRPr sz="1875" b="1">
                <a:solidFill>
                  <a:srgbClr val="2FD6D3"/>
                </a:solidFill>
                <a:latin typeface="Ubuntu Sans"/>
                <a:ea typeface="Ubuntu Sans"/>
                <a:cs typeface="Ubuntu Sans"/>
              </a:defRPr>
            </a:lvl7pPr>
            <a:lvl8pPr algn="l">
              <a:defRPr sz="1875" b="1">
                <a:solidFill>
                  <a:srgbClr val="2FD6D3"/>
                </a:solidFill>
                <a:latin typeface="Ubuntu Sans"/>
                <a:ea typeface="Ubuntu Sans"/>
                <a:cs typeface="Ubuntu Sans"/>
              </a:defRPr>
            </a:lvl8pPr>
            <a:lvl9pPr algn="l">
              <a:defRPr sz="1875" b="1">
                <a:solidFill>
                  <a:srgbClr val="2FD6D3"/>
                </a:solidFill>
                <a:latin typeface="Ubuntu Sans"/>
                <a:ea typeface="Ubuntu Sans"/>
                <a:cs typeface="Ubuntu Sans"/>
              </a:defRPr>
            </a:lvl9pPr>
          </a:lstStyle>
          <a:p xmlns:a="http://schemas.openxmlformats.org/drawingml/2006/main">
            <a:pPr algn="l">
              <a:defRPr sz="1875" b="1">
                <a:solidFill>
                  <a:srgbClr val="2FD6D3"/>
                </a:solidFill>
                <a:latin typeface="Ubuntu Sans"/>
                <a:ea typeface="Ubuntu Sans"/>
                <a:cs typeface="Ubuntu Sans"/>
              </a:defRPr>
            </a:pPr>
            <a:r>
              <a:rPr sz="1875" b="1">
                <a:solidFill>
                  <a:srgbClr val="2FD6D3"/>
                </a:solidFill>
                <a:latin typeface="Ubuntu Sans"/>
                <a:ea typeface="Ubuntu Sans"/>
                <a:cs typeface="Ubuntu Sans"/>
              </a:rPr>
              <a:t>Automated coverage</a:t>
            </a:r>
          </a:p>
        </p:txBody>
      </p:sp>
      <p:sp>
        <p:nvSpPr>
          <p:cNvPr id="8" name="">
            <a:extLst xmlns:a="http://schemas.openxmlformats.org/drawingml/2006/main">
              <a:ext uri="{FF2B5EF4-FFF2-40B4-BE49-F238E27FC236}">
                <a16:creationId xmlns:a16="http://schemas.microsoft.com/office/drawing/2014/main" id="{0036E38D-C3D0-4345-B5E6-9D992B6F0C9C}"/>
              </a:ext>
            </a:extLst>
          </p:cNvPr>
          <p:cNvSpPr>
            <a:spLocks xmlns:a="http://schemas.openxmlformats.org/drawingml/2006/main" noGrp="1"/>
          </p:cNvSpPr>
          <p:nvPr/>
        </p:nvSpPr>
        <p:spPr>
          <a:xfrm xmlns:a="http://schemas.openxmlformats.org/drawingml/2006/main">
            <a:off x="876300" y="2647950"/>
            <a:ext cx="133350" cy="133350"/>
          </a:xfrm>
          <a:prstGeom xmlns:a="http://schemas.openxmlformats.org/drawingml/2006/main" prst="ellipse">
            <a:avLst/>
          </a:prstGeom>
          <a:solidFill xmlns:a="http://schemas.openxmlformats.org/drawingml/2006/main">
            <a:srgbClr val="2FD6D3"/>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13C80BE4-DAAD-4710-B8D2-9760E08BE6E7}"/>
              </a:ext>
            </a:extLst>
          </p:cNvPr>
          <p:cNvSpPr>
            <a:spLocks xmlns:a="http://schemas.openxmlformats.org/drawingml/2006/main" noGrp="1"/>
          </p:cNvSpPr>
          <p:nvPr/>
        </p:nvSpPr>
        <p:spPr>
          <a:xfrm xmlns:a="http://schemas.openxmlformats.org/drawingml/2006/main">
            <a:off x="1162050" y="2552700"/>
            <a:ext cx="4286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275" b="0">
                <a:solidFill>
                  <a:srgbClr val="A9BCD0"/>
                </a:solidFill>
                <a:latin typeface="Ubuntu Sans"/>
                <a:ea typeface="Ubuntu Sans"/>
                <a:cs typeface="Ubuntu Sans"/>
              </a:defRPr>
            </a:defPPr>
            <a:lvl1pPr algn="l">
              <a:defRPr sz="1275" b="0">
                <a:solidFill>
                  <a:srgbClr val="A9BCD0"/>
                </a:solidFill>
                <a:latin typeface="Ubuntu Sans"/>
                <a:ea typeface="Ubuntu Sans"/>
                <a:cs typeface="Ubuntu Sans"/>
              </a:defRPr>
            </a:lvl1pPr>
            <a:lvl2pPr algn="l">
              <a:defRPr sz="1275" b="0">
                <a:solidFill>
                  <a:srgbClr val="A9BCD0"/>
                </a:solidFill>
                <a:latin typeface="Ubuntu Sans"/>
                <a:ea typeface="Ubuntu Sans"/>
                <a:cs typeface="Ubuntu Sans"/>
              </a:defRPr>
            </a:lvl2pPr>
            <a:lvl3pPr algn="l">
              <a:defRPr sz="1275" b="0">
                <a:solidFill>
                  <a:srgbClr val="A9BCD0"/>
                </a:solidFill>
                <a:latin typeface="Ubuntu Sans"/>
                <a:ea typeface="Ubuntu Sans"/>
                <a:cs typeface="Ubuntu Sans"/>
              </a:defRPr>
            </a:lvl3pPr>
            <a:lvl4pPr algn="l">
              <a:defRPr sz="1275" b="0">
                <a:solidFill>
                  <a:srgbClr val="A9BCD0"/>
                </a:solidFill>
                <a:latin typeface="Ubuntu Sans"/>
                <a:ea typeface="Ubuntu Sans"/>
                <a:cs typeface="Ubuntu Sans"/>
              </a:defRPr>
            </a:lvl4pPr>
            <a:lvl5pPr algn="l">
              <a:defRPr sz="1275" b="0">
                <a:solidFill>
                  <a:srgbClr val="A9BCD0"/>
                </a:solidFill>
                <a:latin typeface="Ubuntu Sans"/>
                <a:ea typeface="Ubuntu Sans"/>
                <a:cs typeface="Ubuntu Sans"/>
              </a:defRPr>
            </a:lvl5pPr>
            <a:lvl6pPr algn="l">
              <a:defRPr sz="1275" b="0">
                <a:solidFill>
                  <a:srgbClr val="A9BCD0"/>
                </a:solidFill>
                <a:latin typeface="Ubuntu Sans"/>
                <a:ea typeface="Ubuntu Sans"/>
                <a:cs typeface="Ubuntu Sans"/>
              </a:defRPr>
            </a:lvl6pPr>
            <a:lvl7pPr algn="l">
              <a:defRPr sz="1275" b="0">
                <a:solidFill>
                  <a:srgbClr val="A9BCD0"/>
                </a:solidFill>
                <a:latin typeface="Ubuntu Sans"/>
                <a:ea typeface="Ubuntu Sans"/>
                <a:cs typeface="Ubuntu Sans"/>
              </a:defRPr>
            </a:lvl7pPr>
            <a:lvl8pPr algn="l">
              <a:defRPr sz="1275" b="0">
                <a:solidFill>
                  <a:srgbClr val="A9BCD0"/>
                </a:solidFill>
                <a:latin typeface="Ubuntu Sans"/>
                <a:ea typeface="Ubuntu Sans"/>
                <a:cs typeface="Ubuntu Sans"/>
              </a:defRPr>
            </a:lvl8pPr>
            <a:lvl9pPr algn="l">
              <a:defRPr sz="1275" b="0">
                <a:solidFill>
                  <a:srgbClr val="A9BCD0"/>
                </a:solidFill>
                <a:latin typeface="Ubuntu Sans"/>
                <a:ea typeface="Ubuntu Sans"/>
                <a:cs typeface="Ubuntu Sans"/>
              </a:defRPr>
            </a:lvl9pPr>
          </a:lstStyle>
          <a:p xmlns:a="http://schemas.openxmlformats.org/drawingml/2006/main">
            <a:pPr algn="l">
              <a:defRPr sz="1275" b="0">
                <a:solidFill>
                  <a:srgbClr val="A9BCD0"/>
                </a:solidFill>
                <a:latin typeface="Ubuntu Sans"/>
                <a:ea typeface="Ubuntu Sans"/>
                <a:cs typeface="Ubuntu Sans"/>
              </a:defRPr>
            </a:pPr>
            <a:r>
              <a:rPr sz="1275" b="0">
                <a:solidFill>
                  <a:srgbClr val="A9BCD0"/>
                </a:solidFill>
                <a:latin typeface="Ubuntu Sans"/>
                <a:ea typeface="Ubuntu Sans"/>
                <a:cs typeface="Ubuntu Sans"/>
              </a:rPr>
              <a:t>Authentication, OTP, two-factor and revocation</a:t>
            </a:r>
          </a:p>
        </p:txBody>
      </p:sp>
      <p:sp>
        <p:nvSpPr>
          <p:cNvPr id="10" name="">
            <a:extLst xmlns:a="http://schemas.openxmlformats.org/drawingml/2006/main">
              <a:ext uri="{FF2B5EF4-FFF2-40B4-BE49-F238E27FC236}">
                <a16:creationId xmlns:a16="http://schemas.microsoft.com/office/drawing/2014/main" id="{39A45FBE-8EB5-4299-BE07-F6B2E08AF039}"/>
              </a:ext>
            </a:extLst>
          </p:cNvPr>
          <p:cNvSpPr>
            <a:spLocks xmlns:a="http://schemas.openxmlformats.org/drawingml/2006/main" noGrp="1"/>
          </p:cNvSpPr>
          <p:nvPr/>
        </p:nvSpPr>
        <p:spPr>
          <a:xfrm xmlns:a="http://schemas.openxmlformats.org/drawingml/2006/main">
            <a:off x="876300" y="3114675"/>
            <a:ext cx="133350" cy="133350"/>
          </a:xfrm>
          <a:prstGeom xmlns:a="http://schemas.openxmlformats.org/drawingml/2006/main" prst="ellipse">
            <a:avLst/>
          </a:prstGeom>
          <a:solidFill xmlns:a="http://schemas.openxmlformats.org/drawingml/2006/main">
            <a:srgbClr val="8A7CFF"/>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554828B0-3F62-469F-9203-4171A9AFBEDE}"/>
              </a:ext>
            </a:extLst>
          </p:cNvPr>
          <p:cNvSpPr>
            <a:spLocks xmlns:a="http://schemas.openxmlformats.org/drawingml/2006/main" noGrp="1"/>
          </p:cNvSpPr>
          <p:nvPr/>
        </p:nvSpPr>
        <p:spPr>
          <a:xfrm xmlns:a="http://schemas.openxmlformats.org/drawingml/2006/main">
            <a:off x="1162050" y="3019425"/>
            <a:ext cx="4286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275" b="0">
                <a:solidFill>
                  <a:srgbClr val="A9BCD0"/>
                </a:solidFill>
                <a:latin typeface="Ubuntu Sans"/>
                <a:ea typeface="Ubuntu Sans"/>
                <a:cs typeface="Ubuntu Sans"/>
              </a:defRPr>
            </a:defPPr>
            <a:lvl1pPr algn="l">
              <a:defRPr sz="1275" b="0">
                <a:solidFill>
                  <a:srgbClr val="A9BCD0"/>
                </a:solidFill>
                <a:latin typeface="Ubuntu Sans"/>
                <a:ea typeface="Ubuntu Sans"/>
                <a:cs typeface="Ubuntu Sans"/>
              </a:defRPr>
            </a:lvl1pPr>
            <a:lvl2pPr algn="l">
              <a:defRPr sz="1275" b="0">
                <a:solidFill>
                  <a:srgbClr val="A9BCD0"/>
                </a:solidFill>
                <a:latin typeface="Ubuntu Sans"/>
                <a:ea typeface="Ubuntu Sans"/>
                <a:cs typeface="Ubuntu Sans"/>
              </a:defRPr>
            </a:lvl2pPr>
            <a:lvl3pPr algn="l">
              <a:defRPr sz="1275" b="0">
                <a:solidFill>
                  <a:srgbClr val="A9BCD0"/>
                </a:solidFill>
                <a:latin typeface="Ubuntu Sans"/>
                <a:ea typeface="Ubuntu Sans"/>
                <a:cs typeface="Ubuntu Sans"/>
              </a:defRPr>
            </a:lvl3pPr>
            <a:lvl4pPr algn="l">
              <a:defRPr sz="1275" b="0">
                <a:solidFill>
                  <a:srgbClr val="A9BCD0"/>
                </a:solidFill>
                <a:latin typeface="Ubuntu Sans"/>
                <a:ea typeface="Ubuntu Sans"/>
                <a:cs typeface="Ubuntu Sans"/>
              </a:defRPr>
            </a:lvl4pPr>
            <a:lvl5pPr algn="l">
              <a:defRPr sz="1275" b="0">
                <a:solidFill>
                  <a:srgbClr val="A9BCD0"/>
                </a:solidFill>
                <a:latin typeface="Ubuntu Sans"/>
                <a:ea typeface="Ubuntu Sans"/>
                <a:cs typeface="Ubuntu Sans"/>
              </a:defRPr>
            </a:lvl5pPr>
            <a:lvl6pPr algn="l">
              <a:defRPr sz="1275" b="0">
                <a:solidFill>
                  <a:srgbClr val="A9BCD0"/>
                </a:solidFill>
                <a:latin typeface="Ubuntu Sans"/>
                <a:ea typeface="Ubuntu Sans"/>
                <a:cs typeface="Ubuntu Sans"/>
              </a:defRPr>
            </a:lvl6pPr>
            <a:lvl7pPr algn="l">
              <a:defRPr sz="1275" b="0">
                <a:solidFill>
                  <a:srgbClr val="A9BCD0"/>
                </a:solidFill>
                <a:latin typeface="Ubuntu Sans"/>
                <a:ea typeface="Ubuntu Sans"/>
                <a:cs typeface="Ubuntu Sans"/>
              </a:defRPr>
            </a:lvl7pPr>
            <a:lvl8pPr algn="l">
              <a:defRPr sz="1275" b="0">
                <a:solidFill>
                  <a:srgbClr val="A9BCD0"/>
                </a:solidFill>
                <a:latin typeface="Ubuntu Sans"/>
                <a:ea typeface="Ubuntu Sans"/>
                <a:cs typeface="Ubuntu Sans"/>
              </a:defRPr>
            </a:lvl8pPr>
            <a:lvl9pPr algn="l">
              <a:defRPr sz="1275" b="0">
                <a:solidFill>
                  <a:srgbClr val="A9BCD0"/>
                </a:solidFill>
                <a:latin typeface="Ubuntu Sans"/>
                <a:ea typeface="Ubuntu Sans"/>
                <a:cs typeface="Ubuntu Sans"/>
              </a:defRPr>
            </a:lvl9pPr>
          </a:lstStyle>
          <a:p xmlns:a="http://schemas.openxmlformats.org/drawingml/2006/main">
            <a:pPr algn="l">
              <a:defRPr sz="1275" b="0">
                <a:solidFill>
                  <a:srgbClr val="A9BCD0"/>
                </a:solidFill>
                <a:latin typeface="Ubuntu Sans"/>
                <a:ea typeface="Ubuntu Sans"/>
                <a:cs typeface="Ubuntu Sans"/>
              </a:defRPr>
            </a:pPr>
            <a:r>
              <a:rPr sz="1275" b="0">
                <a:solidFill>
                  <a:srgbClr val="A9BCD0"/>
                </a:solidFill>
                <a:latin typeface="Ubuntu Sans"/>
                <a:ea typeface="Ubuntu Sans"/>
                <a:cs typeface="Ubuntu Sans"/>
              </a:rPr>
              <a:t>Role permissions and cross-company isolation</a:t>
            </a:r>
          </a:p>
        </p:txBody>
      </p:sp>
      <p:sp>
        <p:nvSpPr>
          <p:cNvPr id="12" name="">
            <a:extLst xmlns:a="http://schemas.openxmlformats.org/drawingml/2006/main">
              <a:ext uri="{FF2B5EF4-FFF2-40B4-BE49-F238E27FC236}">
                <a16:creationId xmlns:a16="http://schemas.microsoft.com/office/drawing/2014/main" id="{BE02A08A-1393-4486-A335-8FC5DD9AD6DE}"/>
              </a:ext>
            </a:extLst>
          </p:cNvPr>
          <p:cNvSpPr>
            <a:spLocks xmlns:a="http://schemas.openxmlformats.org/drawingml/2006/main" noGrp="1"/>
          </p:cNvSpPr>
          <p:nvPr/>
        </p:nvSpPr>
        <p:spPr>
          <a:xfrm xmlns:a="http://schemas.openxmlformats.org/drawingml/2006/main">
            <a:off x="876300" y="3581400"/>
            <a:ext cx="133350" cy="133350"/>
          </a:xfrm>
          <a:prstGeom xmlns:a="http://schemas.openxmlformats.org/drawingml/2006/main" prst="ellipse">
            <a:avLst/>
          </a:prstGeom>
          <a:solidFill xmlns:a="http://schemas.openxmlformats.org/drawingml/2006/main">
            <a:srgbClr val="2FD6D3"/>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C3B7A04D-E59D-4482-BF63-34CA37285B66}"/>
              </a:ext>
            </a:extLst>
          </p:cNvPr>
          <p:cNvSpPr>
            <a:spLocks xmlns:a="http://schemas.openxmlformats.org/drawingml/2006/main" noGrp="1"/>
          </p:cNvSpPr>
          <p:nvPr/>
        </p:nvSpPr>
        <p:spPr>
          <a:xfrm xmlns:a="http://schemas.openxmlformats.org/drawingml/2006/main">
            <a:off x="1162050" y="3486150"/>
            <a:ext cx="4286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275" b="0">
                <a:solidFill>
                  <a:srgbClr val="A9BCD0"/>
                </a:solidFill>
                <a:latin typeface="Ubuntu Sans"/>
                <a:ea typeface="Ubuntu Sans"/>
                <a:cs typeface="Ubuntu Sans"/>
              </a:defRPr>
            </a:defPPr>
            <a:lvl1pPr algn="l">
              <a:defRPr sz="1275" b="0">
                <a:solidFill>
                  <a:srgbClr val="A9BCD0"/>
                </a:solidFill>
                <a:latin typeface="Ubuntu Sans"/>
                <a:ea typeface="Ubuntu Sans"/>
                <a:cs typeface="Ubuntu Sans"/>
              </a:defRPr>
            </a:lvl1pPr>
            <a:lvl2pPr algn="l">
              <a:defRPr sz="1275" b="0">
                <a:solidFill>
                  <a:srgbClr val="A9BCD0"/>
                </a:solidFill>
                <a:latin typeface="Ubuntu Sans"/>
                <a:ea typeface="Ubuntu Sans"/>
                <a:cs typeface="Ubuntu Sans"/>
              </a:defRPr>
            </a:lvl2pPr>
            <a:lvl3pPr algn="l">
              <a:defRPr sz="1275" b="0">
                <a:solidFill>
                  <a:srgbClr val="A9BCD0"/>
                </a:solidFill>
                <a:latin typeface="Ubuntu Sans"/>
                <a:ea typeface="Ubuntu Sans"/>
                <a:cs typeface="Ubuntu Sans"/>
              </a:defRPr>
            </a:lvl3pPr>
            <a:lvl4pPr algn="l">
              <a:defRPr sz="1275" b="0">
                <a:solidFill>
                  <a:srgbClr val="A9BCD0"/>
                </a:solidFill>
                <a:latin typeface="Ubuntu Sans"/>
                <a:ea typeface="Ubuntu Sans"/>
                <a:cs typeface="Ubuntu Sans"/>
              </a:defRPr>
            </a:lvl4pPr>
            <a:lvl5pPr algn="l">
              <a:defRPr sz="1275" b="0">
                <a:solidFill>
                  <a:srgbClr val="A9BCD0"/>
                </a:solidFill>
                <a:latin typeface="Ubuntu Sans"/>
                <a:ea typeface="Ubuntu Sans"/>
                <a:cs typeface="Ubuntu Sans"/>
              </a:defRPr>
            </a:lvl5pPr>
            <a:lvl6pPr algn="l">
              <a:defRPr sz="1275" b="0">
                <a:solidFill>
                  <a:srgbClr val="A9BCD0"/>
                </a:solidFill>
                <a:latin typeface="Ubuntu Sans"/>
                <a:ea typeface="Ubuntu Sans"/>
                <a:cs typeface="Ubuntu Sans"/>
              </a:defRPr>
            </a:lvl6pPr>
            <a:lvl7pPr algn="l">
              <a:defRPr sz="1275" b="0">
                <a:solidFill>
                  <a:srgbClr val="A9BCD0"/>
                </a:solidFill>
                <a:latin typeface="Ubuntu Sans"/>
                <a:ea typeface="Ubuntu Sans"/>
                <a:cs typeface="Ubuntu Sans"/>
              </a:defRPr>
            </a:lvl7pPr>
            <a:lvl8pPr algn="l">
              <a:defRPr sz="1275" b="0">
                <a:solidFill>
                  <a:srgbClr val="A9BCD0"/>
                </a:solidFill>
                <a:latin typeface="Ubuntu Sans"/>
                <a:ea typeface="Ubuntu Sans"/>
                <a:cs typeface="Ubuntu Sans"/>
              </a:defRPr>
            </a:lvl8pPr>
            <a:lvl9pPr algn="l">
              <a:defRPr sz="1275" b="0">
                <a:solidFill>
                  <a:srgbClr val="A9BCD0"/>
                </a:solidFill>
                <a:latin typeface="Ubuntu Sans"/>
                <a:ea typeface="Ubuntu Sans"/>
                <a:cs typeface="Ubuntu Sans"/>
              </a:defRPr>
            </a:lvl9pPr>
          </a:lstStyle>
          <a:p xmlns:a="http://schemas.openxmlformats.org/drawingml/2006/main">
            <a:pPr algn="l">
              <a:defRPr sz="1275" b="0">
                <a:solidFill>
                  <a:srgbClr val="A9BCD0"/>
                </a:solidFill>
                <a:latin typeface="Ubuntu Sans"/>
                <a:ea typeface="Ubuntu Sans"/>
                <a:cs typeface="Ubuntu Sans"/>
              </a:defRPr>
            </a:pPr>
            <a:r>
              <a:rPr sz="1275" b="0">
                <a:solidFill>
                  <a:srgbClr val="A9BCD0"/>
                </a:solidFill>
                <a:latin typeface="Ubuntu Sans"/>
                <a:ea typeface="Ubuntu Sans"/>
                <a:cs typeface="Ubuntu Sans"/>
              </a:rPr>
              <a:t>Database integrity and concurrent users</a:t>
            </a:r>
          </a:p>
        </p:txBody>
      </p:sp>
      <p:sp>
        <p:nvSpPr>
          <p:cNvPr id="14" name="">
            <a:extLst xmlns:a="http://schemas.openxmlformats.org/drawingml/2006/main">
              <a:ext uri="{FF2B5EF4-FFF2-40B4-BE49-F238E27FC236}">
                <a16:creationId xmlns:a16="http://schemas.microsoft.com/office/drawing/2014/main" id="{8F20AEA4-AB4F-4AFE-B13D-0A7DF8BBF800}"/>
              </a:ext>
            </a:extLst>
          </p:cNvPr>
          <p:cNvSpPr>
            <a:spLocks xmlns:a="http://schemas.openxmlformats.org/drawingml/2006/main" noGrp="1"/>
          </p:cNvSpPr>
          <p:nvPr/>
        </p:nvSpPr>
        <p:spPr>
          <a:xfrm xmlns:a="http://schemas.openxmlformats.org/drawingml/2006/main">
            <a:off x="876300" y="4048125"/>
            <a:ext cx="133350" cy="133350"/>
          </a:xfrm>
          <a:prstGeom xmlns:a="http://schemas.openxmlformats.org/drawingml/2006/main" prst="ellipse">
            <a:avLst/>
          </a:prstGeom>
          <a:solidFill xmlns:a="http://schemas.openxmlformats.org/drawingml/2006/main">
            <a:srgbClr val="8A7CFF"/>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54E03885-B7CD-4AD5-8329-AE412818B5D9}"/>
              </a:ext>
            </a:extLst>
          </p:cNvPr>
          <p:cNvSpPr>
            <a:spLocks xmlns:a="http://schemas.openxmlformats.org/drawingml/2006/main" noGrp="1"/>
          </p:cNvSpPr>
          <p:nvPr/>
        </p:nvSpPr>
        <p:spPr>
          <a:xfrm xmlns:a="http://schemas.openxmlformats.org/drawingml/2006/main">
            <a:off x="1162050" y="3952875"/>
            <a:ext cx="4286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275" b="0">
                <a:solidFill>
                  <a:srgbClr val="A9BCD0"/>
                </a:solidFill>
                <a:latin typeface="Ubuntu Sans"/>
                <a:ea typeface="Ubuntu Sans"/>
                <a:cs typeface="Ubuntu Sans"/>
              </a:defRPr>
            </a:defPPr>
            <a:lvl1pPr algn="l">
              <a:defRPr sz="1275" b="0">
                <a:solidFill>
                  <a:srgbClr val="A9BCD0"/>
                </a:solidFill>
                <a:latin typeface="Ubuntu Sans"/>
                <a:ea typeface="Ubuntu Sans"/>
                <a:cs typeface="Ubuntu Sans"/>
              </a:defRPr>
            </a:lvl1pPr>
            <a:lvl2pPr algn="l">
              <a:defRPr sz="1275" b="0">
                <a:solidFill>
                  <a:srgbClr val="A9BCD0"/>
                </a:solidFill>
                <a:latin typeface="Ubuntu Sans"/>
                <a:ea typeface="Ubuntu Sans"/>
                <a:cs typeface="Ubuntu Sans"/>
              </a:defRPr>
            </a:lvl2pPr>
            <a:lvl3pPr algn="l">
              <a:defRPr sz="1275" b="0">
                <a:solidFill>
                  <a:srgbClr val="A9BCD0"/>
                </a:solidFill>
                <a:latin typeface="Ubuntu Sans"/>
                <a:ea typeface="Ubuntu Sans"/>
                <a:cs typeface="Ubuntu Sans"/>
              </a:defRPr>
            </a:lvl3pPr>
            <a:lvl4pPr algn="l">
              <a:defRPr sz="1275" b="0">
                <a:solidFill>
                  <a:srgbClr val="A9BCD0"/>
                </a:solidFill>
                <a:latin typeface="Ubuntu Sans"/>
                <a:ea typeface="Ubuntu Sans"/>
                <a:cs typeface="Ubuntu Sans"/>
              </a:defRPr>
            </a:lvl4pPr>
            <a:lvl5pPr algn="l">
              <a:defRPr sz="1275" b="0">
                <a:solidFill>
                  <a:srgbClr val="A9BCD0"/>
                </a:solidFill>
                <a:latin typeface="Ubuntu Sans"/>
                <a:ea typeface="Ubuntu Sans"/>
                <a:cs typeface="Ubuntu Sans"/>
              </a:defRPr>
            </a:lvl5pPr>
            <a:lvl6pPr algn="l">
              <a:defRPr sz="1275" b="0">
                <a:solidFill>
                  <a:srgbClr val="A9BCD0"/>
                </a:solidFill>
                <a:latin typeface="Ubuntu Sans"/>
                <a:ea typeface="Ubuntu Sans"/>
                <a:cs typeface="Ubuntu Sans"/>
              </a:defRPr>
            </a:lvl6pPr>
            <a:lvl7pPr algn="l">
              <a:defRPr sz="1275" b="0">
                <a:solidFill>
                  <a:srgbClr val="A9BCD0"/>
                </a:solidFill>
                <a:latin typeface="Ubuntu Sans"/>
                <a:ea typeface="Ubuntu Sans"/>
                <a:cs typeface="Ubuntu Sans"/>
              </a:defRPr>
            </a:lvl7pPr>
            <a:lvl8pPr algn="l">
              <a:defRPr sz="1275" b="0">
                <a:solidFill>
                  <a:srgbClr val="A9BCD0"/>
                </a:solidFill>
                <a:latin typeface="Ubuntu Sans"/>
                <a:ea typeface="Ubuntu Sans"/>
                <a:cs typeface="Ubuntu Sans"/>
              </a:defRPr>
            </a:lvl8pPr>
            <a:lvl9pPr algn="l">
              <a:defRPr sz="1275" b="0">
                <a:solidFill>
                  <a:srgbClr val="A9BCD0"/>
                </a:solidFill>
                <a:latin typeface="Ubuntu Sans"/>
                <a:ea typeface="Ubuntu Sans"/>
                <a:cs typeface="Ubuntu Sans"/>
              </a:defRPr>
            </a:lvl9pPr>
          </a:lstStyle>
          <a:p xmlns:a="http://schemas.openxmlformats.org/drawingml/2006/main">
            <a:pPr algn="l">
              <a:defRPr sz="1275" b="0">
                <a:solidFill>
                  <a:srgbClr val="A9BCD0"/>
                </a:solidFill>
                <a:latin typeface="Ubuntu Sans"/>
                <a:ea typeface="Ubuntu Sans"/>
                <a:cs typeface="Ubuntu Sans"/>
              </a:defRPr>
            </a:pPr>
            <a:r>
              <a:rPr sz="1275" b="0">
                <a:solidFill>
                  <a:srgbClr val="A9BCD0"/>
                </a:solidFill>
                <a:latin typeface="Ubuntu Sans"/>
                <a:ea typeface="Ubuntu Sans"/>
                <a:cs typeface="Ubuntu Sans"/>
              </a:rPr>
              <a:t>Applications, invitations and account lifecycle</a:t>
            </a:r>
          </a:p>
        </p:txBody>
      </p:sp>
      <p:sp>
        <p:nvSpPr>
          <p:cNvPr id="16" name="">
            <a:extLst xmlns:a="http://schemas.openxmlformats.org/drawingml/2006/main">
              <a:ext uri="{FF2B5EF4-FFF2-40B4-BE49-F238E27FC236}">
                <a16:creationId xmlns:a16="http://schemas.microsoft.com/office/drawing/2014/main" id="{C470DD70-CD68-4500-A99E-428FF75435A5}"/>
              </a:ext>
            </a:extLst>
          </p:cNvPr>
          <p:cNvSpPr>
            <a:spLocks xmlns:a="http://schemas.openxmlformats.org/drawingml/2006/main" noGrp="1"/>
          </p:cNvSpPr>
          <p:nvPr/>
        </p:nvSpPr>
        <p:spPr>
          <a:xfrm xmlns:a="http://schemas.openxmlformats.org/drawingml/2006/main">
            <a:off x="876300" y="4514850"/>
            <a:ext cx="133350" cy="133350"/>
          </a:xfrm>
          <a:prstGeom xmlns:a="http://schemas.openxmlformats.org/drawingml/2006/main" prst="ellipse">
            <a:avLst/>
          </a:prstGeom>
          <a:solidFill xmlns:a="http://schemas.openxmlformats.org/drawingml/2006/main">
            <a:srgbClr val="2FD6D3"/>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09F95F9E-7DFA-43C1-BE49-865C665F4ACE}"/>
              </a:ext>
            </a:extLst>
          </p:cNvPr>
          <p:cNvSpPr>
            <a:spLocks xmlns:a="http://schemas.openxmlformats.org/drawingml/2006/main" noGrp="1"/>
          </p:cNvSpPr>
          <p:nvPr/>
        </p:nvSpPr>
        <p:spPr>
          <a:xfrm xmlns:a="http://schemas.openxmlformats.org/drawingml/2006/main">
            <a:off x="1162050" y="4419600"/>
            <a:ext cx="4286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275" b="0">
                <a:solidFill>
                  <a:srgbClr val="A9BCD0"/>
                </a:solidFill>
                <a:latin typeface="Ubuntu Sans"/>
                <a:ea typeface="Ubuntu Sans"/>
                <a:cs typeface="Ubuntu Sans"/>
              </a:defRPr>
            </a:defPPr>
            <a:lvl1pPr algn="l">
              <a:defRPr sz="1275" b="0">
                <a:solidFill>
                  <a:srgbClr val="A9BCD0"/>
                </a:solidFill>
                <a:latin typeface="Ubuntu Sans"/>
                <a:ea typeface="Ubuntu Sans"/>
                <a:cs typeface="Ubuntu Sans"/>
              </a:defRPr>
            </a:lvl1pPr>
            <a:lvl2pPr algn="l">
              <a:defRPr sz="1275" b="0">
                <a:solidFill>
                  <a:srgbClr val="A9BCD0"/>
                </a:solidFill>
                <a:latin typeface="Ubuntu Sans"/>
                <a:ea typeface="Ubuntu Sans"/>
                <a:cs typeface="Ubuntu Sans"/>
              </a:defRPr>
            </a:lvl2pPr>
            <a:lvl3pPr algn="l">
              <a:defRPr sz="1275" b="0">
                <a:solidFill>
                  <a:srgbClr val="A9BCD0"/>
                </a:solidFill>
                <a:latin typeface="Ubuntu Sans"/>
                <a:ea typeface="Ubuntu Sans"/>
                <a:cs typeface="Ubuntu Sans"/>
              </a:defRPr>
            </a:lvl3pPr>
            <a:lvl4pPr algn="l">
              <a:defRPr sz="1275" b="0">
                <a:solidFill>
                  <a:srgbClr val="A9BCD0"/>
                </a:solidFill>
                <a:latin typeface="Ubuntu Sans"/>
                <a:ea typeface="Ubuntu Sans"/>
                <a:cs typeface="Ubuntu Sans"/>
              </a:defRPr>
            </a:lvl4pPr>
            <a:lvl5pPr algn="l">
              <a:defRPr sz="1275" b="0">
                <a:solidFill>
                  <a:srgbClr val="A9BCD0"/>
                </a:solidFill>
                <a:latin typeface="Ubuntu Sans"/>
                <a:ea typeface="Ubuntu Sans"/>
                <a:cs typeface="Ubuntu Sans"/>
              </a:defRPr>
            </a:lvl5pPr>
            <a:lvl6pPr algn="l">
              <a:defRPr sz="1275" b="0">
                <a:solidFill>
                  <a:srgbClr val="A9BCD0"/>
                </a:solidFill>
                <a:latin typeface="Ubuntu Sans"/>
                <a:ea typeface="Ubuntu Sans"/>
                <a:cs typeface="Ubuntu Sans"/>
              </a:defRPr>
            </a:lvl6pPr>
            <a:lvl7pPr algn="l">
              <a:defRPr sz="1275" b="0">
                <a:solidFill>
                  <a:srgbClr val="A9BCD0"/>
                </a:solidFill>
                <a:latin typeface="Ubuntu Sans"/>
                <a:ea typeface="Ubuntu Sans"/>
                <a:cs typeface="Ubuntu Sans"/>
              </a:defRPr>
            </a:lvl7pPr>
            <a:lvl8pPr algn="l">
              <a:defRPr sz="1275" b="0">
                <a:solidFill>
                  <a:srgbClr val="A9BCD0"/>
                </a:solidFill>
                <a:latin typeface="Ubuntu Sans"/>
                <a:ea typeface="Ubuntu Sans"/>
                <a:cs typeface="Ubuntu Sans"/>
              </a:defRPr>
            </a:lvl8pPr>
            <a:lvl9pPr algn="l">
              <a:defRPr sz="1275" b="0">
                <a:solidFill>
                  <a:srgbClr val="A9BCD0"/>
                </a:solidFill>
                <a:latin typeface="Ubuntu Sans"/>
                <a:ea typeface="Ubuntu Sans"/>
                <a:cs typeface="Ubuntu Sans"/>
              </a:defRPr>
            </a:lvl9pPr>
          </a:lstStyle>
          <a:p xmlns:a="http://schemas.openxmlformats.org/drawingml/2006/main">
            <a:pPr algn="l">
              <a:defRPr sz="1275" b="0">
                <a:solidFill>
                  <a:srgbClr val="A9BCD0"/>
                </a:solidFill>
                <a:latin typeface="Ubuntu Sans"/>
                <a:ea typeface="Ubuntu Sans"/>
                <a:cs typeface="Ubuntu Sans"/>
              </a:defRPr>
            </a:pPr>
            <a:r>
              <a:rPr sz="1275" b="0">
                <a:solidFill>
                  <a:srgbClr val="A9BCD0"/>
                </a:solidFill>
                <a:latin typeface="Ubuntu Sans"/>
                <a:ea typeface="Ubuntu Sans"/>
                <a:cs typeface="Ubuntu Sans"/>
              </a:rPr>
              <a:t>WebSockets, chat history and read events</a:t>
            </a:r>
          </a:p>
        </p:txBody>
      </p:sp>
      <p:sp>
        <p:nvSpPr>
          <p:cNvPr id="18" name="">
            <a:extLst xmlns:a="http://schemas.openxmlformats.org/drawingml/2006/main">
              <a:ext uri="{FF2B5EF4-FFF2-40B4-BE49-F238E27FC236}">
                <a16:creationId xmlns:a16="http://schemas.microsoft.com/office/drawing/2014/main" id="{A1DEAE8C-1E0B-4351-9A1D-4722920D24D4}"/>
              </a:ext>
            </a:extLst>
          </p:cNvPr>
          <p:cNvSpPr>
            <a:spLocks xmlns:a="http://schemas.openxmlformats.org/drawingml/2006/main" noGrp="1"/>
          </p:cNvSpPr>
          <p:nvPr/>
        </p:nvSpPr>
        <p:spPr>
          <a:xfrm xmlns:a="http://schemas.openxmlformats.org/drawingml/2006/main">
            <a:off x="876300" y="4981575"/>
            <a:ext cx="133350" cy="133350"/>
          </a:xfrm>
          <a:prstGeom xmlns:a="http://schemas.openxmlformats.org/drawingml/2006/main" prst="ellipse">
            <a:avLst/>
          </a:prstGeom>
          <a:solidFill xmlns:a="http://schemas.openxmlformats.org/drawingml/2006/main">
            <a:srgbClr val="8A7CFF"/>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43EFC76E-2E51-404D-911D-F31C08447FBD}"/>
              </a:ext>
            </a:extLst>
          </p:cNvPr>
          <p:cNvSpPr>
            <a:spLocks xmlns:a="http://schemas.openxmlformats.org/drawingml/2006/main" noGrp="1"/>
          </p:cNvSpPr>
          <p:nvPr/>
        </p:nvSpPr>
        <p:spPr>
          <a:xfrm xmlns:a="http://schemas.openxmlformats.org/drawingml/2006/main">
            <a:off x="1162050" y="4886325"/>
            <a:ext cx="4286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275" b="0">
                <a:solidFill>
                  <a:srgbClr val="A9BCD0"/>
                </a:solidFill>
                <a:latin typeface="Ubuntu Sans"/>
                <a:ea typeface="Ubuntu Sans"/>
                <a:cs typeface="Ubuntu Sans"/>
              </a:defRPr>
            </a:defPPr>
            <a:lvl1pPr algn="l">
              <a:defRPr sz="1275" b="0">
                <a:solidFill>
                  <a:srgbClr val="A9BCD0"/>
                </a:solidFill>
                <a:latin typeface="Ubuntu Sans"/>
                <a:ea typeface="Ubuntu Sans"/>
                <a:cs typeface="Ubuntu Sans"/>
              </a:defRPr>
            </a:lvl1pPr>
            <a:lvl2pPr algn="l">
              <a:defRPr sz="1275" b="0">
                <a:solidFill>
                  <a:srgbClr val="A9BCD0"/>
                </a:solidFill>
                <a:latin typeface="Ubuntu Sans"/>
                <a:ea typeface="Ubuntu Sans"/>
                <a:cs typeface="Ubuntu Sans"/>
              </a:defRPr>
            </a:lvl2pPr>
            <a:lvl3pPr algn="l">
              <a:defRPr sz="1275" b="0">
                <a:solidFill>
                  <a:srgbClr val="A9BCD0"/>
                </a:solidFill>
                <a:latin typeface="Ubuntu Sans"/>
                <a:ea typeface="Ubuntu Sans"/>
                <a:cs typeface="Ubuntu Sans"/>
              </a:defRPr>
            </a:lvl3pPr>
            <a:lvl4pPr algn="l">
              <a:defRPr sz="1275" b="0">
                <a:solidFill>
                  <a:srgbClr val="A9BCD0"/>
                </a:solidFill>
                <a:latin typeface="Ubuntu Sans"/>
                <a:ea typeface="Ubuntu Sans"/>
                <a:cs typeface="Ubuntu Sans"/>
              </a:defRPr>
            </a:lvl4pPr>
            <a:lvl5pPr algn="l">
              <a:defRPr sz="1275" b="0">
                <a:solidFill>
                  <a:srgbClr val="A9BCD0"/>
                </a:solidFill>
                <a:latin typeface="Ubuntu Sans"/>
                <a:ea typeface="Ubuntu Sans"/>
                <a:cs typeface="Ubuntu Sans"/>
              </a:defRPr>
            </a:lvl5pPr>
            <a:lvl6pPr algn="l">
              <a:defRPr sz="1275" b="0">
                <a:solidFill>
                  <a:srgbClr val="A9BCD0"/>
                </a:solidFill>
                <a:latin typeface="Ubuntu Sans"/>
                <a:ea typeface="Ubuntu Sans"/>
                <a:cs typeface="Ubuntu Sans"/>
              </a:defRPr>
            </a:lvl6pPr>
            <a:lvl7pPr algn="l">
              <a:defRPr sz="1275" b="0">
                <a:solidFill>
                  <a:srgbClr val="A9BCD0"/>
                </a:solidFill>
                <a:latin typeface="Ubuntu Sans"/>
                <a:ea typeface="Ubuntu Sans"/>
                <a:cs typeface="Ubuntu Sans"/>
              </a:defRPr>
            </a:lvl7pPr>
            <a:lvl8pPr algn="l">
              <a:defRPr sz="1275" b="0">
                <a:solidFill>
                  <a:srgbClr val="A9BCD0"/>
                </a:solidFill>
                <a:latin typeface="Ubuntu Sans"/>
                <a:ea typeface="Ubuntu Sans"/>
                <a:cs typeface="Ubuntu Sans"/>
              </a:defRPr>
            </a:lvl8pPr>
            <a:lvl9pPr algn="l">
              <a:defRPr sz="1275" b="0">
                <a:solidFill>
                  <a:srgbClr val="A9BCD0"/>
                </a:solidFill>
                <a:latin typeface="Ubuntu Sans"/>
                <a:ea typeface="Ubuntu Sans"/>
                <a:cs typeface="Ubuntu Sans"/>
              </a:defRPr>
            </a:lvl9pPr>
          </a:lstStyle>
          <a:p xmlns:a="http://schemas.openxmlformats.org/drawingml/2006/main">
            <a:pPr algn="l">
              <a:defRPr sz="1275" b="0">
                <a:solidFill>
                  <a:srgbClr val="A9BCD0"/>
                </a:solidFill>
                <a:latin typeface="Ubuntu Sans"/>
                <a:ea typeface="Ubuntu Sans"/>
                <a:cs typeface="Ubuntu Sans"/>
              </a:defRPr>
            </a:pPr>
            <a:r>
              <a:rPr sz="1275" b="0">
                <a:solidFill>
                  <a:srgbClr val="A9BCD0"/>
                </a:solidFill>
                <a:latin typeface="Ubuntu Sans"/>
                <a:ea typeface="Ubuntu Sans"/>
                <a:cs typeface="Ubuntu Sans"/>
              </a:rPr>
              <a:t>AI jobs, uploads, health and deployment readiness</a:t>
            </a:r>
          </a:p>
        </p:txBody>
      </p:sp>
      <p:sp>
        <p:nvSpPr>
          <p:cNvPr id="20" name="">
            <a:extLst xmlns:a="http://schemas.openxmlformats.org/drawingml/2006/main">
              <a:ext uri="{FF2B5EF4-FFF2-40B4-BE49-F238E27FC236}">
                <a16:creationId xmlns:a16="http://schemas.microsoft.com/office/drawing/2014/main" id="{78A75C00-6CDF-4B28-8E16-066243F57F1D}"/>
              </a:ext>
            </a:extLst>
          </p:cNvPr>
          <p:cNvSpPr>
            <a:spLocks xmlns:a="http://schemas.openxmlformats.org/drawingml/2006/main" noGrp="1"/>
          </p:cNvSpPr>
          <p:nvPr/>
        </p:nvSpPr>
        <p:spPr>
          <a:xfrm xmlns:a="http://schemas.openxmlformats.org/drawingml/2006/main">
            <a:off x="6191250" y="1924050"/>
            <a:ext cx="5391150" cy="3905250"/>
          </a:xfrm>
          <a:prstGeom xmlns:a="http://schemas.openxmlformats.org/drawingml/2006/main" prst="roundRect">
            <a:avLst>
              <a:gd name="adj" fmla="val 2927"/>
            </a:avLst>
          </a:prstGeom>
          <a:solidFill xmlns:a="http://schemas.openxmlformats.org/drawingml/2006/main">
            <a:srgbClr val="0B182B"/>
          </a:solidFill>
          <a:ln xmlns:a="http://schemas.openxmlformats.org/drawingml/2006/main" w="11430">
            <a:solidFill>
              <a:srgbClr val="2B4563"/>
            </a:solidFill>
            <a:prstDash val="solid"/>
          </a:ln>
        </p:spPr>
      </p:sp>
      <p:sp>
        <p:nvSpPr>
          <p:cNvPr id="21" name="">
            <a:extLst xmlns:a="http://schemas.openxmlformats.org/drawingml/2006/main">
              <a:ext uri="{FF2B5EF4-FFF2-40B4-BE49-F238E27FC236}">
                <a16:creationId xmlns:a16="http://schemas.microsoft.com/office/drawing/2014/main" id="{1EE5B1C6-120A-434F-BFFD-56A12E26AC32}"/>
              </a:ext>
            </a:extLst>
          </p:cNvPr>
          <p:cNvSpPr>
            <a:spLocks xmlns:a="http://schemas.openxmlformats.org/drawingml/2006/main" noGrp="1"/>
          </p:cNvSpPr>
          <p:nvPr/>
        </p:nvSpPr>
        <p:spPr>
          <a:xfrm xmlns:a="http://schemas.openxmlformats.org/drawingml/2006/main">
            <a:off x="6477000" y="2133600"/>
            <a:ext cx="45339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1333"/>
          </a:bodyPr>
          <a:lstStyle xmlns:a="http://schemas.openxmlformats.org/drawingml/2006/main">
            <a:defPPr algn="l">
              <a:defRPr sz="1875" b="1">
                <a:solidFill>
                  <a:srgbClr val="FFCA6A"/>
                </a:solidFill>
                <a:latin typeface="Ubuntu Sans"/>
                <a:ea typeface="Ubuntu Sans"/>
                <a:cs typeface="Ubuntu Sans"/>
              </a:defRPr>
            </a:defPPr>
            <a:lvl1pPr algn="l">
              <a:defRPr sz="1875" b="1">
                <a:solidFill>
                  <a:srgbClr val="FFCA6A"/>
                </a:solidFill>
                <a:latin typeface="Ubuntu Sans"/>
                <a:ea typeface="Ubuntu Sans"/>
                <a:cs typeface="Ubuntu Sans"/>
              </a:defRPr>
            </a:lvl1pPr>
            <a:lvl2pPr algn="l">
              <a:defRPr sz="1875" b="1">
                <a:solidFill>
                  <a:srgbClr val="FFCA6A"/>
                </a:solidFill>
                <a:latin typeface="Ubuntu Sans"/>
                <a:ea typeface="Ubuntu Sans"/>
                <a:cs typeface="Ubuntu Sans"/>
              </a:defRPr>
            </a:lvl2pPr>
            <a:lvl3pPr algn="l">
              <a:defRPr sz="1875" b="1">
                <a:solidFill>
                  <a:srgbClr val="FFCA6A"/>
                </a:solidFill>
                <a:latin typeface="Ubuntu Sans"/>
                <a:ea typeface="Ubuntu Sans"/>
                <a:cs typeface="Ubuntu Sans"/>
              </a:defRPr>
            </a:lvl3pPr>
            <a:lvl4pPr algn="l">
              <a:defRPr sz="1875" b="1">
                <a:solidFill>
                  <a:srgbClr val="FFCA6A"/>
                </a:solidFill>
                <a:latin typeface="Ubuntu Sans"/>
                <a:ea typeface="Ubuntu Sans"/>
                <a:cs typeface="Ubuntu Sans"/>
              </a:defRPr>
            </a:lvl4pPr>
            <a:lvl5pPr algn="l">
              <a:defRPr sz="1875" b="1">
                <a:solidFill>
                  <a:srgbClr val="FFCA6A"/>
                </a:solidFill>
                <a:latin typeface="Ubuntu Sans"/>
                <a:ea typeface="Ubuntu Sans"/>
                <a:cs typeface="Ubuntu Sans"/>
              </a:defRPr>
            </a:lvl5pPr>
            <a:lvl6pPr algn="l">
              <a:defRPr sz="1875" b="1">
                <a:solidFill>
                  <a:srgbClr val="FFCA6A"/>
                </a:solidFill>
                <a:latin typeface="Ubuntu Sans"/>
                <a:ea typeface="Ubuntu Sans"/>
                <a:cs typeface="Ubuntu Sans"/>
              </a:defRPr>
            </a:lvl6pPr>
            <a:lvl7pPr algn="l">
              <a:defRPr sz="1875" b="1">
                <a:solidFill>
                  <a:srgbClr val="FFCA6A"/>
                </a:solidFill>
                <a:latin typeface="Ubuntu Sans"/>
                <a:ea typeface="Ubuntu Sans"/>
                <a:cs typeface="Ubuntu Sans"/>
              </a:defRPr>
            </a:lvl7pPr>
            <a:lvl8pPr algn="l">
              <a:defRPr sz="1875" b="1">
                <a:solidFill>
                  <a:srgbClr val="FFCA6A"/>
                </a:solidFill>
                <a:latin typeface="Ubuntu Sans"/>
                <a:ea typeface="Ubuntu Sans"/>
                <a:cs typeface="Ubuntu Sans"/>
              </a:defRPr>
            </a:lvl8pPr>
            <a:lvl9pPr algn="l">
              <a:defRPr sz="1875" b="1">
                <a:solidFill>
                  <a:srgbClr val="FFCA6A"/>
                </a:solidFill>
                <a:latin typeface="Ubuntu Sans"/>
                <a:ea typeface="Ubuntu Sans"/>
                <a:cs typeface="Ubuntu Sans"/>
              </a:defRPr>
            </a:lvl9pPr>
          </a:lstStyle>
          <a:p xmlns:a="http://schemas.openxmlformats.org/drawingml/2006/main">
            <a:pPr algn="l">
              <a:defRPr sz="1875" b="1">
                <a:solidFill>
                  <a:srgbClr val="FFCA6A"/>
                </a:solidFill>
                <a:latin typeface="Ubuntu Sans"/>
                <a:ea typeface="Ubuntu Sans"/>
                <a:cs typeface="Ubuntu Sans"/>
              </a:defRPr>
            </a:pPr>
            <a:r>
              <a:rPr sz="1875" b="1">
                <a:solidFill>
                  <a:srgbClr val="FFCA6A"/>
                </a:solidFill>
                <a:latin typeface="Ubuntu Sans"/>
                <a:ea typeface="Ubuntu Sans"/>
                <a:cs typeface="Ubuntu Sans"/>
              </a:rPr>
              <a:t>Suggested live demo</a:t>
            </a:r>
          </a:p>
        </p:txBody>
      </p:sp>
      <p:sp>
        <p:nvSpPr>
          <p:cNvPr id="22" name="">
            <a:extLst xmlns:a="http://schemas.openxmlformats.org/drawingml/2006/main">
              <a:ext uri="{FF2B5EF4-FFF2-40B4-BE49-F238E27FC236}">
                <a16:creationId xmlns:a16="http://schemas.microsoft.com/office/drawing/2014/main" id="{39F54394-E5B6-418D-A031-DC11988C5ECB}"/>
              </a:ext>
            </a:extLst>
          </p:cNvPr>
          <p:cNvSpPr>
            <a:spLocks xmlns:a="http://schemas.openxmlformats.org/drawingml/2006/main" noGrp="1"/>
          </p:cNvSpPr>
          <p:nvPr/>
        </p:nvSpPr>
        <p:spPr>
          <a:xfrm xmlns:a="http://schemas.openxmlformats.org/drawingml/2006/main">
            <a:off x="6477000" y="2667000"/>
            <a:ext cx="4191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200" b="1">
                <a:solidFill>
                  <a:srgbClr val="2FD6D3"/>
                </a:solidFill>
                <a:latin typeface="Ubuntu Sans"/>
                <a:ea typeface="Ubuntu Sans"/>
                <a:cs typeface="Ubuntu Sans"/>
              </a:defRPr>
            </a:defPPr>
            <a:lvl1pPr algn="l">
              <a:defRPr sz="1200" b="1">
                <a:solidFill>
                  <a:srgbClr val="2FD6D3"/>
                </a:solidFill>
                <a:latin typeface="Ubuntu Sans"/>
                <a:ea typeface="Ubuntu Sans"/>
                <a:cs typeface="Ubuntu Sans"/>
              </a:defRPr>
            </a:lvl1pPr>
            <a:lvl2pPr algn="l">
              <a:defRPr sz="1200" b="1">
                <a:solidFill>
                  <a:srgbClr val="2FD6D3"/>
                </a:solidFill>
                <a:latin typeface="Ubuntu Sans"/>
                <a:ea typeface="Ubuntu Sans"/>
                <a:cs typeface="Ubuntu Sans"/>
              </a:defRPr>
            </a:lvl2pPr>
            <a:lvl3pPr algn="l">
              <a:defRPr sz="1200" b="1">
                <a:solidFill>
                  <a:srgbClr val="2FD6D3"/>
                </a:solidFill>
                <a:latin typeface="Ubuntu Sans"/>
                <a:ea typeface="Ubuntu Sans"/>
                <a:cs typeface="Ubuntu Sans"/>
              </a:defRPr>
            </a:lvl3pPr>
            <a:lvl4pPr algn="l">
              <a:defRPr sz="1200" b="1">
                <a:solidFill>
                  <a:srgbClr val="2FD6D3"/>
                </a:solidFill>
                <a:latin typeface="Ubuntu Sans"/>
                <a:ea typeface="Ubuntu Sans"/>
                <a:cs typeface="Ubuntu Sans"/>
              </a:defRPr>
            </a:lvl4pPr>
            <a:lvl5pPr algn="l">
              <a:defRPr sz="1200" b="1">
                <a:solidFill>
                  <a:srgbClr val="2FD6D3"/>
                </a:solidFill>
                <a:latin typeface="Ubuntu Sans"/>
                <a:ea typeface="Ubuntu Sans"/>
                <a:cs typeface="Ubuntu Sans"/>
              </a:defRPr>
            </a:lvl5pPr>
            <a:lvl6pPr algn="l">
              <a:defRPr sz="1200" b="1">
                <a:solidFill>
                  <a:srgbClr val="2FD6D3"/>
                </a:solidFill>
                <a:latin typeface="Ubuntu Sans"/>
                <a:ea typeface="Ubuntu Sans"/>
                <a:cs typeface="Ubuntu Sans"/>
              </a:defRPr>
            </a:lvl6pPr>
            <a:lvl7pPr algn="l">
              <a:defRPr sz="1200" b="1">
                <a:solidFill>
                  <a:srgbClr val="2FD6D3"/>
                </a:solidFill>
                <a:latin typeface="Ubuntu Sans"/>
                <a:ea typeface="Ubuntu Sans"/>
                <a:cs typeface="Ubuntu Sans"/>
              </a:defRPr>
            </a:lvl7pPr>
            <a:lvl8pPr algn="l">
              <a:defRPr sz="1200" b="1">
                <a:solidFill>
                  <a:srgbClr val="2FD6D3"/>
                </a:solidFill>
                <a:latin typeface="Ubuntu Sans"/>
                <a:ea typeface="Ubuntu Sans"/>
                <a:cs typeface="Ubuntu Sans"/>
              </a:defRPr>
            </a:lvl8pPr>
            <a:lvl9pPr algn="l">
              <a:defRPr sz="1200" b="1">
                <a:solidFill>
                  <a:srgbClr val="2FD6D3"/>
                </a:solidFill>
                <a:latin typeface="Ubuntu Sans"/>
                <a:ea typeface="Ubuntu Sans"/>
                <a:cs typeface="Ubuntu Sans"/>
              </a:defRPr>
            </a:lvl9pPr>
          </a:lstStyle>
          <a:p xmlns:a="http://schemas.openxmlformats.org/drawingml/2006/main">
            <a:pPr algn="l">
              <a:defRPr sz="1200" b="1">
                <a:solidFill>
                  <a:srgbClr val="2FD6D3"/>
                </a:solidFill>
                <a:latin typeface="Ubuntu Sans"/>
                <a:ea typeface="Ubuntu Sans"/>
                <a:cs typeface="Ubuntu Sans"/>
              </a:defRPr>
            </a:pPr>
            <a:r>
              <a:rPr sz="1200" b="1">
                <a:solidFill>
                  <a:srgbClr val="2FD6D3"/>
                </a:solidFill>
                <a:latin typeface="Ubuntu Sans"/>
                <a:ea typeface="Ubuntu Sans"/>
                <a:cs typeface="Ubuntu Sans"/>
              </a:rPr>
              <a:t>01</a:t>
            </a:r>
          </a:p>
        </p:txBody>
      </p:sp>
      <p:sp>
        <p:nvSpPr>
          <p:cNvPr id="23" name="">
            <a:extLst xmlns:a="http://schemas.openxmlformats.org/drawingml/2006/main">
              <a:ext uri="{FF2B5EF4-FFF2-40B4-BE49-F238E27FC236}">
                <a16:creationId xmlns:a16="http://schemas.microsoft.com/office/drawing/2014/main" id="{2D3700AE-1CE3-4632-A823-C14E2208528D}"/>
              </a:ext>
            </a:extLst>
          </p:cNvPr>
          <p:cNvSpPr>
            <a:spLocks xmlns:a="http://schemas.openxmlformats.org/drawingml/2006/main" noGrp="1"/>
          </p:cNvSpPr>
          <p:nvPr/>
        </p:nvSpPr>
        <p:spPr>
          <a:xfrm xmlns:a="http://schemas.openxmlformats.org/drawingml/2006/main">
            <a:off x="6953250" y="2628900"/>
            <a:ext cx="1638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185"/>
          </a:bodyPr>
          <a:lstStyle xmlns:a="http://schemas.openxmlformats.org/drawingml/2006/main">
            <a:defPPr algn="l">
              <a:defRPr sz="1350" b="1">
                <a:solidFill>
                  <a:srgbClr val="F4F8FF"/>
                </a:solidFill>
                <a:latin typeface="Ubuntu Sans"/>
                <a:ea typeface="Ubuntu Sans"/>
                <a:cs typeface="Ubuntu Sans"/>
              </a:defRPr>
            </a:defPPr>
            <a:lvl1pPr algn="l">
              <a:defRPr sz="1350" b="1">
                <a:solidFill>
                  <a:srgbClr val="F4F8FF"/>
                </a:solidFill>
                <a:latin typeface="Ubuntu Sans"/>
                <a:ea typeface="Ubuntu Sans"/>
                <a:cs typeface="Ubuntu Sans"/>
              </a:defRPr>
            </a:lvl1pPr>
            <a:lvl2pPr algn="l">
              <a:defRPr sz="1350" b="1">
                <a:solidFill>
                  <a:srgbClr val="F4F8FF"/>
                </a:solidFill>
                <a:latin typeface="Ubuntu Sans"/>
                <a:ea typeface="Ubuntu Sans"/>
                <a:cs typeface="Ubuntu Sans"/>
              </a:defRPr>
            </a:lvl2pPr>
            <a:lvl3pPr algn="l">
              <a:defRPr sz="1350" b="1">
                <a:solidFill>
                  <a:srgbClr val="F4F8FF"/>
                </a:solidFill>
                <a:latin typeface="Ubuntu Sans"/>
                <a:ea typeface="Ubuntu Sans"/>
                <a:cs typeface="Ubuntu Sans"/>
              </a:defRPr>
            </a:lvl3pPr>
            <a:lvl4pPr algn="l">
              <a:defRPr sz="1350" b="1">
                <a:solidFill>
                  <a:srgbClr val="F4F8FF"/>
                </a:solidFill>
                <a:latin typeface="Ubuntu Sans"/>
                <a:ea typeface="Ubuntu Sans"/>
                <a:cs typeface="Ubuntu Sans"/>
              </a:defRPr>
            </a:lvl4pPr>
            <a:lvl5pPr algn="l">
              <a:defRPr sz="1350" b="1">
                <a:solidFill>
                  <a:srgbClr val="F4F8FF"/>
                </a:solidFill>
                <a:latin typeface="Ubuntu Sans"/>
                <a:ea typeface="Ubuntu Sans"/>
                <a:cs typeface="Ubuntu Sans"/>
              </a:defRPr>
            </a:lvl5pPr>
            <a:lvl6pPr algn="l">
              <a:defRPr sz="1350" b="1">
                <a:solidFill>
                  <a:srgbClr val="F4F8FF"/>
                </a:solidFill>
                <a:latin typeface="Ubuntu Sans"/>
                <a:ea typeface="Ubuntu Sans"/>
                <a:cs typeface="Ubuntu Sans"/>
              </a:defRPr>
            </a:lvl6pPr>
            <a:lvl7pPr algn="l">
              <a:defRPr sz="1350" b="1">
                <a:solidFill>
                  <a:srgbClr val="F4F8FF"/>
                </a:solidFill>
                <a:latin typeface="Ubuntu Sans"/>
                <a:ea typeface="Ubuntu Sans"/>
                <a:cs typeface="Ubuntu Sans"/>
              </a:defRPr>
            </a:lvl7pPr>
            <a:lvl8pPr algn="l">
              <a:defRPr sz="1350" b="1">
                <a:solidFill>
                  <a:srgbClr val="F4F8FF"/>
                </a:solidFill>
                <a:latin typeface="Ubuntu Sans"/>
                <a:ea typeface="Ubuntu Sans"/>
                <a:cs typeface="Ubuntu Sans"/>
              </a:defRPr>
            </a:lvl8pPr>
            <a:lvl9pPr algn="l">
              <a:defRPr sz="1350" b="1">
                <a:solidFill>
                  <a:srgbClr val="F4F8FF"/>
                </a:solidFill>
                <a:latin typeface="Ubuntu Sans"/>
                <a:ea typeface="Ubuntu Sans"/>
                <a:cs typeface="Ubuntu Sans"/>
              </a:defRPr>
            </a:lvl9pPr>
          </a:lstStyle>
          <a:p xmlns:a="http://schemas.openxmlformats.org/drawingml/2006/main">
            <a:pPr algn="l">
              <a:defRPr sz="1350" b="1">
                <a:solidFill>
                  <a:srgbClr val="F4F8FF"/>
                </a:solidFill>
                <a:latin typeface="Ubuntu Sans"/>
                <a:ea typeface="Ubuntu Sans"/>
                <a:cs typeface="Ubuntu Sans"/>
              </a:defRPr>
            </a:pPr>
            <a:r>
              <a:rPr sz="1350" b="1">
                <a:solidFill>
                  <a:srgbClr val="F4F8FF"/>
                </a:solidFill>
                <a:latin typeface="Ubuntu Sans"/>
                <a:ea typeface="Ubuntu Sans"/>
                <a:cs typeface="Ubuntu Sans"/>
              </a:rPr>
              <a:t>Authenticate</a:t>
            </a:r>
          </a:p>
        </p:txBody>
      </p:sp>
      <p:sp>
        <p:nvSpPr>
          <p:cNvPr id="24" name="">
            <a:extLst xmlns:a="http://schemas.openxmlformats.org/drawingml/2006/main">
              <a:ext uri="{FF2B5EF4-FFF2-40B4-BE49-F238E27FC236}">
                <a16:creationId xmlns:a16="http://schemas.microsoft.com/office/drawing/2014/main" id="{5D517963-CD28-43B4-8DCB-DED250C49574}"/>
              </a:ext>
            </a:extLst>
          </p:cNvPr>
          <p:cNvSpPr>
            <a:spLocks xmlns:a="http://schemas.openxmlformats.org/drawingml/2006/main" noGrp="1"/>
          </p:cNvSpPr>
          <p:nvPr/>
        </p:nvSpPr>
        <p:spPr>
          <a:xfrm xmlns:a="http://schemas.openxmlformats.org/drawingml/2006/main">
            <a:off x="8591550" y="2590800"/>
            <a:ext cx="2571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050" b="0">
                <a:solidFill>
                  <a:srgbClr val="A9BCD0"/>
                </a:solidFill>
                <a:latin typeface="Ubuntu Sans"/>
                <a:ea typeface="Ubuntu Sans"/>
                <a:cs typeface="Ubuntu Sans"/>
              </a:defRPr>
            </a:defPPr>
            <a:lvl1pPr algn="l">
              <a:defRPr sz="1050" b="0">
                <a:solidFill>
                  <a:srgbClr val="A9BCD0"/>
                </a:solidFill>
                <a:latin typeface="Ubuntu Sans"/>
                <a:ea typeface="Ubuntu Sans"/>
                <a:cs typeface="Ubuntu Sans"/>
              </a:defRPr>
            </a:lvl1pPr>
            <a:lvl2pPr algn="l">
              <a:defRPr sz="1050" b="0">
                <a:solidFill>
                  <a:srgbClr val="A9BCD0"/>
                </a:solidFill>
                <a:latin typeface="Ubuntu Sans"/>
                <a:ea typeface="Ubuntu Sans"/>
                <a:cs typeface="Ubuntu Sans"/>
              </a:defRPr>
            </a:lvl2pPr>
            <a:lvl3pPr algn="l">
              <a:defRPr sz="1050" b="0">
                <a:solidFill>
                  <a:srgbClr val="A9BCD0"/>
                </a:solidFill>
                <a:latin typeface="Ubuntu Sans"/>
                <a:ea typeface="Ubuntu Sans"/>
                <a:cs typeface="Ubuntu Sans"/>
              </a:defRPr>
            </a:lvl3pPr>
            <a:lvl4pPr algn="l">
              <a:defRPr sz="1050" b="0">
                <a:solidFill>
                  <a:srgbClr val="A9BCD0"/>
                </a:solidFill>
                <a:latin typeface="Ubuntu Sans"/>
                <a:ea typeface="Ubuntu Sans"/>
                <a:cs typeface="Ubuntu Sans"/>
              </a:defRPr>
            </a:lvl4pPr>
            <a:lvl5pPr algn="l">
              <a:defRPr sz="1050" b="0">
                <a:solidFill>
                  <a:srgbClr val="A9BCD0"/>
                </a:solidFill>
                <a:latin typeface="Ubuntu Sans"/>
                <a:ea typeface="Ubuntu Sans"/>
                <a:cs typeface="Ubuntu Sans"/>
              </a:defRPr>
            </a:lvl5pPr>
            <a:lvl6pPr algn="l">
              <a:defRPr sz="1050" b="0">
                <a:solidFill>
                  <a:srgbClr val="A9BCD0"/>
                </a:solidFill>
                <a:latin typeface="Ubuntu Sans"/>
                <a:ea typeface="Ubuntu Sans"/>
                <a:cs typeface="Ubuntu Sans"/>
              </a:defRPr>
            </a:lvl6pPr>
            <a:lvl7pPr algn="l">
              <a:defRPr sz="1050" b="0">
                <a:solidFill>
                  <a:srgbClr val="A9BCD0"/>
                </a:solidFill>
                <a:latin typeface="Ubuntu Sans"/>
                <a:ea typeface="Ubuntu Sans"/>
                <a:cs typeface="Ubuntu Sans"/>
              </a:defRPr>
            </a:lvl7pPr>
            <a:lvl8pPr algn="l">
              <a:defRPr sz="1050" b="0">
                <a:solidFill>
                  <a:srgbClr val="A9BCD0"/>
                </a:solidFill>
                <a:latin typeface="Ubuntu Sans"/>
                <a:ea typeface="Ubuntu Sans"/>
                <a:cs typeface="Ubuntu Sans"/>
              </a:defRPr>
            </a:lvl8pPr>
            <a:lvl9pPr algn="l">
              <a:defRPr sz="1050" b="0">
                <a:solidFill>
                  <a:srgbClr val="A9BCD0"/>
                </a:solidFill>
                <a:latin typeface="Ubuntu Sans"/>
                <a:ea typeface="Ubuntu Sans"/>
                <a:cs typeface="Ubuntu Sans"/>
              </a:defRPr>
            </a:lvl9pPr>
          </a:lstStyle>
          <a:p xmlns:a="http://schemas.openxmlformats.org/drawingml/2006/main">
            <a:pPr algn="l">
              <a:defRPr sz="1050" b="0">
                <a:solidFill>
                  <a:srgbClr val="A9BCD0"/>
                </a:solidFill>
                <a:latin typeface="Ubuntu Sans"/>
                <a:ea typeface="Ubuntu Sans"/>
                <a:cs typeface="Ubuntu Sans"/>
              </a:defRPr>
            </a:pPr>
            <a:r>
              <a:rPr sz="1050" b="0">
                <a:solidFill>
                  <a:srgbClr val="A9BCD0"/>
                </a:solidFill>
                <a:latin typeface="Ubuntu Sans"/>
                <a:ea typeface="Ubuntu Sans"/>
                <a:cs typeface="Ubuntu Sans"/>
              </a:rPr>
              <a:t>Show login and protected API identity</a:t>
            </a:r>
          </a:p>
        </p:txBody>
      </p:sp>
      <p:sp>
        <p:nvSpPr>
          <p:cNvPr id="25" name="">
            <a:extLst xmlns:a="http://schemas.openxmlformats.org/drawingml/2006/main">
              <a:ext uri="{FF2B5EF4-FFF2-40B4-BE49-F238E27FC236}">
                <a16:creationId xmlns:a16="http://schemas.microsoft.com/office/drawing/2014/main" id="{3E540476-FF6B-4129-B66C-31CEBF837543}"/>
              </a:ext>
            </a:extLst>
          </p:cNvPr>
          <p:cNvSpPr>
            <a:spLocks xmlns:a="http://schemas.openxmlformats.org/drawingml/2006/main" noGrp="1"/>
          </p:cNvSpPr>
          <p:nvPr/>
        </p:nvSpPr>
        <p:spPr>
          <a:xfrm xmlns:a="http://schemas.openxmlformats.org/drawingml/2006/main">
            <a:off x="6477000" y="3228975"/>
            <a:ext cx="4191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200" b="1">
                <a:solidFill>
                  <a:srgbClr val="2FD6D3"/>
                </a:solidFill>
                <a:latin typeface="Ubuntu Sans"/>
                <a:ea typeface="Ubuntu Sans"/>
                <a:cs typeface="Ubuntu Sans"/>
              </a:defRPr>
            </a:defPPr>
            <a:lvl1pPr algn="l">
              <a:defRPr sz="1200" b="1">
                <a:solidFill>
                  <a:srgbClr val="2FD6D3"/>
                </a:solidFill>
                <a:latin typeface="Ubuntu Sans"/>
                <a:ea typeface="Ubuntu Sans"/>
                <a:cs typeface="Ubuntu Sans"/>
              </a:defRPr>
            </a:lvl1pPr>
            <a:lvl2pPr algn="l">
              <a:defRPr sz="1200" b="1">
                <a:solidFill>
                  <a:srgbClr val="2FD6D3"/>
                </a:solidFill>
                <a:latin typeface="Ubuntu Sans"/>
                <a:ea typeface="Ubuntu Sans"/>
                <a:cs typeface="Ubuntu Sans"/>
              </a:defRPr>
            </a:lvl2pPr>
            <a:lvl3pPr algn="l">
              <a:defRPr sz="1200" b="1">
                <a:solidFill>
                  <a:srgbClr val="2FD6D3"/>
                </a:solidFill>
                <a:latin typeface="Ubuntu Sans"/>
                <a:ea typeface="Ubuntu Sans"/>
                <a:cs typeface="Ubuntu Sans"/>
              </a:defRPr>
            </a:lvl3pPr>
            <a:lvl4pPr algn="l">
              <a:defRPr sz="1200" b="1">
                <a:solidFill>
                  <a:srgbClr val="2FD6D3"/>
                </a:solidFill>
                <a:latin typeface="Ubuntu Sans"/>
                <a:ea typeface="Ubuntu Sans"/>
                <a:cs typeface="Ubuntu Sans"/>
              </a:defRPr>
            </a:lvl4pPr>
            <a:lvl5pPr algn="l">
              <a:defRPr sz="1200" b="1">
                <a:solidFill>
                  <a:srgbClr val="2FD6D3"/>
                </a:solidFill>
                <a:latin typeface="Ubuntu Sans"/>
                <a:ea typeface="Ubuntu Sans"/>
                <a:cs typeface="Ubuntu Sans"/>
              </a:defRPr>
            </a:lvl5pPr>
            <a:lvl6pPr algn="l">
              <a:defRPr sz="1200" b="1">
                <a:solidFill>
                  <a:srgbClr val="2FD6D3"/>
                </a:solidFill>
                <a:latin typeface="Ubuntu Sans"/>
                <a:ea typeface="Ubuntu Sans"/>
                <a:cs typeface="Ubuntu Sans"/>
              </a:defRPr>
            </a:lvl6pPr>
            <a:lvl7pPr algn="l">
              <a:defRPr sz="1200" b="1">
                <a:solidFill>
                  <a:srgbClr val="2FD6D3"/>
                </a:solidFill>
                <a:latin typeface="Ubuntu Sans"/>
                <a:ea typeface="Ubuntu Sans"/>
                <a:cs typeface="Ubuntu Sans"/>
              </a:defRPr>
            </a:lvl7pPr>
            <a:lvl8pPr algn="l">
              <a:defRPr sz="1200" b="1">
                <a:solidFill>
                  <a:srgbClr val="2FD6D3"/>
                </a:solidFill>
                <a:latin typeface="Ubuntu Sans"/>
                <a:ea typeface="Ubuntu Sans"/>
                <a:cs typeface="Ubuntu Sans"/>
              </a:defRPr>
            </a:lvl8pPr>
            <a:lvl9pPr algn="l">
              <a:defRPr sz="1200" b="1">
                <a:solidFill>
                  <a:srgbClr val="2FD6D3"/>
                </a:solidFill>
                <a:latin typeface="Ubuntu Sans"/>
                <a:ea typeface="Ubuntu Sans"/>
                <a:cs typeface="Ubuntu Sans"/>
              </a:defRPr>
            </a:lvl9pPr>
          </a:lstStyle>
          <a:p xmlns:a="http://schemas.openxmlformats.org/drawingml/2006/main">
            <a:pPr algn="l">
              <a:defRPr sz="1200" b="1">
                <a:solidFill>
                  <a:srgbClr val="2FD6D3"/>
                </a:solidFill>
                <a:latin typeface="Ubuntu Sans"/>
                <a:ea typeface="Ubuntu Sans"/>
                <a:cs typeface="Ubuntu Sans"/>
              </a:defRPr>
            </a:pPr>
            <a:r>
              <a:rPr sz="1200" b="1">
                <a:solidFill>
                  <a:srgbClr val="2FD6D3"/>
                </a:solidFill>
                <a:latin typeface="Ubuntu Sans"/>
                <a:ea typeface="Ubuntu Sans"/>
                <a:cs typeface="Ubuntu Sans"/>
              </a:rPr>
              <a:t>02</a:t>
            </a:r>
          </a:p>
        </p:txBody>
      </p:sp>
      <p:sp>
        <p:nvSpPr>
          <p:cNvPr id="26" name="">
            <a:extLst xmlns:a="http://schemas.openxmlformats.org/drawingml/2006/main">
              <a:ext uri="{FF2B5EF4-FFF2-40B4-BE49-F238E27FC236}">
                <a16:creationId xmlns:a16="http://schemas.microsoft.com/office/drawing/2014/main" id="{EEE659C0-E0DE-478E-B9A9-3E5F51303DCE}"/>
              </a:ext>
            </a:extLst>
          </p:cNvPr>
          <p:cNvSpPr>
            <a:spLocks xmlns:a="http://schemas.openxmlformats.org/drawingml/2006/main" noGrp="1"/>
          </p:cNvSpPr>
          <p:nvPr/>
        </p:nvSpPr>
        <p:spPr>
          <a:xfrm xmlns:a="http://schemas.openxmlformats.org/drawingml/2006/main">
            <a:off x="6953250" y="3190875"/>
            <a:ext cx="1638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4031"/>
          </a:bodyPr>
          <a:lstStyle xmlns:a="http://schemas.openxmlformats.org/drawingml/2006/main">
            <a:defPPr algn="l">
              <a:defRPr sz="1350" b="1">
                <a:solidFill>
                  <a:srgbClr val="F4F8FF"/>
                </a:solidFill>
                <a:latin typeface="Ubuntu Sans"/>
                <a:ea typeface="Ubuntu Sans"/>
                <a:cs typeface="Ubuntu Sans"/>
              </a:defRPr>
            </a:defPPr>
            <a:lvl1pPr algn="l">
              <a:defRPr sz="1350" b="1">
                <a:solidFill>
                  <a:srgbClr val="F4F8FF"/>
                </a:solidFill>
                <a:latin typeface="Ubuntu Sans"/>
                <a:ea typeface="Ubuntu Sans"/>
                <a:cs typeface="Ubuntu Sans"/>
              </a:defRPr>
            </a:lvl1pPr>
            <a:lvl2pPr algn="l">
              <a:defRPr sz="1350" b="1">
                <a:solidFill>
                  <a:srgbClr val="F4F8FF"/>
                </a:solidFill>
                <a:latin typeface="Ubuntu Sans"/>
                <a:ea typeface="Ubuntu Sans"/>
                <a:cs typeface="Ubuntu Sans"/>
              </a:defRPr>
            </a:lvl2pPr>
            <a:lvl3pPr algn="l">
              <a:defRPr sz="1350" b="1">
                <a:solidFill>
                  <a:srgbClr val="F4F8FF"/>
                </a:solidFill>
                <a:latin typeface="Ubuntu Sans"/>
                <a:ea typeface="Ubuntu Sans"/>
                <a:cs typeface="Ubuntu Sans"/>
              </a:defRPr>
            </a:lvl3pPr>
            <a:lvl4pPr algn="l">
              <a:defRPr sz="1350" b="1">
                <a:solidFill>
                  <a:srgbClr val="F4F8FF"/>
                </a:solidFill>
                <a:latin typeface="Ubuntu Sans"/>
                <a:ea typeface="Ubuntu Sans"/>
                <a:cs typeface="Ubuntu Sans"/>
              </a:defRPr>
            </a:lvl4pPr>
            <a:lvl5pPr algn="l">
              <a:defRPr sz="1350" b="1">
                <a:solidFill>
                  <a:srgbClr val="F4F8FF"/>
                </a:solidFill>
                <a:latin typeface="Ubuntu Sans"/>
                <a:ea typeface="Ubuntu Sans"/>
                <a:cs typeface="Ubuntu Sans"/>
              </a:defRPr>
            </a:lvl5pPr>
            <a:lvl6pPr algn="l">
              <a:defRPr sz="1350" b="1">
                <a:solidFill>
                  <a:srgbClr val="F4F8FF"/>
                </a:solidFill>
                <a:latin typeface="Ubuntu Sans"/>
                <a:ea typeface="Ubuntu Sans"/>
                <a:cs typeface="Ubuntu Sans"/>
              </a:defRPr>
            </a:lvl6pPr>
            <a:lvl7pPr algn="l">
              <a:defRPr sz="1350" b="1">
                <a:solidFill>
                  <a:srgbClr val="F4F8FF"/>
                </a:solidFill>
                <a:latin typeface="Ubuntu Sans"/>
                <a:ea typeface="Ubuntu Sans"/>
                <a:cs typeface="Ubuntu Sans"/>
              </a:defRPr>
            </a:lvl7pPr>
            <a:lvl8pPr algn="l">
              <a:defRPr sz="1350" b="1">
                <a:solidFill>
                  <a:srgbClr val="F4F8FF"/>
                </a:solidFill>
                <a:latin typeface="Ubuntu Sans"/>
                <a:ea typeface="Ubuntu Sans"/>
                <a:cs typeface="Ubuntu Sans"/>
              </a:defRPr>
            </a:lvl8pPr>
            <a:lvl9pPr algn="l">
              <a:defRPr sz="1350" b="1">
                <a:solidFill>
                  <a:srgbClr val="F4F8FF"/>
                </a:solidFill>
                <a:latin typeface="Ubuntu Sans"/>
                <a:ea typeface="Ubuntu Sans"/>
                <a:cs typeface="Ubuntu Sans"/>
              </a:defRPr>
            </a:lvl9pPr>
          </a:lstStyle>
          <a:p xmlns:a="http://schemas.openxmlformats.org/drawingml/2006/main">
            <a:pPr algn="l">
              <a:defRPr sz="1350" b="1">
                <a:solidFill>
                  <a:srgbClr val="F4F8FF"/>
                </a:solidFill>
                <a:latin typeface="Ubuntu Sans"/>
                <a:ea typeface="Ubuntu Sans"/>
                <a:cs typeface="Ubuntu Sans"/>
              </a:defRPr>
            </a:pPr>
            <a:r>
              <a:rPr sz="1350" b="1">
                <a:solidFill>
                  <a:srgbClr val="F4F8FF"/>
                </a:solidFill>
                <a:latin typeface="Ubuntu Sans"/>
                <a:ea typeface="Ubuntu Sans"/>
                <a:cs typeface="Ubuntu Sans"/>
              </a:rPr>
              <a:t>Create or select offer</a:t>
            </a:r>
          </a:p>
        </p:txBody>
      </p:sp>
      <p:sp>
        <p:nvSpPr>
          <p:cNvPr id="27" name="">
            <a:extLst xmlns:a="http://schemas.openxmlformats.org/drawingml/2006/main">
              <a:ext uri="{FF2B5EF4-FFF2-40B4-BE49-F238E27FC236}">
                <a16:creationId xmlns:a16="http://schemas.microsoft.com/office/drawing/2014/main" id="{4A200DE2-84E9-4D52-84D3-A89410FB8D6F}"/>
              </a:ext>
            </a:extLst>
          </p:cNvPr>
          <p:cNvSpPr>
            <a:spLocks xmlns:a="http://schemas.openxmlformats.org/drawingml/2006/main" noGrp="1"/>
          </p:cNvSpPr>
          <p:nvPr/>
        </p:nvSpPr>
        <p:spPr>
          <a:xfrm xmlns:a="http://schemas.openxmlformats.org/drawingml/2006/main">
            <a:off x="8591550" y="3152775"/>
            <a:ext cx="2571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3189"/>
          </a:bodyPr>
          <a:lstStyle xmlns:a="http://schemas.openxmlformats.org/drawingml/2006/main">
            <a:defPPr algn="l">
              <a:defRPr sz="1050" b="0">
                <a:solidFill>
                  <a:srgbClr val="A9BCD0"/>
                </a:solidFill>
                <a:latin typeface="Ubuntu Sans"/>
                <a:ea typeface="Ubuntu Sans"/>
                <a:cs typeface="Ubuntu Sans"/>
              </a:defRPr>
            </a:defPPr>
            <a:lvl1pPr algn="l">
              <a:defRPr sz="1050" b="0">
                <a:solidFill>
                  <a:srgbClr val="A9BCD0"/>
                </a:solidFill>
                <a:latin typeface="Ubuntu Sans"/>
                <a:ea typeface="Ubuntu Sans"/>
                <a:cs typeface="Ubuntu Sans"/>
              </a:defRPr>
            </a:lvl1pPr>
            <a:lvl2pPr algn="l">
              <a:defRPr sz="1050" b="0">
                <a:solidFill>
                  <a:srgbClr val="A9BCD0"/>
                </a:solidFill>
                <a:latin typeface="Ubuntu Sans"/>
                <a:ea typeface="Ubuntu Sans"/>
                <a:cs typeface="Ubuntu Sans"/>
              </a:defRPr>
            </a:lvl2pPr>
            <a:lvl3pPr algn="l">
              <a:defRPr sz="1050" b="0">
                <a:solidFill>
                  <a:srgbClr val="A9BCD0"/>
                </a:solidFill>
                <a:latin typeface="Ubuntu Sans"/>
                <a:ea typeface="Ubuntu Sans"/>
                <a:cs typeface="Ubuntu Sans"/>
              </a:defRPr>
            </a:lvl3pPr>
            <a:lvl4pPr algn="l">
              <a:defRPr sz="1050" b="0">
                <a:solidFill>
                  <a:srgbClr val="A9BCD0"/>
                </a:solidFill>
                <a:latin typeface="Ubuntu Sans"/>
                <a:ea typeface="Ubuntu Sans"/>
                <a:cs typeface="Ubuntu Sans"/>
              </a:defRPr>
            </a:lvl4pPr>
            <a:lvl5pPr algn="l">
              <a:defRPr sz="1050" b="0">
                <a:solidFill>
                  <a:srgbClr val="A9BCD0"/>
                </a:solidFill>
                <a:latin typeface="Ubuntu Sans"/>
                <a:ea typeface="Ubuntu Sans"/>
                <a:cs typeface="Ubuntu Sans"/>
              </a:defRPr>
            </a:lvl5pPr>
            <a:lvl6pPr algn="l">
              <a:defRPr sz="1050" b="0">
                <a:solidFill>
                  <a:srgbClr val="A9BCD0"/>
                </a:solidFill>
                <a:latin typeface="Ubuntu Sans"/>
                <a:ea typeface="Ubuntu Sans"/>
                <a:cs typeface="Ubuntu Sans"/>
              </a:defRPr>
            </a:lvl6pPr>
            <a:lvl7pPr algn="l">
              <a:defRPr sz="1050" b="0">
                <a:solidFill>
                  <a:srgbClr val="A9BCD0"/>
                </a:solidFill>
                <a:latin typeface="Ubuntu Sans"/>
                <a:ea typeface="Ubuntu Sans"/>
                <a:cs typeface="Ubuntu Sans"/>
              </a:defRPr>
            </a:lvl7pPr>
            <a:lvl8pPr algn="l">
              <a:defRPr sz="1050" b="0">
                <a:solidFill>
                  <a:srgbClr val="A9BCD0"/>
                </a:solidFill>
                <a:latin typeface="Ubuntu Sans"/>
                <a:ea typeface="Ubuntu Sans"/>
                <a:cs typeface="Ubuntu Sans"/>
              </a:defRPr>
            </a:lvl8pPr>
            <a:lvl9pPr algn="l">
              <a:defRPr sz="1050" b="0">
                <a:solidFill>
                  <a:srgbClr val="A9BCD0"/>
                </a:solidFill>
                <a:latin typeface="Ubuntu Sans"/>
                <a:ea typeface="Ubuntu Sans"/>
                <a:cs typeface="Ubuntu Sans"/>
              </a:defRPr>
            </a:lvl9pPr>
          </a:lstStyle>
          <a:p xmlns:a="http://schemas.openxmlformats.org/drawingml/2006/main">
            <a:pPr algn="l">
              <a:defRPr sz="1050" b="0">
                <a:solidFill>
                  <a:srgbClr val="A9BCD0"/>
                </a:solidFill>
                <a:latin typeface="Ubuntu Sans"/>
                <a:ea typeface="Ubuntu Sans"/>
                <a:cs typeface="Ubuntu Sans"/>
              </a:defRPr>
            </a:pPr>
            <a:r>
              <a:rPr sz="1050" b="0">
                <a:solidFill>
                  <a:srgbClr val="A9BCD0"/>
                </a:solidFill>
                <a:latin typeface="Ubuntu Sans"/>
                <a:ea typeface="Ubuntu Sans"/>
                <a:cs typeface="Ubuntu Sans"/>
              </a:rPr>
              <a:t>Explain validation and company permission</a:t>
            </a:r>
          </a:p>
        </p:txBody>
      </p:sp>
      <p:sp>
        <p:nvSpPr>
          <p:cNvPr id="28" name="">
            <a:extLst xmlns:a="http://schemas.openxmlformats.org/drawingml/2006/main">
              <a:ext uri="{FF2B5EF4-FFF2-40B4-BE49-F238E27FC236}">
                <a16:creationId xmlns:a16="http://schemas.microsoft.com/office/drawing/2014/main" id="{C54D62AB-D42B-45B4-9E2F-4E520279578B}"/>
              </a:ext>
            </a:extLst>
          </p:cNvPr>
          <p:cNvSpPr>
            <a:spLocks xmlns:a="http://schemas.openxmlformats.org/drawingml/2006/main" noGrp="1"/>
          </p:cNvSpPr>
          <p:nvPr/>
        </p:nvSpPr>
        <p:spPr>
          <a:xfrm xmlns:a="http://schemas.openxmlformats.org/drawingml/2006/main">
            <a:off x="6477000" y="3790950"/>
            <a:ext cx="4191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200" b="1">
                <a:solidFill>
                  <a:srgbClr val="2FD6D3"/>
                </a:solidFill>
                <a:latin typeface="Ubuntu Sans"/>
                <a:ea typeface="Ubuntu Sans"/>
                <a:cs typeface="Ubuntu Sans"/>
              </a:defRPr>
            </a:defPPr>
            <a:lvl1pPr algn="l">
              <a:defRPr sz="1200" b="1">
                <a:solidFill>
                  <a:srgbClr val="2FD6D3"/>
                </a:solidFill>
                <a:latin typeface="Ubuntu Sans"/>
                <a:ea typeface="Ubuntu Sans"/>
                <a:cs typeface="Ubuntu Sans"/>
              </a:defRPr>
            </a:lvl1pPr>
            <a:lvl2pPr algn="l">
              <a:defRPr sz="1200" b="1">
                <a:solidFill>
                  <a:srgbClr val="2FD6D3"/>
                </a:solidFill>
                <a:latin typeface="Ubuntu Sans"/>
                <a:ea typeface="Ubuntu Sans"/>
                <a:cs typeface="Ubuntu Sans"/>
              </a:defRPr>
            </a:lvl2pPr>
            <a:lvl3pPr algn="l">
              <a:defRPr sz="1200" b="1">
                <a:solidFill>
                  <a:srgbClr val="2FD6D3"/>
                </a:solidFill>
                <a:latin typeface="Ubuntu Sans"/>
                <a:ea typeface="Ubuntu Sans"/>
                <a:cs typeface="Ubuntu Sans"/>
              </a:defRPr>
            </a:lvl3pPr>
            <a:lvl4pPr algn="l">
              <a:defRPr sz="1200" b="1">
                <a:solidFill>
                  <a:srgbClr val="2FD6D3"/>
                </a:solidFill>
                <a:latin typeface="Ubuntu Sans"/>
                <a:ea typeface="Ubuntu Sans"/>
                <a:cs typeface="Ubuntu Sans"/>
              </a:defRPr>
            </a:lvl4pPr>
            <a:lvl5pPr algn="l">
              <a:defRPr sz="1200" b="1">
                <a:solidFill>
                  <a:srgbClr val="2FD6D3"/>
                </a:solidFill>
                <a:latin typeface="Ubuntu Sans"/>
                <a:ea typeface="Ubuntu Sans"/>
                <a:cs typeface="Ubuntu Sans"/>
              </a:defRPr>
            </a:lvl5pPr>
            <a:lvl6pPr algn="l">
              <a:defRPr sz="1200" b="1">
                <a:solidFill>
                  <a:srgbClr val="2FD6D3"/>
                </a:solidFill>
                <a:latin typeface="Ubuntu Sans"/>
                <a:ea typeface="Ubuntu Sans"/>
                <a:cs typeface="Ubuntu Sans"/>
              </a:defRPr>
            </a:lvl6pPr>
            <a:lvl7pPr algn="l">
              <a:defRPr sz="1200" b="1">
                <a:solidFill>
                  <a:srgbClr val="2FD6D3"/>
                </a:solidFill>
                <a:latin typeface="Ubuntu Sans"/>
                <a:ea typeface="Ubuntu Sans"/>
                <a:cs typeface="Ubuntu Sans"/>
              </a:defRPr>
            </a:lvl7pPr>
            <a:lvl8pPr algn="l">
              <a:defRPr sz="1200" b="1">
                <a:solidFill>
                  <a:srgbClr val="2FD6D3"/>
                </a:solidFill>
                <a:latin typeface="Ubuntu Sans"/>
                <a:ea typeface="Ubuntu Sans"/>
                <a:cs typeface="Ubuntu Sans"/>
              </a:defRPr>
            </a:lvl8pPr>
            <a:lvl9pPr algn="l">
              <a:defRPr sz="1200" b="1">
                <a:solidFill>
                  <a:srgbClr val="2FD6D3"/>
                </a:solidFill>
                <a:latin typeface="Ubuntu Sans"/>
                <a:ea typeface="Ubuntu Sans"/>
                <a:cs typeface="Ubuntu Sans"/>
              </a:defRPr>
            </a:lvl9pPr>
          </a:lstStyle>
          <a:p xmlns:a="http://schemas.openxmlformats.org/drawingml/2006/main">
            <a:pPr algn="l">
              <a:defRPr sz="1200" b="1">
                <a:solidFill>
                  <a:srgbClr val="2FD6D3"/>
                </a:solidFill>
                <a:latin typeface="Ubuntu Sans"/>
                <a:ea typeface="Ubuntu Sans"/>
                <a:cs typeface="Ubuntu Sans"/>
              </a:defRPr>
            </a:pPr>
            <a:r>
              <a:rPr sz="1200" b="1">
                <a:solidFill>
                  <a:srgbClr val="2FD6D3"/>
                </a:solidFill>
                <a:latin typeface="Ubuntu Sans"/>
                <a:ea typeface="Ubuntu Sans"/>
                <a:cs typeface="Ubuntu Sans"/>
              </a:rPr>
              <a:t>03</a:t>
            </a:r>
          </a:p>
        </p:txBody>
      </p:sp>
      <p:sp>
        <p:nvSpPr>
          <p:cNvPr id="29" name="">
            <a:extLst xmlns:a="http://schemas.openxmlformats.org/drawingml/2006/main">
              <a:ext uri="{FF2B5EF4-FFF2-40B4-BE49-F238E27FC236}">
                <a16:creationId xmlns:a16="http://schemas.microsoft.com/office/drawing/2014/main" id="{29BD203F-457A-4F02-B126-FB413F715E25}"/>
              </a:ext>
            </a:extLst>
          </p:cNvPr>
          <p:cNvSpPr>
            <a:spLocks xmlns:a="http://schemas.openxmlformats.org/drawingml/2006/main" noGrp="1"/>
          </p:cNvSpPr>
          <p:nvPr/>
        </p:nvSpPr>
        <p:spPr>
          <a:xfrm xmlns:a="http://schemas.openxmlformats.org/drawingml/2006/main">
            <a:off x="6953250" y="3752850"/>
            <a:ext cx="1638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185"/>
          </a:bodyPr>
          <a:lstStyle xmlns:a="http://schemas.openxmlformats.org/drawingml/2006/main">
            <a:defPPr algn="l">
              <a:defRPr sz="1350" b="1">
                <a:solidFill>
                  <a:srgbClr val="F4F8FF"/>
                </a:solidFill>
                <a:latin typeface="Ubuntu Sans"/>
                <a:ea typeface="Ubuntu Sans"/>
                <a:cs typeface="Ubuntu Sans"/>
              </a:defRPr>
            </a:defPPr>
            <a:lvl1pPr algn="l">
              <a:defRPr sz="1350" b="1">
                <a:solidFill>
                  <a:srgbClr val="F4F8FF"/>
                </a:solidFill>
                <a:latin typeface="Ubuntu Sans"/>
                <a:ea typeface="Ubuntu Sans"/>
                <a:cs typeface="Ubuntu Sans"/>
              </a:defRPr>
            </a:lvl1pPr>
            <a:lvl2pPr algn="l">
              <a:defRPr sz="1350" b="1">
                <a:solidFill>
                  <a:srgbClr val="F4F8FF"/>
                </a:solidFill>
                <a:latin typeface="Ubuntu Sans"/>
                <a:ea typeface="Ubuntu Sans"/>
                <a:cs typeface="Ubuntu Sans"/>
              </a:defRPr>
            </a:lvl2pPr>
            <a:lvl3pPr algn="l">
              <a:defRPr sz="1350" b="1">
                <a:solidFill>
                  <a:srgbClr val="F4F8FF"/>
                </a:solidFill>
                <a:latin typeface="Ubuntu Sans"/>
                <a:ea typeface="Ubuntu Sans"/>
                <a:cs typeface="Ubuntu Sans"/>
              </a:defRPr>
            </a:lvl3pPr>
            <a:lvl4pPr algn="l">
              <a:defRPr sz="1350" b="1">
                <a:solidFill>
                  <a:srgbClr val="F4F8FF"/>
                </a:solidFill>
                <a:latin typeface="Ubuntu Sans"/>
                <a:ea typeface="Ubuntu Sans"/>
                <a:cs typeface="Ubuntu Sans"/>
              </a:defRPr>
            </a:lvl4pPr>
            <a:lvl5pPr algn="l">
              <a:defRPr sz="1350" b="1">
                <a:solidFill>
                  <a:srgbClr val="F4F8FF"/>
                </a:solidFill>
                <a:latin typeface="Ubuntu Sans"/>
                <a:ea typeface="Ubuntu Sans"/>
                <a:cs typeface="Ubuntu Sans"/>
              </a:defRPr>
            </a:lvl5pPr>
            <a:lvl6pPr algn="l">
              <a:defRPr sz="1350" b="1">
                <a:solidFill>
                  <a:srgbClr val="F4F8FF"/>
                </a:solidFill>
                <a:latin typeface="Ubuntu Sans"/>
                <a:ea typeface="Ubuntu Sans"/>
                <a:cs typeface="Ubuntu Sans"/>
              </a:defRPr>
            </a:lvl6pPr>
            <a:lvl7pPr algn="l">
              <a:defRPr sz="1350" b="1">
                <a:solidFill>
                  <a:srgbClr val="F4F8FF"/>
                </a:solidFill>
                <a:latin typeface="Ubuntu Sans"/>
                <a:ea typeface="Ubuntu Sans"/>
                <a:cs typeface="Ubuntu Sans"/>
              </a:defRPr>
            </a:lvl7pPr>
            <a:lvl8pPr algn="l">
              <a:defRPr sz="1350" b="1">
                <a:solidFill>
                  <a:srgbClr val="F4F8FF"/>
                </a:solidFill>
                <a:latin typeface="Ubuntu Sans"/>
                <a:ea typeface="Ubuntu Sans"/>
                <a:cs typeface="Ubuntu Sans"/>
              </a:defRPr>
            </a:lvl8pPr>
            <a:lvl9pPr algn="l">
              <a:defRPr sz="1350" b="1">
                <a:solidFill>
                  <a:srgbClr val="F4F8FF"/>
                </a:solidFill>
                <a:latin typeface="Ubuntu Sans"/>
                <a:ea typeface="Ubuntu Sans"/>
                <a:cs typeface="Ubuntu Sans"/>
              </a:defRPr>
            </a:lvl9pPr>
          </a:lstStyle>
          <a:p xmlns:a="http://schemas.openxmlformats.org/drawingml/2006/main">
            <a:pPr algn="l">
              <a:defRPr sz="1350" b="1">
                <a:solidFill>
                  <a:srgbClr val="F4F8FF"/>
                </a:solidFill>
                <a:latin typeface="Ubuntu Sans"/>
                <a:ea typeface="Ubuntu Sans"/>
                <a:cs typeface="Ubuntu Sans"/>
              </a:defRPr>
            </a:pPr>
            <a:r>
              <a:rPr sz="1350" b="1">
                <a:solidFill>
                  <a:srgbClr val="F4F8FF"/>
                </a:solidFill>
                <a:latin typeface="Ubuntu Sans"/>
                <a:ea typeface="Ubuntu Sans"/>
                <a:cs typeface="Ubuntu Sans"/>
              </a:rPr>
              <a:t>Submit application</a:t>
            </a:r>
          </a:p>
        </p:txBody>
      </p:sp>
      <p:sp>
        <p:nvSpPr>
          <p:cNvPr id="30" name="">
            <a:extLst xmlns:a="http://schemas.openxmlformats.org/drawingml/2006/main">
              <a:ext uri="{FF2B5EF4-FFF2-40B4-BE49-F238E27FC236}">
                <a16:creationId xmlns:a16="http://schemas.microsoft.com/office/drawing/2014/main" id="{C5303E1A-8E01-43B0-8E79-F4A5E46E37F9}"/>
              </a:ext>
            </a:extLst>
          </p:cNvPr>
          <p:cNvSpPr>
            <a:spLocks xmlns:a="http://schemas.openxmlformats.org/drawingml/2006/main" noGrp="1"/>
          </p:cNvSpPr>
          <p:nvPr/>
        </p:nvSpPr>
        <p:spPr>
          <a:xfrm xmlns:a="http://schemas.openxmlformats.org/drawingml/2006/main">
            <a:off x="8591550" y="3714750"/>
            <a:ext cx="2571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8546"/>
          </a:bodyPr>
          <a:lstStyle xmlns:a="http://schemas.openxmlformats.org/drawingml/2006/main">
            <a:defPPr algn="l">
              <a:defRPr sz="1050" b="0">
                <a:solidFill>
                  <a:srgbClr val="A9BCD0"/>
                </a:solidFill>
                <a:latin typeface="Ubuntu Sans"/>
                <a:ea typeface="Ubuntu Sans"/>
                <a:cs typeface="Ubuntu Sans"/>
              </a:defRPr>
            </a:defPPr>
            <a:lvl1pPr algn="l">
              <a:defRPr sz="1050" b="0">
                <a:solidFill>
                  <a:srgbClr val="A9BCD0"/>
                </a:solidFill>
                <a:latin typeface="Ubuntu Sans"/>
                <a:ea typeface="Ubuntu Sans"/>
                <a:cs typeface="Ubuntu Sans"/>
              </a:defRPr>
            </a:lvl1pPr>
            <a:lvl2pPr algn="l">
              <a:defRPr sz="1050" b="0">
                <a:solidFill>
                  <a:srgbClr val="A9BCD0"/>
                </a:solidFill>
                <a:latin typeface="Ubuntu Sans"/>
                <a:ea typeface="Ubuntu Sans"/>
                <a:cs typeface="Ubuntu Sans"/>
              </a:defRPr>
            </a:lvl2pPr>
            <a:lvl3pPr algn="l">
              <a:defRPr sz="1050" b="0">
                <a:solidFill>
                  <a:srgbClr val="A9BCD0"/>
                </a:solidFill>
                <a:latin typeface="Ubuntu Sans"/>
                <a:ea typeface="Ubuntu Sans"/>
                <a:cs typeface="Ubuntu Sans"/>
              </a:defRPr>
            </a:lvl3pPr>
            <a:lvl4pPr algn="l">
              <a:defRPr sz="1050" b="0">
                <a:solidFill>
                  <a:srgbClr val="A9BCD0"/>
                </a:solidFill>
                <a:latin typeface="Ubuntu Sans"/>
                <a:ea typeface="Ubuntu Sans"/>
                <a:cs typeface="Ubuntu Sans"/>
              </a:defRPr>
            </a:lvl4pPr>
            <a:lvl5pPr algn="l">
              <a:defRPr sz="1050" b="0">
                <a:solidFill>
                  <a:srgbClr val="A9BCD0"/>
                </a:solidFill>
                <a:latin typeface="Ubuntu Sans"/>
                <a:ea typeface="Ubuntu Sans"/>
                <a:cs typeface="Ubuntu Sans"/>
              </a:defRPr>
            </a:lvl5pPr>
            <a:lvl6pPr algn="l">
              <a:defRPr sz="1050" b="0">
                <a:solidFill>
                  <a:srgbClr val="A9BCD0"/>
                </a:solidFill>
                <a:latin typeface="Ubuntu Sans"/>
                <a:ea typeface="Ubuntu Sans"/>
                <a:cs typeface="Ubuntu Sans"/>
              </a:defRPr>
            </a:lvl6pPr>
            <a:lvl7pPr algn="l">
              <a:defRPr sz="1050" b="0">
                <a:solidFill>
                  <a:srgbClr val="A9BCD0"/>
                </a:solidFill>
                <a:latin typeface="Ubuntu Sans"/>
                <a:ea typeface="Ubuntu Sans"/>
                <a:cs typeface="Ubuntu Sans"/>
              </a:defRPr>
            </a:lvl7pPr>
            <a:lvl8pPr algn="l">
              <a:defRPr sz="1050" b="0">
                <a:solidFill>
                  <a:srgbClr val="A9BCD0"/>
                </a:solidFill>
                <a:latin typeface="Ubuntu Sans"/>
                <a:ea typeface="Ubuntu Sans"/>
                <a:cs typeface="Ubuntu Sans"/>
              </a:defRPr>
            </a:lvl8pPr>
            <a:lvl9pPr algn="l">
              <a:defRPr sz="1050" b="0">
                <a:solidFill>
                  <a:srgbClr val="A9BCD0"/>
                </a:solidFill>
                <a:latin typeface="Ubuntu Sans"/>
                <a:ea typeface="Ubuntu Sans"/>
                <a:cs typeface="Ubuntu Sans"/>
              </a:defRPr>
            </a:lvl9pPr>
          </a:lstStyle>
          <a:p xmlns:a="http://schemas.openxmlformats.org/drawingml/2006/main">
            <a:pPr algn="l">
              <a:defRPr sz="1050" b="0">
                <a:solidFill>
                  <a:srgbClr val="A9BCD0"/>
                </a:solidFill>
                <a:latin typeface="Ubuntu Sans"/>
                <a:ea typeface="Ubuntu Sans"/>
                <a:cs typeface="Ubuntu Sans"/>
              </a:defRPr>
            </a:pPr>
            <a:r>
              <a:rPr sz="1050" b="0">
                <a:solidFill>
                  <a:srgbClr val="A9BCD0"/>
                </a:solidFill>
                <a:latin typeface="Ubuntu Sans"/>
                <a:ea typeface="Ubuntu Sans"/>
                <a:cs typeface="Ubuntu Sans"/>
              </a:rPr>
              <a:t>Show CV snapshot and database relation</a:t>
            </a:r>
          </a:p>
        </p:txBody>
      </p:sp>
      <p:sp>
        <p:nvSpPr>
          <p:cNvPr id="31" name="">
            <a:extLst xmlns:a="http://schemas.openxmlformats.org/drawingml/2006/main">
              <a:ext uri="{FF2B5EF4-FFF2-40B4-BE49-F238E27FC236}">
                <a16:creationId xmlns:a16="http://schemas.microsoft.com/office/drawing/2014/main" id="{2F6E1518-9D5D-405A-903A-BAC296662235}"/>
              </a:ext>
            </a:extLst>
          </p:cNvPr>
          <p:cNvSpPr>
            <a:spLocks xmlns:a="http://schemas.openxmlformats.org/drawingml/2006/main" noGrp="1"/>
          </p:cNvSpPr>
          <p:nvPr/>
        </p:nvSpPr>
        <p:spPr>
          <a:xfrm xmlns:a="http://schemas.openxmlformats.org/drawingml/2006/main">
            <a:off x="6477000" y="4352925"/>
            <a:ext cx="4191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200" b="1">
                <a:solidFill>
                  <a:srgbClr val="2FD6D3"/>
                </a:solidFill>
                <a:latin typeface="Ubuntu Sans"/>
                <a:ea typeface="Ubuntu Sans"/>
                <a:cs typeface="Ubuntu Sans"/>
              </a:defRPr>
            </a:defPPr>
            <a:lvl1pPr algn="l">
              <a:defRPr sz="1200" b="1">
                <a:solidFill>
                  <a:srgbClr val="2FD6D3"/>
                </a:solidFill>
                <a:latin typeface="Ubuntu Sans"/>
                <a:ea typeface="Ubuntu Sans"/>
                <a:cs typeface="Ubuntu Sans"/>
              </a:defRPr>
            </a:lvl1pPr>
            <a:lvl2pPr algn="l">
              <a:defRPr sz="1200" b="1">
                <a:solidFill>
                  <a:srgbClr val="2FD6D3"/>
                </a:solidFill>
                <a:latin typeface="Ubuntu Sans"/>
                <a:ea typeface="Ubuntu Sans"/>
                <a:cs typeface="Ubuntu Sans"/>
              </a:defRPr>
            </a:lvl2pPr>
            <a:lvl3pPr algn="l">
              <a:defRPr sz="1200" b="1">
                <a:solidFill>
                  <a:srgbClr val="2FD6D3"/>
                </a:solidFill>
                <a:latin typeface="Ubuntu Sans"/>
                <a:ea typeface="Ubuntu Sans"/>
                <a:cs typeface="Ubuntu Sans"/>
              </a:defRPr>
            </a:lvl3pPr>
            <a:lvl4pPr algn="l">
              <a:defRPr sz="1200" b="1">
                <a:solidFill>
                  <a:srgbClr val="2FD6D3"/>
                </a:solidFill>
                <a:latin typeface="Ubuntu Sans"/>
                <a:ea typeface="Ubuntu Sans"/>
                <a:cs typeface="Ubuntu Sans"/>
              </a:defRPr>
            </a:lvl4pPr>
            <a:lvl5pPr algn="l">
              <a:defRPr sz="1200" b="1">
                <a:solidFill>
                  <a:srgbClr val="2FD6D3"/>
                </a:solidFill>
                <a:latin typeface="Ubuntu Sans"/>
                <a:ea typeface="Ubuntu Sans"/>
                <a:cs typeface="Ubuntu Sans"/>
              </a:defRPr>
            </a:lvl5pPr>
            <a:lvl6pPr algn="l">
              <a:defRPr sz="1200" b="1">
                <a:solidFill>
                  <a:srgbClr val="2FD6D3"/>
                </a:solidFill>
                <a:latin typeface="Ubuntu Sans"/>
                <a:ea typeface="Ubuntu Sans"/>
                <a:cs typeface="Ubuntu Sans"/>
              </a:defRPr>
            </a:lvl6pPr>
            <a:lvl7pPr algn="l">
              <a:defRPr sz="1200" b="1">
                <a:solidFill>
                  <a:srgbClr val="2FD6D3"/>
                </a:solidFill>
                <a:latin typeface="Ubuntu Sans"/>
                <a:ea typeface="Ubuntu Sans"/>
                <a:cs typeface="Ubuntu Sans"/>
              </a:defRPr>
            </a:lvl7pPr>
            <a:lvl8pPr algn="l">
              <a:defRPr sz="1200" b="1">
                <a:solidFill>
                  <a:srgbClr val="2FD6D3"/>
                </a:solidFill>
                <a:latin typeface="Ubuntu Sans"/>
                <a:ea typeface="Ubuntu Sans"/>
                <a:cs typeface="Ubuntu Sans"/>
              </a:defRPr>
            </a:lvl8pPr>
            <a:lvl9pPr algn="l">
              <a:defRPr sz="1200" b="1">
                <a:solidFill>
                  <a:srgbClr val="2FD6D3"/>
                </a:solidFill>
                <a:latin typeface="Ubuntu Sans"/>
                <a:ea typeface="Ubuntu Sans"/>
                <a:cs typeface="Ubuntu Sans"/>
              </a:defRPr>
            </a:lvl9pPr>
          </a:lstStyle>
          <a:p xmlns:a="http://schemas.openxmlformats.org/drawingml/2006/main">
            <a:pPr algn="l">
              <a:defRPr sz="1200" b="1">
                <a:solidFill>
                  <a:srgbClr val="2FD6D3"/>
                </a:solidFill>
                <a:latin typeface="Ubuntu Sans"/>
                <a:ea typeface="Ubuntu Sans"/>
                <a:cs typeface="Ubuntu Sans"/>
              </a:defRPr>
            </a:pPr>
            <a:r>
              <a:rPr sz="1200" b="1">
                <a:solidFill>
                  <a:srgbClr val="2FD6D3"/>
                </a:solidFill>
                <a:latin typeface="Ubuntu Sans"/>
                <a:ea typeface="Ubuntu Sans"/>
                <a:cs typeface="Ubuntu Sans"/>
              </a:rPr>
              <a:t>04</a:t>
            </a:r>
          </a:p>
        </p:txBody>
      </p:sp>
      <p:sp>
        <p:nvSpPr>
          <p:cNvPr id="32" name="">
            <a:extLst xmlns:a="http://schemas.openxmlformats.org/drawingml/2006/main">
              <a:ext uri="{FF2B5EF4-FFF2-40B4-BE49-F238E27FC236}">
                <a16:creationId xmlns:a16="http://schemas.microsoft.com/office/drawing/2014/main" id="{2DC664FE-2DCA-46AD-A0ED-D027BD0045CF}"/>
              </a:ext>
            </a:extLst>
          </p:cNvPr>
          <p:cNvSpPr>
            <a:spLocks xmlns:a="http://schemas.openxmlformats.org/drawingml/2006/main" noGrp="1"/>
          </p:cNvSpPr>
          <p:nvPr/>
        </p:nvSpPr>
        <p:spPr>
          <a:xfrm xmlns:a="http://schemas.openxmlformats.org/drawingml/2006/main">
            <a:off x="6953250" y="4314825"/>
            <a:ext cx="1638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185"/>
          </a:bodyPr>
          <a:lstStyle xmlns:a="http://schemas.openxmlformats.org/drawingml/2006/main">
            <a:defPPr algn="l">
              <a:defRPr sz="1350" b="1">
                <a:solidFill>
                  <a:srgbClr val="F4F8FF"/>
                </a:solidFill>
                <a:latin typeface="Ubuntu Sans"/>
                <a:ea typeface="Ubuntu Sans"/>
                <a:cs typeface="Ubuntu Sans"/>
              </a:defRPr>
            </a:defPPr>
            <a:lvl1pPr algn="l">
              <a:defRPr sz="1350" b="1">
                <a:solidFill>
                  <a:srgbClr val="F4F8FF"/>
                </a:solidFill>
                <a:latin typeface="Ubuntu Sans"/>
                <a:ea typeface="Ubuntu Sans"/>
                <a:cs typeface="Ubuntu Sans"/>
              </a:defRPr>
            </a:lvl1pPr>
            <a:lvl2pPr algn="l">
              <a:defRPr sz="1350" b="1">
                <a:solidFill>
                  <a:srgbClr val="F4F8FF"/>
                </a:solidFill>
                <a:latin typeface="Ubuntu Sans"/>
                <a:ea typeface="Ubuntu Sans"/>
                <a:cs typeface="Ubuntu Sans"/>
              </a:defRPr>
            </a:lvl2pPr>
            <a:lvl3pPr algn="l">
              <a:defRPr sz="1350" b="1">
                <a:solidFill>
                  <a:srgbClr val="F4F8FF"/>
                </a:solidFill>
                <a:latin typeface="Ubuntu Sans"/>
                <a:ea typeface="Ubuntu Sans"/>
                <a:cs typeface="Ubuntu Sans"/>
              </a:defRPr>
            </a:lvl3pPr>
            <a:lvl4pPr algn="l">
              <a:defRPr sz="1350" b="1">
                <a:solidFill>
                  <a:srgbClr val="F4F8FF"/>
                </a:solidFill>
                <a:latin typeface="Ubuntu Sans"/>
                <a:ea typeface="Ubuntu Sans"/>
                <a:cs typeface="Ubuntu Sans"/>
              </a:defRPr>
            </a:lvl4pPr>
            <a:lvl5pPr algn="l">
              <a:defRPr sz="1350" b="1">
                <a:solidFill>
                  <a:srgbClr val="F4F8FF"/>
                </a:solidFill>
                <a:latin typeface="Ubuntu Sans"/>
                <a:ea typeface="Ubuntu Sans"/>
                <a:cs typeface="Ubuntu Sans"/>
              </a:defRPr>
            </a:lvl5pPr>
            <a:lvl6pPr algn="l">
              <a:defRPr sz="1350" b="1">
                <a:solidFill>
                  <a:srgbClr val="F4F8FF"/>
                </a:solidFill>
                <a:latin typeface="Ubuntu Sans"/>
                <a:ea typeface="Ubuntu Sans"/>
                <a:cs typeface="Ubuntu Sans"/>
              </a:defRPr>
            </a:lvl6pPr>
            <a:lvl7pPr algn="l">
              <a:defRPr sz="1350" b="1">
                <a:solidFill>
                  <a:srgbClr val="F4F8FF"/>
                </a:solidFill>
                <a:latin typeface="Ubuntu Sans"/>
                <a:ea typeface="Ubuntu Sans"/>
                <a:cs typeface="Ubuntu Sans"/>
              </a:defRPr>
            </a:lvl7pPr>
            <a:lvl8pPr algn="l">
              <a:defRPr sz="1350" b="1">
                <a:solidFill>
                  <a:srgbClr val="F4F8FF"/>
                </a:solidFill>
                <a:latin typeface="Ubuntu Sans"/>
                <a:ea typeface="Ubuntu Sans"/>
                <a:cs typeface="Ubuntu Sans"/>
              </a:defRPr>
            </a:lvl8pPr>
            <a:lvl9pPr algn="l">
              <a:defRPr sz="1350" b="1">
                <a:solidFill>
                  <a:srgbClr val="F4F8FF"/>
                </a:solidFill>
                <a:latin typeface="Ubuntu Sans"/>
                <a:ea typeface="Ubuntu Sans"/>
                <a:cs typeface="Ubuntu Sans"/>
              </a:defRPr>
            </a:lvl9pPr>
          </a:lstStyle>
          <a:p xmlns:a="http://schemas.openxmlformats.org/drawingml/2006/main">
            <a:pPr algn="l">
              <a:defRPr sz="1350" b="1">
                <a:solidFill>
                  <a:srgbClr val="F4F8FF"/>
                </a:solidFill>
                <a:latin typeface="Ubuntu Sans"/>
                <a:ea typeface="Ubuntu Sans"/>
                <a:cs typeface="Ubuntu Sans"/>
              </a:defRPr>
            </a:pPr>
            <a:r>
              <a:rPr sz="1350" b="1">
                <a:solidFill>
                  <a:srgbClr val="F4F8FF"/>
                </a:solidFill>
                <a:latin typeface="Ubuntu Sans"/>
                <a:ea typeface="Ubuntu Sans"/>
                <a:cs typeface="Ubuntu Sans"/>
              </a:rPr>
              <a:t>Process AI job</a:t>
            </a:r>
          </a:p>
        </p:txBody>
      </p:sp>
      <p:sp>
        <p:nvSpPr>
          <p:cNvPr id="33" name="">
            <a:extLst xmlns:a="http://schemas.openxmlformats.org/drawingml/2006/main">
              <a:ext uri="{FF2B5EF4-FFF2-40B4-BE49-F238E27FC236}">
                <a16:creationId xmlns:a16="http://schemas.microsoft.com/office/drawing/2014/main" id="{E30693D1-FB78-4257-AFCB-B0499CF253D4}"/>
              </a:ext>
            </a:extLst>
          </p:cNvPr>
          <p:cNvSpPr>
            <a:spLocks xmlns:a="http://schemas.openxmlformats.org/drawingml/2006/main" noGrp="1"/>
          </p:cNvSpPr>
          <p:nvPr/>
        </p:nvSpPr>
        <p:spPr>
          <a:xfrm xmlns:a="http://schemas.openxmlformats.org/drawingml/2006/main">
            <a:off x="8591550" y="4276725"/>
            <a:ext cx="2571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050" b="0">
                <a:solidFill>
                  <a:srgbClr val="A9BCD0"/>
                </a:solidFill>
                <a:latin typeface="Ubuntu Sans"/>
                <a:ea typeface="Ubuntu Sans"/>
                <a:cs typeface="Ubuntu Sans"/>
              </a:defRPr>
            </a:defPPr>
            <a:lvl1pPr algn="l">
              <a:defRPr sz="1050" b="0">
                <a:solidFill>
                  <a:srgbClr val="A9BCD0"/>
                </a:solidFill>
                <a:latin typeface="Ubuntu Sans"/>
                <a:ea typeface="Ubuntu Sans"/>
                <a:cs typeface="Ubuntu Sans"/>
              </a:defRPr>
            </a:lvl1pPr>
            <a:lvl2pPr algn="l">
              <a:defRPr sz="1050" b="0">
                <a:solidFill>
                  <a:srgbClr val="A9BCD0"/>
                </a:solidFill>
                <a:latin typeface="Ubuntu Sans"/>
                <a:ea typeface="Ubuntu Sans"/>
                <a:cs typeface="Ubuntu Sans"/>
              </a:defRPr>
            </a:lvl2pPr>
            <a:lvl3pPr algn="l">
              <a:defRPr sz="1050" b="0">
                <a:solidFill>
                  <a:srgbClr val="A9BCD0"/>
                </a:solidFill>
                <a:latin typeface="Ubuntu Sans"/>
                <a:ea typeface="Ubuntu Sans"/>
                <a:cs typeface="Ubuntu Sans"/>
              </a:defRPr>
            </a:lvl3pPr>
            <a:lvl4pPr algn="l">
              <a:defRPr sz="1050" b="0">
                <a:solidFill>
                  <a:srgbClr val="A9BCD0"/>
                </a:solidFill>
                <a:latin typeface="Ubuntu Sans"/>
                <a:ea typeface="Ubuntu Sans"/>
                <a:cs typeface="Ubuntu Sans"/>
              </a:defRPr>
            </a:lvl4pPr>
            <a:lvl5pPr algn="l">
              <a:defRPr sz="1050" b="0">
                <a:solidFill>
                  <a:srgbClr val="A9BCD0"/>
                </a:solidFill>
                <a:latin typeface="Ubuntu Sans"/>
                <a:ea typeface="Ubuntu Sans"/>
                <a:cs typeface="Ubuntu Sans"/>
              </a:defRPr>
            </a:lvl5pPr>
            <a:lvl6pPr algn="l">
              <a:defRPr sz="1050" b="0">
                <a:solidFill>
                  <a:srgbClr val="A9BCD0"/>
                </a:solidFill>
                <a:latin typeface="Ubuntu Sans"/>
                <a:ea typeface="Ubuntu Sans"/>
                <a:cs typeface="Ubuntu Sans"/>
              </a:defRPr>
            </a:lvl6pPr>
            <a:lvl7pPr algn="l">
              <a:defRPr sz="1050" b="0">
                <a:solidFill>
                  <a:srgbClr val="A9BCD0"/>
                </a:solidFill>
                <a:latin typeface="Ubuntu Sans"/>
                <a:ea typeface="Ubuntu Sans"/>
                <a:cs typeface="Ubuntu Sans"/>
              </a:defRPr>
            </a:lvl7pPr>
            <a:lvl8pPr algn="l">
              <a:defRPr sz="1050" b="0">
                <a:solidFill>
                  <a:srgbClr val="A9BCD0"/>
                </a:solidFill>
                <a:latin typeface="Ubuntu Sans"/>
                <a:ea typeface="Ubuntu Sans"/>
                <a:cs typeface="Ubuntu Sans"/>
              </a:defRPr>
            </a:lvl8pPr>
            <a:lvl9pPr algn="l">
              <a:defRPr sz="1050" b="0">
                <a:solidFill>
                  <a:srgbClr val="A9BCD0"/>
                </a:solidFill>
                <a:latin typeface="Ubuntu Sans"/>
                <a:ea typeface="Ubuntu Sans"/>
                <a:cs typeface="Ubuntu Sans"/>
              </a:defRPr>
            </a:lvl9pPr>
          </a:lstStyle>
          <a:p xmlns:a="http://schemas.openxmlformats.org/drawingml/2006/main">
            <a:pPr algn="l">
              <a:defRPr sz="1050" b="0">
                <a:solidFill>
                  <a:srgbClr val="A9BCD0"/>
                </a:solidFill>
                <a:latin typeface="Ubuntu Sans"/>
                <a:ea typeface="Ubuntu Sans"/>
                <a:cs typeface="Ubuntu Sans"/>
              </a:defRPr>
            </a:pPr>
            <a:r>
              <a:rPr sz="1050" b="0">
                <a:solidFill>
                  <a:srgbClr val="A9BCD0"/>
                </a:solidFill>
                <a:latin typeface="Ubuntu Sans"/>
                <a:ea typeface="Ubuntu Sans"/>
                <a:cs typeface="Ubuntu Sans"/>
              </a:rPr>
              <a:t>Follow outbox, worker and stored result</a:t>
            </a:r>
          </a:p>
        </p:txBody>
      </p:sp>
      <p:sp>
        <p:nvSpPr>
          <p:cNvPr id="34" name="">
            <a:extLst xmlns:a="http://schemas.openxmlformats.org/drawingml/2006/main">
              <a:ext uri="{FF2B5EF4-FFF2-40B4-BE49-F238E27FC236}">
                <a16:creationId xmlns:a16="http://schemas.microsoft.com/office/drawing/2014/main" id="{27E223B6-28C0-45C5-B2F5-D94944567860}"/>
              </a:ext>
            </a:extLst>
          </p:cNvPr>
          <p:cNvSpPr>
            <a:spLocks xmlns:a="http://schemas.openxmlformats.org/drawingml/2006/main" noGrp="1"/>
          </p:cNvSpPr>
          <p:nvPr/>
        </p:nvSpPr>
        <p:spPr>
          <a:xfrm xmlns:a="http://schemas.openxmlformats.org/drawingml/2006/main">
            <a:off x="6477000" y="4914900"/>
            <a:ext cx="4191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200" b="1">
                <a:solidFill>
                  <a:srgbClr val="2FD6D3"/>
                </a:solidFill>
                <a:latin typeface="Ubuntu Sans"/>
                <a:ea typeface="Ubuntu Sans"/>
                <a:cs typeface="Ubuntu Sans"/>
              </a:defRPr>
            </a:defPPr>
            <a:lvl1pPr algn="l">
              <a:defRPr sz="1200" b="1">
                <a:solidFill>
                  <a:srgbClr val="2FD6D3"/>
                </a:solidFill>
                <a:latin typeface="Ubuntu Sans"/>
                <a:ea typeface="Ubuntu Sans"/>
                <a:cs typeface="Ubuntu Sans"/>
              </a:defRPr>
            </a:lvl1pPr>
            <a:lvl2pPr algn="l">
              <a:defRPr sz="1200" b="1">
                <a:solidFill>
                  <a:srgbClr val="2FD6D3"/>
                </a:solidFill>
                <a:latin typeface="Ubuntu Sans"/>
                <a:ea typeface="Ubuntu Sans"/>
                <a:cs typeface="Ubuntu Sans"/>
              </a:defRPr>
            </a:lvl2pPr>
            <a:lvl3pPr algn="l">
              <a:defRPr sz="1200" b="1">
                <a:solidFill>
                  <a:srgbClr val="2FD6D3"/>
                </a:solidFill>
                <a:latin typeface="Ubuntu Sans"/>
                <a:ea typeface="Ubuntu Sans"/>
                <a:cs typeface="Ubuntu Sans"/>
              </a:defRPr>
            </a:lvl3pPr>
            <a:lvl4pPr algn="l">
              <a:defRPr sz="1200" b="1">
                <a:solidFill>
                  <a:srgbClr val="2FD6D3"/>
                </a:solidFill>
                <a:latin typeface="Ubuntu Sans"/>
                <a:ea typeface="Ubuntu Sans"/>
                <a:cs typeface="Ubuntu Sans"/>
              </a:defRPr>
            </a:lvl4pPr>
            <a:lvl5pPr algn="l">
              <a:defRPr sz="1200" b="1">
                <a:solidFill>
                  <a:srgbClr val="2FD6D3"/>
                </a:solidFill>
                <a:latin typeface="Ubuntu Sans"/>
                <a:ea typeface="Ubuntu Sans"/>
                <a:cs typeface="Ubuntu Sans"/>
              </a:defRPr>
            </a:lvl5pPr>
            <a:lvl6pPr algn="l">
              <a:defRPr sz="1200" b="1">
                <a:solidFill>
                  <a:srgbClr val="2FD6D3"/>
                </a:solidFill>
                <a:latin typeface="Ubuntu Sans"/>
                <a:ea typeface="Ubuntu Sans"/>
                <a:cs typeface="Ubuntu Sans"/>
              </a:defRPr>
            </a:lvl6pPr>
            <a:lvl7pPr algn="l">
              <a:defRPr sz="1200" b="1">
                <a:solidFill>
                  <a:srgbClr val="2FD6D3"/>
                </a:solidFill>
                <a:latin typeface="Ubuntu Sans"/>
                <a:ea typeface="Ubuntu Sans"/>
                <a:cs typeface="Ubuntu Sans"/>
              </a:defRPr>
            </a:lvl7pPr>
            <a:lvl8pPr algn="l">
              <a:defRPr sz="1200" b="1">
                <a:solidFill>
                  <a:srgbClr val="2FD6D3"/>
                </a:solidFill>
                <a:latin typeface="Ubuntu Sans"/>
                <a:ea typeface="Ubuntu Sans"/>
                <a:cs typeface="Ubuntu Sans"/>
              </a:defRPr>
            </a:lvl8pPr>
            <a:lvl9pPr algn="l">
              <a:defRPr sz="1200" b="1">
                <a:solidFill>
                  <a:srgbClr val="2FD6D3"/>
                </a:solidFill>
                <a:latin typeface="Ubuntu Sans"/>
                <a:ea typeface="Ubuntu Sans"/>
                <a:cs typeface="Ubuntu Sans"/>
              </a:defRPr>
            </a:lvl9pPr>
          </a:lstStyle>
          <a:p xmlns:a="http://schemas.openxmlformats.org/drawingml/2006/main">
            <a:pPr algn="l">
              <a:defRPr sz="1200" b="1">
                <a:solidFill>
                  <a:srgbClr val="2FD6D3"/>
                </a:solidFill>
                <a:latin typeface="Ubuntu Sans"/>
                <a:ea typeface="Ubuntu Sans"/>
                <a:cs typeface="Ubuntu Sans"/>
              </a:defRPr>
            </a:pPr>
            <a:r>
              <a:rPr sz="1200" b="1">
                <a:solidFill>
                  <a:srgbClr val="2FD6D3"/>
                </a:solidFill>
                <a:latin typeface="Ubuntu Sans"/>
                <a:ea typeface="Ubuntu Sans"/>
                <a:cs typeface="Ubuntu Sans"/>
              </a:rPr>
              <a:t>05</a:t>
            </a:r>
          </a:p>
        </p:txBody>
      </p:sp>
      <p:sp>
        <p:nvSpPr>
          <p:cNvPr id="35" name="">
            <a:extLst xmlns:a="http://schemas.openxmlformats.org/drawingml/2006/main">
              <a:ext uri="{FF2B5EF4-FFF2-40B4-BE49-F238E27FC236}">
                <a16:creationId xmlns:a16="http://schemas.microsoft.com/office/drawing/2014/main" id="{A4E3D77C-E3AB-465B-B96E-A2AB1B2D0467}"/>
              </a:ext>
            </a:extLst>
          </p:cNvPr>
          <p:cNvSpPr>
            <a:spLocks xmlns:a="http://schemas.openxmlformats.org/drawingml/2006/main" noGrp="1"/>
          </p:cNvSpPr>
          <p:nvPr/>
        </p:nvSpPr>
        <p:spPr>
          <a:xfrm xmlns:a="http://schemas.openxmlformats.org/drawingml/2006/main">
            <a:off x="6953250" y="4876800"/>
            <a:ext cx="1638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185"/>
          </a:bodyPr>
          <a:lstStyle xmlns:a="http://schemas.openxmlformats.org/drawingml/2006/main">
            <a:defPPr algn="l">
              <a:defRPr sz="1350" b="1">
                <a:solidFill>
                  <a:srgbClr val="F4F8FF"/>
                </a:solidFill>
                <a:latin typeface="Ubuntu Sans"/>
                <a:ea typeface="Ubuntu Sans"/>
                <a:cs typeface="Ubuntu Sans"/>
              </a:defRPr>
            </a:defPPr>
            <a:lvl1pPr algn="l">
              <a:defRPr sz="1350" b="1">
                <a:solidFill>
                  <a:srgbClr val="F4F8FF"/>
                </a:solidFill>
                <a:latin typeface="Ubuntu Sans"/>
                <a:ea typeface="Ubuntu Sans"/>
                <a:cs typeface="Ubuntu Sans"/>
              </a:defRPr>
            </a:lvl1pPr>
            <a:lvl2pPr algn="l">
              <a:defRPr sz="1350" b="1">
                <a:solidFill>
                  <a:srgbClr val="F4F8FF"/>
                </a:solidFill>
                <a:latin typeface="Ubuntu Sans"/>
                <a:ea typeface="Ubuntu Sans"/>
                <a:cs typeface="Ubuntu Sans"/>
              </a:defRPr>
            </a:lvl2pPr>
            <a:lvl3pPr algn="l">
              <a:defRPr sz="1350" b="1">
                <a:solidFill>
                  <a:srgbClr val="F4F8FF"/>
                </a:solidFill>
                <a:latin typeface="Ubuntu Sans"/>
                <a:ea typeface="Ubuntu Sans"/>
                <a:cs typeface="Ubuntu Sans"/>
              </a:defRPr>
            </a:lvl3pPr>
            <a:lvl4pPr algn="l">
              <a:defRPr sz="1350" b="1">
                <a:solidFill>
                  <a:srgbClr val="F4F8FF"/>
                </a:solidFill>
                <a:latin typeface="Ubuntu Sans"/>
                <a:ea typeface="Ubuntu Sans"/>
                <a:cs typeface="Ubuntu Sans"/>
              </a:defRPr>
            </a:lvl4pPr>
            <a:lvl5pPr algn="l">
              <a:defRPr sz="1350" b="1">
                <a:solidFill>
                  <a:srgbClr val="F4F8FF"/>
                </a:solidFill>
                <a:latin typeface="Ubuntu Sans"/>
                <a:ea typeface="Ubuntu Sans"/>
                <a:cs typeface="Ubuntu Sans"/>
              </a:defRPr>
            </a:lvl5pPr>
            <a:lvl6pPr algn="l">
              <a:defRPr sz="1350" b="1">
                <a:solidFill>
                  <a:srgbClr val="F4F8FF"/>
                </a:solidFill>
                <a:latin typeface="Ubuntu Sans"/>
                <a:ea typeface="Ubuntu Sans"/>
                <a:cs typeface="Ubuntu Sans"/>
              </a:defRPr>
            </a:lvl6pPr>
            <a:lvl7pPr algn="l">
              <a:defRPr sz="1350" b="1">
                <a:solidFill>
                  <a:srgbClr val="F4F8FF"/>
                </a:solidFill>
                <a:latin typeface="Ubuntu Sans"/>
                <a:ea typeface="Ubuntu Sans"/>
                <a:cs typeface="Ubuntu Sans"/>
              </a:defRPr>
            </a:lvl7pPr>
            <a:lvl8pPr algn="l">
              <a:defRPr sz="1350" b="1">
                <a:solidFill>
                  <a:srgbClr val="F4F8FF"/>
                </a:solidFill>
                <a:latin typeface="Ubuntu Sans"/>
                <a:ea typeface="Ubuntu Sans"/>
                <a:cs typeface="Ubuntu Sans"/>
              </a:defRPr>
            </a:lvl8pPr>
            <a:lvl9pPr algn="l">
              <a:defRPr sz="1350" b="1">
                <a:solidFill>
                  <a:srgbClr val="F4F8FF"/>
                </a:solidFill>
                <a:latin typeface="Ubuntu Sans"/>
                <a:ea typeface="Ubuntu Sans"/>
                <a:cs typeface="Ubuntu Sans"/>
              </a:defRPr>
            </a:lvl9pPr>
          </a:lstStyle>
          <a:p xmlns:a="http://schemas.openxmlformats.org/drawingml/2006/main">
            <a:pPr algn="l">
              <a:defRPr sz="1350" b="1">
                <a:solidFill>
                  <a:srgbClr val="F4F8FF"/>
                </a:solidFill>
                <a:latin typeface="Ubuntu Sans"/>
                <a:ea typeface="Ubuntu Sans"/>
                <a:cs typeface="Ubuntu Sans"/>
              </a:defRPr>
            </a:pPr>
            <a:r>
              <a:rPr sz="1350" b="1">
                <a:solidFill>
                  <a:srgbClr val="F4F8FF"/>
                </a:solidFill>
                <a:latin typeface="Ubuntu Sans"/>
                <a:ea typeface="Ubuntu Sans"/>
                <a:cs typeface="Ubuntu Sans"/>
              </a:rPr>
              <a:t>Open chat</a:t>
            </a:r>
          </a:p>
        </p:txBody>
      </p:sp>
      <p:sp>
        <p:nvSpPr>
          <p:cNvPr id="36" name="">
            <a:extLst xmlns:a="http://schemas.openxmlformats.org/drawingml/2006/main">
              <a:ext uri="{FF2B5EF4-FFF2-40B4-BE49-F238E27FC236}">
                <a16:creationId xmlns:a16="http://schemas.microsoft.com/office/drawing/2014/main" id="{7EE5A450-0E42-47E8-BB37-874317F44391}"/>
              </a:ext>
            </a:extLst>
          </p:cNvPr>
          <p:cNvSpPr>
            <a:spLocks xmlns:a="http://schemas.openxmlformats.org/drawingml/2006/main" noGrp="1"/>
          </p:cNvSpPr>
          <p:nvPr/>
        </p:nvSpPr>
        <p:spPr>
          <a:xfrm xmlns:a="http://schemas.openxmlformats.org/drawingml/2006/main">
            <a:off x="8591550" y="4838700"/>
            <a:ext cx="2571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0476"/>
          </a:bodyPr>
          <a:lstStyle xmlns:a="http://schemas.openxmlformats.org/drawingml/2006/main">
            <a:defPPr algn="l">
              <a:defRPr sz="1050" b="0">
                <a:solidFill>
                  <a:srgbClr val="A9BCD0"/>
                </a:solidFill>
                <a:latin typeface="Ubuntu Sans"/>
                <a:ea typeface="Ubuntu Sans"/>
                <a:cs typeface="Ubuntu Sans"/>
              </a:defRPr>
            </a:defPPr>
            <a:lvl1pPr algn="l">
              <a:defRPr sz="1050" b="0">
                <a:solidFill>
                  <a:srgbClr val="A9BCD0"/>
                </a:solidFill>
                <a:latin typeface="Ubuntu Sans"/>
                <a:ea typeface="Ubuntu Sans"/>
                <a:cs typeface="Ubuntu Sans"/>
              </a:defRPr>
            </a:lvl1pPr>
            <a:lvl2pPr algn="l">
              <a:defRPr sz="1050" b="0">
                <a:solidFill>
                  <a:srgbClr val="A9BCD0"/>
                </a:solidFill>
                <a:latin typeface="Ubuntu Sans"/>
                <a:ea typeface="Ubuntu Sans"/>
                <a:cs typeface="Ubuntu Sans"/>
              </a:defRPr>
            </a:lvl2pPr>
            <a:lvl3pPr algn="l">
              <a:defRPr sz="1050" b="0">
                <a:solidFill>
                  <a:srgbClr val="A9BCD0"/>
                </a:solidFill>
                <a:latin typeface="Ubuntu Sans"/>
                <a:ea typeface="Ubuntu Sans"/>
                <a:cs typeface="Ubuntu Sans"/>
              </a:defRPr>
            </a:lvl3pPr>
            <a:lvl4pPr algn="l">
              <a:defRPr sz="1050" b="0">
                <a:solidFill>
                  <a:srgbClr val="A9BCD0"/>
                </a:solidFill>
                <a:latin typeface="Ubuntu Sans"/>
                <a:ea typeface="Ubuntu Sans"/>
                <a:cs typeface="Ubuntu Sans"/>
              </a:defRPr>
            </a:lvl4pPr>
            <a:lvl5pPr algn="l">
              <a:defRPr sz="1050" b="0">
                <a:solidFill>
                  <a:srgbClr val="A9BCD0"/>
                </a:solidFill>
                <a:latin typeface="Ubuntu Sans"/>
                <a:ea typeface="Ubuntu Sans"/>
                <a:cs typeface="Ubuntu Sans"/>
              </a:defRPr>
            </a:lvl5pPr>
            <a:lvl6pPr algn="l">
              <a:defRPr sz="1050" b="0">
                <a:solidFill>
                  <a:srgbClr val="A9BCD0"/>
                </a:solidFill>
                <a:latin typeface="Ubuntu Sans"/>
                <a:ea typeface="Ubuntu Sans"/>
                <a:cs typeface="Ubuntu Sans"/>
              </a:defRPr>
            </a:lvl6pPr>
            <a:lvl7pPr algn="l">
              <a:defRPr sz="1050" b="0">
                <a:solidFill>
                  <a:srgbClr val="A9BCD0"/>
                </a:solidFill>
                <a:latin typeface="Ubuntu Sans"/>
                <a:ea typeface="Ubuntu Sans"/>
                <a:cs typeface="Ubuntu Sans"/>
              </a:defRPr>
            </a:lvl7pPr>
            <a:lvl8pPr algn="l">
              <a:defRPr sz="1050" b="0">
                <a:solidFill>
                  <a:srgbClr val="A9BCD0"/>
                </a:solidFill>
                <a:latin typeface="Ubuntu Sans"/>
                <a:ea typeface="Ubuntu Sans"/>
                <a:cs typeface="Ubuntu Sans"/>
              </a:defRPr>
            </a:lvl8pPr>
            <a:lvl9pPr algn="l">
              <a:defRPr sz="1050" b="0">
                <a:solidFill>
                  <a:srgbClr val="A9BCD0"/>
                </a:solidFill>
                <a:latin typeface="Ubuntu Sans"/>
                <a:ea typeface="Ubuntu Sans"/>
                <a:cs typeface="Ubuntu Sans"/>
              </a:defRPr>
            </a:lvl9pPr>
          </a:lstStyle>
          <a:p xmlns:a="http://schemas.openxmlformats.org/drawingml/2006/main">
            <a:pPr algn="l">
              <a:defRPr sz="1050" b="0">
                <a:solidFill>
                  <a:srgbClr val="A9BCD0"/>
                </a:solidFill>
                <a:latin typeface="Ubuntu Sans"/>
                <a:ea typeface="Ubuntu Sans"/>
                <a:cs typeface="Ubuntu Sans"/>
              </a:defRPr>
            </a:pPr>
            <a:r>
              <a:rPr sz="1050" b="0">
                <a:solidFill>
                  <a:srgbClr val="A9BCD0"/>
                </a:solidFill>
                <a:latin typeface="Ubuntu Sans"/>
                <a:ea typeface="Ubuntu Sans"/>
                <a:cs typeface="Ubuntu Sans"/>
              </a:rPr>
              <a:t>Show ticket, WebSocket and persisted message</a:t>
            </a:r>
          </a:p>
        </p:txBody>
      </p:sp>
      <p:sp>
        <p:nvSpPr>
          <p:cNvPr id="37" name="">
            <a:extLst xmlns:a="http://schemas.openxmlformats.org/drawingml/2006/main">
              <a:ext uri="{FF2B5EF4-FFF2-40B4-BE49-F238E27FC236}">
                <a16:creationId xmlns:a16="http://schemas.microsoft.com/office/drawing/2014/main" id="{4DFCCF03-061A-4563-868A-8946C92EBCCB}"/>
              </a:ext>
            </a:extLst>
          </p:cNvPr>
          <p:cNvSpPr>
            <a:spLocks xmlns:a="http://schemas.openxmlformats.org/drawingml/2006/main" noGrp="1"/>
          </p:cNvSpPr>
          <p:nvPr/>
        </p:nvSpPr>
        <p:spPr>
          <a:xfrm xmlns:a="http://schemas.openxmlformats.org/drawingml/2006/main">
            <a:off x="609600" y="651510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63636"/>
          </a:bodyPr>
          <a:lstStyle xmlns:a="http://schemas.openxmlformats.org/drawingml/2006/main">
            <a:defPPr algn="l">
              <a:defRPr sz="825" b="1">
                <a:solidFill>
                  <a:srgbClr val="66819E"/>
                </a:solidFill>
                <a:latin typeface="Ubuntu Sans"/>
                <a:ea typeface="Ubuntu Sans"/>
                <a:cs typeface="Ubuntu Sans"/>
              </a:defRPr>
            </a:defPPr>
            <a:lvl1pPr algn="l">
              <a:defRPr sz="825" b="1">
                <a:solidFill>
                  <a:srgbClr val="66819E"/>
                </a:solidFill>
                <a:latin typeface="Ubuntu Sans"/>
                <a:ea typeface="Ubuntu Sans"/>
                <a:cs typeface="Ubuntu Sans"/>
              </a:defRPr>
            </a:lvl1pPr>
            <a:lvl2pPr algn="l">
              <a:defRPr sz="825" b="1">
                <a:solidFill>
                  <a:srgbClr val="66819E"/>
                </a:solidFill>
                <a:latin typeface="Ubuntu Sans"/>
                <a:ea typeface="Ubuntu Sans"/>
                <a:cs typeface="Ubuntu Sans"/>
              </a:defRPr>
            </a:lvl2pPr>
            <a:lvl3pPr algn="l">
              <a:defRPr sz="825" b="1">
                <a:solidFill>
                  <a:srgbClr val="66819E"/>
                </a:solidFill>
                <a:latin typeface="Ubuntu Sans"/>
                <a:ea typeface="Ubuntu Sans"/>
                <a:cs typeface="Ubuntu Sans"/>
              </a:defRPr>
            </a:lvl3pPr>
            <a:lvl4pPr algn="l">
              <a:defRPr sz="825" b="1">
                <a:solidFill>
                  <a:srgbClr val="66819E"/>
                </a:solidFill>
                <a:latin typeface="Ubuntu Sans"/>
                <a:ea typeface="Ubuntu Sans"/>
                <a:cs typeface="Ubuntu Sans"/>
              </a:defRPr>
            </a:lvl4pPr>
            <a:lvl5pPr algn="l">
              <a:defRPr sz="825" b="1">
                <a:solidFill>
                  <a:srgbClr val="66819E"/>
                </a:solidFill>
                <a:latin typeface="Ubuntu Sans"/>
                <a:ea typeface="Ubuntu Sans"/>
                <a:cs typeface="Ubuntu Sans"/>
              </a:defRPr>
            </a:lvl5pPr>
            <a:lvl6pPr algn="l">
              <a:defRPr sz="825" b="1">
                <a:solidFill>
                  <a:srgbClr val="66819E"/>
                </a:solidFill>
                <a:latin typeface="Ubuntu Sans"/>
                <a:ea typeface="Ubuntu Sans"/>
                <a:cs typeface="Ubuntu Sans"/>
              </a:defRPr>
            </a:lvl6pPr>
            <a:lvl7pPr algn="l">
              <a:defRPr sz="825" b="1">
                <a:solidFill>
                  <a:srgbClr val="66819E"/>
                </a:solidFill>
                <a:latin typeface="Ubuntu Sans"/>
                <a:ea typeface="Ubuntu Sans"/>
                <a:cs typeface="Ubuntu Sans"/>
              </a:defRPr>
            </a:lvl7pPr>
            <a:lvl8pPr algn="l">
              <a:defRPr sz="825" b="1">
                <a:solidFill>
                  <a:srgbClr val="66819E"/>
                </a:solidFill>
                <a:latin typeface="Ubuntu Sans"/>
                <a:ea typeface="Ubuntu Sans"/>
                <a:cs typeface="Ubuntu Sans"/>
              </a:defRPr>
            </a:lvl8pPr>
            <a:lvl9pPr algn="l">
              <a:defRPr sz="825" b="1">
                <a:solidFill>
                  <a:srgbClr val="66819E"/>
                </a:solidFill>
                <a:latin typeface="Ubuntu Sans"/>
                <a:ea typeface="Ubuntu Sans"/>
                <a:cs typeface="Ubuntu Sans"/>
              </a:defRPr>
            </a:lvl9pPr>
          </a:lstStyle>
          <a:p xmlns:a="http://schemas.openxmlformats.org/drawingml/2006/main">
            <a:pPr algn="l">
              <a:defRPr sz="825" b="1">
                <a:solidFill>
                  <a:srgbClr val="66819E"/>
                </a:solidFill>
                <a:latin typeface="Ubuntu Sans"/>
                <a:ea typeface="Ubuntu Sans"/>
                <a:cs typeface="Ubuntu Sans"/>
              </a:defRPr>
            </a:pPr>
            <a:r>
              <a:rPr sz="825" b="1">
                <a:solidFill>
                  <a:srgbClr val="66819E"/>
                </a:solidFill>
                <a:latin typeface="Ubuntu Sans"/>
                <a:ea typeface="Ubuntu Sans"/>
                <a:cs typeface="Ubuntu Sans"/>
              </a:rPr>
              <a:t>CODITENT  •  BACKEND</a:t>
            </a:r>
          </a:p>
        </p:txBody>
      </p:sp>
    </p:spTree>
    <p:extLst>
      <p:ext uri="{BB962C8B-B14F-4D97-AF65-F5344CB8AC3E}">
        <p14:creationId xmlns:p14="http://schemas.microsoft.com/office/powerpoint/2010/main" val="938136261"/>
      </p:ext>
    </p:extLst>
  </p:cSld>
</p:sld>
</file>

<file path=ppt/slides/slide15.xml><?xml version="1.0" encoding="utf-8"?>
<p:sld xmlns:p="http://schemas.openxmlformats.org/presentationml/2006/main">
  <p:cSld>
    <p:bg>
      <p:bgPr>
        <a:solidFill xmlns:a="http://schemas.openxmlformats.org/drawingml/2006/main">
          <a:srgbClr val="07111F"/>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3F5CCD4C-6F71-412D-BEC3-9E6F3514AA28}"/>
              </a:ext>
            </a:extLst>
          </p:cNvPr>
          <p:cNvSpPr>
            <a:spLocks xmlns:a="http://schemas.openxmlformats.org/drawingml/2006/main" noGrp="1"/>
          </p:cNvSpPr>
          <p:nvPr/>
        </p:nvSpPr>
        <p:spPr>
          <a:xfrm xmlns:a="http://schemas.openxmlformats.org/drawingml/2006/main">
            <a:off x="609600" y="3238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l">
              <a:defRPr sz="1050" b="1">
                <a:solidFill>
                  <a:srgbClr val="2FD6D3"/>
                </a:solidFill>
                <a:latin typeface="Ubuntu Sans"/>
                <a:ea typeface="Ubuntu Sans"/>
                <a:cs typeface="Ubuntu Sans"/>
              </a:defRPr>
            </a:defPPr>
            <a:lvl1pPr algn="l">
              <a:defRPr sz="1050" b="1">
                <a:solidFill>
                  <a:srgbClr val="2FD6D3"/>
                </a:solidFill>
                <a:latin typeface="Ubuntu Sans"/>
                <a:ea typeface="Ubuntu Sans"/>
                <a:cs typeface="Ubuntu Sans"/>
              </a:defRPr>
            </a:lvl1pPr>
            <a:lvl2pPr algn="l">
              <a:defRPr sz="1050" b="1">
                <a:solidFill>
                  <a:srgbClr val="2FD6D3"/>
                </a:solidFill>
                <a:latin typeface="Ubuntu Sans"/>
                <a:ea typeface="Ubuntu Sans"/>
                <a:cs typeface="Ubuntu Sans"/>
              </a:defRPr>
            </a:lvl2pPr>
            <a:lvl3pPr algn="l">
              <a:defRPr sz="1050" b="1">
                <a:solidFill>
                  <a:srgbClr val="2FD6D3"/>
                </a:solidFill>
                <a:latin typeface="Ubuntu Sans"/>
                <a:ea typeface="Ubuntu Sans"/>
                <a:cs typeface="Ubuntu Sans"/>
              </a:defRPr>
            </a:lvl3pPr>
            <a:lvl4pPr algn="l">
              <a:defRPr sz="1050" b="1">
                <a:solidFill>
                  <a:srgbClr val="2FD6D3"/>
                </a:solidFill>
                <a:latin typeface="Ubuntu Sans"/>
                <a:ea typeface="Ubuntu Sans"/>
                <a:cs typeface="Ubuntu Sans"/>
              </a:defRPr>
            </a:lvl4pPr>
            <a:lvl5pPr algn="l">
              <a:defRPr sz="1050" b="1">
                <a:solidFill>
                  <a:srgbClr val="2FD6D3"/>
                </a:solidFill>
                <a:latin typeface="Ubuntu Sans"/>
                <a:ea typeface="Ubuntu Sans"/>
                <a:cs typeface="Ubuntu Sans"/>
              </a:defRPr>
            </a:lvl5pPr>
            <a:lvl6pPr algn="l">
              <a:defRPr sz="1050" b="1">
                <a:solidFill>
                  <a:srgbClr val="2FD6D3"/>
                </a:solidFill>
                <a:latin typeface="Ubuntu Sans"/>
                <a:ea typeface="Ubuntu Sans"/>
                <a:cs typeface="Ubuntu Sans"/>
              </a:defRPr>
            </a:lvl6pPr>
            <a:lvl7pPr algn="l">
              <a:defRPr sz="1050" b="1">
                <a:solidFill>
                  <a:srgbClr val="2FD6D3"/>
                </a:solidFill>
                <a:latin typeface="Ubuntu Sans"/>
                <a:ea typeface="Ubuntu Sans"/>
                <a:cs typeface="Ubuntu Sans"/>
              </a:defRPr>
            </a:lvl7pPr>
            <a:lvl8pPr algn="l">
              <a:defRPr sz="1050" b="1">
                <a:solidFill>
                  <a:srgbClr val="2FD6D3"/>
                </a:solidFill>
                <a:latin typeface="Ubuntu Sans"/>
                <a:ea typeface="Ubuntu Sans"/>
                <a:cs typeface="Ubuntu Sans"/>
              </a:defRPr>
            </a:lvl8pPr>
            <a:lvl9pPr algn="l">
              <a:defRPr sz="1050" b="1">
                <a:solidFill>
                  <a:srgbClr val="2FD6D3"/>
                </a:solidFill>
                <a:latin typeface="Ubuntu Sans"/>
                <a:ea typeface="Ubuntu Sans"/>
                <a:cs typeface="Ubuntu Sans"/>
              </a:defRPr>
            </a:lvl9pPr>
          </a:lstStyle>
          <a:p xmlns:a="http://schemas.openxmlformats.org/drawingml/2006/main">
            <a:pPr algn="l">
              <a:defRPr sz="1050" b="1">
                <a:solidFill>
                  <a:srgbClr val="2FD6D3"/>
                </a:solidFill>
                <a:latin typeface="Ubuntu Sans"/>
                <a:ea typeface="Ubuntu Sans"/>
                <a:cs typeface="Ubuntu Sans"/>
              </a:defRPr>
            </a:pPr>
            <a:r>
              <a:rPr sz="1050" b="1">
                <a:solidFill>
                  <a:srgbClr val="2FD6D3"/>
                </a:solidFill>
                <a:latin typeface="Ubuntu Sans"/>
                <a:ea typeface="Ubuntu Sans"/>
                <a:cs typeface="Ubuntu Sans"/>
              </a:rPr>
              <a:t>CONCLUSION</a:t>
            </a:r>
          </a:p>
        </p:txBody>
      </p:sp>
      <p:sp>
        <p:nvSpPr>
          <p:cNvPr id="2" name="">
            <a:extLst xmlns:a="http://schemas.openxmlformats.org/drawingml/2006/main">
              <a:ext uri="{FF2B5EF4-FFF2-40B4-BE49-F238E27FC236}">
                <a16:creationId xmlns:a16="http://schemas.microsoft.com/office/drawing/2014/main" id="{F92F6CDA-45B9-4840-A983-B3F16F0F704E}"/>
              </a:ext>
            </a:extLst>
          </p:cNvPr>
          <p:cNvSpPr>
            <a:spLocks xmlns:a="http://schemas.openxmlformats.org/drawingml/2006/main" noGrp="1"/>
          </p:cNvSpPr>
          <p:nvPr/>
        </p:nvSpPr>
        <p:spPr>
          <a:xfrm xmlns:a="http://schemas.openxmlformats.org/drawingml/2006/main">
            <a:off x="609600" y="590550"/>
            <a:ext cx="10382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6032"/>
          </a:bodyPr>
          <a:lstStyle xmlns:a="http://schemas.openxmlformats.org/drawingml/2006/main">
            <a:defPPr algn="l">
              <a:defRPr sz="3150" b="1">
                <a:solidFill>
                  <a:srgbClr val="F4F8FF"/>
                </a:solidFill>
                <a:latin typeface="Ubuntu Sans"/>
                <a:ea typeface="Ubuntu Sans"/>
                <a:cs typeface="Ubuntu Sans"/>
              </a:defRPr>
            </a:defPPr>
            <a:lvl1pPr algn="l">
              <a:defRPr sz="3150" b="1">
                <a:solidFill>
                  <a:srgbClr val="F4F8FF"/>
                </a:solidFill>
                <a:latin typeface="Ubuntu Sans"/>
                <a:ea typeface="Ubuntu Sans"/>
                <a:cs typeface="Ubuntu Sans"/>
              </a:defRPr>
            </a:lvl1pPr>
            <a:lvl2pPr algn="l">
              <a:defRPr sz="3150" b="1">
                <a:solidFill>
                  <a:srgbClr val="F4F8FF"/>
                </a:solidFill>
                <a:latin typeface="Ubuntu Sans"/>
                <a:ea typeface="Ubuntu Sans"/>
                <a:cs typeface="Ubuntu Sans"/>
              </a:defRPr>
            </a:lvl2pPr>
            <a:lvl3pPr algn="l">
              <a:defRPr sz="3150" b="1">
                <a:solidFill>
                  <a:srgbClr val="F4F8FF"/>
                </a:solidFill>
                <a:latin typeface="Ubuntu Sans"/>
                <a:ea typeface="Ubuntu Sans"/>
                <a:cs typeface="Ubuntu Sans"/>
              </a:defRPr>
            </a:lvl3pPr>
            <a:lvl4pPr algn="l">
              <a:defRPr sz="3150" b="1">
                <a:solidFill>
                  <a:srgbClr val="F4F8FF"/>
                </a:solidFill>
                <a:latin typeface="Ubuntu Sans"/>
                <a:ea typeface="Ubuntu Sans"/>
                <a:cs typeface="Ubuntu Sans"/>
              </a:defRPr>
            </a:lvl4pPr>
            <a:lvl5pPr algn="l">
              <a:defRPr sz="3150" b="1">
                <a:solidFill>
                  <a:srgbClr val="F4F8FF"/>
                </a:solidFill>
                <a:latin typeface="Ubuntu Sans"/>
                <a:ea typeface="Ubuntu Sans"/>
                <a:cs typeface="Ubuntu Sans"/>
              </a:defRPr>
            </a:lvl5pPr>
            <a:lvl6pPr algn="l">
              <a:defRPr sz="3150" b="1">
                <a:solidFill>
                  <a:srgbClr val="F4F8FF"/>
                </a:solidFill>
                <a:latin typeface="Ubuntu Sans"/>
                <a:ea typeface="Ubuntu Sans"/>
                <a:cs typeface="Ubuntu Sans"/>
              </a:defRPr>
            </a:lvl6pPr>
            <a:lvl7pPr algn="l">
              <a:defRPr sz="3150" b="1">
                <a:solidFill>
                  <a:srgbClr val="F4F8FF"/>
                </a:solidFill>
                <a:latin typeface="Ubuntu Sans"/>
                <a:ea typeface="Ubuntu Sans"/>
                <a:cs typeface="Ubuntu Sans"/>
              </a:defRPr>
            </a:lvl7pPr>
            <a:lvl8pPr algn="l">
              <a:defRPr sz="3150" b="1">
                <a:solidFill>
                  <a:srgbClr val="F4F8FF"/>
                </a:solidFill>
                <a:latin typeface="Ubuntu Sans"/>
                <a:ea typeface="Ubuntu Sans"/>
                <a:cs typeface="Ubuntu Sans"/>
              </a:defRPr>
            </a:lvl8pPr>
            <a:lvl9pPr algn="l">
              <a:defRPr sz="3150" b="1">
                <a:solidFill>
                  <a:srgbClr val="F4F8FF"/>
                </a:solidFill>
                <a:latin typeface="Ubuntu Sans"/>
                <a:ea typeface="Ubuntu Sans"/>
                <a:cs typeface="Ubuntu Sans"/>
              </a:defRPr>
            </a:lvl9pPr>
          </a:lstStyle>
          <a:p xmlns:a="http://schemas.openxmlformats.org/drawingml/2006/main">
            <a:pPr algn="l">
              <a:defRPr sz="3150" b="1">
                <a:solidFill>
                  <a:srgbClr val="F4F8FF"/>
                </a:solidFill>
                <a:latin typeface="Ubuntu Sans"/>
                <a:ea typeface="Ubuntu Sans"/>
                <a:cs typeface="Ubuntu Sans"/>
              </a:defRPr>
            </a:pPr>
            <a:r>
              <a:rPr sz="3150" b="1">
                <a:solidFill>
                  <a:srgbClr val="F4F8FF"/>
                </a:solidFill>
                <a:latin typeface="Ubuntu Sans"/>
                <a:ea typeface="Ubuntu Sans"/>
                <a:cs typeface="Ubuntu Sans"/>
              </a:rPr>
              <a:t>Lessons and next improvements</a:t>
            </a:r>
          </a:p>
        </p:txBody>
      </p:sp>
      <p:sp>
        <p:nvSpPr>
          <p:cNvPr id="3" name="">
            <a:extLst xmlns:a="http://schemas.openxmlformats.org/drawingml/2006/main">
              <a:ext uri="{FF2B5EF4-FFF2-40B4-BE49-F238E27FC236}">
                <a16:creationId xmlns:a16="http://schemas.microsoft.com/office/drawing/2014/main" id="{62C4C276-0464-4AF7-97ED-8542A2575E68}"/>
              </a:ext>
            </a:extLst>
          </p:cNvPr>
          <p:cNvSpPr>
            <a:spLocks xmlns:a="http://schemas.openxmlformats.org/drawingml/2006/main" noGrp="1"/>
          </p:cNvSpPr>
          <p:nvPr/>
        </p:nvSpPr>
        <p:spPr>
          <a:xfrm xmlns:a="http://schemas.openxmlformats.org/drawingml/2006/main">
            <a:off x="11258550" y="419100"/>
            <a:ext cx="323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r">
              <a:defRPr sz="1050" b="1">
                <a:solidFill>
                  <a:srgbClr val="A9BCD0"/>
                </a:solidFill>
                <a:latin typeface="Ubuntu Sans"/>
                <a:ea typeface="Ubuntu Sans"/>
                <a:cs typeface="Ubuntu Sans"/>
              </a:defRPr>
            </a:defPPr>
            <a:lvl1pPr algn="r">
              <a:defRPr sz="1050" b="1">
                <a:solidFill>
                  <a:srgbClr val="A9BCD0"/>
                </a:solidFill>
                <a:latin typeface="Ubuntu Sans"/>
                <a:ea typeface="Ubuntu Sans"/>
                <a:cs typeface="Ubuntu Sans"/>
              </a:defRPr>
            </a:lvl1pPr>
            <a:lvl2pPr algn="r">
              <a:defRPr sz="1050" b="1">
                <a:solidFill>
                  <a:srgbClr val="A9BCD0"/>
                </a:solidFill>
                <a:latin typeface="Ubuntu Sans"/>
                <a:ea typeface="Ubuntu Sans"/>
                <a:cs typeface="Ubuntu Sans"/>
              </a:defRPr>
            </a:lvl2pPr>
            <a:lvl3pPr algn="r">
              <a:defRPr sz="1050" b="1">
                <a:solidFill>
                  <a:srgbClr val="A9BCD0"/>
                </a:solidFill>
                <a:latin typeface="Ubuntu Sans"/>
                <a:ea typeface="Ubuntu Sans"/>
                <a:cs typeface="Ubuntu Sans"/>
              </a:defRPr>
            </a:lvl3pPr>
            <a:lvl4pPr algn="r">
              <a:defRPr sz="1050" b="1">
                <a:solidFill>
                  <a:srgbClr val="A9BCD0"/>
                </a:solidFill>
                <a:latin typeface="Ubuntu Sans"/>
                <a:ea typeface="Ubuntu Sans"/>
                <a:cs typeface="Ubuntu Sans"/>
              </a:defRPr>
            </a:lvl4pPr>
            <a:lvl5pPr algn="r">
              <a:defRPr sz="1050" b="1">
                <a:solidFill>
                  <a:srgbClr val="A9BCD0"/>
                </a:solidFill>
                <a:latin typeface="Ubuntu Sans"/>
                <a:ea typeface="Ubuntu Sans"/>
                <a:cs typeface="Ubuntu Sans"/>
              </a:defRPr>
            </a:lvl5pPr>
            <a:lvl6pPr algn="r">
              <a:defRPr sz="1050" b="1">
                <a:solidFill>
                  <a:srgbClr val="A9BCD0"/>
                </a:solidFill>
                <a:latin typeface="Ubuntu Sans"/>
                <a:ea typeface="Ubuntu Sans"/>
                <a:cs typeface="Ubuntu Sans"/>
              </a:defRPr>
            </a:lvl6pPr>
            <a:lvl7pPr algn="r">
              <a:defRPr sz="1050" b="1">
                <a:solidFill>
                  <a:srgbClr val="A9BCD0"/>
                </a:solidFill>
                <a:latin typeface="Ubuntu Sans"/>
                <a:ea typeface="Ubuntu Sans"/>
                <a:cs typeface="Ubuntu Sans"/>
              </a:defRPr>
            </a:lvl7pPr>
            <a:lvl8pPr algn="r">
              <a:defRPr sz="1050" b="1">
                <a:solidFill>
                  <a:srgbClr val="A9BCD0"/>
                </a:solidFill>
                <a:latin typeface="Ubuntu Sans"/>
                <a:ea typeface="Ubuntu Sans"/>
                <a:cs typeface="Ubuntu Sans"/>
              </a:defRPr>
            </a:lvl8pPr>
            <a:lvl9pPr algn="r">
              <a:defRPr sz="1050" b="1">
                <a:solidFill>
                  <a:srgbClr val="A9BCD0"/>
                </a:solidFill>
                <a:latin typeface="Ubuntu Sans"/>
                <a:ea typeface="Ubuntu Sans"/>
                <a:cs typeface="Ubuntu Sans"/>
              </a:defRPr>
            </a:lvl9pPr>
          </a:lstStyle>
          <a:p xmlns:a="http://schemas.openxmlformats.org/drawingml/2006/main">
            <a:pPr algn="r">
              <a:defRPr sz="1050" b="1">
                <a:solidFill>
                  <a:srgbClr val="A9BCD0"/>
                </a:solidFill>
                <a:latin typeface="Ubuntu Sans"/>
                <a:ea typeface="Ubuntu Sans"/>
                <a:cs typeface="Ubuntu Sans"/>
              </a:defRPr>
            </a:pPr>
            <a:r>
              <a:rPr sz="1050" b="1">
                <a:solidFill>
                  <a:srgbClr val="A9BCD0"/>
                </a:solidFill>
                <a:latin typeface="Ubuntu Sans"/>
                <a:ea typeface="Ubuntu Sans"/>
                <a:cs typeface="Ubuntu Sans"/>
              </a:rPr>
              <a:t>15</a:t>
            </a:r>
          </a:p>
        </p:txBody>
      </p:sp>
      <p:sp>
        <p:nvSpPr>
          <p:cNvPr id="4" name="">
            <a:extLst xmlns:a="http://schemas.openxmlformats.org/drawingml/2006/main">
              <a:ext uri="{FF2B5EF4-FFF2-40B4-BE49-F238E27FC236}">
                <a16:creationId xmlns:a16="http://schemas.microsoft.com/office/drawing/2014/main" id="{AA8BA647-124D-46A1-9F9F-55081F63473D}"/>
              </a:ext>
            </a:extLst>
          </p:cNvPr>
          <p:cNvSpPr>
            <a:spLocks xmlns:a="http://schemas.openxmlformats.org/drawingml/2006/main" noGrp="1"/>
          </p:cNvSpPr>
          <p:nvPr/>
        </p:nvSpPr>
        <p:spPr>
          <a:xfrm xmlns:a="http://schemas.openxmlformats.org/drawingml/2006/main">
            <a:off x="609600" y="1219200"/>
            <a:ext cx="10972800" cy="0"/>
          </a:xfrm>
          <a:prstGeom xmlns:a="http://schemas.openxmlformats.org/drawingml/2006/main" prst="line">
            <a:avLst/>
          </a:prstGeom>
          <a:noFill xmlns:a="http://schemas.openxmlformats.org/drawingml/2006/main"/>
          <a:ln xmlns:a="http://schemas.openxmlformats.org/drawingml/2006/main" w="9525">
            <a:solidFill>
              <a:srgbClr val="2B4563"/>
            </a:solidFill>
            <a:prstDash val="solid"/>
          </a:ln>
        </p:spPr>
      </p:sp>
      <p:sp>
        <p:nvSpPr>
          <p:cNvPr id="5" name="">
            <a:extLst xmlns:a="http://schemas.openxmlformats.org/drawingml/2006/main">
              <a:ext uri="{FF2B5EF4-FFF2-40B4-BE49-F238E27FC236}">
                <a16:creationId xmlns:a16="http://schemas.microsoft.com/office/drawing/2014/main" id="{1C62462A-84CE-4ECB-8E80-5C1149274ABF}"/>
              </a:ext>
            </a:extLst>
          </p:cNvPr>
          <p:cNvSpPr>
            <a:spLocks xmlns:a="http://schemas.openxmlformats.org/drawingml/2006/main" noGrp="1"/>
          </p:cNvSpPr>
          <p:nvPr/>
        </p:nvSpPr>
        <p:spPr>
          <a:xfrm xmlns:a="http://schemas.openxmlformats.org/drawingml/2006/main">
            <a:off x="609600" y="1409700"/>
            <a:ext cx="8382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2424"/>
          </a:bodyPr>
          <a:lstStyle xmlns:a="http://schemas.openxmlformats.org/drawingml/2006/main">
            <a:defPPr algn="l">
              <a:defRPr sz="1650" b="0">
                <a:solidFill>
                  <a:srgbClr val="A9BCD0"/>
                </a:solidFill>
                <a:latin typeface="Ubuntu Sans"/>
                <a:ea typeface="Ubuntu Sans"/>
                <a:cs typeface="Ubuntu Sans"/>
              </a:defRPr>
            </a:defPPr>
            <a:lvl1pPr algn="l">
              <a:defRPr sz="1650" b="0">
                <a:solidFill>
                  <a:srgbClr val="A9BCD0"/>
                </a:solidFill>
                <a:latin typeface="Ubuntu Sans"/>
                <a:ea typeface="Ubuntu Sans"/>
                <a:cs typeface="Ubuntu Sans"/>
              </a:defRPr>
            </a:lvl1pPr>
            <a:lvl2pPr algn="l">
              <a:defRPr sz="1650" b="0">
                <a:solidFill>
                  <a:srgbClr val="A9BCD0"/>
                </a:solidFill>
                <a:latin typeface="Ubuntu Sans"/>
                <a:ea typeface="Ubuntu Sans"/>
                <a:cs typeface="Ubuntu Sans"/>
              </a:defRPr>
            </a:lvl2pPr>
            <a:lvl3pPr algn="l">
              <a:defRPr sz="1650" b="0">
                <a:solidFill>
                  <a:srgbClr val="A9BCD0"/>
                </a:solidFill>
                <a:latin typeface="Ubuntu Sans"/>
                <a:ea typeface="Ubuntu Sans"/>
                <a:cs typeface="Ubuntu Sans"/>
              </a:defRPr>
            </a:lvl3pPr>
            <a:lvl4pPr algn="l">
              <a:defRPr sz="1650" b="0">
                <a:solidFill>
                  <a:srgbClr val="A9BCD0"/>
                </a:solidFill>
                <a:latin typeface="Ubuntu Sans"/>
                <a:ea typeface="Ubuntu Sans"/>
                <a:cs typeface="Ubuntu Sans"/>
              </a:defRPr>
            </a:lvl4pPr>
            <a:lvl5pPr algn="l">
              <a:defRPr sz="1650" b="0">
                <a:solidFill>
                  <a:srgbClr val="A9BCD0"/>
                </a:solidFill>
                <a:latin typeface="Ubuntu Sans"/>
                <a:ea typeface="Ubuntu Sans"/>
                <a:cs typeface="Ubuntu Sans"/>
              </a:defRPr>
            </a:lvl5pPr>
            <a:lvl6pPr algn="l">
              <a:defRPr sz="1650" b="0">
                <a:solidFill>
                  <a:srgbClr val="A9BCD0"/>
                </a:solidFill>
                <a:latin typeface="Ubuntu Sans"/>
                <a:ea typeface="Ubuntu Sans"/>
                <a:cs typeface="Ubuntu Sans"/>
              </a:defRPr>
            </a:lvl6pPr>
            <a:lvl7pPr algn="l">
              <a:defRPr sz="1650" b="0">
                <a:solidFill>
                  <a:srgbClr val="A9BCD0"/>
                </a:solidFill>
                <a:latin typeface="Ubuntu Sans"/>
                <a:ea typeface="Ubuntu Sans"/>
                <a:cs typeface="Ubuntu Sans"/>
              </a:defRPr>
            </a:lvl7pPr>
            <a:lvl8pPr algn="l">
              <a:defRPr sz="1650" b="0">
                <a:solidFill>
                  <a:srgbClr val="A9BCD0"/>
                </a:solidFill>
                <a:latin typeface="Ubuntu Sans"/>
                <a:ea typeface="Ubuntu Sans"/>
                <a:cs typeface="Ubuntu Sans"/>
              </a:defRPr>
            </a:lvl8pPr>
            <a:lvl9pPr algn="l">
              <a:defRPr sz="1650" b="0">
                <a:solidFill>
                  <a:srgbClr val="A9BCD0"/>
                </a:solidFill>
                <a:latin typeface="Ubuntu Sans"/>
                <a:ea typeface="Ubuntu Sans"/>
                <a:cs typeface="Ubuntu Sans"/>
              </a:defRPr>
            </a:lvl9pPr>
          </a:lstStyle>
          <a:p xmlns:a="http://schemas.openxmlformats.org/drawingml/2006/main">
            <a:pPr algn="l">
              <a:defRPr sz="1650" b="0">
                <a:solidFill>
                  <a:srgbClr val="A9BCD0"/>
                </a:solidFill>
                <a:latin typeface="Ubuntu Sans"/>
                <a:ea typeface="Ubuntu Sans"/>
                <a:cs typeface="Ubuntu Sans"/>
              </a:defRPr>
            </a:pPr>
            <a:r>
              <a:rPr sz="1650" b="0">
                <a:solidFill>
                  <a:srgbClr val="A9BCD0"/>
                </a:solidFill>
                <a:latin typeface="Ubuntu Sans"/>
                <a:ea typeface="Ubuntu Sans"/>
                <a:cs typeface="Ubuntu Sans"/>
              </a:rPr>
              <a:t>What I learned while building the CODITENT backend</a:t>
            </a:r>
          </a:p>
        </p:txBody>
      </p:sp>
      <p:sp>
        <p:nvSpPr>
          <p:cNvPr id="6" name="">
            <a:extLst xmlns:a="http://schemas.openxmlformats.org/drawingml/2006/main">
              <a:ext uri="{FF2B5EF4-FFF2-40B4-BE49-F238E27FC236}">
                <a16:creationId xmlns:a16="http://schemas.microsoft.com/office/drawing/2014/main" id="{AF26F9BC-2D5A-400A-9FCA-910CFD3B186A}"/>
              </a:ext>
            </a:extLst>
          </p:cNvPr>
          <p:cNvSpPr>
            <a:spLocks xmlns:a="http://schemas.openxmlformats.org/drawingml/2006/main" noGrp="1"/>
          </p:cNvSpPr>
          <p:nvPr/>
        </p:nvSpPr>
        <p:spPr>
          <a:xfrm xmlns:a="http://schemas.openxmlformats.org/drawingml/2006/main">
            <a:off x="609600" y="2019300"/>
            <a:ext cx="5143500" cy="1104900"/>
          </a:xfrm>
          <a:prstGeom xmlns:a="http://schemas.openxmlformats.org/drawingml/2006/main" prst="roundRect">
            <a:avLst>
              <a:gd name="adj" fmla="val 10345"/>
            </a:avLst>
          </a:prstGeom>
          <a:solidFill xmlns:a="http://schemas.openxmlformats.org/drawingml/2006/main">
            <a:srgbClr val="10223A"/>
          </a:solidFill>
          <a:ln xmlns:a="http://schemas.openxmlformats.org/drawingml/2006/main" w="11430">
            <a:solidFill>
              <a:srgbClr val="2B4563"/>
            </a:solidFill>
            <a:prstDash val="solid"/>
          </a:ln>
        </p:spPr>
      </p:sp>
      <p:sp>
        <p:nvSpPr>
          <p:cNvPr id="7" name="">
            <a:extLst xmlns:a="http://schemas.openxmlformats.org/drawingml/2006/main">
              <a:ext uri="{FF2B5EF4-FFF2-40B4-BE49-F238E27FC236}">
                <a16:creationId xmlns:a16="http://schemas.microsoft.com/office/drawing/2014/main" id="{533FFD9C-6822-48C8-9E65-C9A9A37DDE64}"/>
              </a:ext>
            </a:extLst>
          </p:cNvPr>
          <p:cNvSpPr>
            <a:spLocks xmlns:a="http://schemas.openxmlformats.org/drawingml/2006/main" noGrp="1"/>
          </p:cNvSpPr>
          <p:nvPr/>
        </p:nvSpPr>
        <p:spPr>
          <a:xfrm xmlns:a="http://schemas.openxmlformats.org/drawingml/2006/main">
            <a:off x="609600" y="2019300"/>
            <a:ext cx="66675" cy="1104900"/>
          </a:xfrm>
          <a:prstGeom xmlns:a="http://schemas.openxmlformats.org/drawingml/2006/main" prst="roundRect">
            <a:avLst>
              <a:gd name="adj" fmla="val 50000"/>
            </a:avLst>
          </a:prstGeom>
          <a:solidFill xmlns:a="http://schemas.openxmlformats.org/drawingml/2006/main">
            <a:srgbClr val="2FD6D3"/>
          </a:solidFill>
          <a:ln xmlns:a="http://schemas.openxmlformats.org/drawingml/2006/main" w="0">
            <a:solidFill>
              <a:srgbClr val="2FD6D3"/>
            </a:solidFill>
            <a:prstDash val="solid"/>
          </a:ln>
        </p:spPr>
      </p:sp>
      <p:sp>
        <p:nvSpPr>
          <p:cNvPr id="8" name="">
            <a:extLst xmlns:a="http://schemas.openxmlformats.org/drawingml/2006/main">
              <a:ext uri="{FF2B5EF4-FFF2-40B4-BE49-F238E27FC236}">
                <a16:creationId xmlns:a16="http://schemas.microsoft.com/office/drawing/2014/main" id="{683080BC-5FC6-4680-8D5B-C2D9620DAF45}"/>
              </a:ext>
            </a:extLst>
          </p:cNvPr>
          <p:cNvSpPr>
            <a:spLocks xmlns:a="http://schemas.openxmlformats.org/drawingml/2006/main" noGrp="1"/>
          </p:cNvSpPr>
          <p:nvPr/>
        </p:nvSpPr>
        <p:spPr>
          <a:xfrm xmlns:a="http://schemas.openxmlformats.org/drawingml/2006/main">
            <a:off x="819150" y="2133600"/>
            <a:ext cx="4819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F4F8FF"/>
                </a:solidFill>
                <a:latin typeface="Ubuntu Sans"/>
                <a:ea typeface="Ubuntu Sans"/>
                <a:cs typeface="Ubuntu Sans"/>
              </a:defRPr>
            </a:defPPr>
            <a:lvl1pPr algn="l">
              <a:defRPr sz="1575" b="1">
                <a:solidFill>
                  <a:srgbClr val="F4F8FF"/>
                </a:solidFill>
                <a:latin typeface="Ubuntu Sans"/>
                <a:ea typeface="Ubuntu Sans"/>
                <a:cs typeface="Ubuntu Sans"/>
              </a:defRPr>
            </a:lvl1pPr>
            <a:lvl2pPr algn="l">
              <a:defRPr sz="1575" b="1">
                <a:solidFill>
                  <a:srgbClr val="F4F8FF"/>
                </a:solidFill>
                <a:latin typeface="Ubuntu Sans"/>
                <a:ea typeface="Ubuntu Sans"/>
                <a:cs typeface="Ubuntu Sans"/>
              </a:defRPr>
            </a:lvl2pPr>
            <a:lvl3pPr algn="l">
              <a:defRPr sz="1575" b="1">
                <a:solidFill>
                  <a:srgbClr val="F4F8FF"/>
                </a:solidFill>
                <a:latin typeface="Ubuntu Sans"/>
                <a:ea typeface="Ubuntu Sans"/>
                <a:cs typeface="Ubuntu Sans"/>
              </a:defRPr>
            </a:lvl3pPr>
            <a:lvl4pPr algn="l">
              <a:defRPr sz="1575" b="1">
                <a:solidFill>
                  <a:srgbClr val="F4F8FF"/>
                </a:solidFill>
                <a:latin typeface="Ubuntu Sans"/>
                <a:ea typeface="Ubuntu Sans"/>
                <a:cs typeface="Ubuntu Sans"/>
              </a:defRPr>
            </a:lvl4pPr>
            <a:lvl5pPr algn="l">
              <a:defRPr sz="1575" b="1">
                <a:solidFill>
                  <a:srgbClr val="F4F8FF"/>
                </a:solidFill>
                <a:latin typeface="Ubuntu Sans"/>
                <a:ea typeface="Ubuntu Sans"/>
                <a:cs typeface="Ubuntu Sans"/>
              </a:defRPr>
            </a:lvl5pPr>
            <a:lvl6pPr algn="l">
              <a:defRPr sz="1575" b="1">
                <a:solidFill>
                  <a:srgbClr val="F4F8FF"/>
                </a:solidFill>
                <a:latin typeface="Ubuntu Sans"/>
                <a:ea typeface="Ubuntu Sans"/>
                <a:cs typeface="Ubuntu Sans"/>
              </a:defRPr>
            </a:lvl6pPr>
            <a:lvl7pPr algn="l">
              <a:defRPr sz="1575" b="1">
                <a:solidFill>
                  <a:srgbClr val="F4F8FF"/>
                </a:solidFill>
                <a:latin typeface="Ubuntu Sans"/>
                <a:ea typeface="Ubuntu Sans"/>
                <a:cs typeface="Ubuntu Sans"/>
              </a:defRPr>
            </a:lvl7pPr>
            <a:lvl8pPr algn="l">
              <a:defRPr sz="1575" b="1">
                <a:solidFill>
                  <a:srgbClr val="F4F8FF"/>
                </a:solidFill>
                <a:latin typeface="Ubuntu Sans"/>
                <a:ea typeface="Ubuntu Sans"/>
                <a:cs typeface="Ubuntu Sans"/>
              </a:defRPr>
            </a:lvl8pPr>
            <a:lvl9pPr algn="l">
              <a:defRPr sz="1575" b="1">
                <a:solidFill>
                  <a:srgbClr val="F4F8FF"/>
                </a:solidFill>
                <a:latin typeface="Ubuntu Sans"/>
                <a:ea typeface="Ubuntu Sans"/>
                <a:cs typeface="Ubuntu Sans"/>
              </a:defRPr>
            </a:lvl9pPr>
          </a:lstStyle>
          <a:p xmlns:a="http://schemas.openxmlformats.org/drawingml/2006/main">
            <a:pPr algn="l">
              <a:defRPr sz="1575" b="1">
                <a:solidFill>
                  <a:srgbClr val="F4F8FF"/>
                </a:solidFill>
                <a:latin typeface="Ubuntu Sans"/>
                <a:ea typeface="Ubuntu Sans"/>
                <a:cs typeface="Ubuntu Sans"/>
              </a:defRPr>
            </a:pPr>
            <a:r>
              <a:rPr sz="1575" b="1">
                <a:solidFill>
                  <a:srgbClr val="F4F8FF"/>
                </a:solidFill>
                <a:latin typeface="Ubuntu Sans"/>
                <a:ea typeface="Ubuntu Sans"/>
                <a:cs typeface="Ubuntu Sans"/>
              </a:rPr>
              <a:t>Authorization needs current state</a:t>
            </a:r>
          </a:p>
        </p:txBody>
      </p:sp>
      <p:sp>
        <p:nvSpPr>
          <p:cNvPr id="9" name="">
            <a:extLst xmlns:a="http://schemas.openxmlformats.org/drawingml/2006/main">
              <a:ext uri="{FF2B5EF4-FFF2-40B4-BE49-F238E27FC236}">
                <a16:creationId xmlns:a16="http://schemas.microsoft.com/office/drawing/2014/main" id="{C5A190FA-2583-4B90-9C38-187D5005803A}"/>
              </a:ext>
            </a:extLst>
          </p:cNvPr>
          <p:cNvSpPr>
            <a:spLocks xmlns:a="http://schemas.openxmlformats.org/drawingml/2006/main" noGrp="1"/>
          </p:cNvSpPr>
          <p:nvPr/>
        </p:nvSpPr>
        <p:spPr>
          <a:xfrm xmlns:a="http://schemas.openxmlformats.org/drawingml/2006/main">
            <a:off x="819150" y="2428875"/>
            <a:ext cx="4819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A9BCD0"/>
                </a:solidFill>
                <a:latin typeface="Ubuntu Sans"/>
                <a:ea typeface="Ubuntu Sans"/>
                <a:cs typeface="Ubuntu Sans"/>
              </a:defRPr>
            </a:defPPr>
            <a:lvl1pPr algn="l">
              <a:defRPr sz="1125" b="0">
                <a:solidFill>
                  <a:srgbClr val="A9BCD0"/>
                </a:solidFill>
                <a:latin typeface="Ubuntu Sans"/>
                <a:ea typeface="Ubuntu Sans"/>
                <a:cs typeface="Ubuntu Sans"/>
              </a:defRPr>
            </a:lvl1pPr>
            <a:lvl2pPr algn="l">
              <a:defRPr sz="1125" b="0">
                <a:solidFill>
                  <a:srgbClr val="A9BCD0"/>
                </a:solidFill>
                <a:latin typeface="Ubuntu Sans"/>
                <a:ea typeface="Ubuntu Sans"/>
                <a:cs typeface="Ubuntu Sans"/>
              </a:defRPr>
            </a:lvl2pPr>
            <a:lvl3pPr algn="l">
              <a:defRPr sz="1125" b="0">
                <a:solidFill>
                  <a:srgbClr val="A9BCD0"/>
                </a:solidFill>
                <a:latin typeface="Ubuntu Sans"/>
                <a:ea typeface="Ubuntu Sans"/>
                <a:cs typeface="Ubuntu Sans"/>
              </a:defRPr>
            </a:lvl3pPr>
            <a:lvl4pPr algn="l">
              <a:defRPr sz="1125" b="0">
                <a:solidFill>
                  <a:srgbClr val="A9BCD0"/>
                </a:solidFill>
                <a:latin typeface="Ubuntu Sans"/>
                <a:ea typeface="Ubuntu Sans"/>
                <a:cs typeface="Ubuntu Sans"/>
              </a:defRPr>
            </a:lvl4pPr>
            <a:lvl5pPr algn="l">
              <a:defRPr sz="1125" b="0">
                <a:solidFill>
                  <a:srgbClr val="A9BCD0"/>
                </a:solidFill>
                <a:latin typeface="Ubuntu Sans"/>
                <a:ea typeface="Ubuntu Sans"/>
                <a:cs typeface="Ubuntu Sans"/>
              </a:defRPr>
            </a:lvl5pPr>
            <a:lvl6pPr algn="l">
              <a:defRPr sz="1125" b="0">
                <a:solidFill>
                  <a:srgbClr val="A9BCD0"/>
                </a:solidFill>
                <a:latin typeface="Ubuntu Sans"/>
                <a:ea typeface="Ubuntu Sans"/>
                <a:cs typeface="Ubuntu Sans"/>
              </a:defRPr>
            </a:lvl6pPr>
            <a:lvl7pPr algn="l">
              <a:defRPr sz="1125" b="0">
                <a:solidFill>
                  <a:srgbClr val="A9BCD0"/>
                </a:solidFill>
                <a:latin typeface="Ubuntu Sans"/>
                <a:ea typeface="Ubuntu Sans"/>
                <a:cs typeface="Ubuntu Sans"/>
              </a:defRPr>
            </a:lvl7pPr>
            <a:lvl8pPr algn="l">
              <a:defRPr sz="1125" b="0">
                <a:solidFill>
                  <a:srgbClr val="A9BCD0"/>
                </a:solidFill>
                <a:latin typeface="Ubuntu Sans"/>
                <a:ea typeface="Ubuntu Sans"/>
                <a:cs typeface="Ubuntu Sans"/>
              </a:defRPr>
            </a:lvl8pPr>
            <a:lvl9pPr algn="l">
              <a:defRPr sz="1125" b="0">
                <a:solidFill>
                  <a:srgbClr val="A9BCD0"/>
                </a:solidFill>
                <a:latin typeface="Ubuntu Sans"/>
                <a:ea typeface="Ubuntu Sans"/>
                <a:cs typeface="Ubuntu Sans"/>
              </a:defRPr>
            </a:lvl9pPr>
          </a:lstStyle>
          <a:p xmlns:a="http://schemas.openxmlformats.org/drawingml/2006/main">
            <a:pPr algn="l">
              <a:defRPr sz="1125" b="0">
                <a:solidFill>
                  <a:srgbClr val="A9BCD0"/>
                </a:solidFill>
                <a:latin typeface="Ubuntu Sans"/>
                <a:ea typeface="Ubuntu Sans"/>
                <a:cs typeface="Ubuntu Sans"/>
              </a:defRPr>
            </a:pPr>
            <a:r>
              <a:rPr sz="1125" b="0">
                <a:solidFill>
                  <a:srgbClr val="A9BCD0"/>
                </a:solidFill>
                <a:latin typeface="Ubuntu Sans"/>
                <a:ea typeface="Ubuntu Sans"/>
                <a:cs typeface="Ubuntu Sans"/>
              </a:rPr>
              <a:t>A valid token cannot replace role, tenant and ownership checks</a:t>
            </a:r>
          </a:p>
        </p:txBody>
      </p:sp>
      <p:sp>
        <p:nvSpPr>
          <p:cNvPr id="10" name="">
            <a:extLst xmlns:a="http://schemas.openxmlformats.org/drawingml/2006/main">
              <a:ext uri="{FF2B5EF4-FFF2-40B4-BE49-F238E27FC236}">
                <a16:creationId xmlns:a16="http://schemas.microsoft.com/office/drawing/2014/main" id="{A71AE5A5-40E3-43DE-9F87-629DB4F1A593}"/>
              </a:ext>
            </a:extLst>
          </p:cNvPr>
          <p:cNvSpPr>
            <a:spLocks xmlns:a="http://schemas.openxmlformats.org/drawingml/2006/main" noGrp="1"/>
          </p:cNvSpPr>
          <p:nvPr/>
        </p:nvSpPr>
        <p:spPr>
          <a:xfrm xmlns:a="http://schemas.openxmlformats.org/drawingml/2006/main">
            <a:off x="609600" y="3333750"/>
            <a:ext cx="5143500" cy="1104900"/>
          </a:xfrm>
          <a:prstGeom xmlns:a="http://schemas.openxmlformats.org/drawingml/2006/main" prst="roundRect">
            <a:avLst>
              <a:gd name="adj" fmla="val 10345"/>
            </a:avLst>
          </a:prstGeom>
          <a:solidFill xmlns:a="http://schemas.openxmlformats.org/drawingml/2006/main">
            <a:srgbClr val="10223A"/>
          </a:solidFill>
          <a:ln xmlns:a="http://schemas.openxmlformats.org/drawingml/2006/main" w="11430">
            <a:solidFill>
              <a:srgbClr val="2B4563"/>
            </a:solidFill>
            <a:prstDash val="solid"/>
          </a:ln>
        </p:spPr>
      </p:sp>
      <p:sp>
        <p:nvSpPr>
          <p:cNvPr id="11" name="">
            <a:extLst xmlns:a="http://schemas.openxmlformats.org/drawingml/2006/main">
              <a:ext uri="{FF2B5EF4-FFF2-40B4-BE49-F238E27FC236}">
                <a16:creationId xmlns:a16="http://schemas.microsoft.com/office/drawing/2014/main" id="{42E29A98-2BA1-4990-AD9A-93CF5359767D}"/>
              </a:ext>
            </a:extLst>
          </p:cNvPr>
          <p:cNvSpPr>
            <a:spLocks xmlns:a="http://schemas.openxmlformats.org/drawingml/2006/main" noGrp="1"/>
          </p:cNvSpPr>
          <p:nvPr/>
        </p:nvSpPr>
        <p:spPr>
          <a:xfrm xmlns:a="http://schemas.openxmlformats.org/drawingml/2006/main">
            <a:off x="609600" y="3333750"/>
            <a:ext cx="66675" cy="1104900"/>
          </a:xfrm>
          <a:prstGeom xmlns:a="http://schemas.openxmlformats.org/drawingml/2006/main" prst="roundRect">
            <a:avLst>
              <a:gd name="adj" fmla="val 50000"/>
            </a:avLst>
          </a:prstGeom>
          <a:solidFill xmlns:a="http://schemas.openxmlformats.org/drawingml/2006/main">
            <a:srgbClr val="55D6A5"/>
          </a:solidFill>
          <a:ln xmlns:a="http://schemas.openxmlformats.org/drawingml/2006/main" w="0">
            <a:solidFill>
              <a:srgbClr val="55D6A5"/>
            </a:solidFill>
            <a:prstDash val="solid"/>
          </a:ln>
        </p:spPr>
      </p:sp>
      <p:sp>
        <p:nvSpPr>
          <p:cNvPr id="12" name="">
            <a:extLst xmlns:a="http://schemas.openxmlformats.org/drawingml/2006/main">
              <a:ext uri="{FF2B5EF4-FFF2-40B4-BE49-F238E27FC236}">
                <a16:creationId xmlns:a16="http://schemas.microsoft.com/office/drawing/2014/main" id="{99748EBB-E531-4848-956A-DAF6D3E05392}"/>
              </a:ext>
            </a:extLst>
          </p:cNvPr>
          <p:cNvSpPr>
            <a:spLocks xmlns:a="http://schemas.openxmlformats.org/drawingml/2006/main" noGrp="1"/>
          </p:cNvSpPr>
          <p:nvPr/>
        </p:nvSpPr>
        <p:spPr>
          <a:xfrm xmlns:a="http://schemas.openxmlformats.org/drawingml/2006/main">
            <a:off x="819150" y="3448050"/>
            <a:ext cx="4819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F4F8FF"/>
                </a:solidFill>
                <a:latin typeface="Ubuntu Sans"/>
                <a:ea typeface="Ubuntu Sans"/>
                <a:cs typeface="Ubuntu Sans"/>
              </a:defRPr>
            </a:defPPr>
            <a:lvl1pPr algn="l">
              <a:defRPr sz="1575" b="1">
                <a:solidFill>
                  <a:srgbClr val="F4F8FF"/>
                </a:solidFill>
                <a:latin typeface="Ubuntu Sans"/>
                <a:ea typeface="Ubuntu Sans"/>
                <a:cs typeface="Ubuntu Sans"/>
              </a:defRPr>
            </a:lvl1pPr>
            <a:lvl2pPr algn="l">
              <a:defRPr sz="1575" b="1">
                <a:solidFill>
                  <a:srgbClr val="F4F8FF"/>
                </a:solidFill>
                <a:latin typeface="Ubuntu Sans"/>
                <a:ea typeface="Ubuntu Sans"/>
                <a:cs typeface="Ubuntu Sans"/>
              </a:defRPr>
            </a:lvl2pPr>
            <a:lvl3pPr algn="l">
              <a:defRPr sz="1575" b="1">
                <a:solidFill>
                  <a:srgbClr val="F4F8FF"/>
                </a:solidFill>
                <a:latin typeface="Ubuntu Sans"/>
                <a:ea typeface="Ubuntu Sans"/>
                <a:cs typeface="Ubuntu Sans"/>
              </a:defRPr>
            </a:lvl3pPr>
            <a:lvl4pPr algn="l">
              <a:defRPr sz="1575" b="1">
                <a:solidFill>
                  <a:srgbClr val="F4F8FF"/>
                </a:solidFill>
                <a:latin typeface="Ubuntu Sans"/>
                <a:ea typeface="Ubuntu Sans"/>
                <a:cs typeface="Ubuntu Sans"/>
              </a:defRPr>
            </a:lvl4pPr>
            <a:lvl5pPr algn="l">
              <a:defRPr sz="1575" b="1">
                <a:solidFill>
                  <a:srgbClr val="F4F8FF"/>
                </a:solidFill>
                <a:latin typeface="Ubuntu Sans"/>
                <a:ea typeface="Ubuntu Sans"/>
                <a:cs typeface="Ubuntu Sans"/>
              </a:defRPr>
            </a:lvl5pPr>
            <a:lvl6pPr algn="l">
              <a:defRPr sz="1575" b="1">
                <a:solidFill>
                  <a:srgbClr val="F4F8FF"/>
                </a:solidFill>
                <a:latin typeface="Ubuntu Sans"/>
                <a:ea typeface="Ubuntu Sans"/>
                <a:cs typeface="Ubuntu Sans"/>
              </a:defRPr>
            </a:lvl6pPr>
            <a:lvl7pPr algn="l">
              <a:defRPr sz="1575" b="1">
                <a:solidFill>
                  <a:srgbClr val="F4F8FF"/>
                </a:solidFill>
                <a:latin typeface="Ubuntu Sans"/>
                <a:ea typeface="Ubuntu Sans"/>
                <a:cs typeface="Ubuntu Sans"/>
              </a:defRPr>
            </a:lvl7pPr>
            <a:lvl8pPr algn="l">
              <a:defRPr sz="1575" b="1">
                <a:solidFill>
                  <a:srgbClr val="F4F8FF"/>
                </a:solidFill>
                <a:latin typeface="Ubuntu Sans"/>
                <a:ea typeface="Ubuntu Sans"/>
                <a:cs typeface="Ubuntu Sans"/>
              </a:defRPr>
            </a:lvl8pPr>
            <a:lvl9pPr algn="l">
              <a:defRPr sz="1575" b="1">
                <a:solidFill>
                  <a:srgbClr val="F4F8FF"/>
                </a:solidFill>
                <a:latin typeface="Ubuntu Sans"/>
                <a:ea typeface="Ubuntu Sans"/>
                <a:cs typeface="Ubuntu Sans"/>
              </a:defRPr>
            </a:lvl9pPr>
          </a:lstStyle>
          <a:p xmlns:a="http://schemas.openxmlformats.org/drawingml/2006/main">
            <a:pPr algn="l">
              <a:defRPr sz="1575" b="1">
                <a:solidFill>
                  <a:srgbClr val="F4F8FF"/>
                </a:solidFill>
                <a:latin typeface="Ubuntu Sans"/>
                <a:ea typeface="Ubuntu Sans"/>
                <a:cs typeface="Ubuntu Sans"/>
              </a:defRPr>
            </a:pPr>
            <a:r>
              <a:rPr sz="1575" b="1">
                <a:solidFill>
                  <a:srgbClr val="F4F8FF"/>
                </a:solidFill>
                <a:latin typeface="Ubuntu Sans"/>
                <a:ea typeface="Ubuntu Sans"/>
                <a:cs typeface="Ubuntu Sans"/>
              </a:rPr>
              <a:t>Database rules support security</a:t>
            </a:r>
          </a:p>
        </p:txBody>
      </p:sp>
      <p:sp>
        <p:nvSpPr>
          <p:cNvPr id="13" name="">
            <a:extLst xmlns:a="http://schemas.openxmlformats.org/drawingml/2006/main">
              <a:ext uri="{FF2B5EF4-FFF2-40B4-BE49-F238E27FC236}">
                <a16:creationId xmlns:a16="http://schemas.microsoft.com/office/drawing/2014/main" id="{98E5DCB7-F828-4863-BDBC-C99156378A14}"/>
              </a:ext>
            </a:extLst>
          </p:cNvPr>
          <p:cNvSpPr>
            <a:spLocks xmlns:a="http://schemas.openxmlformats.org/drawingml/2006/main" noGrp="1"/>
          </p:cNvSpPr>
          <p:nvPr/>
        </p:nvSpPr>
        <p:spPr>
          <a:xfrm xmlns:a="http://schemas.openxmlformats.org/drawingml/2006/main">
            <a:off x="819150" y="3743325"/>
            <a:ext cx="4819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A9BCD0"/>
                </a:solidFill>
                <a:latin typeface="Ubuntu Sans"/>
                <a:ea typeface="Ubuntu Sans"/>
                <a:cs typeface="Ubuntu Sans"/>
              </a:defRPr>
            </a:defPPr>
            <a:lvl1pPr algn="l">
              <a:defRPr sz="1125" b="0">
                <a:solidFill>
                  <a:srgbClr val="A9BCD0"/>
                </a:solidFill>
                <a:latin typeface="Ubuntu Sans"/>
                <a:ea typeface="Ubuntu Sans"/>
                <a:cs typeface="Ubuntu Sans"/>
              </a:defRPr>
            </a:lvl1pPr>
            <a:lvl2pPr algn="l">
              <a:defRPr sz="1125" b="0">
                <a:solidFill>
                  <a:srgbClr val="A9BCD0"/>
                </a:solidFill>
                <a:latin typeface="Ubuntu Sans"/>
                <a:ea typeface="Ubuntu Sans"/>
                <a:cs typeface="Ubuntu Sans"/>
              </a:defRPr>
            </a:lvl2pPr>
            <a:lvl3pPr algn="l">
              <a:defRPr sz="1125" b="0">
                <a:solidFill>
                  <a:srgbClr val="A9BCD0"/>
                </a:solidFill>
                <a:latin typeface="Ubuntu Sans"/>
                <a:ea typeface="Ubuntu Sans"/>
                <a:cs typeface="Ubuntu Sans"/>
              </a:defRPr>
            </a:lvl3pPr>
            <a:lvl4pPr algn="l">
              <a:defRPr sz="1125" b="0">
                <a:solidFill>
                  <a:srgbClr val="A9BCD0"/>
                </a:solidFill>
                <a:latin typeface="Ubuntu Sans"/>
                <a:ea typeface="Ubuntu Sans"/>
                <a:cs typeface="Ubuntu Sans"/>
              </a:defRPr>
            </a:lvl4pPr>
            <a:lvl5pPr algn="l">
              <a:defRPr sz="1125" b="0">
                <a:solidFill>
                  <a:srgbClr val="A9BCD0"/>
                </a:solidFill>
                <a:latin typeface="Ubuntu Sans"/>
                <a:ea typeface="Ubuntu Sans"/>
                <a:cs typeface="Ubuntu Sans"/>
              </a:defRPr>
            </a:lvl5pPr>
            <a:lvl6pPr algn="l">
              <a:defRPr sz="1125" b="0">
                <a:solidFill>
                  <a:srgbClr val="A9BCD0"/>
                </a:solidFill>
                <a:latin typeface="Ubuntu Sans"/>
                <a:ea typeface="Ubuntu Sans"/>
                <a:cs typeface="Ubuntu Sans"/>
              </a:defRPr>
            </a:lvl6pPr>
            <a:lvl7pPr algn="l">
              <a:defRPr sz="1125" b="0">
                <a:solidFill>
                  <a:srgbClr val="A9BCD0"/>
                </a:solidFill>
                <a:latin typeface="Ubuntu Sans"/>
                <a:ea typeface="Ubuntu Sans"/>
                <a:cs typeface="Ubuntu Sans"/>
              </a:defRPr>
            </a:lvl7pPr>
            <a:lvl8pPr algn="l">
              <a:defRPr sz="1125" b="0">
                <a:solidFill>
                  <a:srgbClr val="A9BCD0"/>
                </a:solidFill>
                <a:latin typeface="Ubuntu Sans"/>
                <a:ea typeface="Ubuntu Sans"/>
                <a:cs typeface="Ubuntu Sans"/>
              </a:defRPr>
            </a:lvl8pPr>
            <a:lvl9pPr algn="l">
              <a:defRPr sz="1125" b="0">
                <a:solidFill>
                  <a:srgbClr val="A9BCD0"/>
                </a:solidFill>
                <a:latin typeface="Ubuntu Sans"/>
                <a:ea typeface="Ubuntu Sans"/>
                <a:cs typeface="Ubuntu Sans"/>
              </a:defRPr>
            </a:lvl9pPr>
          </a:lstStyle>
          <a:p xmlns:a="http://schemas.openxmlformats.org/drawingml/2006/main">
            <a:pPr algn="l">
              <a:defRPr sz="1125" b="0">
                <a:solidFill>
                  <a:srgbClr val="A9BCD0"/>
                </a:solidFill>
                <a:latin typeface="Ubuntu Sans"/>
                <a:ea typeface="Ubuntu Sans"/>
                <a:cs typeface="Ubuntu Sans"/>
              </a:defRPr>
            </a:pPr>
            <a:r>
              <a:rPr sz="1125" b="0">
                <a:solidFill>
                  <a:srgbClr val="A9BCD0"/>
                </a:solidFill>
                <a:latin typeface="Ubuntu Sans"/>
                <a:ea typeface="Ubuntu Sans"/>
                <a:cs typeface="Ubuntu Sans"/>
              </a:rPr>
              <a:t>Constraints and transactions protect workflows when application code fails</a:t>
            </a:r>
          </a:p>
        </p:txBody>
      </p:sp>
      <p:sp>
        <p:nvSpPr>
          <p:cNvPr id="14" name="">
            <a:extLst xmlns:a="http://schemas.openxmlformats.org/drawingml/2006/main">
              <a:ext uri="{FF2B5EF4-FFF2-40B4-BE49-F238E27FC236}">
                <a16:creationId xmlns:a16="http://schemas.microsoft.com/office/drawing/2014/main" id="{DE3EC498-C99D-4BBC-9A49-5C157B94F6A6}"/>
              </a:ext>
            </a:extLst>
          </p:cNvPr>
          <p:cNvSpPr>
            <a:spLocks xmlns:a="http://schemas.openxmlformats.org/drawingml/2006/main" noGrp="1"/>
          </p:cNvSpPr>
          <p:nvPr/>
        </p:nvSpPr>
        <p:spPr>
          <a:xfrm xmlns:a="http://schemas.openxmlformats.org/drawingml/2006/main">
            <a:off x="609600" y="4648200"/>
            <a:ext cx="5143500" cy="1104900"/>
          </a:xfrm>
          <a:prstGeom xmlns:a="http://schemas.openxmlformats.org/drawingml/2006/main" prst="roundRect">
            <a:avLst>
              <a:gd name="adj" fmla="val 10345"/>
            </a:avLst>
          </a:prstGeom>
          <a:solidFill xmlns:a="http://schemas.openxmlformats.org/drawingml/2006/main">
            <a:srgbClr val="10223A"/>
          </a:solidFill>
          <a:ln xmlns:a="http://schemas.openxmlformats.org/drawingml/2006/main" w="11430">
            <a:solidFill>
              <a:srgbClr val="2B4563"/>
            </a:solidFill>
            <a:prstDash val="solid"/>
          </a:ln>
        </p:spPr>
      </p:sp>
      <p:sp>
        <p:nvSpPr>
          <p:cNvPr id="15" name="">
            <a:extLst xmlns:a="http://schemas.openxmlformats.org/drawingml/2006/main">
              <a:ext uri="{FF2B5EF4-FFF2-40B4-BE49-F238E27FC236}">
                <a16:creationId xmlns:a16="http://schemas.microsoft.com/office/drawing/2014/main" id="{52508531-4E63-4662-B569-7896CAE22CC6}"/>
              </a:ext>
            </a:extLst>
          </p:cNvPr>
          <p:cNvSpPr>
            <a:spLocks xmlns:a="http://schemas.openxmlformats.org/drawingml/2006/main" noGrp="1"/>
          </p:cNvSpPr>
          <p:nvPr/>
        </p:nvSpPr>
        <p:spPr>
          <a:xfrm xmlns:a="http://schemas.openxmlformats.org/drawingml/2006/main">
            <a:off x="609600" y="4648200"/>
            <a:ext cx="66675" cy="1104900"/>
          </a:xfrm>
          <a:prstGeom xmlns:a="http://schemas.openxmlformats.org/drawingml/2006/main" prst="roundRect">
            <a:avLst>
              <a:gd name="adj" fmla="val 50000"/>
            </a:avLst>
          </a:prstGeom>
          <a:solidFill xmlns:a="http://schemas.openxmlformats.org/drawingml/2006/main">
            <a:srgbClr val="8A7CFF"/>
          </a:solidFill>
          <a:ln xmlns:a="http://schemas.openxmlformats.org/drawingml/2006/main" w="0">
            <a:solidFill>
              <a:srgbClr val="8A7CFF"/>
            </a:solidFill>
            <a:prstDash val="solid"/>
          </a:ln>
        </p:spPr>
      </p:sp>
      <p:sp>
        <p:nvSpPr>
          <p:cNvPr id="16" name="">
            <a:extLst xmlns:a="http://schemas.openxmlformats.org/drawingml/2006/main">
              <a:ext uri="{FF2B5EF4-FFF2-40B4-BE49-F238E27FC236}">
                <a16:creationId xmlns:a16="http://schemas.microsoft.com/office/drawing/2014/main" id="{A95085FE-FB10-44EC-AF63-D127568D216A}"/>
              </a:ext>
            </a:extLst>
          </p:cNvPr>
          <p:cNvSpPr>
            <a:spLocks xmlns:a="http://schemas.openxmlformats.org/drawingml/2006/main" noGrp="1"/>
          </p:cNvSpPr>
          <p:nvPr/>
        </p:nvSpPr>
        <p:spPr>
          <a:xfrm xmlns:a="http://schemas.openxmlformats.org/drawingml/2006/main">
            <a:off x="819150" y="4762500"/>
            <a:ext cx="4819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F4F8FF"/>
                </a:solidFill>
                <a:latin typeface="Ubuntu Sans"/>
                <a:ea typeface="Ubuntu Sans"/>
                <a:cs typeface="Ubuntu Sans"/>
              </a:defRPr>
            </a:defPPr>
            <a:lvl1pPr algn="l">
              <a:defRPr sz="1575" b="1">
                <a:solidFill>
                  <a:srgbClr val="F4F8FF"/>
                </a:solidFill>
                <a:latin typeface="Ubuntu Sans"/>
                <a:ea typeface="Ubuntu Sans"/>
                <a:cs typeface="Ubuntu Sans"/>
              </a:defRPr>
            </a:lvl1pPr>
            <a:lvl2pPr algn="l">
              <a:defRPr sz="1575" b="1">
                <a:solidFill>
                  <a:srgbClr val="F4F8FF"/>
                </a:solidFill>
                <a:latin typeface="Ubuntu Sans"/>
                <a:ea typeface="Ubuntu Sans"/>
                <a:cs typeface="Ubuntu Sans"/>
              </a:defRPr>
            </a:lvl2pPr>
            <a:lvl3pPr algn="l">
              <a:defRPr sz="1575" b="1">
                <a:solidFill>
                  <a:srgbClr val="F4F8FF"/>
                </a:solidFill>
                <a:latin typeface="Ubuntu Sans"/>
                <a:ea typeface="Ubuntu Sans"/>
                <a:cs typeface="Ubuntu Sans"/>
              </a:defRPr>
            </a:lvl3pPr>
            <a:lvl4pPr algn="l">
              <a:defRPr sz="1575" b="1">
                <a:solidFill>
                  <a:srgbClr val="F4F8FF"/>
                </a:solidFill>
                <a:latin typeface="Ubuntu Sans"/>
                <a:ea typeface="Ubuntu Sans"/>
                <a:cs typeface="Ubuntu Sans"/>
              </a:defRPr>
            </a:lvl4pPr>
            <a:lvl5pPr algn="l">
              <a:defRPr sz="1575" b="1">
                <a:solidFill>
                  <a:srgbClr val="F4F8FF"/>
                </a:solidFill>
                <a:latin typeface="Ubuntu Sans"/>
                <a:ea typeface="Ubuntu Sans"/>
                <a:cs typeface="Ubuntu Sans"/>
              </a:defRPr>
            </a:lvl5pPr>
            <a:lvl6pPr algn="l">
              <a:defRPr sz="1575" b="1">
                <a:solidFill>
                  <a:srgbClr val="F4F8FF"/>
                </a:solidFill>
                <a:latin typeface="Ubuntu Sans"/>
                <a:ea typeface="Ubuntu Sans"/>
                <a:cs typeface="Ubuntu Sans"/>
              </a:defRPr>
            </a:lvl6pPr>
            <a:lvl7pPr algn="l">
              <a:defRPr sz="1575" b="1">
                <a:solidFill>
                  <a:srgbClr val="F4F8FF"/>
                </a:solidFill>
                <a:latin typeface="Ubuntu Sans"/>
                <a:ea typeface="Ubuntu Sans"/>
                <a:cs typeface="Ubuntu Sans"/>
              </a:defRPr>
            </a:lvl7pPr>
            <a:lvl8pPr algn="l">
              <a:defRPr sz="1575" b="1">
                <a:solidFill>
                  <a:srgbClr val="F4F8FF"/>
                </a:solidFill>
                <a:latin typeface="Ubuntu Sans"/>
                <a:ea typeface="Ubuntu Sans"/>
                <a:cs typeface="Ubuntu Sans"/>
              </a:defRPr>
            </a:lvl8pPr>
            <a:lvl9pPr algn="l">
              <a:defRPr sz="1575" b="1">
                <a:solidFill>
                  <a:srgbClr val="F4F8FF"/>
                </a:solidFill>
                <a:latin typeface="Ubuntu Sans"/>
                <a:ea typeface="Ubuntu Sans"/>
                <a:cs typeface="Ubuntu Sans"/>
              </a:defRPr>
            </a:lvl9pPr>
          </a:lstStyle>
          <a:p xmlns:a="http://schemas.openxmlformats.org/drawingml/2006/main">
            <a:pPr algn="l">
              <a:defRPr sz="1575" b="1">
                <a:solidFill>
                  <a:srgbClr val="F4F8FF"/>
                </a:solidFill>
                <a:latin typeface="Ubuntu Sans"/>
                <a:ea typeface="Ubuntu Sans"/>
                <a:cs typeface="Ubuntu Sans"/>
              </a:defRPr>
            </a:pPr>
            <a:r>
              <a:rPr sz="1575" b="1">
                <a:solidFill>
                  <a:srgbClr val="F4F8FF"/>
                </a:solidFill>
                <a:latin typeface="Ubuntu Sans"/>
                <a:ea typeface="Ubuntu Sans"/>
                <a:cs typeface="Ubuntu Sans"/>
              </a:rPr>
              <a:t>Slow work needs durability</a:t>
            </a:r>
          </a:p>
        </p:txBody>
      </p:sp>
      <p:sp>
        <p:nvSpPr>
          <p:cNvPr id="17" name="">
            <a:extLst xmlns:a="http://schemas.openxmlformats.org/drawingml/2006/main">
              <a:ext uri="{FF2B5EF4-FFF2-40B4-BE49-F238E27FC236}">
                <a16:creationId xmlns:a16="http://schemas.microsoft.com/office/drawing/2014/main" id="{F68D98E4-BF36-4B99-8E50-B046DB707B0B}"/>
              </a:ext>
            </a:extLst>
          </p:cNvPr>
          <p:cNvSpPr>
            <a:spLocks xmlns:a="http://schemas.openxmlformats.org/drawingml/2006/main" noGrp="1"/>
          </p:cNvSpPr>
          <p:nvPr/>
        </p:nvSpPr>
        <p:spPr>
          <a:xfrm xmlns:a="http://schemas.openxmlformats.org/drawingml/2006/main">
            <a:off x="819150" y="5057775"/>
            <a:ext cx="4819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A9BCD0"/>
                </a:solidFill>
                <a:latin typeface="Ubuntu Sans"/>
                <a:ea typeface="Ubuntu Sans"/>
                <a:cs typeface="Ubuntu Sans"/>
              </a:defRPr>
            </a:defPPr>
            <a:lvl1pPr algn="l">
              <a:defRPr sz="1125" b="0">
                <a:solidFill>
                  <a:srgbClr val="A9BCD0"/>
                </a:solidFill>
                <a:latin typeface="Ubuntu Sans"/>
                <a:ea typeface="Ubuntu Sans"/>
                <a:cs typeface="Ubuntu Sans"/>
              </a:defRPr>
            </a:lvl1pPr>
            <a:lvl2pPr algn="l">
              <a:defRPr sz="1125" b="0">
                <a:solidFill>
                  <a:srgbClr val="A9BCD0"/>
                </a:solidFill>
                <a:latin typeface="Ubuntu Sans"/>
                <a:ea typeface="Ubuntu Sans"/>
                <a:cs typeface="Ubuntu Sans"/>
              </a:defRPr>
            </a:lvl2pPr>
            <a:lvl3pPr algn="l">
              <a:defRPr sz="1125" b="0">
                <a:solidFill>
                  <a:srgbClr val="A9BCD0"/>
                </a:solidFill>
                <a:latin typeface="Ubuntu Sans"/>
                <a:ea typeface="Ubuntu Sans"/>
                <a:cs typeface="Ubuntu Sans"/>
              </a:defRPr>
            </a:lvl3pPr>
            <a:lvl4pPr algn="l">
              <a:defRPr sz="1125" b="0">
                <a:solidFill>
                  <a:srgbClr val="A9BCD0"/>
                </a:solidFill>
                <a:latin typeface="Ubuntu Sans"/>
                <a:ea typeface="Ubuntu Sans"/>
                <a:cs typeface="Ubuntu Sans"/>
              </a:defRPr>
            </a:lvl4pPr>
            <a:lvl5pPr algn="l">
              <a:defRPr sz="1125" b="0">
                <a:solidFill>
                  <a:srgbClr val="A9BCD0"/>
                </a:solidFill>
                <a:latin typeface="Ubuntu Sans"/>
                <a:ea typeface="Ubuntu Sans"/>
                <a:cs typeface="Ubuntu Sans"/>
              </a:defRPr>
            </a:lvl5pPr>
            <a:lvl6pPr algn="l">
              <a:defRPr sz="1125" b="0">
                <a:solidFill>
                  <a:srgbClr val="A9BCD0"/>
                </a:solidFill>
                <a:latin typeface="Ubuntu Sans"/>
                <a:ea typeface="Ubuntu Sans"/>
                <a:cs typeface="Ubuntu Sans"/>
              </a:defRPr>
            </a:lvl6pPr>
            <a:lvl7pPr algn="l">
              <a:defRPr sz="1125" b="0">
                <a:solidFill>
                  <a:srgbClr val="A9BCD0"/>
                </a:solidFill>
                <a:latin typeface="Ubuntu Sans"/>
                <a:ea typeface="Ubuntu Sans"/>
                <a:cs typeface="Ubuntu Sans"/>
              </a:defRPr>
            </a:lvl7pPr>
            <a:lvl8pPr algn="l">
              <a:defRPr sz="1125" b="0">
                <a:solidFill>
                  <a:srgbClr val="A9BCD0"/>
                </a:solidFill>
                <a:latin typeface="Ubuntu Sans"/>
                <a:ea typeface="Ubuntu Sans"/>
                <a:cs typeface="Ubuntu Sans"/>
              </a:defRPr>
            </a:lvl8pPr>
            <a:lvl9pPr algn="l">
              <a:defRPr sz="1125" b="0">
                <a:solidFill>
                  <a:srgbClr val="A9BCD0"/>
                </a:solidFill>
                <a:latin typeface="Ubuntu Sans"/>
                <a:ea typeface="Ubuntu Sans"/>
                <a:cs typeface="Ubuntu Sans"/>
              </a:defRPr>
            </a:lvl9pPr>
          </a:lstStyle>
          <a:p xmlns:a="http://schemas.openxmlformats.org/drawingml/2006/main">
            <a:pPr algn="l">
              <a:defRPr sz="1125" b="0">
                <a:solidFill>
                  <a:srgbClr val="A9BCD0"/>
                </a:solidFill>
                <a:latin typeface="Ubuntu Sans"/>
                <a:ea typeface="Ubuntu Sans"/>
                <a:cs typeface="Ubuntu Sans"/>
              </a:defRPr>
            </a:pPr>
            <a:r>
              <a:rPr sz="1125" b="0">
                <a:solidFill>
                  <a:srgbClr val="A9BCD0"/>
                </a:solidFill>
                <a:latin typeface="Ubuntu Sans"/>
                <a:ea typeface="Ubuntu Sans"/>
                <a:cs typeface="Ubuntu Sans"/>
              </a:rPr>
              <a:t>Outboxes and workers protect AI and email jobs from process restarts</a:t>
            </a:r>
          </a:p>
        </p:txBody>
      </p:sp>
      <p:sp>
        <p:nvSpPr>
          <p:cNvPr id="18" name="">
            <a:extLst xmlns:a="http://schemas.openxmlformats.org/drawingml/2006/main">
              <a:ext uri="{FF2B5EF4-FFF2-40B4-BE49-F238E27FC236}">
                <a16:creationId xmlns:a16="http://schemas.microsoft.com/office/drawing/2014/main" id="{E5405A56-7D0C-4BA0-84B2-199D330575CA}"/>
              </a:ext>
            </a:extLst>
          </p:cNvPr>
          <p:cNvSpPr>
            <a:spLocks xmlns:a="http://schemas.openxmlformats.org/drawingml/2006/main" noGrp="1"/>
          </p:cNvSpPr>
          <p:nvPr/>
        </p:nvSpPr>
        <p:spPr>
          <a:xfrm xmlns:a="http://schemas.openxmlformats.org/drawingml/2006/main">
            <a:off x="6667500" y="2019300"/>
            <a:ext cx="4000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8571"/>
          </a:bodyPr>
          <a:lstStyle xmlns:a="http://schemas.openxmlformats.org/drawingml/2006/main">
            <a:defPPr algn="l">
              <a:defRPr sz="2100" b="1">
                <a:solidFill>
                  <a:srgbClr val="FFCA6A"/>
                </a:solidFill>
                <a:latin typeface="Ubuntu Sans"/>
                <a:ea typeface="Ubuntu Sans"/>
                <a:cs typeface="Ubuntu Sans"/>
              </a:defRPr>
            </a:defPPr>
            <a:lvl1pPr algn="l">
              <a:defRPr sz="2100" b="1">
                <a:solidFill>
                  <a:srgbClr val="FFCA6A"/>
                </a:solidFill>
                <a:latin typeface="Ubuntu Sans"/>
                <a:ea typeface="Ubuntu Sans"/>
                <a:cs typeface="Ubuntu Sans"/>
              </a:defRPr>
            </a:lvl1pPr>
            <a:lvl2pPr algn="l">
              <a:defRPr sz="2100" b="1">
                <a:solidFill>
                  <a:srgbClr val="FFCA6A"/>
                </a:solidFill>
                <a:latin typeface="Ubuntu Sans"/>
                <a:ea typeface="Ubuntu Sans"/>
                <a:cs typeface="Ubuntu Sans"/>
              </a:defRPr>
            </a:lvl2pPr>
            <a:lvl3pPr algn="l">
              <a:defRPr sz="2100" b="1">
                <a:solidFill>
                  <a:srgbClr val="FFCA6A"/>
                </a:solidFill>
                <a:latin typeface="Ubuntu Sans"/>
                <a:ea typeface="Ubuntu Sans"/>
                <a:cs typeface="Ubuntu Sans"/>
              </a:defRPr>
            </a:lvl3pPr>
            <a:lvl4pPr algn="l">
              <a:defRPr sz="2100" b="1">
                <a:solidFill>
                  <a:srgbClr val="FFCA6A"/>
                </a:solidFill>
                <a:latin typeface="Ubuntu Sans"/>
                <a:ea typeface="Ubuntu Sans"/>
                <a:cs typeface="Ubuntu Sans"/>
              </a:defRPr>
            </a:lvl4pPr>
            <a:lvl5pPr algn="l">
              <a:defRPr sz="2100" b="1">
                <a:solidFill>
                  <a:srgbClr val="FFCA6A"/>
                </a:solidFill>
                <a:latin typeface="Ubuntu Sans"/>
                <a:ea typeface="Ubuntu Sans"/>
                <a:cs typeface="Ubuntu Sans"/>
              </a:defRPr>
            </a:lvl5pPr>
            <a:lvl6pPr algn="l">
              <a:defRPr sz="2100" b="1">
                <a:solidFill>
                  <a:srgbClr val="FFCA6A"/>
                </a:solidFill>
                <a:latin typeface="Ubuntu Sans"/>
                <a:ea typeface="Ubuntu Sans"/>
                <a:cs typeface="Ubuntu Sans"/>
              </a:defRPr>
            </a:lvl6pPr>
            <a:lvl7pPr algn="l">
              <a:defRPr sz="2100" b="1">
                <a:solidFill>
                  <a:srgbClr val="FFCA6A"/>
                </a:solidFill>
                <a:latin typeface="Ubuntu Sans"/>
                <a:ea typeface="Ubuntu Sans"/>
                <a:cs typeface="Ubuntu Sans"/>
              </a:defRPr>
            </a:lvl7pPr>
            <a:lvl8pPr algn="l">
              <a:defRPr sz="2100" b="1">
                <a:solidFill>
                  <a:srgbClr val="FFCA6A"/>
                </a:solidFill>
                <a:latin typeface="Ubuntu Sans"/>
                <a:ea typeface="Ubuntu Sans"/>
                <a:cs typeface="Ubuntu Sans"/>
              </a:defRPr>
            </a:lvl8pPr>
            <a:lvl9pPr algn="l">
              <a:defRPr sz="2100" b="1">
                <a:solidFill>
                  <a:srgbClr val="FFCA6A"/>
                </a:solidFill>
                <a:latin typeface="Ubuntu Sans"/>
                <a:ea typeface="Ubuntu Sans"/>
                <a:cs typeface="Ubuntu Sans"/>
              </a:defRPr>
            </a:lvl9pPr>
          </a:lstStyle>
          <a:p xmlns:a="http://schemas.openxmlformats.org/drawingml/2006/main">
            <a:pPr algn="l">
              <a:defRPr sz="2100" b="1">
                <a:solidFill>
                  <a:srgbClr val="FFCA6A"/>
                </a:solidFill>
                <a:latin typeface="Ubuntu Sans"/>
                <a:ea typeface="Ubuntu Sans"/>
                <a:cs typeface="Ubuntu Sans"/>
              </a:defRPr>
            </a:pPr>
            <a:r>
              <a:rPr sz="2100" b="1">
                <a:solidFill>
                  <a:srgbClr val="FFCA6A"/>
                </a:solidFill>
                <a:latin typeface="Ubuntu Sans"/>
                <a:ea typeface="Ubuntu Sans"/>
                <a:cs typeface="Ubuntu Sans"/>
              </a:rPr>
              <a:t>Next improvements</a:t>
            </a:r>
          </a:p>
        </p:txBody>
      </p:sp>
      <p:sp>
        <p:nvSpPr>
          <p:cNvPr id="19" name="">
            <a:extLst xmlns:a="http://schemas.openxmlformats.org/drawingml/2006/main">
              <a:ext uri="{FF2B5EF4-FFF2-40B4-BE49-F238E27FC236}">
                <a16:creationId xmlns:a16="http://schemas.microsoft.com/office/drawing/2014/main" id="{17F28A6D-7A99-4769-A3BC-6BECF08DCA86}"/>
              </a:ext>
            </a:extLst>
          </p:cNvPr>
          <p:cNvSpPr>
            <a:spLocks xmlns:a="http://schemas.openxmlformats.org/drawingml/2006/main" noGrp="1"/>
          </p:cNvSpPr>
          <p:nvPr/>
        </p:nvSpPr>
        <p:spPr>
          <a:xfrm xmlns:a="http://schemas.openxmlformats.org/drawingml/2006/main">
            <a:off x="6667500" y="2628900"/>
            <a:ext cx="400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125" b="1">
                <a:solidFill>
                  <a:srgbClr val="2FD6D3"/>
                </a:solidFill>
                <a:latin typeface="Ubuntu Sans"/>
                <a:ea typeface="Ubuntu Sans"/>
                <a:cs typeface="Ubuntu Sans"/>
              </a:defRPr>
            </a:defPPr>
            <a:lvl1pPr algn="l">
              <a:defRPr sz="1125" b="1">
                <a:solidFill>
                  <a:srgbClr val="2FD6D3"/>
                </a:solidFill>
                <a:latin typeface="Ubuntu Sans"/>
                <a:ea typeface="Ubuntu Sans"/>
                <a:cs typeface="Ubuntu Sans"/>
              </a:defRPr>
            </a:lvl1pPr>
            <a:lvl2pPr algn="l">
              <a:defRPr sz="1125" b="1">
                <a:solidFill>
                  <a:srgbClr val="2FD6D3"/>
                </a:solidFill>
                <a:latin typeface="Ubuntu Sans"/>
                <a:ea typeface="Ubuntu Sans"/>
                <a:cs typeface="Ubuntu Sans"/>
              </a:defRPr>
            </a:lvl2pPr>
            <a:lvl3pPr algn="l">
              <a:defRPr sz="1125" b="1">
                <a:solidFill>
                  <a:srgbClr val="2FD6D3"/>
                </a:solidFill>
                <a:latin typeface="Ubuntu Sans"/>
                <a:ea typeface="Ubuntu Sans"/>
                <a:cs typeface="Ubuntu Sans"/>
              </a:defRPr>
            </a:lvl3pPr>
            <a:lvl4pPr algn="l">
              <a:defRPr sz="1125" b="1">
                <a:solidFill>
                  <a:srgbClr val="2FD6D3"/>
                </a:solidFill>
                <a:latin typeface="Ubuntu Sans"/>
                <a:ea typeface="Ubuntu Sans"/>
                <a:cs typeface="Ubuntu Sans"/>
              </a:defRPr>
            </a:lvl4pPr>
            <a:lvl5pPr algn="l">
              <a:defRPr sz="1125" b="1">
                <a:solidFill>
                  <a:srgbClr val="2FD6D3"/>
                </a:solidFill>
                <a:latin typeface="Ubuntu Sans"/>
                <a:ea typeface="Ubuntu Sans"/>
                <a:cs typeface="Ubuntu Sans"/>
              </a:defRPr>
            </a:lvl5pPr>
            <a:lvl6pPr algn="l">
              <a:defRPr sz="1125" b="1">
                <a:solidFill>
                  <a:srgbClr val="2FD6D3"/>
                </a:solidFill>
                <a:latin typeface="Ubuntu Sans"/>
                <a:ea typeface="Ubuntu Sans"/>
                <a:cs typeface="Ubuntu Sans"/>
              </a:defRPr>
            </a:lvl6pPr>
            <a:lvl7pPr algn="l">
              <a:defRPr sz="1125" b="1">
                <a:solidFill>
                  <a:srgbClr val="2FD6D3"/>
                </a:solidFill>
                <a:latin typeface="Ubuntu Sans"/>
                <a:ea typeface="Ubuntu Sans"/>
                <a:cs typeface="Ubuntu Sans"/>
              </a:defRPr>
            </a:lvl7pPr>
            <a:lvl8pPr algn="l">
              <a:defRPr sz="1125" b="1">
                <a:solidFill>
                  <a:srgbClr val="2FD6D3"/>
                </a:solidFill>
                <a:latin typeface="Ubuntu Sans"/>
                <a:ea typeface="Ubuntu Sans"/>
                <a:cs typeface="Ubuntu Sans"/>
              </a:defRPr>
            </a:lvl8pPr>
            <a:lvl9pPr algn="l">
              <a:defRPr sz="1125" b="1">
                <a:solidFill>
                  <a:srgbClr val="2FD6D3"/>
                </a:solidFill>
                <a:latin typeface="Ubuntu Sans"/>
                <a:ea typeface="Ubuntu Sans"/>
                <a:cs typeface="Ubuntu Sans"/>
              </a:defRPr>
            </a:lvl9pPr>
          </a:lstStyle>
          <a:p xmlns:a="http://schemas.openxmlformats.org/drawingml/2006/main">
            <a:pPr algn="l">
              <a:defRPr sz="1125" b="1">
                <a:solidFill>
                  <a:srgbClr val="2FD6D3"/>
                </a:solidFill>
                <a:latin typeface="Ubuntu Sans"/>
                <a:ea typeface="Ubuntu Sans"/>
                <a:cs typeface="Ubuntu Sans"/>
              </a:defRPr>
            </a:pPr>
            <a:r>
              <a:rPr sz="1125" b="1">
                <a:solidFill>
                  <a:srgbClr val="2FD6D3"/>
                </a:solidFill>
                <a:latin typeface="Ubuntu Sans"/>
                <a:ea typeface="Ubuntu Sans"/>
                <a:cs typeface="Ubuntu Sans"/>
              </a:rPr>
              <a:t>01</a:t>
            </a:r>
          </a:p>
        </p:txBody>
      </p:sp>
      <p:sp>
        <p:nvSpPr>
          <p:cNvPr id="20" name="">
            <a:extLst xmlns:a="http://schemas.openxmlformats.org/drawingml/2006/main">
              <a:ext uri="{FF2B5EF4-FFF2-40B4-BE49-F238E27FC236}">
                <a16:creationId xmlns:a16="http://schemas.microsoft.com/office/drawing/2014/main" id="{752C053F-2ADF-4E65-B2A7-1E846EABF0CE}"/>
              </a:ext>
            </a:extLst>
          </p:cNvPr>
          <p:cNvSpPr>
            <a:spLocks xmlns:a="http://schemas.openxmlformats.org/drawingml/2006/main" noGrp="1"/>
          </p:cNvSpPr>
          <p:nvPr/>
        </p:nvSpPr>
        <p:spPr>
          <a:xfrm xmlns:a="http://schemas.openxmlformats.org/drawingml/2006/main">
            <a:off x="7162800" y="2571750"/>
            <a:ext cx="4000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425" b="0">
                <a:solidFill>
                  <a:srgbClr val="A9BCD0"/>
                </a:solidFill>
                <a:latin typeface="Ubuntu Sans"/>
                <a:ea typeface="Ubuntu Sans"/>
                <a:cs typeface="Ubuntu Sans"/>
              </a:defRPr>
            </a:defPPr>
            <a:lvl1pPr algn="l">
              <a:defRPr sz="1425" b="0">
                <a:solidFill>
                  <a:srgbClr val="A9BCD0"/>
                </a:solidFill>
                <a:latin typeface="Ubuntu Sans"/>
                <a:ea typeface="Ubuntu Sans"/>
                <a:cs typeface="Ubuntu Sans"/>
              </a:defRPr>
            </a:lvl1pPr>
            <a:lvl2pPr algn="l">
              <a:defRPr sz="1425" b="0">
                <a:solidFill>
                  <a:srgbClr val="A9BCD0"/>
                </a:solidFill>
                <a:latin typeface="Ubuntu Sans"/>
                <a:ea typeface="Ubuntu Sans"/>
                <a:cs typeface="Ubuntu Sans"/>
              </a:defRPr>
            </a:lvl2pPr>
            <a:lvl3pPr algn="l">
              <a:defRPr sz="1425" b="0">
                <a:solidFill>
                  <a:srgbClr val="A9BCD0"/>
                </a:solidFill>
                <a:latin typeface="Ubuntu Sans"/>
                <a:ea typeface="Ubuntu Sans"/>
                <a:cs typeface="Ubuntu Sans"/>
              </a:defRPr>
            </a:lvl3pPr>
            <a:lvl4pPr algn="l">
              <a:defRPr sz="1425" b="0">
                <a:solidFill>
                  <a:srgbClr val="A9BCD0"/>
                </a:solidFill>
                <a:latin typeface="Ubuntu Sans"/>
                <a:ea typeface="Ubuntu Sans"/>
                <a:cs typeface="Ubuntu Sans"/>
              </a:defRPr>
            </a:lvl4pPr>
            <a:lvl5pPr algn="l">
              <a:defRPr sz="1425" b="0">
                <a:solidFill>
                  <a:srgbClr val="A9BCD0"/>
                </a:solidFill>
                <a:latin typeface="Ubuntu Sans"/>
                <a:ea typeface="Ubuntu Sans"/>
                <a:cs typeface="Ubuntu Sans"/>
              </a:defRPr>
            </a:lvl5pPr>
            <a:lvl6pPr algn="l">
              <a:defRPr sz="1425" b="0">
                <a:solidFill>
                  <a:srgbClr val="A9BCD0"/>
                </a:solidFill>
                <a:latin typeface="Ubuntu Sans"/>
                <a:ea typeface="Ubuntu Sans"/>
                <a:cs typeface="Ubuntu Sans"/>
              </a:defRPr>
            </a:lvl6pPr>
            <a:lvl7pPr algn="l">
              <a:defRPr sz="1425" b="0">
                <a:solidFill>
                  <a:srgbClr val="A9BCD0"/>
                </a:solidFill>
                <a:latin typeface="Ubuntu Sans"/>
                <a:ea typeface="Ubuntu Sans"/>
                <a:cs typeface="Ubuntu Sans"/>
              </a:defRPr>
            </a:lvl7pPr>
            <a:lvl8pPr algn="l">
              <a:defRPr sz="1425" b="0">
                <a:solidFill>
                  <a:srgbClr val="A9BCD0"/>
                </a:solidFill>
                <a:latin typeface="Ubuntu Sans"/>
                <a:ea typeface="Ubuntu Sans"/>
                <a:cs typeface="Ubuntu Sans"/>
              </a:defRPr>
            </a:lvl8pPr>
            <a:lvl9pPr algn="l">
              <a:defRPr sz="1425" b="0">
                <a:solidFill>
                  <a:srgbClr val="A9BCD0"/>
                </a:solidFill>
                <a:latin typeface="Ubuntu Sans"/>
                <a:ea typeface="Ubuntu Sans"/>
                <a:cs typeface="Ubuntu Sans"/>
              </a:defRPr>
            </a:lvl9pPr>
          </a:lstStyle>
          <a:p xmlns:a="http://schemas.openxmlformats.org/drawingml/2006/main">
            <a:pPr algn="l">
              <a:defRPr sz="1425" b="0">
                <a:solidFill>
                  <a:srgbClr val="A9BCD0"/>
                </a:solidFill>
                <a:latin typeface="Ubuntu Sans"/>
                <a:ea typeface="Ubuntu Sans"/>
                <a:cs typeface="Ubuntu Sans"/>
              </a:defRPr>
            </a:pPr>
            <a:r>
              <a:rPr sz="1425" b="0">
                <a:solidFill>
                  <a:srgbClr val="A9BCD0"/>
                </a:solidFill>
                <a:latin typeface="Ubuntu Sans"/>
                <a:ea typeface="Ubuntu Sans"/>
                <a:cs typeface="Ubuntu Sans"/>
              </a:rPr>
              <a:t>Expand load and stress testing</a:t>
            </a:r>
          </a:p>
        </p:txBody>
      </p:sp>
      <p:sp>
        <p:nvSpPr>
          <p:cNvPr id="21" name="">
            <a:extLst xmlns:a="http://schemas.openxmlformats.org/drawingml/2006/main">
              <a:ext uri="{FF2B5EF4-FFF2-40B4-BE49-F238E27FC236}">
                <a16:creationId xmlns:a16="http://schemas.microsoft.com/office/drawing/2014/main" id="{68905DAD-D3BA-411C-BBF1-79559D7513A7}"/>
              </a:ext>
            </a:extLst>
          </p:cNvPr>
          <p:cNvSpPr>
            <a:spLocks xmlns:a="http://schemas.openxmlformats.org/drawingml/2006/main" noGrp="1"/>
          </p:cNvSpPr>
          <p:nvPr/>
        </p:nvSpPr>
        <p:spPr>
          <a:xfrm xmlns:a="http://schemas.openxmlformats.org/drawingml/2006/main">
            <a:off x="6667500" y="3124200"/>
            <a:ext cx="400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125" b="1">
                <a:solidFill>
                  <a:srgbClr val="2FD6D3"/>
                </a:solidFill>
                <a:latin typeface="Ubuntu Sans"/>
                <a:ea typeface="Ubuntu Sans"/>
                <a:cs typeface="Ubuntu Sans"/>
              </a:defRPr>
            </a:defPPr>
            <a:lvl1pPr algn="l">
              <a:defRPr sz="1125" b="1">
                <a:solidFill>
                  <a:srgbClr val="2FD6D3"/>
                </a:solidFill>
                <a:latin typeface="Ubuntu Sans"/>
                <a:ea typeface="Ubuntu Sans"/>
                <a:cs typeface="Ubuntu Sans"/>
              </a:defRPr>
            </a:lvl1pPr>
            <a:lvl2pPr algn="l">
              <a:defRPr sz="1125" b="1">
                <a:solidFill>
                  <a:srgbClr val="2FD6D3"/>
                </a:solidFill>
                <a:latin typeface="Ubuntu Sans"/>
                <a:ea typeface="Ubuntu Sans"/>
                <a:cs typeface="Ubuntu Sans"/>
              </a:defRPr>
            </a:lvl2pPr>
            <a:lvl3pPr algn="l">
              <a:defRPr sz="1125" b="1">
                <a:solidFill>
                  <a:srgbClr val="2FD6D3"/>
                </a:solidFill>
                <a:latin typeface="Ubuntu Sans"/>
                <a:ea typeface="Ubuntu Sans"/>
                <a:cs typeface="Ubuntu Sans"/>
              </a:defRPr>
            </a:lvl3pPr>
            <a:lvl4pPr algn="l">
              <a:defRPr sz="1125" b="1">
                <a:solidFill>
                  <a:srgbClr val="2FD6D3"/>
                </a:solidFill>
                <a:latin typeface="Ubuntu Sans"/>
                <a:ea typeface="Ubuntu Sans"/>
                <a:cs typeface="Ubuntu Sans"/>
              </a:defRPr>
            </a:lvl4pPr>
            <a:lvl5pPr algn="l">
              <a:defRPr sz="1125" b="1">
                <a:solidFill>
                  <a:srgbClr val="2FD6D3"/>
                </a:solidFill>
                <a:latin typeface="Ubuntu Sans"/>
                <a:ea typeface="Ubuntu Sans"/>
                <a:cs typeface="Ubuntu Sans"/>
              </a:defRPr>
            </a:lvl5pPr>
            <a:lvl6pPr algn="l">
              <a:defRPr sz="1125" b="1">
                <a:solidFill>
                  <a:srgbClr val="2FD6D3"/>
                </a:solidFill>
                <a:latin typeface="Ubuntu Sans"/>
                <a:ea typeface="Ubuntu Sans"/>
                <a:cs typeface="Ubuntu Sans"/>
              </a:defRPr>
            </a:lvl6pPr>
            <a:lvl7pPr algn="l">
              <a:defRPr sz="1125" b="1">
                <a:solidFill>
                  <a:srgbClr val="2FD6D3"/>
                </a:solidFill>
                <a:latin typeface="Ubuntu Sans"/>
                <a:ea typeface="Ubuntu Sans"/>
                <a:cs typeface="Ubuntu Sans"/>
              </a:defRPr>
            </a:lvl7pPr>
            <a:lvl8pPr algn="l">
              <a:defRPr sz="1125" b="1">
                <a:solidFill>
                  <a:srgbClr val="2FD6D3"/>
                </a:solidFill>
                <a:latin typeface="Ubuntu Sans"/>
                <a:ea typeface="Ubuntu Sans"/>
                <a:cs typeface="Ubuntu Sans"/>
              </a:defRPr>
            </a:lvl8pPr>
            <a:lvl9pPr algn="l">
              <a:defRPr sz="1125" b="1">
                <a:solidFill>
                  <a:srgbClr val="2FD6D3"/>
                </a:solidFill>
                <a:latin typeface="Ubuntu Sans"/>
                <a:ea typeface="Ubuntu Sans"/>
                <a:cs typeface="Ubuntu Sans"/>
              </a:defRPr>
            </a:lvl9pPr>
          </a:lstStyle>
          <a:p xmlns:a="http://schemas.openxmlformats.org/drawingml/2006/main">
            <a:pPr algn="l">
              <a:defRPr sz="1125" b="1">
                <a:solidFill>
                  <a:srgbClr val="2FD6D3"/>
                </a:solidFill>
                <a:latin typeface="Ubuntu Sans"/>
                <a:ea typeface="Ubuntu Sans"/>
                <a:cs typeface="Ubuntu Sans"/>
              </a:defRPr>
            </a:pPr>
            <a:r>
              <a:rPr sz="1125" b="1">
                <a:solidFill>
                  <a:srgbClr val="2FD6D3"/>
                </a:solidFill>
                <a:latin typeface="Ubuntu Sans"/>
                <a:ea typeface="Ubuntu Sans"/>
                <a:cs typeface="Ubuntu Sans"/>
              </a:rPr>
              <a:t>02</a:t>
            </a:r>
          </a:p>
        </p:txBody>
      </p:sp>
      <p:sp>
        <p:nvSpPr>
          <p:cNvPr id="22" name="">
            <a:extLst xmlns:a="http://schemas.openxmlformats.org/drawingml/2006/main">
              <a:ext uri="{FF2B5EF4-FFF2-40B4-BE49-F238E27FC236}">
                <a16:creationId xmlns:a16="http://schemas.microsoft.com/office/drawing/2014/main" id="{78AFBCEF-6406-4A67-94B3-AA8EC45A3CA9}"/>
              </a:ext>
            </a:extLst>
          </p:cNvPr>
          <p:cNvSpPr>
            <a:spLocks xmlns:a="http://schemas.openxmlformats.org/drawingml/2006/main" noGrp="1"/>
          </p:cNvSpPr>
          <p:nvPr/>
        </p:nvSpPr>
        <p:spPr>
          <a:xfrm xmlns:a="http://schemas.openxmlformats.org/drawingml/2006/main">
            <a:off x="7162800" y="3067050"/>
            <a:ext cx="4000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425" b="0">
                <a:solidFill>
                  <a:srgbClr val="A9BCD0"/>
                </a:solidFill>
                <a:latin typeface="Ubuntu Sans"/>
                <a:ea typeface="Ubuntu Sans"/>
                <a:cs typeface="Ubuntu Sans"/>
              </a:defRPr>
            </a:defPPr>
            <a:lvl1pPr algn="l">
              <a:defRPr sz="1425" b="0">
                <a:solidFill>
                  <a:srgbClr val="A9BCD0"/>
                </a:solidFill>
                <a:latin typeface="Ubuntu Sans"/>
                <a:ea typeface="Ubuntu Sans"/>
                <a:cs typeface="Ubuntu Sans"/>
              </a:defRPr>
            </a:lvl1pPr>
            <a:lvl2pPr algn="l">
              <a:defRPr sz="1425" b="0">
                <a:solidFill>
                  <a:srgbClr val="A9BCD0"/>
                </a:solidFill>
                <a:latin typeface="Ubuntu Sans"/>
                <a:ea typeface="Ubuntu Sans"/>
                <a:cs typeface="Ubuntu Sans"/>
              </a:defRPr>
            </a:lvl2pPr>
            <a:lvl3pPr algn="l">
              <a:defRPr sz="1425" b="0">
                <a:solidFill>
                  <a:srgbClr val="A9BCD0"/>
                </a:solidFill>
                <a:latin typeface="Ubuntu Sans"/>
                <a:ea typeface="Ubuntu Sans"/>
                <a:cs typeface="Ubuntu Sans"/>
              </a:defRPr>
            </a:lvl3pPr>
            <a:lvl4pPr algn="l">
              <a:defRPr sz="1425" b="0">
                <a:solidFill>
                  <a:srgbClr val="A9BCD0"/>
                </a:solidFill>
                <a:latin typeface="Ubuntu Sans"/>
                <a:ea typeface="Ubuntu Sans"/>
                <a:cs typeface="Ubuntu Sans"/>
              </a:defRPr>
            </a:lvl4pPr>
            <a:lvl5pPr algn="l">
              <a:defRPr sz="1425" b="0">
                <a:solidFill>
                  <a:srgbClr val="A9BCD0"/>
                </a:solidFill>
                <a:latin typeface="Ubuntu Sans"/>
                <a:ea typeface="Ubuntu Sans"/>
                <a:cs typeface="Ubuntu Sans"/>
              </a:defRPr>
            </a:lvl5pPr>
            <a:lvl6pPr algn="l">
              <a:defRPr sz="1425" b="0">
                <a:solidFill>
                  <a:srgbClr val="A9BCD0"/>
                </a:solidFill>
                <a:latin typeface="Ubuntu Sans"/>
                <a:ea typeface="Ubuntu Sans"/>
                <a:cs typeface="Ubuntu Sans"/>
              </a:defRPr>
            </a:lvl6pPr>
            <a:lvl7pPr algn="l">
              <a:defRPr sz="1425" b="0">
                <a:solidFill>
                  <a:srgbClr val="A9BCD0"/>
                </a:solidFill>
                <a:latin typeface="Ubuntu Sans"/>
                <a:ea typeface="Ubuntu Sans"/>
                <a:cs typeface="Ubuntu Sans"/>
              </a:defRPr>
            </a:lvl7pPr>
            <a:lvl8pPr algn="l">
              <a:defRPr sz="1425" b="0">
                <a:solidFill>
                  <a:srgbClr val="A9BCD0"/>
                </a:solidFill>
                <a:latin typeface="Ubuntu Sans"/>
                <a:ea typeface="Ubuntu Sans"/>
                <a:cs typeface="Ubuntu Sans"/>
              </a:defRPr>
            </a:lvl8pPr>
            <a:lvl9pPr algn="l">
              <a:defRPr sz="1425" b="0">
                <a:solidFill>
                  <a:srgbClr val="A9BCD0"/>
                </a:solidFill>
                <a:latin typeface="Ubuntu Sans"/>
                <a:ea typeface="Ubuntu Sans"/>
                <a:cs typeface="Ubuntu Sans"/>
              </a:defRPr>
            </a:lvl9pPr>
          </a:lstStyle>
          <a:p xmlns:a="http://schemas.openxmlformats.org/drawingml/2006/main">
            <a:pPr algn="l">
              <a:defRPr sz="1425" b="0">
                <a:solidFill>
                  <a:srgbClr val="A9BCD0"/>
                </a:solidFill>
                <a:latin typeface="Ubuntu Sans"/>
                <a:ea typeface="Ubuntu Sans"/>
                <a:cs typeface="Ubuntu Sans"/>
              </a:defRPr>
            </a:pPr>
            <a:r>
              <a:rPr sz="1425" b="0">
                <a:solidFill>
                  <a:srgbClr val="A9BCD0"/>
                </a:solidFill>
                <a:latin typeface="Ubuntu Sans"/>
                <a:ea typeface="Ubuntu Sans"/>
                <a:cs typeface="Ubuntu Sans"/>
              </a:rPr>
              <a:t>Add distributed tracing across API and workers</a:t>
            </a:r>
          </a:p>
        </p:txBody>
      </p:sp>
      <p:sp>
        <p:nvSpPr>
          <p:cNvPr id="23" name="">
            <a:extLst xmlns:a="http://schemas.openxmlformats.org/drawingml/2006/main">
              <a:ext uri="{FF2B5EF4-FFF2-40B4-BE49-F238E27FC236}">
                <a16:creationId xmlns:a16="http://schemas.microsoft.com/office/drawing/2014/main" id="{93A0218E-78D8-49C2-8A29-10A923524CF2}"/>
              </a:ext>
            </a:extLst>
          </p:cNvPr>
          <p:cNvSpPr>
            <a:spLocks xmlns:a="http://schemas.openxmlformats.org/drawingml/2006/main" noGrp="1"/>
          </p:cNvSpPr>
          <p:nvPr/>
        </p:nvSpPr>
        <p:spPr>
          <a:xfrm xmlns:a="http://schemas.openxmlformats.org/drawingml/2006/main">
            <a:off x="6667500" y="3619500"/>
            <a:ext cx="400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125" b="1">
                <a:solidFill>
                  <a:srgbClr val="2FD6D3"/>
                </a:solidFill>
                <a:latin typeface="Ubuntu Sans"/>
                <a:ea typeface="Ubuntu Sans"/>
                <a:cs typeface="Ubuntu Sans"/>
              </a:defRPr>
            </a:defPPr>
            <a:lvl1pPr algn="l">
              <a:defRPr sz="1125" b="1">
                <a:solidFill>
                  <a:srgbClr val="2FD6D3"/>
                </a:solidFill>
                <a:latin typeface="Ubuntu Sans"/>
                <a:ea typeface="Ubuntu Sans"/>
                <a:cs typeface="Ubuntu Sans"/>
              </a:defRPr>
            </a:lvl1pPr>
            <a:lvl2pPr algn="l">
              <a:defRPr sz="1125" b="1">
                <a:solidFill>
                  <a:srgbClr val="2FD6D3"/>
                </a:solidFill>
                <a:latin typeface="Ubuntu Sans"/>
                <a:ea typeface="Ubuntu Sans"/>
                <a:cs typeface="Ubuntu Sans"/>
              </a:defRPr>
            </a:lvl2pPr>
            <a:lvl3pPr algn="l">
              <a:defRPr sz="1125" b="1">
                <a:solidFill>
                  <a:srgbClr val="2FD6D3"/>
                </a:solidFill>
                <a:latin typeface="Ubuntu Sans"/>
                <a:ea typeface="Ubuntu Sans"/>
                <a:cs typeface="Ubuntu Sans"/>
              </a:defRPr>
            </a:lvl3pPr>
            <a:lvl4pPr algn="l">
              <a:defRPr sz="1125" b="1">
                <a:solidFill>
                  <a:srgbClr val="2FD6D3"/>
                </a:solidFill>
                <a:latin typeface="Ubuntu Sans"/>
                <a:ea typeface="Ubuntu Sans"/>
                <a:cs typeface="Ubuntu Sans"/>
              </a:defRPr>
            </a:lvl4pPr>
            <a:lvl5pPr algn="l">
              <a:defRPr sz="1125" b="1">
                <a:solidFill>
                  <a:srgbClr val="2FD6D3"/>
                </a:solidFill>
                <a:latin typeface="Ubuntu Sans"/>
                <a:ea typeface="Ubuntu Sans"/>
                <a:cs typeface="Ubuntu Sans"/>
              </a:defRPr>
            </a:lvl5pPr>
            <a:lvl6pPr algn="l">
              <a:defRPr sz="1125" b="1">
                <a:solidFill>
                  <a:srgbClr val="2FD6D3"/>
                </a:solidFill>
                <a:latin typeface="Ubuntu Sans"/>
                <a:ea typeface="Ubuntu Sans"/>
                <a:cs typeface="Ubuntu Sans"/>
              </a:defRPr>
            </a:lvl6pPr>
            <a:lvl7pPr algn="l">
              <a:defRPr sz="1125" b="1">
                <a:solidFill>
                  <a:srgbClr val="2FD6D3"/>
                </a:solidFill>
                <a:latin typeface="Ubuntu Sans"/>
                <a:ea typeface="Ubuntu Sans"/>
                <a:cs typeface="Ubuntu Sans"/>
              </a:defRPr>
            </a:lvl7pPr>
            <a:lvl8pPr algn="l">
              <a:defRPr sz="1125" b="1">
                <a:solidFill>
                  <a:srgbClr val="2FD6D3"/>
                </a:solidFill>
                <a:latin typeface="Ubuntu Sans"/>
                <a:ea typeface="Ubuntu Sans"/>
                <a:cs typeface="Ubuntu Sans"/>
              </a:defRPr>
            </a:lvl8pPr>
            <a:lvl9pPr algn="l">
              <a:defRPr sz="1125" b="1">
                <a:solidFill>
                  <a:srgbClr val="2FD6D3"/>
                </a:solidFill>
                <a:latin typeface="Ubuntu Sans"/>
                <a:ea typeface="Ubuntu Sans"/>
                <a:cs typeface="Ubuntu Sans"/>
              </a:defRPr>
            </a:lvl9pPr>
          </a:lstStyle>
          <a:p xmlns:a="http://schemas.openxmlformats.org/drawingml/2006/main">
            <a:pPr algn="l">
              <a:defRPr sz="1125" b="1">
                <a:solidFill>
                  <a:srgbClr val="2FD6D3"/>
                </a:solidFill>
                <a:latin typeface="Ubuntu Sans"/>
                <a:ea typeface="Ubuntu Sans"/>
                <a:cs typeface="Ubuntu Sans"/>
              </a:defRPr>
            </a:pPr>
            <a:r>
              <a:rPr sz="1125" b="1">
                <a:solidFill>
                  <a:srgbClr val="2FD6D3"/>
                </a:solidFill>
                <a:latin typeface="Ubuntu Sans"/>
                <a:ea typeface="Ubuntu Sans"/>
                <a:cs typeface="Ubuntu Sans"/>
              </a:rPr>
              <a:t>03</a:t>
            </a:r>
          </a:p>
        </p:txBody>
      </p:sp>
      <p:sp>
        <p:nvSpPr>
          <p:cNvPr id="24" name="">
            <a:extLst xmlns:a="http://schemas.openxmlformats.org/drawingml/2006/main">
              <a:ext uri="{FF2B5EF4-FFF2-40B4-BE49-F238E27FC236}">
                <a16:creationId xmlns:a16="http://schemas.microsoft.com/office/drawing/2014/main" id="{138CDC57-89B6-4D50-9534-176BA3A80DAE}"/>
              </a:ext>
            </a:extLst>
          </p:cNvPr>
          <p:cNvSpPr>
            <a:spLocks xmlns:a="http://schemas.openxmlformats.org/drawingml/2006/main" noGrp="1"/>
          </p:cNvSpPr>
          <p:nvPr/>
        </p:nvSpPr>
        <p:spPr>
          <a:xfrm xmlns:a="http://schemas.openxmlformats.org/drawingml/2006/main">
            <a:off x="7162800" y="3562350"/>
            <a:ext cx="4000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425" b="0">
                <a:solidFill>
                  <a:srgbClr val="A9BCD0"/>
                </a:solidFill>
                <a:latin typeface="Ubuntu Sans"/>
                <a:ea typeface="Ubuntu Sans"/>
                <a:cs typeface="Ubuntu Sans"/>
              </a:defRPr>
            </a:defPPr>
            <a:lvl1pPr algn="l">
              <a:defRPr sz="1425" b="0">
                <a:solidFill>
                  <a:srgbClr val="A9BCD0"/>
                </a:solidFill>
                <a:latin typeface="Ubuntu Sans"/>
                <a:ea typeface="Ubuntu Sans"/>
                <a:cs typeface="Ubuntu Sans"/>
              </a:defRPr>
            </a:lvl1pPr>
            <a:lvl2pPr algn="l">
              <a:defRPr sz="1425" b="0">
                <a:solidFill>
                  <a:srgbClr val="A9BCD0"/>
                </a:solidFill>
                <a:latin typeface="Ubuntu Sans"/>
                <a:ea typeface="Ubuntu Sans"/>
                <a:cs typeface="Ubuntu Sans"/>
              </a:defRPr>
            </a:lvl2pPr>
            <a:lvl3pPr algn="l">
              <a:defRPr sz="1425" b="0">
                <a:solidFill>
                  <a:srgbClr val="A9BCD0"/>
                </a:solidFill>
                <a:latin typeface="Ubuntu Sans"/>
                <a:ea typeface="Ubuntu Sans"/>
                <a:cs typeface="Ubuntu Sans"/>
              </a:defRPr>
            </a:lvl3pPr>
            <a:lvl4pPr algn="l">
              <a:defRPr sz="1425" b="0">
                <a:solidFill>
                  <a:srgbClr val="A9BCD0"/>
                </a:solidFill>
                <a:latin typeface="Ubuntu Sans"/>
                <a:ea typeface="Ubuntu Sans"/>
                <a:cs typeface="Ubuntu Sans"/>
              </a:defRPr>
            </a:lvl4pPr>
            <a:lvl5pPr algn="l">
              <a:defRPr sz="1425" b="0">
                <a:solidFill>
                  <a:srgbClr val="A9BCD0"/>
                </a:solidFill>
                <a:latin typeface="Ubuntu Sans"/>
                <a:ea typeface="Ubuntu Sans"/>
                <a:cs typeface="Ubuntu Sans"/>
              </a:defRPr>
            </a:lvl5pPr>
            <a:lvl6pPr algn="l">
              <a:defRPr sz="1425" b="0">
                <a:solidFill>
                  <a:srgbClr val="A9BCD0"/>
                </a:solidFill>
                <a:latin typeface="Ubuntu Sans"/>
                <a:ea typeface="Ubuntu Sans"/>
                <a:cs typeface="Ubuntu Sans"/>
              </a:defRPr>
            </a:lvl6pPr>
            <a:lvl7pPr algn="l">
              <a:defRPr sz="1425" b="0">
                <a:solidFill>
                  <a:srgbClr val="A9BCD0"/>
                </a:solidFill>
                <a:latin typeface="Ubuntu Sans"/>
                <a:ea typeface="Ubuntu Sans"/>
                <a:cs typeface="Ubuntu Sans"/>
              </a:defRPr>
            </a:lvl7pPr>
            <a:lvl8pPr algn="l">
              <a:defRPr sz="1425" b="0">
                <a:solidFill>
                  <a:srgbClr val="A9BCD0"/>
                </a:solidFill>
                <a:latin typeface="Ubuntu Sans"/>
                <a:ea typeface="Ubuntu Sans"/>
                <a:cs typeface="Ubuntu Sans"/>
              </a:defRPr>
            </a:lvl8pPr>
            <a:lvl9pPr algn="l">
              <a:defRPr sz="1425" b="0">
                <a:solidFill>
                  <a:srgbClr val="A9BCD0"/>
                </a:solidFill>
                <a:latin typeface="Ubuntu Sans"/>
                <a:ea typeface="Ubuntu Sans"/>
                <a:cs typeface="Ubuntu Sans"/>
              </a:defRPr>
            </a:lvl9pPr>
          </a:lstStyle>
          <a:p xmlns:a="http://schemas.openxmlformats.org/drawingml/2006/main">
            <a:pPr algn="l">
              <a:defRPr sz="1425" b="0">
                <a:solidFill>
                  <a:srgbClr val="A9BCD0"/>
                </a:solidFill>
                <a:latin typeface="Ubuntu Sans"/>
                <a:ea typeface="Ubuntu Sans"/>
                <a:cs typeface="Ubuntu Sans"/>
              </a:defRPr>
            </a:pPr>
            <a:r>
              <a:rPr sz="1425" b="0">
                <a:solidFill>
                  <a:srgbClr val="A9BCD0"/>
                </a:solidFill>
                <a:latin typeface="Ubuntu Sans"/>
                <a:ea typeface="Ubuntu Sans"/>
                <a:cs typeface="Ubuntu Sans"/>
              </a:rPr>
              <a:t>Improve job retry and failure dashboards</a:t>
            </a:r>
          </a:p>
        </p:txBody>
      </p:sp>
      <p:sp>
        <p:nvSpPr>
          <p:cNvPr id="25" name="">
            <a:extLst xmlns:a="http://schemas.openxmlformats.org/drawingml/2006/main">
              <a:ext uri="{FF2B5EF4-FFF2-40B4-BE49-F238E27FC236}">
                <a16:creationId xmlns:a16="http://schemas.microsoft.com/office/drawing/2014/main" id="{251B89B1-66F6-4A5E-A04D-10E8C980A759}"/>
              </a:ext>
            </a:extLst>
          </p:cNvPr>
          <p:cNvSpPr>
            <a:spLocks xmlns:a="http://schemas.openxmlformats.org/drawingml/2006/main" noGrp="1"/>
          </p:cNvSpPr>
          <p:nvPr/>
        </p:nvSpPr>
        <p:spPr>
          <a:xfrm xmlns:a="http://schemas.openxmlformats.org/drawingml/2006/main">
            <a:off x="6667500" y="4114800"/>
            <a:ext cx="400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125" b="1">
                <a:solidFill>
                  <a:srgbClr val="2FD6D3"/>
                </a:solidFill>
                <a:latin typeface="Ubuntu Sans"/>
                <a:ea typeface="Ubuntu Sans"/>
                <a:cs typeface="Ubuntu Sans"/>
              </a:defRPr>
            </a:defPPr>
            <a:lvl1pPr algn="l">
              <a:defRPr sz="1125" b="1">
                <a:solidFill>
                  <a:srgbClr val="2FD6D3"/>
                </a:solidFill>
                <a:latin typeface="Ubuntu Sans"/>
                <a:ea typeface="Ubuntu Sans"/>
                <a:cs typeface="Ubuntu Sans"/>
              </a:defRPr>
            </a:lvl1pPr>
            <a:lvl2pPr algn="l">
              <a:defRPr sz="1125" b="1">
                <a:solidFill>
                  <a:srgbClr val="2FD6D3"/>
                </a:solidFill>
                <a:latin typeface="Ubuntu Sans"/>
                <a:ea typeface="Ubuntu Sans"/>
                <a:cs typeface="Ubuntu Sans"/>
              </a:defRPr>
            </a:lvl2pPr>
            <a:lvl3pPr algn="l">
              <a:defRPr sz="1125" b="1">
                <a:solidFill>
                  <a:srgbClr val="2FD6D3"/>
                </a:solidFill>
                <a:latin typeface="Ubuntu Sans"/>
                <a:ea typeface="Ubuntu Sans"/>
                <a:cs typeface="Ubuntu Sans"/>
              </a:defRPr>
            </a:lvl3pPr>
            <a:lvl4pPr algn="l">
              <a:defRPr sz="1125" b="1">
                <a:solidFill>
                  <a:srgbClr val="2FD6D3"/>
                </a:solidFill>
                <a:latin typeface="Ubuntu Sans"/>
                <a:ea typeface="Ubuntu Sans"/>
                <a:cs typeface="Ubuntu Sans"/>
              </a:defRPr>
            </a:lvl4pPr>
            <a:lvl5pPr algn="l">
              <a:defRPr sz="1125" b="1">
                <a:solidFill>
                  <a:srgbClr val="2FD6D3"/>
                </a:solidFill>
                <a:latin typeface="Ubuntu Sans"/>
                <a:ea typeface="Ubuntu Sans"/>
                <a:cs typeface="Ubuntu Sans"/>
              </a:defRPr>
            </a:lvl5pPr>
            <a:lvl6pPr algn="l">
              <a:defRPr sz="1125" b="1">
                <a:solidFill>
                  <a:srgbClr val="2FD6D3"/>
                </a:solidFill>
                <a:latin typeface="Ubuntu Sans"/>
                <a:ea typeface="Ubuntu Sans"/>
                <a:cs typeface="Ubuntu Sans"/>
              </a:defRPr>
            </a:lvl6pPr>
            <a:lvl7pPr algn="l">
              <a:defRPr sz="1125" b="1">
                <a:solidFill>
                  <a:srgbClr val="2FD6D3"/>
                </a:solidFill>
                <a:latin typeface="Ubuntu Sans"/>
                <a:ea typeface="Ubuntu Sans"/>
                <a:cs typeface="Ubuntu Sans"/>
              </a:defRPr>
            </a:lvl7pPr>
            <a:lvl8pPr algn="l">
              <a:defRPr sz="1125" b="1">
                <a:solidFill>
                  <a:srgbClr val="2FD6D3"/>
                </a:solidFill>
                <a:latin typeface="Ubuntu Sans"/>
                <a:ea typeface="Ubuntu Sans"/>
                <a:cs typeface="Ubuntu Sans"/>
              </a:defRPr>
            </a:lvl8pPr>
            <a:lvl9pPr algn="l">
              <a:defRPr sz="1125" b="1">
                <a:solidFill>
                  <a:srgbClr val="2FD6D3"/>
                </a:solidFill>
                <a:latin typeface="Ubuntu Sans"/>
                <a:ea typeface="Ubuntu Sans"/>
                <a:cs typeface="Ubuntu Sans"/>
              </a:defRPr>
            </a:lvl9pPr>
          </a:lstStyle>
          <a:p xmlns:a="http://schemas.openxmlformats.org/drawingml/2006/main">
            <a:pPr algn="l">
              <a:defRPr sz="1125" b="1">
                <a:solidFill>
                  <a:srgbClr val="2FD6D3"/>
                </a:solidFill>
                <a:latin typeface="Ubuntu Sans"/>
                <a:ea typeface="Ubuntu Sans"/>
                <a:cs typeface="Ubuntu Sans"/>
              </a:defRPr>
            </a:pPr>
            <a:r>
              <a:rPr sz="1125" b="1">
                <a:solidFill>
                  <a:srgbClr val="2FD6D3"/>
                </a:solidFill>
                <a:latin typeface="Ubuntu Sans"/>
                <a:ea typeface="Ubuntu Sans"/>
                <a:cs typeface="Ubuntu Sans"/>
              </a:rPr>
              <a:t>04</a:t>
            </a:r>
          </a:p>
        </p:txBody>
      </p:sp>
      <p:sp>
        <p:nvSpPr>
          <p:cNvPr id="26" name="">
            <a:extLst xmlns:a="http://schemas.openxmlformats.org/drawingml/2006/main">
              <a:ext uri="{FF2B5EF4-FFF2-40B4-BE49-F238E27FC236}">
                <a16:creationId xmlns:a16="http://schemas.microsoft.com/office/drawing/2014/main" id="{E1BB8003-89AA-4687-AA54-DB8266E00720}"/>
              </a:ext>
            </a:extLst>
          </p:cNvPr>
          <p:cNvSpPr>
            <a:spLocks xmlns:a="http://schemas.openxmlformats.org/drawingml/2006/main" noGrp="1"/>
          </p:cNvSpPr>
          <p:nvPr/>
        </p:nvSpPr>
        <p:spPr>
          <a:xfrm xmlns:a="http://schemas.openxmlformats.org/drawingml/2006/main">
            <a:off x="7162800" y="4057650"/>
            <a:ext cx="4000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425" b="0">
                <a:solidFill>
                  <a:srgbClr val="A9BCD0"/>
                </a:solidFill>
                <a:latin typeface="Ubuntu Sans"/>
                <a:ea typeface="Ubuntu Sans"/>
                <a:cs typeface="Ubuntu Sans"/>
              </a:defRPr>
            </a:defPPr>
            <a:lvl1pPr algn="l">
              <a:defRPr sz="1425" b="0">
                <a:solidFill>
                  <a:srgbClr val="A9BCD0"/>
                </a:solidFill>
                <a:latin typeface="Ubuntu Sans"/>
                <a:ea typeface="Ubuntu Sans"/>
                <a:cs typeface="Ubuntu Sans"/>
              </a:defRPr>
            </a:lvl1pPr>
            <a:lvl2pPr algn="l">
              <a:defRPr sz="1425" b="0">
                <a:solidFill>
                  <a:srgbClr val="A9BCD0"/>
                </a:solidFill>
                <a:latin typeface="Ubuntu Sans"/>
                <a:ea typeface="Ubuntu Sans"/>
                <a:cs typeface="Ubuntu Sans"/>
              </a:defRPr>
            </a:lvl2pPr>
            <a:lvl3pPr algn="l">
              <a:defRPr sz="1425" b="0">
                <a:solidFill>
                  <a:srgbClr val="A9BCD0"/>
                </a:solidFill>
                <a:latin typeface="Ubuntu Sans"/>
                <a:ea typeface="Ubuntu Sans"/>
                <a:cs typeface="Ubuntu Sans"/>
              </a:defRPr>
            </a:lvl3pPr>
            <a:lvl4pPr algn="l">
              <a:defRPr sz="1425" b="0">
                <a:solidFill>
                  <a:srgbClr val="A9BCD0"/>
                </a:solidFill>
                <a:latin typeface="Ubuntu Sans"/>
                <a:ea typeface="Ubuntu Sans"/>
                <a:cs typeface="Ubuntu Sans"/>
              </a:defRPr>
            </a:lvl4pPr>
            <a:lvl5pPr algn="l">
              <a:defRPr sz="1425" b="0">
                <a:solidFill>
                  <a:srgbClr val="A9BCD0"/>
                </a:solidFill>
                <a:latin typeface="Ubuntu Sans"/>
                <a:ea typeface="Ubuntu Sans"/>
                <a:cs typeface="Ubuntu Sans"/>
              </a:defRPr>
            </a:lvl5pPr>
            <a:lvl6pPr algn="l">
              <a:defRPr sz="1425" b="0">
                <a:solidFill>
                  <a:srgbClr val="A9BCD0"/>
                </a:solidFill>
                <a:latin typeface="Ubuntu Sans"/>
                <a:ea typeface="Ubuntu Sans"/>
                <a:cs typeface="Ubuntu Sans"/>
              </a:defRPr>
            </a:lvl6pPr>
            <a:lvl7pPr algn="l">
              <a:defRPr sz="1425" b="0">
                <a:solidFill>
                  <a:srgbClr val="A9BCD0"/>
                </a:solidFill>
                <a:latin typeface="Ubuntu Sans"/>
                <a:ea typeface="Ubuntu Sans"/>
                <a:cs typeface="Ubuntu Sans"/>
              </a:defRPr>
            </a:lvl7pPr>
            <a:lvl8pPr algn="l">
              <a:defRPr sz="1425" b="0">
                <a:solidFill>
                  <a:srgbClr val="A9BCD0"/>
                </a:solidFill>
                <a:latin typeface="Ubuntu Sans"/>
                <a:ea typeface="Ubuntu Sans"/>
                <a:cs typeface="Ubuntu Sans"/>
              </a:defRPr>
            </a:lvl8pPr>
            <a:lvl9pPr algn="l">
              <a:defRPr sz="1425" b="0">
                <a:solidFill>
                  <a:srgbClr val="A9BCD0"/>
                </a:solidFill>
                <a:latin typeface="Ubuntu Sans"/>
                <a:ea typeface="Ubuntu Sans"/>
                <a:cs typeface="Ubuntu Sans"/>
              </a:defRPr>
            </a:lvl9pPr>
          </a:lstStyle>
          <a:p xmlns:a="http://schemas.openxmlformats.org/drawingml/2006/main">
            <a:pPr algn="l">
              <a:defRPr sz="1425" b="0">
                <a:solidFill>
                  <a:srgbClr val="A9BCD0"/>
                </a:solidFill>
                <a:latin typeface="Ubuntu Sans"/>
                <a:ea typeface="Ubuntu Sans"/>
                <a:cs typeface="Ubuntu Sans"/>
              </a:defRPr>
            </a:pPr>
            <a:r>
              <a:rPr sz="1425" b="0">
                <a:solidFill>
                  <a:srgbClr val="A9BCD0"/>
                </a:solidFill>
                <a:latin typeface="Ubuntu Sans"/>
                <a:ea typeface="Ubuntu Sans"/>
                <a:cs typeface="Ubuntu Sans"/>
              </a:rPr>
              <a:t>Profile expensive queries and indexes</a:t>
            </a:r>
          </a:p>
        </p:txBody>
      </p:sp>
      <p:sp>
        <p:nvSpPr>
          <p:cNvPr id="27" name="">
            <a:extLst xmlns:a="http://schemas.openxmlformats.org/drawingml/2006/main">
              <a:ext uri="{FF2B5EF4-FFF2-40B4-BE49-F238E27FC236}">
                <a16:creationId xmlns:a16="http://schemas.microsoft.com/office/drawing/2014/main" id="{BBBBAC3F-BC65-496C-8185-6351D90A7086}"/>
              </a:ext>
            </a:extLst>
          </p:cNvPr>
          <p:cNvSpPr>
            <a:spLocks xmlns:a="http://schemas.openxmlformats.org/drawingml/2006/main" noGrp="1"/>
          </p:cNvSpPr>
          <p:nvPr/>
        </p:nvSpPr>
        <p:spPr>
          <a:xfrm xmlns:a="http://schemas.openxmlformats.org/drawingml/2006/main">
            <a:off x="6667500" y="4610100"/>
            <a:ext cx="400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125" b="1">
                <a:solidFill>
                  <a:srgbClr val="2FD6D3"/>
                </a:solidFill>
                <a:latin typeface="Ubuntu Sans"/>
                <a:ea typeface="Ubuntu Sans"/>
                <a:cs typeface="Ubuntu Sans"/>
              </a:defRPr>
            </a:defPPr>
            <a:lvl1pPr algn="l">
              <a:defRPr sz="1125" b="1">
                <a:solidFill>
                  <a:srgbClr val="2FD6D3"/>
                </a:solidFill>
                <a:latin typeface="Ubuntu Sans"/>
                <a:ea typeface="Ubuntu Sans"/>
                <a:cs typeface="Ubuntu Sans"/>
              </a:defRPr>
            </a:lvl1pPr>
            <a:lvl2pPr algn="l">
              <a:defRPr sz="1125" b="1">
                <a:solidFill>
                  <a:srgbClr val="2FD6D3"/>
                </a:solidFill>
                <a:latin typeface="Ubuntu Sans"/>
                <a:ea typeface="Ubuntu Sans"/>
                <a:cs typeface="Ubuntu Sans"/>
              </a:defRPr>
            </a:lvl2pPr>
            <a:lvl3pPr algn="l">
              <a:defRPr sz="1125" b="1">
                <a:solidFill>
                  <a:srgbClr val="2FD6D3"/>
                </a:solidFill>
                <a:latin typeface="Ubuntu Sans"/>
                <a:ea typeface="Ubuntu Sans"/>
                <a:cs typeface="Ubuntu Sans"/>
              </a:defRPr>
            </a:lvl3pPr>
            <a:lvl4pPr algn="l">
              <a:defRPr sz="1125" b="1">
                <a:solidFill>
                  <a:srgbClr val="2FD6D3"/>
                </a:solidFill>
                <a:latin typeface="Ubuntu Sans"/>
                <a:ea typeface="Ubuntu Sans"/>
                <a:cs typeface="Ubuntu Sans"/>
              </a:defRPr>
            </a:lvl4pPr>
            <a:lvl5pPr algn="l">
              <a:defRPr sz="1125" b="1">
                <a:solidFill>
                  <a:srgbClr val="2FD6D3"/>
                </a:solidFill>
                <a:latin typeface="Ubuntu Sans"/>
                <a:ea typeface="Ubuntu Sans"/>
                <a:cs typeface="Ubuntu Sans"/>
              </a:defRPr>
            </a:lvl5pPr>
            <a:lvl6pPr algn="l">
              <a:defRPr sz="1125" b="1">
                <a:solidFill>
                  <a:srgbClr val="2FD6D3"/>
                </a:solidFill>
                <a:latin typeface="Ubuntu Sans"/>
                <a:ea typeface="Ubuntu Sans"/>
                <a:cs typeface="Ubuntu Sans"/>
              </a:defRPr>
            </a:lvl6pPr>
            <a:lvl7pPr algn="l">
              <a:defRPr sz="1125" b="1">
                <a:solidFill>
                  <a:srgbClr val="2FD6D3"/>
                </a:solidFill>
                <a:latin typeface="Ubuntu Sans"/>
                <a:ea typeface="Ubuntu Sans"/>
                <a:cs typeface="Ubuntu Sans"/>
              </a:defRPr>
            </a:lvl7pPr>
            <a:lvl8pPr algn="l">
              <a:defRPr sz="1125" b="1">
                <a:solidFill>
                  <a:srgbClr val="2FD6D3"/>
                </a:solidFill>
                <a:latin typeface="Ubuntu Sans"/>
                <a:ea typeface="Ubuntu Sans"/>
                <a:cs typeface="Ubuntu Sans"/>
              </a:defRPr>
            </a:lvl8pPr>
            <a:lvl9pPr algn="l">
              <a:defRPr sz="1125" b="1">
                <a:solidFill>
                  <a:srgbClr val="2FD6D3"/>
                </a:solidFill>
                <a:latin typeface="Ubuntu Sans"/>
                <a:ea typeface="Ubuntu Sans"/>
                <a:cs typeface="Ubuntu Sans"/>
              </a:defRPr>
            </a:lvl9pPr>
          </a:lstStyle>
          <a:p xmlns:a="http://schemas.openxmlformats.org/drawingml/2006/main">
            <a:pPr algn="l">
              <a:defRPr sz="1125" b="1">
                <a:solidFill>
                  <a:srgbClr val="2FD6D3"/>
                </a:solidFill>
                <a:latin typeface="Ubuntu Sans"/>
                <a:ea typeface="Ubuntu Sans"/>
                <a:cs typeface="Ubuntu Sans"/>
              </a:defRPr>
            </a:pPr>
            <a:r>
              <a:rPr sz="1125" b="1">
                <a:solidFill>
                  <a:srgbClr val="2FD6D3"/>
                </a:solidFill>
                <a:latin typeface="Ubuntu Sans"/>
                <a:ea typeface="Ubuntu Sans"/>
                <a:cs typeface="Ubuntu Sans"/>
              </a:rPr>
              <a:t>05</a:t>
            </a:r>
          </a:p>
        </p:txBody>
      </p:sp>
      <p:sp>
        <p:nvSpPr>
          <p:cNvPr id="28" name="">
            <a:extLst xmlns:a="http://schemas.openxmlformats.org/drawingml/2006/main">
              <a:ext uri="{FF2B5EF4-FFF2-40B4-BE49-F238E27FC236}">
                <a16:creationId xmlns:a16="http://schemas.microsoft.com/office/drawing/2014/main" id="{DBA21AD2-11B6-4A42-82D5-BF0CE7B90B36}"/>
              </a:ext>
            </a:extLst>
          </p:cNvPr>
          <p:cNvSpPr>
            <a:spLocks xmlns:a="http://schemas.openxmlformats.org/drawingml/2006/main" noGrp="1"/>
          </p:cNvSpPr>
          <p:nvPr/>
        </p:nvSpPr>
        <p:spPr>
          <a:xfrm xmlns:a="http://schemas.openxmlformats.org/drawingml/2006/main">
            <a:off x="7162800" y="4552950"/>
            <a:ext cx="4000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425" b="0">
                <a:solidFill>
                  <a:srgbClr val="A9BCD0"/>
                </a:solidFill>
                <a:latin typeface="Ubuntu Sans"/>
                <a:ea typeface="Ubuntu Sans"/>
                <a:cs typeface="Ubuntu Sans"/>
              </a:defRPr>
            </a:defPPr>
            <a:lvl1pPr algn="l">
              <a:defRPr sz="1425" b="0">
                <a:solidFill>
                  <a:srgbClr val="A9BCD0"/>
                </a:solidFill>
                <a:latin typeface="Ubuntu Sans"/>
                <a:ea typeface="Ubuntu Sans"/>
                <a:cs typeface="Ubuntu Sans"/>
              </a:defRPr>
            </a:lvl1pPr>
            <a:lvl2pPr algn="l">
              <a:defRPr sz="1425" b="0">
                <a:solidFill>
                  <a:srgbClr val="A9BCD0"/>
                </a:solidFill>
                <a:latin typeface="Ubuntu Sans"/>
                <a:ea typeface="Ubuntu Sans"/>
                <a:cs typeface="Ubuntu Sans"/>
              </a:defRPr>
            </a:lvl2pPr>
            <a:lvl3pPr algn="l">
              <a:defRPr sz="1425" b="0">
                <a:solidFill>
                  <a:srgbClr val="A9BCD0"/>
                </a:solidFill>
                <a:latin typeface="Ubuntu Sans"/>
                <a:ea typeface="Ubuntu Sans"/>
                <a:cs typeface="Ubuntu Sans"/>
              </a:defRPr>
            </a:lvl3pPr>
            <a:lvl4pPr algn="l">
              <a:defRPr sz="1425" b="0">
                <a:solidFill>
                  <a:srgbClr val="A9BCD0"/>
                </a:solidFill>
                <a:latin typeface="Ubuntu Sans"/>
                <a:ea typeface="Ubuntu Sans"/>
                <a:cs typeface="Ubuntu Sans"/>
              </a:defRPr>
            </a:lvl4pPr>
            <a:lvl5pPr algn="l">
              <a:defRPr sz="1425" b="0">
                <a:solidFill>
                  <a:srgbClr val="A9BCD0"/>
                </a:solidFill>
                <a:latin typeface="Ubuntu Sans"/>
                <a:ea typeface="Ubuntu Sans"/>
                <a:cs typeface="Ubuntu Sans"/>
              </a:defRPr>
            </a:lvl5pPr>
            <a:lvl6pPr algn="l">
              <a:defRPr sz="1425" b="0">
                <a:solidFill>
                  <a:srgbClr val="A9BCD0"/>
                </a:solidFill>
                <a:latin typeface="Ubuntu Sans"/>
                <a:ea typeface="Ubuntu Sans"/>
                <a:cs typeface="Ubuntu Sans"/>
              </a:defRPr>
            </a:lvl6pPr>
            <a:lvl7pPr algn="l">
              <a:defRPr sz="1425" b="0">
                <a:solidFill>
                  <a:srgbClr val="A9BCD0"/>
                </a:solidFill>
                <a:latin typeface="Ubuntu Sans"/>
                <a:ea typeface="Ubuntu Sans"/>
                <a:cs typeface="Ubuntu Sans"/>
              </a:defRPr>
            </a:lvl7pPr>
            <a:lvl8pPr algn="l">
              <a:defRPr sz="1425" b="0">
                <a:solidFill>
                  <a:srgbClr val="A9BCD0"/>
                </a:solidFill>
                <a:latin typeface="Ubuntu Sans"/>
                <a:ea typeface="Ubuntu Sans"/>
                <a:cs typeface="Ubuntu Sans"/>
              </a:defRPr>
            </a:lvl8pPr>
            <a:lvl9pPr algn="l">
              <a:defRPr sz="1425" b="0">
                <a:solidFill>
                  <a:srgbClr val="A9BCD0"/>
                </a:solidFill>
                <a:latin typeface="Ubuntu Sans"/>
                <a:ea typeface="Ubuntu Sans"/>
                <a:cs typeface="Ubuntu Sans"/>
              </a:defRPr>
            </a:lvl9pPr>
          </a:lstStyle>
          <a:p xmlns:a="http://schemas.openxmlformats.org/drawingml/2006/main">
            <a:pPr algn="l">
              <a:defRPr sz="1425" b="0">
                <a:solidFill>
                  <a:srgbClr val="A9BCD0"/>
                </a:solidFill>
                <a:latin typeface="Ubuntu Sans"/>
                <a:ea typeface="Ubuntu Sans"/>
                <a:cs typeface="Ubuntu Sans"/>
              </a:defRPr>
            </a:pPr>
            <a:r>
              <a:rPr sz="1425" b="0">
                <a:solidFill>
                  <a:srgbClr val="A9BCD0"/>
                </a:solidFill>
                <a:latin typeface="Ubuntu Sans"/>
                <a:ea typeface="Ubuntu Sans"/>
                <a:cs typeface="Ubuntu Sans"/>
              </a:rPr>
              <a:t>Extend end-to-end workflow coverage</a:t>
            </a:r>
          </a:p>
        </p:txBody>
      </p:sp>
      <p:sp>
        <p:nvSpPr>
          <p:cNvPr id="29" name="">
            <a:extLst xmlns:a="http://schemas.openxmlformats.org/drawingml/2006/main">
              <a:ext uri="{FF2B5EF4-FFF2-40B4-BE49-F238E27FC236}">
                <a16:creationId xmlns:a16="http://schemas.microsoft.com/office/drawing/2014/main" id="{9724AC39-0714-4938-B348-D2B8CD92E882}"/>
              </a:ext>
            </a:extLst>
          </p:cNvPr>
          <p:cNvSpPr>
            <a:spLocks xmlns:a="http://schemas.openxmlformats.org/drawingml/2006/main" noGrp="1"/>
          </p:cNvSpPr>
          <p:nvPr/>
        </p:nvSpPr>
        <p:spPr>
          <a:xfrm xmlns:a="http://schemas.openxmlformats.org/drawingml/2006/main">
            <a:off x="6667500" y="5467350"/>
            <a:ext cx="4095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7368"/>
          </a:bodyPr>
          <a:lstStyle xmlns:a="http://schemas.openxmlformats.org/drawingml/2006/main">
            <a:defPPr algn="l">
              <a:defRPr sz="2850" b="1">
                <a:solidFill>
                  <a:srgbClr val="F4F8FF"/>
                </a:solidFill>
                <a:latin typeface="Ubuntu Sans"/>
                <a:ea typeface="Ubuntu Sans"/>
                <a:cs typeface="Ubuntu Sans"/>
              </a:defRPr>
            </a:defPPr>
            <a:lvl1pPr algn="l">
              <a:defRPr sz="2850" b="1">
                <a:solidFill>
                  <a:srgbClr val="F4F8FF"/>
                </a:solidFill>
                <a:latin typeface="Ubuntu Sans"/>
                <a:ea typeface="Ubuntu Sans"/>
                <a:cs typeface="Ubuntu Sans"/>
              </a:defRPr>
            </a:lvl1pPr>
            <a:lvl2pPr algn="l">
              <a:defRPr sz="2850" b="1">
                <a:solidFill>
                  <a:srgbClr val="F4F8FF"/>
                </a:solidFill>
                <a:latin typeface="Ubuntu Sans"/>
                <a:ea typeface="Ubuntu Sans"/>
                <a:cs typeface="Ubuntu Sans"/>
              </a:defRPr>
            </a:lvl2pPr>
            <a:lvl3pPr algn="l">
              <a:defRPr sz="2850" b="1">
                <a:solidFill>
                  <a:srgbClr val="F4F8FF"/>
                </a:solidFill>
                <a:latin typeface="Ubuntu Sans"/>
                <a:ea typeface="Ubuntu Sans"/>
                <a:cs typeface="Ubuntu Sans"/>
              </a:defRPr>
            </a:lvl3pPr>
            <a:lvl4pPr algn="l">
              <a:defRPr sz="2850" b="1">
                <a:solidFill>
                  <a:srgbClr val="F4F8FF"/>
                </a:solidFill>
                <a:latin typeface="Ubuntu Sans"/>
                <a:ea typeface="Ubuntu Sans"/>
                <a:cs typeface="Ubuntu Sans"/>
              </a:defRPr>
            </a:lvl4pPr>
            <a:lvl5pPr algn="l">
              <a:defRPr sz="2850" b="1">
                <a:solidFill>
                  <a:srgbClr val="F4F8FF"/>
                </a:solidFill>
                <a:latin typeface="Ubuntu Sans"/>
                <a:ea typeface="Ubuntu Sans"/>
                <a:cs typeface="Ubuntu Sans"/>
              </a:defRPr>
            </a:lvl5pPr>
            <a:lvl6pPr algn="l">
              <a:defRPr sz="2850" b="1">
                <a:solidFill>
                  <a:srgbClr val="F4F8FF"/>
                </a:solidFill>
                <a:latin typeface="Ubuntu Sans"/>
                <a:ea typeface="Ubuntu Sans"/>
                <a:cs typeface="Ubuntu Sans"/>
              </a:defRPr>
            </a:lvl6pPr>
            <a:lvl7pPr algn="l">
              <a:defRPr sz="2850" b="1">
                <a:solidFill>
                  <a:srgbClr val="F4F8FF"/>
                </a:solidFill>
                <a:latin typeface="Ubuntu Sans"/>
                <a:ea typeface="Ubuntu Sans"/>
                <a:cs typeface="Ubuntu Sans"/>
              </a:defRPr>
            </a:lvl7pPr>
            <a:lvl8pPr algn="l">
              <a:defRPr sz="2850" b="1">
                <a:solidFill>
                  <a:srgbClr val="F4F8FF"/>
                </a:solidFill>
                <a:latin typeface="Ubuntu Sans"/>
                <a:ea typeface="Ubuntu Sans"/>
                <a:cs typeface="Ubuntu Sans"/>
              </a:defRPr>
            </a:lvl8pPr>
            <a:lvl9pPr algn="l">
              <a:defRPr sz="2850" b="1">
                <a:solidFill>
                  <a:srgbClr val="F4F8FF"/>
                </a:solidFill>
                <a:latin typeface="Ubuntu Sans"/>
                <a:ea typeface="Ubuntu Sans"/>
                <a:cs typeface="Ubuntu Sans"/>
              </a:defRPr>
            </a:lvl9pPr>
          </a:lstStyle>
          <a:p xmlns:a="http://schemas.openxmlformats.org/drawingml/2006/main">
            <a:pPr algn="l">
              <a:defRPr sz="2850" b="1">
                <a:solidFill>
                  <a:srgbClr val="F4F8FF"/>
                </a:solidFill>
                <a:latin typeface="Ubuntu Sans"/>
                <a:ea typeface="Ubuntu Sans"/>
                <a:cs typeface="Ubuntu Sans"/>
              </a:defRPr>
            </a:pPr>
            <a:r>
              <a:rPr sz="2850" b="1">
                <a:solidFill>
                  <a:srgbClr val="F4F8FF"/>
                </a:solidFill>
                <a:latin typeface="Ubuntu Sans"/>
                <a:ea typeface="Ubuntu Sans"/>
                <a:cs typeface="Ubuntu Sans"/>
              </a:rPr>
              <a:t>Questions?</a:t>
            </a:r>
          </a:p>
        </p:txBody>
      </p:sp>
      <p:sp>
        <p:nvSpPr>
          <p:cNvPr id="30" name="">
            <a:extLst xmlns:a="http://schemas.openxmlformats.org/drawingml/2006/main">
              <a:ext uri="{FF2B5EF4-FFF2-40B4-BE49-F238E27FC236}">
                <a16:creationId xmlns:a16="http://schemas.microsoft.com/office/drawing/2014/main" id="{BFB9BA64-502C-4BFB-AF6D-819C89170BCB}"/>
              </a:ext>
            </a:extLst>
          </p:cNvPr>
          <p:cNvSpPr>
            <a:spLocks xmlns:a="http://schemas.openxmlformats.org/drawingml/2006/main" noGrp="1"/>
          </p:cNvSpPr>
          <p:nvPr/>
        </p:nvSpPr>
        <p:spPr>
          <a:xfrm xmlns:a="http://schemas.openxmlformats.org/drawingml/2006/main">
            <a:off x="609600" y="651510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63636"/>
          </a:bodyPr>
          <a:lstStyle xmlns:a="http://schemas.openxmlformats.org/drawingml/2006/main">
            <a:defPPr algn="l">
              <a:defRPr sz="825" b="1">
                <a:solidFill>
                  <a:srgbClr val="66819E"/>
                </a:solidFill>
                <a:latin typeface="Ubuntu Sans"/>
                <a:ea typeface="Ubuntu Sans"/>
                <a:cs typeface="Ubuntu Sans"/>
              </a:defRPr>
            </a:defPPr>
            <a:lvl1pPr algn="l">
              <a:defRPr sz="825" b="1">
                <a:solidFill>
                  <a:srgbClr val="66819E"/>
                </a:solidFill>
                <a:latin typeface="Ubuntu Sans"/>
                <a:ea typeface="Ubuntu Sans"/>
                <a:cs typeface="Ubuntu Sans"/>
              </a:defRPr>
            </a:lvl1pPr>
            <a:lvl2pPr algn="l">
              <a:defRPr sz="825" b="1">
                <a:solidFill>
                  <a:srgbClr val="66819E"/>
                </a:solidFill>
                <a:latin typeface="Ubuntu Sans"/>
                <a:ea typeface="Ubuntu Sans"/>
                <a:cs typeface="Ubuntu Sans"/>
              </a:defRPr>
            </a:lvl2pPr>
            <a:lvl3pPr algn="l">
              <a:defRPr sz="825" b="1">
                <a:solidFill>
                  <a:srgbClr val="66819E"/>
                </a:solidFill>
                <a:latin typeface="Ubuntu Sans"/>
                <a:ea typeface="Ubuntu Sans"/>
                <a:cs typeface="Ubuntu Sans"/>
              </a:defRPr>
            </a:lvl3pPr>
            <a:lvl4pPr algn="l">
              <a:defRPr sz="825" b="1">
                <a:solidFill>
                  <a:srgbClr val="66819E"/>
                </a:solidFill>
                <a:latin typeface="Ubuntu Sans"/>
                <a:ea typeface="Ubuntu Sans"/>
                <a:cs typeface="Ubuntu Sans"/>
              </a:defRPr>
            </a:lvl4pPr>
            <a:lvl5pPr algn="l">
              <a:defRPr sz="825" b="1">
                <a:solidFill>
                  <a:srgbClr val="66819E"/>
                </a:solidFill>
                <a:latin typeface="Ubuntu Sans"/>
                <a:ea typeface="Ubuntu Sans"/>
                <a:cs typeface="Ubuntu Sans"/>
              </a:defRPr>
            </a:lvl5pPr>
            <a:lvl6pPr algn="l">
              <a:defRPr sz="825" b="1">
                <a:solidFill>
                  <a:srgbClr val="66819E"/>
                </a:solidFill>
                <a:latin typeface="Ubuntu Sans"/>
                <a:ea typeface="Ubuntu Sans"/>
                <a:cs typeface="Ubuntu Sans"/>
              </a:defRPr>
            </a:lvl6pPr>
            <a:lvl7pPr algn="l">
              <a:defRPr sz="825" b="1">
                <a:solidFill>
                  <a:srgbClr val="66819E"/>
                </a:solidFill>
                <a:latin typeface="Ubuntu Sans"/>
                <a:ea typeface="Ubuntu Sans"/>
                <a:cs typeface="Ubuntu Sans"/>
              </a:defRPr>
            </a:lvl7pPr>
            <a:lvl8pPr algn="l">
              <a:defRPr sz="825" b="1">
                <a:solidFill>
                  <a:srgbClr val="66819E"/>
                </a:solidFill>
                <a:latin typeface="Ubuntu Sans"/>
                <a:ea typeface="Ubuntu Sans"/>
                <a:cs typeface="Ubuntu Sans"/>
              </a:defRPr>
            </a:lvl8pPr>
            <a:lvl9pPr algn="l">
              <a:defRPr sz="825" b="1">
                <a:solidFill>
                  <a:srgbClr val="66819E"/>
                </a:solidFill>
                <a:latin typeface="Ubuntu Sans"/>
                <a:ea typeface="Ubuntu Sans"/>
                <a:cs typeface="Ubuntu Sans"/>
              </a:defRPr>
            </a:lvl9pPr>
          </a:lstStyle>
          <a:p xmlns:a="http://schemas.openxmlformats.org/drawingml/2006/main">
            <a:pPr algn="l">
              <a:defRPr sz="825" b="1">
                <a:solidFill>
                  <a:srgbClr val="66819E"/>
                </a:solidFill>
                <a:latin typeface="Ubuntu Sans"/>
                <a:ea typeface="Ubuntu Sans"/>
                <a:cs typeface="Ubuntu Sans"/>
              </a:defRPr>
            </a:pPr>
            <a:r>
              <a:rPr sz="825" b="1">
                <a:solidFill>
                  <a:srgbClr val="66819E"/>
                </a:solidFill>
                <a:latin typeface="Ubuntu Sans"/>
                <a:ea typeface="Ubuntu Sans"/>
                <a:cs typeface="Ubuntu Sans"/>
              </a:rPr>
              <a:t>CODITENT  •  THANK YOU</a:t>
            </a:r>
          </a:p>
        </p:txBody>
      </p:sp>
    </p:spTree>
    <p:extLst>
      <p:ext uri="{BB962C8B-B14F-4D97-AF65-F5344CB8AC3E}">
        <p14:creationId xmlns:p14="http://schemas.microsoft.com/office/powerpoint/2010/main" val="150517497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2026-10-19T09:39:28.6320000Z</dcterms:created>
  <dcterms:modified xsi:type="dcterms:W3CDTF">2026-10-19T09:39:28.6320000Z</dcterms:modified>
</coreProperties>
</file>