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b39c5416f14567" /><Relationship Type="http://schemas.openxmlformats.org/officeDocument/2006/relationships/extended-properties" Target="/docProps/app.xml" Id="Rbc4538f86a504bf7" /><Relationship Type="http://schemas.openxmlformats.org/officeDocument/2006/relationships/officeDocument" Target="/ppt/presentation.xml" Id="R2e34ed84eae84c23" /></Relationships>
</file>

<file path=ppt/presentation.xml><?xml version="1.0" encoding="utf-8"?>
<p:presentation xmlns:p="http://schemas.openxmlformats.org/presentationml/2006/main">
  <p:sldMasterIdLst>
    <p:sldMasterId xmlns:r="http://schemas.openxmlformats.org/officeDocument/2006/relationships" id="2147483648" r:id="R5ab1181cf8554a56"/>
  </p:sldMasterIdLst>
  <p:notesMasterIdLst>
    <p:notesMasterId xmlns:r="http://schemas.openxmlformats.org/officeDocument/2006/relationships" r:id="Rf41f695befa64a22"/>
  </p:notesMasterIdLst>
  <p:sldIdLst>
    <p:sldId xmlns:r="http://schemas.openxmlformats.org/officeDocument/2006/relationships" id="256" r:id="R3de2bc51945e473d"/>
    <p:sldId xmlns:r="http://schemas.openxmlformats.org/officeDocument/2006/relationships" id="257" r:id="Rbec3b1ee39ea4dfe"/>
    <p:sldId xmlns:r="http://schemas.openxmlformats.org/officeDocument/2006/relationships" id="258" r:id="R5f2912d05fa24f2f"/>
    <p:sldId xmlns:r="http://schemas.openxmlformats.org/officeDocument/2006/relationships" id="259" r:id="Ra6db94dda2d347e9"/>
    <p:sldId xmlns:r="http://schemas.openxmlformats.org/officeDocument/2006/relationships" id="260" r:id="Ra13d859d9b604826"/>
    <p:sldId xmlns:r="http://schemas.openxmlformats.org/officeDocument/2006/relationships" id="261" r:id="Rb7a24fd2351f4a5f"/>
    <p:sldId xmlns:r="http://schemas.openxmlformats.org/officeDocument/2006/relationships" id="262" r:id="R77922d8138c84f1d"/>
    <p:sldId xmlns:r="http://schemas.openxmlformats.org/officeDocument/2006/relationships" id="263" r:id="R949cd24a875042b7"/>
    <p:sldId xmlns:r="http://schemas.openxmlformats.org/officeDocument/2006/relationships" id="264" r:id="R7182b1c16ca14212"/>
    <p:sldId xmlns:r="http://schemas.openxmlformats.org/officeDocument/2006/relationships" id="265" r:id="Rdf547203bbcb409f"/>
    <p:sldId xmlns:r="http://schemas.openxmlformats.org/officeDocument/2006/relationships" id="266" r:id="R42006353d8184ac2"/>
    <p:sldId xmlns:r="http://schemas.openxmlformats.org/officeDocument/2006/relationships" id="267" r:id="Re95027c92d7d4e13"/>
    <p:sldId xmlns:r="http://schemas.openxmlformats.org/officeDocument/2006/relationships" id="268" r:id="Rca38bc2bbb0645ec"/>
    <p:sldId xmlns:r="http://schemas.openxmlformats.org/officeDocument/2006/relationships" id="269" r:id="R6a15f0b048934e0f"/>
    <p:sldId xmlns:r="http://schemas.openxmlformats.org/officeDocument/2006/relationships" id="270" r:id="R60dd40595aa649af"/>
    <p:sldId xmlns:r="http://schemas.openxmlformats.org/officeDocument/2006/relationships" id="271" r:id="R7b4561db227f4a90"/>
    <p:sldId xmlns:r="http://schemas.openxmlformats.org/officeDocument/2006/relationships" id="272" r:id="Rff3dfcd397264e5e"/>
    <p:sldId xmlns:r="http://schemas.openxmlformats.org/officeDocument/2006/relationships" id="273" r:id="R959a483990194598"/>
    <p:sldId xmlns:r="http://schemas.openxmlformats.org/officeDocument/2006/relationships" id="274" r:id="Ra650aaf3347f47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15c1af802f4223" /><Relationship Type="http://schemas.openxmlformats.org/officeDocument/2006/relationships/slideMaster" Target="/ppt/slideMasters/slideMaster1.xml" Id="R5ab1181cf8554a56" /><Relationship Type="http://schemas.openxmlformats.org/officeDocument/2006/relationships/notesMaster" Target="/ppt/notesMasters/notesMaster1.xml" Id="Rf41f695befa64a22" /><Relationship Type="http://schemas.openxmlformats.org/officeDocument/2006/relationships/presProps" Target="/ppt/presProps.xml" Id="R54c1e3696316454c" /><Relationship Type="http://schemas.openxmlformats.org/officeDocument/2006/relationships/tableStyles" Target="/ppt/tableStyles.xml" Id="Ra04b6ad3cfac4998" /><Relationship Type="http://schemas.openxmlformats.org/officeDocument/2006/relationships/slide" Target="/ppt/slides/slide1.xml" Id="R3de2bc51945e473d" /><Relationship Type="http://schemas.openxmlformats.org/officeDocument/2006/relationships/slide" Target="/ppt/slides/slide2.xml" Id="Rbec3b1ee39ea4dfe" /><Relationship Type="http://schemas.openxmlformats.org/officeDocument/2006/relationships/slide" Target="/ppt/slides/slide3.xml" Id="R5f2912d05fa24f2f" /><Relationship Type="http://schemas.openxmlformats.org/officeDocument/2006/relationships/slide" Target="/ppt/slides/slide4.xml" Id="Ra6db94dda2d347e9" /><Relationship Type="http://schemas.openxmlformats.org/officeDocument/2006/relationships/slide" Target="/ppt/slides/slide5.xml" Id="Ra13d859d9b604826" /><Relationship Type="http://schemas.openxmlformats.org/officeDocument/2006/relationships/slide" Target="/ppt/slides/slide6.xml" Id="Rb7a24fd2351f4a5f" /><Relationship Type="http://schemas.openxmlformats.org/officeDocument/2006/relationships/slide" Target="/ppt/slides/slide7.xml" Id="R77922d8138c84f1d" /><Relationship Type="http://schemas.openxmlformats.org/officeDocument/2006/relationships/slide" Target="/ppt/slides/slide8.xml" Id="R949cd24a875042b7" /><Relationship Type="http://schemas.openxmlformats.org/officeDocument/2006/relationships/slide" Target="/ppt/slides/slide9.xml" Id="R7182b1c16ca14212" /><Relationship Type="http://schemas.openxmlformats.org/officeDocument/2006/relationships/slide" Target="/ppt/slides/slide10.xml" Id="Rdf547203bbcb409f" /><Relationship Type="http://schemas.openxmlformats.org/officeDocument/2006/relationships/slide" Target="/ppt/slides/slide11.xml" Id="R42006353d8184ac2" /><Relationship Type="http://schemas.openxmlformats.org/officeDocument/2006/relationships/slide" Target="/ppt/slides/slide12.xml" Id="Re95027c92d7d4e13" /><Relationship Type="http://schemas.openxmlformats.org/officeDocument/2006/relationships/slide" Target="/ppt/slides/slide13.xml" Id="Rca38bc2bbb0645ec" /><Relationship Type="http://schemas.openxmlformats.org/officeDocument/2006/relationships/slide" Target="/ppt/slides/slide14.xml" Id="R6a15f0b048934e0f" /><Relationship Type="http://schemas.openxmlformats.org/officeDocument/2006/relationships/slide" Target="/ppt/slides/slide15.xml" Id="R60dd40595aa649af" /><Relationship Type="http://schemas.openxmlformats.org/officeDocument/2006/relationships/slide" Target="/ppt/slides/slide16.xml" Id="R7b4561db227f4a90" /><Relationship Type="http://schemas.openxmlformats.org/officeDocument/2006/relationships/slide" Target="/ppt/slides/slide17.xml" Id="Rff3dfcd397264e5e" /><Relationship Type="http://schemas.openxmlformats.org/officeDocument/2006/relationships/slide" Target="/ppt/slides/slide18.xml" Id="R959a483990194598" /><Relationship Type="http://schemas.openxmlformats.org/officeDocument/2006/relationships/slide" Target="/ppt/slides/slide19.xml" Id="Ra650aaf3347f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466bd63f3d4b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6824c02f254afd" /><Relationship Type="http://schemas.openxmlformats.org/officeDocument/2006/relationships/notesMaster" Target="/ppt/notesMasters/notesMaster1.xml" Id="Rfc9979faa2bb47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0610aa4e3641a4" /><Relationship Type="http://schemas.openxmlformats.org/officeDocument/2006/relationships/notesMaster" Target="/ppt/notesMasters/notesMaster1.xml" Id="R2cad5d82e46641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13a0dc4aa44fa2" /><Relationship Type="http://schemas.openxmlformats.org/officeDocument/2006/relationships/notesMaster" Target="/ppt/notesMasters/notesMaster1.xml" Id="Rd3a6a790693344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bc438b8cbd4bc5" /><Relationship Type="http://schemas.openxmlformats.org/officeDocument/2006/relationships/notesMaster" Target="/ppt/notesMasters/notesMaster1.xml" Id="R3b78510868ee4d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5d480228bc41d8" /><Relationship Type="http://schemas.openxmlformats.org/officeDocument/2006/relationships/notesMaster" Target="/ppt/notesMasters/notesMaster1.xml" Id="Rb7605898fcc94f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335fa7e0c8467f" /><Relationship Type="http://schemas.openxmlformats.org/officeDocument/2006/relationships/notesMaster" Target="/ppt/notesMasters/notesMaster1.xml" Id="R713fa659546d47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6b4a9e612947a9" /><Relationship Type="http://schemas.openxmlformats.org/officeDocument/2006/relationships/notesMaster" Target="/ppt/notesMasters/notesMaster1.xml" Id="Ree854ccad24c40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94e97d765a47ec" /><Relationship Type="http://schemas.openxmlformats.org/officeDocument/2006/relationships/notesMaster" Target="/ppt/notesMasters/notesMaster1.xml" Id="Rf099f6336eb349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afc661ccf84979" /><Relationship Type="http://schemas.openxmlformats.org/officeDocument/2006/relationships/notesMaster" Target="/ppt/notesMasters/notesMaster1.xml" Id="Rfb5da80787a840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556725f5154c97" /><Relationship Type="http://schemas.openxmlformats.org/officeDocument/2006/relationships/notesMaster" Target="/ppt/notesMasters/notesMaster1.xml" Id="R5afb8dc9f6524b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01256ae8b14f16" /><Relationship Type="http://schemas.openxmlformats.org/officeDocument/2006/relationships/notesMaster" Target="/ppt/notesMasters/notesMaster1.xml" Id="Rc5642d55de5940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0dbcdeae9b4daa" /><Relationship Type="http://schemas.openxmlformats.org/officeDocument/2006/relationships/notesMaster" Target="/ppt/notesMasters/notesMaster1.xml" Id="R2025a130e24449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157cc7ee11456c" /><Relationship Type="http://schemas.openxmlformats.org/officeDocument/2006/relationships/notesMaster" Target="/ppt/notesMasters/notesMaster1.xml" Id="R66672bb50ff943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419a865faa4abb" /><Relationship Type="http://schemas.openxmlformats.org/officeDocument/2006/relationships/notesMaster" Target="/ppt/notesMasters/notesMaster1.xml" Id="R5374d4e7bf5e4c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53674bf25c4288" /><Relationship Type="http://schemas.openxmlformats.org/officeDocument/2006/relationships/notesMaster" Target="/ppt/notesMasters/notesMaster1.xml" Id="Raf4381c7deae41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37932617f04ce5" /><Relationship Type="http://schemas.openxmlformats.org/officeDocument/2006/relationships/notesMaster" Target="/ppt/notesMasters/notesMaster1.xml" Id="R6f865505397247b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3de92e70db4dd3" /><Relationship Type="http://schemas.openxmlformats.org/officeDocument/2006/relationships/notesMaster" Target="/ppt/notesMasters/notesMaster1.xml" Id="Rd142b25a15cd43e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f04c1313ac458b" /><Relationship Type="http://schemas.openxmlformats.org/officeDocument/2006/relationships/notesMaster" Target="/ppt/notesMasters/notesMaster1.xml" Id="R85dbb40adf424c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438e16c7e74fac" /><Relationship Type="http://schemas.openxmlformats.org/officeDocument/2006/relationships/notesMaster" Target="/ppt/notesMasters/notesMaster1.xml" Id="R73ffdce8ba5746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paths separately. In the request path, Nginx terminates HTTPS and FastAPI validates identity, permissions, and business rules before using PostgreSQL or private storage. In the background path, the API commits durable outbox rows before Redis and Celery coordinate delivery to Gemini or Resend. In the real-time path, a short-lived socket ticket reaches an authorized WebSocket endpoint, PostgreSQL stores message history, and Redis distributes presence and messages across API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layers from left to right. Routers handle HTTP and WebSocket input. Dependencies load identity and request context. Services make reusable business decisions. Models and transactions protect durable state. Workers handle slow external systems. Use the application-stage example to show the separation in practice: the router validates input, the dependency loads the caller and company, the service checks permission and state transition, and the transaction updates the application while creating notification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links the candidate, offer, company, and selected CV asset. It also stores the current status, stage version, AI screening state, interview schedule, and timestamps. Related InterviewFeedback rows allow one review per reviewer, while ChatMessage rows form an ordered conversation for the application. Emphasize the database protections: one candidate cannot apply twice to the same offer, status values are constrained, AI scores remain between zero and one hundred, and the composite CV foreign key proves that the selected CV belongs to the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connection from left to right. The authenticated client first requests a short-lived socket ticket. The WebSocket endpoint checks the session identity, authorization version, application access, and current recruitment stage. Each accepted message goes to PostgreSQL so history and read state remain durable. Redis distributes presence and messages across API processes. Workflow events also create in-app notifications and durable email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aa8981859a46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c1ebf852fb4c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d723be5db3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e8ec8d3dd24f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ebb2600c3249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8bc25309cf49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3CAF7C-CAF1-4479-A178-2DE1C10377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75BE94-9394-44E5-B5C8-17311C72BA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7F9940-D0C1-4564-90BA-F26FD85626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E2D49F-1D52-46D2-9A5A-975E975632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E5A36C-E7F0-48BE-9665-64151A29B3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48E970-BFF1-42F5-B1AC-D356E88AA4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826BB3-E3C7-4CA3-9A74-3463956D13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161235-9495-49A9-979A-46D8A7DA0B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C58F28-B72C-4AED-8D80-2CFEB388D5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7C9752-E993-42AC-B8F4-3197B71945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55d672f5ab4b4c" /><Relationship Type="http://schemas.openxmlformats.org/officeDocument/2006/relationships/slideLayout" Target="/ppt/slideLayouts/slideLayout1.xml" Id="Raf5c71524e0b49a3" /><Relationship Type="http://schemas.openxmlformats.org/officeDocument/2006/relationships/slideLayout" Target="/ppt/slideLayouts/slideLayout2.xml" Id="R35724093afbe4d6e" /><Relationship Type="http://schemas.openxmlformats.org/officeDocument/2006/relationships/slideLayout" Target="/ppt/slideLayouts/slideLayout3.xml" Id="Rbd88bd21b5a24650" /><Relationship Type="http://schemas.openxmlformats.org/officeDocument/2006/relationships/slideLayout" Target="/ppt/slideLayouts/slideLayout4.xml" Id="Re1d58c96e2644215" /><Relationship Type="http://schemas.openxmlformats.org/officeDocument/2006/relationships/slideLayout" Target="/ppt/slideLayouts/slideLayout5.xml" Id="R3fe366bb60f64e1c" /><Relationship Type="http://schemas.openxmlformats.org/officeDocument/2006/relationships/slideLayout" Target="/ppt/slideLayouts/slideLayout6.xml" Id="R6d2083dd74a54f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5c71524e0b49a3"/>
    <p:sldLayoutId xmlns:r="http://schemas.openxmlformats.org/officeDocument/2006/relationships" id="2147483650" r:id="R35724093afbe4d6e"/>
    <p:sldLayoutId xmlns:r="http://schemas.openxmlformats.org/officeDocument/2006/relationships" id="2147483651" r:id="Rbd88bd21b5a24650"/>
    <p:sldLayoutId xmlns:r="http://schemas.openxmlformats.org/officeDocument/2006/relationships" id="2147483652" r:id="Re1d58c96e2644215"/>
    <p:sldLayoutId xmlns:r="http://schemas.openxmlformats.org/officeDocument/2006/relationships" id="2147483653" r:id="R3fe366bb60f64e1c"/>
    <p:sldLayoutId xmlns:r="http://schemas.openxmlformats.org/officeDocument/2006/relationships" id="2147483654" r:id="R6d2083dd74a54f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26efba0d5e45a4" /><Relationship Type="http://schemas.openxmlformats.org/officeDocument/2006/relationships/image" Target="/ppt/media/image.png" Id="R6e60047c04394a91" /><Relationship Type="http://schemas.openxmlformats.org/officeDocument/2006/relationships/notesSlide" Target="/ppt/notesSlides/notesSlide1.xml" Id="R874f09d9cfb240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7a29fd0e7b45c2" /><Relationship Type="http://schemas.openxmlformats.org/officeDocument/2006/relationships/notesSlide" Target="/ppt/notesSlides/notesSlide2.xml" Id="R42d47fe1af0d4d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e42585b1b34a94" /><Relationship Type="http://schemas.openxmlformats.org/officeDocument/2006/relationships/notesSlide" Target="/ppt/notesSlides/notesSlide3.xml" Id="R0f29c6652e5b42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b7a16a687447c2" /><Relationship Type="http://schemas.openxmlformats.org/officeDocument/2006/relationships/notesSlide" Target="/ppt/notesSlides/notesSlide4.xml" Id="R802f274d78e64c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87a70854ce49ca" /><Relationship Type="http://schemas.openxmlformats.org/officeDocument/2006/relationships/notesSlide" Target="/ppt/notesSlides/notesSlide5.xml" Id="Re3df261ba6e948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1b1d032feb4baf" /><Relationship Type="http://schemas.openxmlformats.org/officeDocument/2006/relationships/notesSlide" Target="/ppt/notesSlides/notesSlide6.xml" Id="R1fefb23fb9b344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9be3f320eb43d4" /><Relationship Type="http://schemas.openxmlformats.org/officeDocument/2006/relationships/notesSlide" Target="/ppt/notesSlides/notesSlide7.xml" Id="R5516ba54a3e34c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291dbb33104950" /><Relationship Type="http://schemas.openxmlformats.org/officeDocument/2006/relationships/notesSlide" Target="/ppt/notesSlides/notesSlide8.xml" Id="Rbada413c0e0049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495b922cf24644" /><Relationship Type="http://schemas.openxmlformats.org/officeDocument/2006/relationships/notesSlide" Target="/ppt/notesSlides/notesSlide9.xml" Id="R527dce368eac4e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fe51e3d2a54295" /><Relationship Type="http://schemas.openxmlformats.org/officeDocument/2006/relationships/notesSlide" Target="/ppt/notesSlides/notesSlide10.xml" Id="R5bede945654140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4220cbbff0464f" /><Relationship Type="http://schemas.openxmlformats.org/officeDocument/2006/relationships/notesSlide" Target="/ppt/notesSlides/notesSlide11.xml" Id="R8971e13dd7ae46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9112c846fa43e3" /><Relationship Type="http://schemas.openxmlformats.org/officeDocument/2006/relationships/notesSlide" Target="/ppt/notesSlides/notesSlide12.xml" Id="R9a4be7a5ba3944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442dc311c442bc" /><Relationship Type="http://schemas.openxmlformats.org/officeDocument/2006/relationships/notesSlide" Target="/ppt/notesSlides/notesSlide13.xml" Id="R4a3fa43f635c4c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de592c82174170" /><Relationship Type="http://schemas.openxmlformats.org/officeDocument/2006/relationships/notesSlide" Target="/ppt/notesSlides/notesSlide14.xml" Id="Rec925bb04fc940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654609ad1414097" /><Relationship Type="http://schemas.openxmlformats.org/officeDocument/2006/relationships/notesSlide" Target="/ppt/notesSlides/notesSlide15.xml" Id="R3b4adc7a21454d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17722c2a650416f" /><Relationship Type="http://schemas.openxmlformats.org/officeDocument/2006/relationships/notesSlide" Target="/ppt/notesSlides/notesSlide16.xml" Id="Rf7179291f8d04d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e957e3b55e0403a" /><Relationship Type="http://schemas.openxmlformats.org/officeDocument/2006/relationships/notesSlide" Target="/ppt/notesSlides/notesSlide17.xml" Id="Rfb7b2c63e4864a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6671137c17f44f3" /><Relationship Type="http://schemas.openxmlformats.org/officeDocument/2006/relationships/notesSlide" Target="/ppt/notesSlides/notesSlide18.xml" Id="Re224608c132a4a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168a6294f24ab8" /><Relationship Type="http://schemas.openxmlformats.org/officeDocument/2006/relationships/notesSlide" Target="/ppt/notesSlides/notesSlide19.xml" Id="Rabe6b3153bb64ff5"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AB7A384-3434-4D28-BF36-C91A0C145A84}"/>
              </a:ext>
            </a:extLst>
          </p:cNvPr>
          <p:cNvPicPr>
            <a:picLocks xmlns:a="http://schemas.openxmlformats.org/drawingml/2006/main" noChangeAspect="1"/>
          </p:cNvPicPr>
          <p:nvPr/>
        </p:nvPicPr>
        <p:blipFill>
          <a:blip xmlns:r="http://schemas.openxmlformats.org/officeDocument/2006/relationships" xmlns:a="http://schemas.openxmlformats.org/drawingml/2006/main" r:embed="R6e60047c04394a91"/>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454D1F9-7314-4DEF-B2FD-5C29E2F57B37}"/>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F62B6AF3-FE8A-45DC-81D4-25CE7FBF6A64}"/>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DEB7A0F6-D58E-4B32-8960-CA4B70D17406}"/>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242F32C5-65D7-4662-96F8-72E365CCD31A}"/>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9DF91A11-FE90-4F27-B21C-7FCEA67918B5}"/>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8AC6F2C1-B607-41F3-935B-79D97B2FB2BF}"/>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FD156B73-3291-4246-A7B1-D903B5F941C7}"/>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B52BF45C-5CEC-4E00-80D3-A5E5254A3B88}"/>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675954504"/>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33E7E15-DC14-4D3C-AF97-29857E78D66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205A9600-5137-4847-A7E8-58FDBDBDB2E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F82CC4BF-55F3-43D4-B887-7D5D0E3BEA9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22595029-195B-4F80-A55D-16227D9D090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DEB30F1-3C8D-4716-8E61-939255860FF0}"/>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B44FAAA4-3DDA-405A-A571-DE598C0FFC22}"/>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DF952A6-4DAE-4CCE-A389-33CA11EB679E}"/>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BE74DBAE-C1D1-41F7-9D71-4973144FDFA1}"/>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AF3E380B-0E5F-440E-80EC-5FBF0D765A53}"/>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7B339950-39F3-4D70-A0DD-F668364AF34D}"/>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CFC074E-FBDF-4952-B633-5E5CBFC13537}"/>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93B0E87F-1C2C-4FCC-993E-91E6C746603E}"/>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161E7FCE-F93F-4446-9A96-B66D04929D1F}"/>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508AFBD1-4B26-4BE4-B3A7-23341ADDA456}"/>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0C04DEC-0D87-47E5-BE77-E71BE3022105}"/>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7C033B7A-4B76-48E1-9ED4-99FD821A1972}"/>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C45F7453-BEB7-4E27-AE1F-707D9226AD43}"/>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88562342-F403-438D-8D5E-98ECFD2C9D04}"/>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06233DA-BCDD-41B3-B0B7-80BE004F62DD}"/>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205B89DF-F19E-4D15-B75F-186565A629D7}"/>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A5A4AD34-DA31-41BA-ABE2-A263134D7099}"/>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683E5E0E-CB39-4A85-821C-6B93F4F46460}"/>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0D1A1848-CED2-4982-A751-B8AD9DF32DAC}"/>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0704A53A-FF48-4C12-8F82-E8426E374DEC}"/>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9DFD16FA-9176-48EC-9C85-2B33B9746E9F}"/>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7BBEF456-668D-4A04-842E-3D9840B9598D}"/>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3D7C5FE9-96E6-46B6-8103-CE0C7BBC1F88}"/>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worker, AI dispatcher, Redis, web, proxy</a:t>
            </a:r>
          </a:p>
        </p:txBody>
      </p:sp>
      <p:sp>
        <p:nvSpPr>
          <p:cNvPr id="28" name="">
            <a:extLst xmlns:a="http://schemas.openxmlformats.org/drawingml/2006/main">
              <a:ext uri="{FF2B5EF4-FFF2-40B4-BE49-F238E27FC236}">
                <a16:creationId xmlns:a16="http://schemas.microsoft.com/office/drawing/2014/main" id="{5CD5BDB0-9AA6-43B4-B44F-475BF4A16190}"/>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48B3C811-5B4B-4D43-9005-C5174FE6710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54942090"/>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6016DCD-478B-41B6-A4D6-0D488802C48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E2E85E28-1EC9-4C05-BFB7-EE503305CEEE}"/>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scope across recruitment roles</a:t>
            </a:r>
          </a:p>
        </p:txBody>
      </p:sp>
      <p:sp>
        <p:nvSpPr>
          <p:cNvPr id="3" name="">
            <a:extLst xmlns:a="http://schemas.openxmlformats.org/drawingml/2006/main">
              <a:ext uri="{FF2B5EF4-FFF2-40B4-BE49-F238E27FC236}">
                <a16:creationId xmlns:a16="http://schemas.microsoft.com/office/drawing/2014/main" id="{339DB558-212D-4B54-9EF5-4832590C6C6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9FEC70BE-E53F-43FB-9E86-94A9A575725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778FA73-F222-46BC-8B00-361085B2830C}"/>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EEA32A31-DB1D-4128-8090-2DC195C6D1A6}"/>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DB3151-4534-4587-A647-4A98A637298F}"/>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B930F94A-5B1B-4AE9-9F64-57194BC7EC83}"/>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4967FABF-2654-4055-ABB0-9B55EEA85E99}"/>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85A2510B-ACFB-4BB6-A88A-4C5978899B66}"/>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22BD04D-6329-42BC-A86A-0656FE847367}"/>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466408C8-0720-4990-8365-C263555225CA}"/>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5D3DA8D6-4DCE-4B48-A341-0DF0A9842E13}"/>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21EC190A-DEC9-4506-8BDF-A5D00C915B52}"/>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56EABC7-86AF-4DBA-8FD1-EBC2BADDA50C}"/>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4020A144-9F55-4788-872F-39AE1034FE0E}"/>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B242C3D9-5D78-4E5E-A0F7-09E9D2F69E7E}"/>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CE6E8D42-71EE-47A5-AEF2-BE983C16EDD9}"/>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51EA0F3B-7E9A-49A8-A503-75EE3A8B2F4F}"/>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C6CECDA5-DEAB-4226-A0A2-22B1B7A4603E}"/>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7C98C91C-947F-4FC3-AB2C-9CE45C13C6C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468925349"/>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08ADBCAA-1A25-4ABC-A3CA-38B9DB71A77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49B04E13-7550-4512-8996-A63660E8B59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4818D9A4-E661-4BF4-B798-81E798BBCA0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02E2EE2D-51C4-48BA-931F-8787D923971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F6CDBBF-7617-45E8-B064-F74C33BC4D65}"/>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FastAPI controls three paths: immediate requests, durable background work, and real-time communication.</a:t>
            </a:r>
          </a:p>
        </p:txBody>
      </p:sp>
      <p:sp>
        <p:nvSpPr>
          <p:cNvPr id="6" name="">
            <a:extLst xmlns:a="http://schemas.openxmlformats.org/drawingml/2006/main">
              <a:ext uri="{FF2B5EF4-FFF2-40B4-BE49-F238E27FC236}">
                <a16:creationId xmlns:a16="http://schemas.microsoft.com/office/drawing/2014/main" id="{00B0F2F6-0A75-44B4-8188-FE588D61B374}"/>
              </a:ext>
            </a:extLst>
          </p:cNvPr>
          <p:cNvSpPr>
            <a:spLocks xmlns:a="http://schemas.openxmlformats.org/drawingml/2006/main" noGrp="1"/>
          </p:cNvSpPr>
          <p:nvPr/>
        </p:nvSpPr>
        <p:spPr>
          <a:xfrm xmlns:a="http://schemas.openxmlformats.org/drawingml/2006/main">
            <a:off x="609600" y="2000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REQUEST PATH</a:t>
            </a:r>
          </a:p>
        </p:txBody>
      </p:sp>
      <p:sp>
        <p:nvSpPr>
          <p:cNvPr id="7" name="">
            <a:extLst xmlns:a="http://schemas.openxmlformats.org/drawingml/2006/main">
              <a:ext uri="{FF2B5EF4-FFF2-40B4-BE49-F238E27FC236}">
                <a16:creationId xmlns:a16="http://schemas.microsoft.com/office/drawing/2014/main" id="{21892886-A28F-44CC-8B05-6AC660E7E45E}"/>
              </a:ext>
            </a:extLst>
          </p:cNvPr>
          <p:cNvSpPr>
            <a:spLocks xmlns:a="http://schemas.openxmlformats.org/drawingml/2006/main" noGrp="1"/>
          </p:cNvSpPr>
          <p:nvPr/>
        </p:nvSpPr>
        <p:spPr>
          <a:xfrm xmlns:a="http://schemas.openxmlformats.org/drawingml/2006/main">
            <a:off x="2000250" y="1866900"/>
            <a:ext cx="16192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295907F-122E-4DCA-9517-E4C0F8C2379A}"/>
              </a:ext>
            </a:extLst>
          </p:cNvPr>
          <p:cNvSpPr>
            <a:spLocks xmlns:a="http://schemas.openxmlformats.org/drawingml/2006/main" noGrp="1"/>
          </p:cNvSpPr>
          <p:nvPr/>
        </p:nvSpPr>
        <p:spPr>
          <a:xfrm xmlns:a="http://schemas.openxmlformats.org/drawingml/2006/main">
            <a:off x="2000250" y="186690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F4976038-6C8D-406E-BD30-206F14E2700D}"/>
              </a:ext>
            </a:extLst>
          </p:cNvPr>
          <p:cNvSpPr>
            <a:spLocks xmlns:a="http://schemas.openxmlformats.org/drawingml/2006/main" noGrp="1"/>
          </p:cNvSpPr>
          <p:nvPr/>
        </p:nvSpPr>
        <p:spPr>
          <a:xfrm xmlns:a="http://schemas.openxmlformats.org/drawingml/2006/main">
            <a:off x="2209800" y="1981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10" name="">
            <a:extLst xmlns:a="http://schemas.openxmlformats.org/drawingml/2006/main">
              <a:ext uri="{FF2B5EF4-FFF2-40B4-BE49-F238E27FC236}">
                <a16:creationId xmlns:a16="http://schemas.microsoft.com/office/drawing/2014/main" id="{A4498568-1C0D-4037-8406-9D2F1C0E1464}"/>
              </a:ext>
            </a:extLst>
          </p:cNvPr>
          <p:cNvSpPr>
            <a:spLocks xmlns:a="http://schemas.openxmlformats.org/drawingml/2006/main" noGrp="1"/>
          </p:cNvSpPr>
          <p:nvPr/>
        </p:nvSpPr>
        <p:spPr>
          <a:xfrm xmlns:a="http://schemas.openxmlformats.org/drawingml/2006/main">
            <a:off x="2209800" y="227647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1" name="">
            <a:extLst xmlns:a="http://schemas.openxmlformats.org/drawingml/2006/main">
              <a:ext uri="{FF2B5EF4-FFF2-40B4-BE49-F238E27FC236}">
                <a16:creationId xmlns:a16="http://schemas.microsoft.com/office/drawing/2014/main" id="{8EE5FAC1-2360-4287-AF89-A788C0F2257C}"/>
              </a:ext>
            </a:extLst>
          </p:cNvPr>
          <p:cNvSpPr>
            <a:spLocks xmlns:a="http://schemas.openxmlformats.org/drawingml/2006/main" noGrp="1"/>
          </p:cNvSpPr>
          <p:nvPr/>
        </p:nvSpPr>
        <p:spPr>
          <a:xfrm xmlns:a="http://schemas.openxmlformats.org/drawingml/2006/main">
            <a:off x="36195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DD8D9A56-9F6A-4606-9659-0D5252EB6846}"/>
              </a:ext>
            </a:extLst>
          </p:cNvPr>
          <p:cNvSpPr>
            <a:spLocks xmlns:a="http://schemas.openxmlformats.org/drawingml/2006/main" noGrp="1"/>
          </p:cNvSpPr>
          <p:nvPr/>
        </p:nvSpPr>
        <p:spPr>
          <a:xfrm xmlns:a="http://schemas.openxmlformats.org/drawingml/2006/main">
            <a:off x="4019550" y="1866900"/>
            <a:ext cx="171450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F0E158A-3438-499B-9E53-DB336FE1C131}"/>
              </a:ext>
            </a:extLst>
          </p:cNvPr>
          <p:cNvSpPr>
            <a:spLocks xmlns:a="http://schemas.openxmlformats.org/drawingml/2006/main" noGrp="1"/>
          </p:cNvSpPr>
          <p:nvPr/>
        </p:nvSpPr>
        <p:spPr>
          <a:xfrm xmlns:a="http://schemas.openxmlformats.org/drawingml/2006/main">
            <a:off x="4019550" y="1866900"/>
            <a:ext cx="66675" cy="7810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438B4CFB-4E57-4B75-8165-F6A47498FB9A}"/>
              </a:ext>
            </a:extLst>
          </p:cNvPr>
          <p:cNvSpPr>
            <a:spLocks xmlns:a="http://schemas.openxmlformats.org/drawingml/2006/main" noGrp="1"/>
          </p:cNvSpPr>
          <p:nvPr/>
        </p:nvSpPr>
        <p:spPr>
          <a:xfrm xmlns:a="http://schemas.openxmlformats.org/drawingml/2006/main">
            <a:off x="4229100" y="198120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500E90FE-A85C-4C03-8918-DFC0970286D3}"/>
              </a:ext>
            </a:extLst>
          </p:cNvPr>
          <p:cNvSpPr>
            <a:spLocks xmlns:a="http://schemas.openxmlformats.org/drawingml/2006/main" noGrp="1"/>
          </p:cNvSpPr>
          <p:nvPr/>
        </p:nvSpPr>
        <p:spPr>
          <a:xfrm xmlns:a="http://schemas.openxmlformats.org/drawingml/2006/main">
            <a:off x="4229100" y="22764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6" name="">
            <a:extLst xmlns:a="http://schemas.openxmlformats.org/drawingml/2006/main">
              <a:ext uri="{FF2B5EF4-FFF2-40B4-BE49-F238E27FC236}">
                <a16:creationId xmlns:a16="http://schemas.microsoft.com/office/drawing/2014/main" id="{4C466D99-1117-406D-8191-81661905718B}"/>
              </a:ext>
            </a:extLst>
          </p:cNvPr>
          <p:cNvSpPr>
            <a:spLocks xmlns:a="http://schemas.openxmlformats.org/drawingml/2006/main" noGrp="1"/>
          </p:cNvSpPr>
          <p:nvPr/>
        </p:nvSpPr>
        <p:spPr>
          <a:xfrm xmlns:a="http://schemas.openxmlformats.org/drawingml/2006/main">
            <a:off x="573405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02DC2476-2DA5-45F8-BF61-FCB1C5787C27}"/>
              </a:ext>
            </a:extLst>
          </p:cNvPr>
          <p:cNvSpPr>
            <a:spLocks xmlns:a="http://schemas.openxmlformats.org/drawingml/2006/main" noGrp="1"/>
          </p:cNvSpPr>
          <p:nvPr/>
        </p:nvSpPr>
        <p:spPr>
          <a:xfrm xmlns:a="http://schemas.openxmlformats.org/drawingml/2006/main">
            <a:off x="6134100" y="1790700"/>
            <a:ext cx="240030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CC3FE4E7-DA63-4432-9C3B-481248CEFCCD}"/>
              </a:ext>
            </a:extLst>
          </p:cNvPr>
          <p:cNvSpPr>
            <a:spLocks xmlns:a="http://schemas.openxmlformats.org/drawingml/2006/main" noGrp="1"/>
          </p:cNvSpPr>
          <p:nvPr/>
        </p:nvSpPr>
        <p:spPr>
          <a:xfrm xmlns:a="http://schemas.openxmlformats.org/drawingml/2006/main">
            <a:off x="6134100" y="1790700"/>
            <a:ext cx="66675" cy="933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21AF21EF-00B4-4C1D-96DC-B343584F7A61}"/>
              </a:ext>
            </a:extLst>
          </p:cNvPr>
          <p:cNvSpPr>
            <a:spLocks xmlns:a="http://schemas.openxmlformats.org/drawingml/2006/main" noGrp="1"/>
          </p:cNvSpPr>
          <p:nvPr/>
        </p:nvSpPr>
        <p:spPr>
          <a:xfrm xmlns:a="http://schemas.openxmlformats.org/drawingml/2006/main">
            <a:off x="6343650" y="19050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20" name="">
            <a:extLst xmlns:a="http://schemas.openxmlformats.org/drawingml/2006/main">
              <a:ext uri="{FF2B5EF4-FFF2-40B4-BE49-F238E27FC236}">
                <a16:creationId xmlns:a16="http://schemas.microsoft.com/office/drawing/2014/main" id="{3885E4A7-A5F6-4E7E-815F-90290F20EBCB}"/>
              </a:ext>
            </a:extLst>
          </p:cNvPr>
          <p:cNvSpPr>
            <a:spLocks xmlns:a="http://schemas.openxmlformats.org/drawingml/2006/main" noGrp="1"/>
          </p:cNvSpPr>
          <p:nvPr/>
        </p:nvSpPr>
        <p:spPr>
          <a:xfrm xmlns:a="http://schemas.openxmlformats.org/drawingml/2006/main">
            <a:off x="6343650" y="2200275"/>
            <a:ext cx="2076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permissions, business rules</a:t>
            </a:r>
          </a:p>
        </p:txBody>
      </p:sp>
      <p:sp>
        <p:nvSpPr>
          <p:cNvPr id="21" name="">
            <a:extLst xmlns:a="http://schemas.openxmlformats.org/drawingml/2006/main">
              <a:ext uri="{FF2B5EF4-FFF2-40B4-BE49-F238E27FC236}">
                <a16:creationId xmlns:a16="http://schemas.microsoft.com/office/drawing/2014/main" id="{3249E8CC-7266-426F-865A-B44ABA40F06E}"/>
              </a:ext>
            </a:extLst>
          </p:cNvPr>
          <p:cNvSpPr>
            <a:spLocks xmlns:a="http://schemas.openxmlformats.org/drawingml/2006/main" noGrp="1"/>
          </p:cNvSpPr>
          <p:nvPr/>
        </p:nvSpPr>
        <p:spPr>
          <a:xfrm xmlns:a="http://schemas.openxmlformats.org/drawingml/2006/main">
            <a:off x="85344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2" name="">
            <a:extLst xmlns:a="http://schemas.openxmlformats.org/drawingml/2006/main">
              <a:ext uri="{FF2B5EF4-FFF2-40B4-BE49-F238E27FC236}">
                <a16:creationId xmlns:a16="http://schemas.microsoft.com/office/drawing/2014/main" id="{554C9A33-8148-4BD1-8A1C-31ED9CE5EF58}"/>
              </a:ext>
            </a:extLst>
          </p:cNvPr>
          <p:cNvSpPr>
            <a:spLocks xmlns:a="http://schemas.openxmlformats.org/drawingml/2006/main" noGrp="1"/>
          </p:cNvSpPr>
          <p:nvPr/>
        </p:nvSpPr>
        <p:spPr>
          <a:xfrm xmlns:a="http://schemas.openxmlformats.org/drawingml/2006/main">
            <a:off x="8934450" y="1790700"/>
            <a:ext cx="264795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30C89EDC-E9B4-40F1-99A5-B8E0D8B86328}"/>
              </a:ext>
            </a:extLst>
          </p:cNvPr>
          <p:cNvSpPr>
            <a:spLocks xmlns:a="http://schemas.openxmlformats.org/drawingml/2006/main" noGrp="1"/>
          </p:cNvSpPr>
          <p:nvPr/>
        </p:nvSpPr>
        <p:spPr>
          <a:xfrm xmlns:a="http://schemas.openxmlformats.org/drawingml/2006/main">
            <a:off x="8934450" y="1790700"/>
            <a:ext cx="66675" cy="9334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B5BF7BF8-5403-4B80-8C37-752082B9482A}"/>
              </a:ext>
            </a:extLst>
          </p:cNvPr>
          <p:cNvSpPr>
            <a:spLocks xmlns:a="http://schemas.openxmlformats.org/drawingml/2006/main" noGrp="1"/>
          </p:cNvSpPr>
          <p:nvPr/>
        </p:nvSpPr>
        <p:spPr>
          <a:xfrm xmlns:a="http://schemas.openxmlformats.org/drawingml/2006/main">
            <a:off x="9144000" y="19050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 services</a:t>
            </a:r>
          </a:p>
        </p:txBody>
      </p:sp>
      <p:sp>
        <p:nvSpPr>
          <p:cNvPr id="25" name="">
            <a:extLst xmlns:a="http://schemas.openxmlformats.org/drawingml/2006/main">
              <a:ext uri="{FF2B5EF4-FFF2-40B4-BE49-F238E27FC236}">
                <a16:creationId xmlns:a16="http://schemas.microsoft.com/office/drawing/2014/main" id="{8025278E-1FB0-4C57-988A-4FA20CE45E35}"/>
              </a:ext>
            </a:extLst>
          </p:cNvPr>
          <p:cNvSpPr>
            <a:spLocks xmlns:a="http://schemas.openxmlformats.org/drawingml/2006/main" noGrp="1"/>
          </p:cNvSpPr>
          <p:nvPr/>
        </p:nvSpPr>
        <p:spPr>
          <a:xfrm xmlns:a="http://schemas.openxmlformats.org/drawingml/2006/main">
            <a:off x="9144000" y="2200275"/>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PostgreSQL records and private file storage</a:t>
            </a:r>
          </a:p>
        </p:txBody>
      </p:sp>
      <p:sp>
        <p:nvSpPr>
          <p:cNvPr id="26" name="">
            <a:extLst xmlns:a="http://schemas.openxmlformats.org/drawingml/2006/main">
              <a:ext uri="{FF2B5EF4-FFF2-40B4-BE49-F238E27FC236}">
                <a16:creationId xmlns:a16="http://schemas.microsoft.com/office/drawing/2014/main" id="{A446C13C-D74A-4D58-9E9B-874E1C6B11F8}"/>
              </a:ext>
            </a:extLst>
          </p:cNvPr>
          <p:cNvSpPr>
            <a:spLocks xmlns:a="http://schemas.openxmlformats.org/drawingml/2006/main" noGrp="1"/>
          </p:cNvSpPr>
          <p:nvPr/>
        </p:nvSpPr>
        <p:spPr>
          <a:xfrm xmlns:a="http://schemas.openxmlformats.org/drawingml/2006/main">
            <a:off x="609600" y="33528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2"/>
          </a:bodyPr>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BACKGROUND JOBS</a:t>
            </a:r>
          </a:p>
        </p:txBody>
      </p:sp>
      <p:sp>
        <p:nvSpPr>
          <p:cNvPr id="27" name="">
            <a:extLst xmlns:a="http://schemas.openxmlformats.org/drawingml/2006/main">
              <a:ext uri="{FF2B5EF4-FFF2-40B4-BE49-F238E27FC236}">
                <a16:creationId xmlns:a16="http://schemas.microsoft.com/office/drawing/2014/main" id="{A7354FA2-F7B0-4B23-A74A-0BA27C2A2C7B}"/>
              </a:ext>
            </a:extLst>
          </p:cNvPr>
          <p:cNvSpPr>
            <a:spLocks xmlns:a="http://schemas.openxmlformats.org/drawingml/2006/main" noGrp="1"/>
          </p:cNvSpPr>
          <p:nvPr/>
        </p:nvSpPr>
        <p:spPr>
          <a:xfrm xmlns:a="http://schemas.openxmlformats.org/drawingml/2006/main">
            <a:off x="1809750" y="3143250"/>
            <a:ext cx="1809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77DD0E95-15C2-4C57-9703-3D9BCD5A2E7B}"/>
              </a:ext>
            </a:extLst>
          </p:cNvPr>
          <p:cNvSpPr>
            <a:spLocks xmlns:a="http://schemas.openxmlformats.org/drawingml/2006/main" noGrp="1"/>
          </p:cNvSpPr>
          <p:nvPr/>
        </p:nvSpPr>
        <p:spPr>
          <a:xfrm xmlns:a="http://schemas.openxmlformats.org/drawingml/2006/main">
            <a:off x="1809750" y="314325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85DAD954-909C-4242-B511-8658D509399E}"/>
              </a:ext>
            </a:extLst>
          </p:cNvPr>
          <p:cNvSpPr>
            <a:spLocks xmlns:a="http://schemas.openxmlformats.org/drawingml/2006/main" noGrp="1"/>
          </p:cNvSpPr>
          <p:nvPr/>
        </p:nvSpPr>
        <p:spPr>
          <a:xfrm xmlns:a="http://schemas.openxmlformats.org/drawingml/2006/main">
            <a:off x="2019300" y="32575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API transaction</a:t>
            </a:r>
          </a:p>
        </p:txBody>
      </p:sp>
      <p:sp>
        <p:nvSpPr>
          <p:cNvPr id="30" name="">
            <a:extLst xmlns:a="http://schemas.openxmlformats.org/drawingml/2006/main">
              <a:ext uri="{FF2B5EF4-FFF2-40B4-BE49-F238E27FC236}">
                <a16:creationId xmlns:a16="http://schemas.microsoft.com/office/drawing/2014/main" id="{E763B9DC-99EE-4791-AA5C-8578379F301F}"/>
              </a:ext>
            </a:extLst>
          </p:cNvPr>
          <p:cNvSpPr>
            <a:spLocks xmlns:a="http://schemas.openxmlformats.org/drawingml/2006/main" noGrp="1"/>
          </p:cNvSpPr>
          <p:nvPr/>
        </p:nvSpPr>
        <p:spPr>
          <a:xfrm xmlns:a="http://schemas.openxmlformats.org/drawingml/2006/main">
            <a:off x="2019300" y="3552825"/>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Create a durable job or email row</a:t>
            </a:r>
          </a:p>
        </p:txBody>
      </p:sp>
      <p:sp>
        <p:nvSpPr>
          <p:cNvPr id="31" name="">
            <a:extLst xmlns:a="http://schemas.openxmlformats.org/drawingml/2006/main">
              <a:ext uri="{FF2B5EF4-FFF2-40B4-BE49-F238E27FC236}">
                <a16:creationId xmlns:a16="http://schemas.microsoft.com/office/drawing/2014/main" id="{EC756EC9-8D1E-4ED5-AF96-DE9CAE8883A9}"/>
              </a:ext>
            </a:extLst>
          </p:cNvPr>
          <p:cNvSpPr>
            <a:spLocks xmlns:a="http://schemas.openxmlformats.org/drawingml/2006/main" noGrp="1"/>
          </p:cNvSpPr>
          <p:nvPr/>
        </p:nvSpPr>
        <p:spPr>
          <a:xfrm xmlns:a="http://schemas.openxmlformats.org/drawingml/2006/main">
            <a:off x="36195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2" name="">
            <a:extLst xmlns:a="http://schemas.openxmlformats.org/drawingml/2006/main">
              <a:ext uri="{FF2B5EF4-FFF2-40B4-BE49-F238E27FC236}">
                <a16:creationId xmlns:a16="http://schemas.microsoft.com/office/drawing/2014/main" id="{80B5EF00-F14F-453A-9EAB-E5D125CC7B76}"/>
              </a:ext>
            </a:extLst>
          </p:cNvPr>
          <p:cNvSpPr>
            <a:spLocks xmlns:a="http://schemas.openxmlformats.org/drawingml/2006/main" noGrp="1"/>
          </p:cNvSpPr>
          <p:nvPr/>
        </p:nvSpPr>
        <p:spPr>
          <a:xfrm xmlns:a="http://schemas.openxmlformats.org/drawingml/2006/main">
            <a:off x="3905250" y="3143250"/>
            <a:ext cx="19050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91547357-FB51-4A47-A75C-6C36D50E3B15}"/>
              </a:ext>
            </a:extLst>
          </p:cNvPr>
          <p:cNvSpPr>
            <a:spLocks xmlns:a="http://schemas.openxmlformats.org/drawingml/2006/main" noGrp="1"/>
          </p:cNvSpPr>
          <p:nvPr/>
        </p:nvSpPr>
        <p:spPr>
          <a:xfrm xmlns:a="http://schemas.openxmlformats.org/drawingml/2006/main">
            <a:off x="3905250" y="314325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4" name="">
            <a:extLst xmlns:a="http://schemas.openxmlformats.org/drawingml/2006/main">
              <a:ext uri="{FF2B5EF4-FFF2-40B4-BE49-F238E27FC236}">
                <a16:creationId xmlns:a16="http://schemas.microsoft.com/office/drawing/2014/main" id="{58CB4E6E-D070-4A5E-965B-D924BF6021C0}"/>
              </a:ext>
            </a:extLst>
          </p:cNvPr>
          <p:cNvSpPr>
            <a:spLocks xmlns:a="http://schemas.openxmlformats.org/drawingml/2006/main" noGrp="1"/>
          </p:cNvSpPr>
          <p:nvPr/>
        </p:nvSpPr>
        <p:spPr>
          <a:xfrm xmlns:a="http://schemas.openxmlformats.org/drawingml/2006/main">
            <a:off x="4114800" y="32575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 outbox</a:t>
            </a:r>
          </a:p>
        </p:txBody>
      </p:sp>
      <p:sp>
        <p:nvSpPr>
          <p:cNvPr id="35" name="">
            <a:extLst xmlns:a="http://schemas.openxmlformats.org/drawingml/2006/main">
              <a:ext uri="{FF2B5EF4-FFF2-40B4-BE49-F238E27FC236}">
                <a16:creationId xmlns:a16="http://schemas.microsoft.com/office/drawing/2014/main" id="{2154007F-4528-4425-A73E-F48A3890DC9E}"/>
              </a:ext>
            </a:extLst>
          </p:cNvPr>
          <p:cNvSpPr>
            <a:spLocks xmlns:a="http://schemas.openxmlformats.org/drawingml/2006/main" noGrp="1"/>
          </p:cNvSpPr>
          <p:nvPr/>
        </p:nvSpPr>
        <p:spPr>
          <a:xfrm xmlns:a="http://schemas.openxmlformats.org/drawingml/2006/main">
            <a:off x="4114800" y="35528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retry state, lease</a:t>
            </a:r>
          </a:p>
        </p:txBody>
      </p:sp>
      <p:sp>
        <p:nvSpPr>
          <p:cNvPr id="36" name="">
            <a:extLst xmlns:a="http://schemas.openxmlformats.org/drawingml/2006/main">
              <a:ext uri="{FF2B5EF4-FFF2-40B4-BE49-F238E27FC236}">
                <a16:creationId xmlns:a16="http://schemas.microsoft.com/office/drawing/2014/main" id="{406D261B-920C-4D8B-9D52-2828288437FD}"/>
              </a:ext>
            </a:extLst>
          </p:cNvPr>
          <p:cNvSpPr>
            <a:spLocks xmlns:a="http://schemas.openxmlformats.org/drawingml/2006/main" noGrp="1"/>
          </p:cNvSpPr>
          <p:nvPr/>
        </p:nvSpPr>
        <p:spPr>
          <a:xfrm xmlns:a="http://schemas.openxmlformats.org/drawingml/2006/main">
            <a:off x="58102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1AB71474-80B0-43E6-9B01-6653CB406DEE}"/>
              </a:ext>
            </a:extLst>
          </p:cNvPr>
          <p:cNvSpPr>
            <a:spLocks xmlns:a="http://schemas.openxmlformats.org/drawingml/2006/main" noGrp="1"/>
          </p:cNvSpPr>
          <p:nvPr/>
        </p:nvSpPr>
        <p:spPr>
          <a:xfrm xmlns:a="http://schemas.openxmlformats.org/drawingml/2006/main">
            <a:off x="6096000" y="3143250"/>
            <a:ext cx="1428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0DC14CB2-79FB-4E95-BD94-15A0AB44D5EB}"/>
              </a:ext>
            </a:extLst>
          </p:cNvPr>
          <p:cNvSpPr>
            <a:spLocks xmlns:a="http://schemas.openxmlformats.org/drawingml/2006/main" noGrp="1"/>
          </p:cNvSpPr>
          <p:nvPr/>
        </p:nvSpPr>
        <p:spPr>
          <a:xfrm xmlns:a="http://schemas.openxmlformats.org/drawingml/2006/main">
            <a:off x="6096000" y="314325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9" name="">
            <a:extLst xmlns:a="http://schemas.openxmlformats.org/drawingml/2006/main">
              <a:ext uri="{FF2B5EF4-FFF2-40B4-BE49-F238E27FC236}">
                <a16:creationId xmlns:a16="http://schemas.microsoft.com/office/drawing/2014/main" id="{1C7F1982-7C6B-48E7-818B-1958A7687F76}"/>
              </a:ext>
            </a:extLst>
          </p:cNvPr>
          <p:cNvSpPr>
            <a:spLocks xmlns:a="http://schemas.openxmlformats.org/drawingml/2006/main" noGrp="1"/>
          </p:cNvSpPr>
          <p:nvPr/>
        </p:nvSpPr>
        <p:spPr>
          <a:xfrm xmlns:a="http://schemas.openxmlformats.org/drawingml/2006/main">
            <a:off x="6305550" y="32575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40" name="">
            <a:extLst xmlns:a="http://schemas.openxmlformats.org/drawingml/2006/main">
              <a:ext uri="{FF2B5EF4-FFF2-40B4-BE49-F238E27FC236}">
                <a16:creationId xmlns:a16="http://schemas.microsoft.com/office/drawing/2014/main" id="{8BAC61C1-0A81-480D-8FAC-D86147BC1713}"/>
              </a:ext>
            </a:extLst>
          </p:cNvPr>
          <p:cNvSpPr>
            <a:spLocks xmlns:a="http://schemas.openxmlformats.org/drawingml/2006/main" noGrp="1"/>
          </p:cNvSpPr>
          <p:nvPr/>
        </p:nvSpPr>
        <p:spPr>
          <a:xfrm xmlns:a="http://schemas.openxmlformats.org/drawingml/2006/main">
            <a:off x="6305550" y="35528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and shared state</a:t>
            </a:r>
          </a:p>
        </p:txBody>
      </p:sp>
      <p:sp>
        <p:nvSpPr>
          <p:cNvPr id="41" name="">
            <a:extLst xmlns:a="http://schemas.openxmlformats.org/drawingml/2006/main">
              <a:ext uri="{FF2B5EF4-FFF2-40B4-BE49-F238E27FC236}">
                <a16:creationId xmlns:a16="http://schemas.microsoft.com/office/drawing/2014/main" id="{A2E91731-8D49-450C-A073-A60FCE48C5DC}"/>
              </a:ext>
            </a:extLst>
          </p:cNvPr>
          <p:cNvSpPr>
            <a:spLocks xmlns:a="http://schemas.openxmlformats.org/drawingml/2006/main" noGrp="1"/>
          </p:cNvSpPr>
          <p:nvPr/>
        </p:nvSpPr>
        <p:spPr>
          <a:xfrm xmlns:a="http://schemas.openxmlformats.org/drawingml/2006/main">
            <a:off x="75247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C73F8A44-6173-48DE-B1F3-1BAC0B38118F}"/>
              </a:ext>
            </a:extLst>
          </p:cNvPr>
          <p:cNvSpPr>
            <a:spLocks xmlns:a="http://schemas.openxmlformats.org/drawingml/2006/main" noGrp="1"/>
          </p:cNvSpPr>
          <p:nvPr/>
        </p:nvSpPr>
        <p:spPr>
          <a:xfrm xmlns:a="http://schemas.openxmlformats.org/drawingml/2006/main">
            <a:off x="7810500" y="3143250"/>
            <a:ext cx="1714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CB4FE254-D5F0-4BA9-9B87-B473861BEE64}"/>
              </a:ext>
            </a:extLst>
          </p:cNvPr>
          <p:cNvSpPr>
            <a:spLocks xmlns:a="http://schemas.openxmlformats.org/drawingml/2006/main" noGrp="1"/>
          </p:cNvSpPr>
          <p:nvPr/>
        </p:nvSpPr>
        <p:spPr>
          <a:xfrm xmlns:a="http://schemas.openxmlformats.org/drawingml/2006/main">
            <a:off x="781050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4" name="">
            <a:extLst xmlns:a="http://schemas.openxmlformats.org/drawingml/2006/main">
              <a:ext uri="{FF2B5EF4-FFF2-40B4-BE49-F238E27FC236}">
                <a16:creationId xmlns:a16="http://schemas.microsoft.com/office/drawing/2014/main" id="{E7720ECD-CD83-4925-91D5-14E07F2BC92B}"/>
              </a:ext>
            </a:extLst>
          </p:cNvPr>
          <p:cNvSpPr>
            <a:spLocks xmlns:a="http://schemas.openxmlformats.org/drawingml/2006/main" noGrp="1"/>
          </p:cNvSpPr>
          <p:nvPr/>
        </p:nvSpPr>
        <p:spPr>
          <a:xfrm xmlns:a="http://schemas.openxmlformats.org/drawingml/2006/main">
            <a:off x="8020050" y="32575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45" name="">
            <a:extLst xmlns:a="http://schemas.openxmlformats.org/drawingml/2006/main">
              <a:ext uri="{FF2B5EF4-FFF2-40B4-BE49-F238E27FC236}">
                <a16:creationId xmlns:a16="http://schemas.microsoft.com/office/drawing/2014/main" id="{453DA2CA-7FF4-4FCE-8E6B-BB93E1E51B49}"/>
              </a:ext>
            </a:extLst>
          </p:cNvPr>
          <p:cNvSpPr>
            <a:spLocks xmlns:a="http://schemas.openxmlformats.org/drawingml/2006/main" noGrp="1"/>
          </p:cNvSpPr>
          <p:nvPr/>
        </p:nvSpPr>
        <p:spPr>
          <a:xfrm xmlns:a="http://schemas.openxmlformats.org/drawingml/2006/main">
            <a:off x="8020050" y="355282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email execution</a:t>
            </a:r>
          </a:p>
        </p:txBody>
      </p:sp>
      <p:sp>
        <p:nvSpPr>
          <p:cNvPr id="46" name="">
            <a:extLst xmlns:a="http://schemas.openxmlformats.org/drawingml/2006/main">
              <a:ext uri="{FF2B5EF4-FFF2-40B4-BE49-F238E27FC236}">
                <a16:creationId xmlns:a16="http://schemas.microsoft.com/office/drawing/2014/main" id="{3D86B60E-6648-49F4-B599-BBE7132BE321}"/>
              </a:ext>
            </a:extLst>
          </p:cNvPr>
          <p:cNvSpPr>
            <a:spLocks xmlns:a="http://schemas.openxmlformats.org/drawingml/2006/main" noGrp="1"/>
          </p:cNvSpPr>
          <p:nvPr/>
        </p:nvSpPr>
        <p:spPr>
          <a:xfrm xmlns:a="http://schemas.openxmlformats.org/drawingml/2006/main">
            <a:off x="95250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783A42F3-E1D6-427E-BAFE-E1303E6C79F8}"/>
              </a:ext>
            </a:extLst>
          </p:cNvPr>
          <p:cNvSpPr>
            <a:spLocks xmlns:a="http://schemas.openxmlformats.org/drawingml/2006/main" noGrp="1"/>
          </p:cNvSpPr>
          <p:nvPr/>
        </p:nvSpPr>
        <p:spPr>
          <a:xfrm xmlns:a="http://schemas.openxmlformats.org/drawingml/2006/main">
            <a:off x="9810750" y="3143250"/>
            <a:ext cx="17716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8" name="">
            <a:extLst xmlns:a="http://schemas.openxmlformats.org/drawingml/2006/main">
              <a:ext uri="{FF2B5EF4-FFF2-40B4-BE49-F238E27FC236}">
                <a16:creationId xmlns:a16="http://schemas.microsoft.com/office/drawing/2014/main" id="{70818DEE-FEE9-474C-B13A-DD4115C35935}"/>
              </a:ext>
            </a:extLst>
          </p:cNvPr>
          <p:cNvSpPr>
            <a:spLocks xmlns:a="http://schemas.openxmlformats.org/drawingml/2006/main" noGrp="1"/>
          </p:cNvSpPr>
          <p:nvPr/>
        </p:nvSpPr>
        <p:spPr>
          <a:xfrm xmlns:a="http://schemas.openxmlformats.org/drawingml/2006/main">
            <a:off x="981075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9" name="">
            <a:extLst xmlns:a="http://schemas.openxmlformats.org/drawingml/2006/main">
              <a:ext uri="{FF2B5EF4-FFF2-40B4-BE49-F238E27FC236}">
                <a16:creationId xmlns:a16="http://schemas.microsoft.com/office/drawing/2014/main" id="{5777D601-598D-4F1F-A78F-D95D682BCB01}"/>
              </a:ext>
            </a:extLst>
          </p:cNvPr>
          <p:cNvSpPr>
            <a:spLocks xmlns:a="http://schemas.openxmlformats.org/drawingml/2006/main" noGrp="1"/>
          </p:cNvSpPr>
          <p:nvPr/>
        </p:nvSpPr>
        <p:spPr>
          <a:xfrm xmlns:a="http://schemas.openxmlformats.org/drawingml/2006/main">
            <a:off x="10020300" y="3257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9050"/>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External providers</a:t>
            </a:r>
          </a:p>
        </p:txBody>
      </p:sp>
      <p:sp>
        <p:nvSpPr>
          <p:cNvPr id="50" name="">
            <a:extLst xmlns:a="http://schemas.openxmlformats.org/drawingml/2006/main">
              <a:ext uri="{FF2B5EF4-FFF2-40B4-BE49-F238E27FC236}">
                <a16:creationId xmlns:a16="http://schemas.microsoft.com/office/drawing/2014/main" id="{23AC8743-F51E-43F7-A69F-8E455BDEF18B}"/>
              </a:ext>
            </a:extLst>
          </p:cNvPr>
          <p:cNvSpPr>
            <a:spLocks xmlns:a="http://schemas.openxmlformats.org/drawingml/2006/main" noGrp="1"/>
          </p:cNvSpPr>
          <p:nvPr/>
        </p:nvSpPr>
        <p:spPr>
          <a:xfrm xmlns:a="http://schemas.openxmlformats.org/drawingml/2006/main">
            <a:off x="10020300" y="35528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Gemini and Resend</a:t>
            </a:r>
          </a:p>
        </p:txBody>
      </p:sp>
      <p:sp>
        <p:nvSpPr>
          <p:cNvPr id="51" name="">
            <a:extLst xmlns:a="http://schemas.openxmlformats.org/drawingml/2006/main">
              <a:ext uri="{FF2B5EF4-FFF2-40B4-BE49-F238E27FC236}">
                <a16:creationId xmlns:a16="http://schemas.microsoft.com/office/drawing/2014/main" id="{1E28DC7C-F40E-4807-B7BE-772737FAF17A}"/>
              </a:ext>
            </a:extLst>
          </p:cNvPr>
          <p:cNvSpPr>
            <a:spLocks xmlns:a="http://schemas.openxmlformats.org/drawingml/2006/main" noGrp="1"/>
          </p:cNvSpPr>
          <p:nvPr/>
        </p:nvSpPr>
        <p:spPr>
          <a:xfrm xmlns:a="http://schemas.openxmlformats.org/drawingml/2006/main">
            <a:off x="6096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9B651B"/>
                </a:solidFill>
                <a:latin typeface="Noto Sans"/>
                <a:ea typeface="Noto Sans"/>
                <a:cs typeface="Noto Sans"/>
              </a:defRPr>
            </a:defPPr>
            <a:lvl1pPr algn="l">
              <a:defRPr sz="975" b="1">
                <a:solidFill>
                  <a:srgbClr val="9B651B"/>
                </a:solidFill>
                <a:latin typeface="Noto Sans"/>
                <a:ea typeface="Noto Sans"/>
                <a:cs typeface="Noto Sans"/>
              </a:defRPr>
            </a:lvl1pPr>
            <a:lvl2pPr algn="l">
              <a:defRPr sz="975" b="1">
                <a:solidFill>
                  <a:srgbClr val="9B651B"/>
                </a:solidFill>
                <a:latin typeface="Noto Sans"/>
                <a:ea typeface="Noto Sans"/>
                <a:cs typeface="Noto Sans"/>
              </a:defRPr>
            </a:lvl2pPr>
            <a:lvl3pPr algn="l">
              <a:defRPr sz="975" b="1">
                <a:solidFill>
                  <a:srgbClr val="9B651B"/>
                </a:solidFill>
                <a:latin typeface="Noto Sans"/>
                <a:ea typeface="Noto Sans"/>
                <a:cs typeface="Noto Sans"/>
              </a:defRPr>
            </a:lvl3pPr>
            <a:lvl4pPr algn="l">
              <a:defRPr sz="975" b="1">
                <a:solidFill>
                  <a:srgbClr val="9B651B"/>
                </a:solidFill>
                <a:latin typeface="Noto Sans"/>
                <a:ea typeface="Noto Sans"/>
                <a:cs typeface="Noto Sans"/>
              </a:defRPr>
            </a:lvl4pPr>
            <a:lvl5pPr algn="l">
              <a:defRPr sz="975" b="1">
                <a:solidFill>
                  <a:srgbClr val="9B651B"/>
                </a:solidFill>
                <a:latin typeface="Noto Sans"/>
                <a:ea typeface="Noto Sans"/>
                <a:cs typeface="Noto Sans"/>
              </a:defRPr>
            </a:lvl5pPr>
            <a:lvl6pPr algn="l">
              <a:defRPr sz="975" b="1">
                <a:solidFill>
                  <a:srgbClr val="9B651B"/>
                </a:solidFill>
                <a:latin typeface="Noto Sans"/>
                <a:ea typeface="Noto Sans"/>
                <a:cs typeface="Noto Sans"/>
              </a:defRPr>
            </a:lvl6pPr>
            <a:lvl7pPr algn="l">
              <a:defRPr sz="975" b="1">
                <a:solidFill>
                  <a:srgbClr val="9B651B"/>
                </a:solidFill>
                <a:latin typeface="Noto Sans"/>
                <a:ea typeface="Noto Sans"/>
                <a:cs typeface="Noto Sans"/>
              </a:defRPr>
            </a:lvl7pPr>
            <a:lvl8pPr algn="l">
              <a:defRPr sz="975" b="1">
                <a:solidFill>
                  <a:srgbClr val="9B651B"/>
                </a:solidFill>
                <a:latin typeface="Noto Sans"/>
                <a:ea typeface="Noto Sans"/>
                <a:cs typeface="Noto Sans"/>
              </a:defRPr>
            </a:lvl8pPr>
            <a:lvl9pPr algn="l">
              <a:defRPr sz="975" b="1">
                <a:solidFill>
                  <a:srgbClr val="9B651B"/>
                </a:solidFill>
                <a:latin typeface="Noto Sans"/>
                <a:ea typeface="Noto Sans"/>
                <a:cs typeface="Noto Sans"/>
              </a:defRPr>
            </a:lvl9pPr>
          </a:lstStyle>
          <a:p xmlns:a="http://schemas.openxmlformats.org/drawingml/2006/main">
            <a:pPr algn="l">
              <a:defRPr sz="975" b="1">
                <a:solidFill>
                  <a:srgbClr val="9B651B"/>
                </a:solidFill>
                <a:latin typeface="Noto Sans"/>
                <a:ea typeface="Noto Sans"/>
                <a:cs typeface="Noto Sans"/>
              </a:defRPr>
            </a:pPr>
            <a:r>
              <a:rPr sz="975" b="1">
                <a:solidFill>
                  <a:srgbClr val="9B651B"/>
                </a:solidFill>
                <a:latin typeface="Noto Sans"/>
                <a:ea typeface="Noto Sans"/>
                <a:cs typeface="Noto Sans"/>
              </a:rPr>
              <a:t>REAL-TIME PATH</a:t>
            </a:r>
          </a:p>
        </p:txBody>
      </p:sp>
      <p:sp>
        <p:nvSpPr>
          <p:cNvPr id="52" name="">
            <a:extLst xmlns:a="http://schemas.openxmlformats.org/drawingml/2006/main">
              <a:ext uri="{FF2B5EF4-FFF2-40B4-BE49-F238E27FC236}">
                <a16:creationId xmlns:a16="http://schemas.microsoft.com/office/drawing/2014/main" id="{14271566-6353-4648-A457-C87BB2AC1619}"/>
              </a:ext>
            </a:extLst>
          </p:cNvPr>
          <p:cNvSpPr>
            <a:spLocks xmlns:a="http://schemas.openxmlformats.org/drawingml/2006/main" noGrp="1"/>
          </p:cNvSpPr>
          <p:nvPr/>
        </p:nvSpPr>
        <p:spPr>
          <a:xfrm xmlns:a="http://schemas.openxmlformats.org/drawingml/2006/main">
            <a:off x="2000250" y="4495800"/>
            <a:ext cx="20002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2275C975-D761-48B7-B924-45F919235DD0}"/>
              </a:ext>
            </a:extLst>
          </p:cNvPr>
          <p:cNvSpPr>
            <a:spLocks xmlns:a="http://schemas.openxmlformats.org/drawingml/2006/main" noGrp="1"/>
          </p:cNvSpPr>
          <p:nvPr/>
        </p:nvSpPr>
        <p:spPr>
          <a:xfrm xmlns:a="http://schemas.openxmlformats.org/drawingml/2006/main">
            <a:off x="2000250" y="4495800"/>
            <a:ext cx="66675" cy="8953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54" name="">
            <a:extLst xmlns:a="http://schemas.openxmlformats.org/drawingml/2006/main">
              <a:ext uri="{FF2B5EF4-FFF2-40B4-BE49-F238E27FC236}">
                <a16:creationId xmlns:a16="http://schemas.microsoft.com/office/drawing/2014/main" id="{8505D033-D0D5-4A4C-9887-21C0622F4C87}"/>
              </a:ext>
            </a:extLst>
          </p:cNvPr>
          <p:cNvSpPr>
            <a:spLocks xmlns:a="http://schemas.openxmlformats.org/drawingml/2006/main" noGrp="1"/>
          </p:cNvSpPr>
          <p:nvPr/>
        </p:nvSpPr>
        <p:spPr>
          <a:xfrm xmlns:a="http://schemas.openxmlformats.org/drawingml/2006/main">
            <a:off x="2209800" y="4610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55" name="">
            <a:extLst xmlns:a="http://schemas.openxmlformats.org/drawingml/2006/main">
              <a:ext uri="{FF2B5EF4-FFF2-40B4-BE49-F238E27FC236}">
                <a16:creationId xmlns:a16="http://schemas.microsoft.com/office/drawing/2014/main" id="{69D63285-C9DE-4530-A7A7-A7E9A73BE720}"/>
              </a:ext>
            </a:extLst>
          </p:cNvPr>
          <p:cNvSpPr>
            <a:spLocks xmlns:a="http://schemas.openxmlformats.org/drawingml/2006/main" noGrp="1"/>
          </p:cNvSpPr>
          <p:nvPr/>
        </p:nvSpPr>
        <p:spPr>
          <a:xfrm xmlns:a="http://schemas.openxmlformats.org/drawingml/2006/main">
            <a:off x="2209800" y="490537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credential</a:t>
            </a:r>
          </a:p>
        </p:txBody>
      </p:sp>
      <p:sp>
        <p:nvSpPr>
          <p:cNvPr id="56" name="">
            <a:extLst xmlns:a="http://schemas.openxmlformats.org/drawingml/2006/main">
              <a:ext uri="{FF2B5EF4-FFF2-40B4-BE49-F238E27FC236}">
                <a16:creationId xmlns:a16="http://schemas.microsoft.com/office/drawing/2014/main" id="{11CAFF02-5154-40C0-B0E6-9095F4B97E60}"/>
              </a:ext>
            </a:extLst>
          </p:cNvPr>
          <p:cNvSpPr>
            <a:spLocks xmlns:a="http://schemas.openxmlformats.org/drawingml/2006/main" noGrp="1"/>
          </p:cNvSpPr>
          <p:nvPr/>
        </p:nvSpPr>
        <p:spPr>
          <a:xfrm xmlns:a="http://schemas.openxmlformats.org/drawingml/2006/main">
            <a:off x="40005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7" name="">
            <a:extLst xmlns:a="http://schemas.openxmlformats.org/drawingml/2006/main">
              <a:ext uri="{FF2B5EF4-FFF2-40B4-BE49-F238E27FC236}">
                <a16:creationId xmlns:a16="http://schemas.microsoft.com/office/drawing/2014/main" id="{64E096CE-7A1C-45D2-B10A-374DDCE0D4BC}"/>
              </a:ext>
            </a:extLst>
          </p:cNvPr>
          <p:cNvSpPr>
            <a:spLocks xmlns:a="http://schemas.openxmlformats.org/drawingml/2006/main" noGrp="1"/>
          </p:cNvSpPr>
          <p:nvPr/>
        </p:nvSpPr>
        <p:spPr>
          <a:xfrm xmlns:a="http://schemas.openxmlformats.org/drawingml/2006/main">
            <a:off x="4400550" y="4495800"/>
            <a:ext cx="2095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2253E283-6173-43D0-BE6F-B2918FE0BD27}"/>
              </a:ext>
            </a:extLst>
          </p:cNvPr>
          <p:cNvSpPr>
            <a:spLocks xmlns:a="http://schemas.openxmlformats.org/drawingml/2006/main" noGrp="1"/>
          </p:cNvSpPr>
          <p:nvPr/>
        </p:nvSpPr>
        <p:spPr>
          <a:xfrm xmlns:a="http://schemas.openxmlformats.org/drawingml/2006/main">
            <a:off x="4400550" y="449580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59" name="">
            <a:extLst xmlns:a="http://schemas.openxmlformats.org/drawingml/2006/main">
              <a:ext uri="{FF2B5EF4-FFF2-40B4-BE49-F238E27FC236}">
                <a16:creationId xmlns:a16="http://schemas.microsoft.com/office/drawing/2014/main" id="{B57DAAA3-1DC2-488F-8274-8BAB9E3EA405}"/>
              </a:ext>
            </a:extLst>
          </p:cNvPr>
          <p:cNvSpPr>
            <a:spLocks xmlns:a="http://schemas.openxmlformats.org/drawingml/2006/main" noGrp="1"/>
          </p:cNvSpPr>
          <p:nvPr/>
        </p:nvSpPr>
        <p:spPr>
          <a:xfrm xmlns:a="http://schemas.openxmlformats.org/drawingml/2006/main">
            <a:off x="4610100" y="46101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60" name="">
            <a:extLst xmlns:a="http://schemas.openxmlformats.org/drawingml/2006/main">
              <a:ext uri="{FF2B5EF4-FFF2-40B4-BE49-F238E27FC236}">
                <a16:creationId xmlns:a16="http://schemas.microsoft.com/office/drawing/2014/main" id="{97623DDE-A3A8-4870-98AB-95E14578F341}"/>
              </a:ext>
            </a:extLst>
          </p:cNvPr>
          <p:cNvSpPr>
            <a:spLocks xmlns:a="http://schemas.openxmlformats.org/drawingml/2006/main" noGrp="1"/>
          </p:cNvSpPr>
          <p:nvPr/>
        </p:nvSpPr>
        <p:spPr>
          <a:xfrm xmlns:a="http://schemas.openxmlformats.org/drawingml/2006/main">
            <a:off x="4610100" y="490537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stage checks</a:t>
            </a:r>
          </a:p>
        </p:txBody>
      </p:sp>
      <p:sp>
        <p:nvSpPr>
          <p:cNvPr id="61" name="">
            <a:extLst xmlns:a="http://schemas.openxmlformats.org/drawingml/2006/main">
              <a:ext uri="{FF2B5EF4-FFF2-40B4-BE49-F238E27FC236}">
                <a16:creationId xmlns:a16="http://schemas.microsoft.com/office/drawing/2014/main" id="{101F4531-BEE2-47AC-995F-97B4B923AB53}"/>
              </a:ext>
            </a:extLst>
          </p:cNvPr>
          <p:cNvSpPr>
            <a:spLocks xmlns:a="http://schemas.openxmlformats.org/drawingml/2006/main" noGrp="1"/>
          </p:cNvSpPr>
          <p:nvPr/>
        </p:nvSpPr>
        <p:spPr>
          <a:xfrm xmlns:a="http://schemas.openxmlformats.org/drawingml/2006/main">
            <a:off x="649605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2" name="">
            <a:extLst xmlns:a="http://schemas.openxmlformats.org/drawingml/2006/main">
              <a:ext uri="{FF2B5EF4-FFF2-40B4-BE49-F238E27FC236}">
                <a16:creationId xmlns:a16="http://schemas.microsoft.com/office/drawing/2014/main" id="{E8D30E8B-18AF-499D-A2B2-6DDD0DDC8340}"/>
              </a:ext>
            </a:extLst>
          </p:cNvPr>
          <p:cNvSpPr>
            <a:spLocks xmlns:a="http://schemas.openxmlformats.org/drawingml/2006/main" noGrp="1"/>
          </p:cNvSpPr>
          <p:nvPr/>
        </p:nvSpPr>
        <p:spPr>
          <a:xfrm xmlns:a="http://schemas.openxmlformats.org/drawingml/2006/main">
            <a:off x="6896100" y="4495800"/>
            <a:ext cx="19431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3" name="">
            <a:extLst xmlns:a="http://schemas.openxmlformats.org/drawingml/2006/main">
              <a:ext uri="{FF2B5EF4-FFF2-40B4-BE49-F238E27FC236}">
                <a16:creationId xmlns:a16="http://schemas.microsoft.com/office/drawing/2014/main" id="{853D49FF-F20F-40CC-8414-3C938EEAD9A6}"/>
              </a:ext>
            </a:extLst>
          </p:cNvPr>
          <p:cNvSpPr>
            <a:spLocks xmlns:a="http://schemas.openxmlformats.org/drawingml/2006/main" noGrp="1"/>
          </p:cNvSpPr>
          <p:nvPr/>
        </p:nvSpPr>
        <p:spPr>
          <a:xfrm xmlns:a="http://schemas.openxmlformats.org/drawingml/2006/main">
            <a:off x="6896100" y="449580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64" name="">
            <a:extLst xmlns:a="http://schemas.openxmlformats.org/drawingml/2006/main">
              <a:ext uri="{FF2B5EF4-FFF2-40B4-BE49-F238E27FC236}">
                <a16:creationId xmlns:a16="http://schemas.microsoft.com/office/drawing/2014/main" id="{2BDAA51C-368C-42D7-9DDC-D647540425F2}"/>
              </a:ext>
            </a:extLst>
          </p:cNvPr>
          <p:cNvSpPr>
            <a:spLocks xmlns:a="http://schemas.openxmlformats.org/drawingml/2006/main" noGrp="1"/>
          </p:cNvSpPr>
          <p:nvPr/>
        </p:nvSpPr>
        <p:spPr>
          <a:xfrm xmlns:a="http://schemas.openxmlformats.org/drawingml/2006/main">
            <a:off x="7105650" y="4610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65" name="">
            <a:extLst xmlns:a="http://schemas.openxmlformats.org/drawingml/2006/main">
              <a:ext uri="{FF2B5EF4-FFF2-40B4-BE49-F238E27FC236}">
                <a16:creationId xmlns:a16="http://schemas.microsoft.com/office/drawing/2014/main" id="{53F759B9-F362-4F53-84FB-434D9F67B9B5}"/>
              </a:ext>
            </a:extLst>
          </p:cNvPr>
          <p:cNvSpPr>
            <a:spLocks xmlns:a="http://schemas.openxmlformats.org/drawingml/2006/main" noGrp="1"/>
          </p:cNvSpPr>
          <p:nvPr/>
        </p:nvSpPr>
        <p:spPr>
          <a:xfrm xmlns:a="http://schemas.openxmlformats.org/drawingml/2006/main">
            <a:off x="7105650" y="49053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66" name="">
            <a:extLst xmlns:a="http://schemas.openxmlformats.org/drawingml/2006/main">
              <a:ext uri="{FF2B5EF4-FFF2-40B4-BE49-F238E27FC236}">
                <a16:creationId xmlns:a16="http://schemas.microsoft.com/office/drawing/2014/main" id="{534C3659-67A9-4E60-9D02-687750062151}"/>
              </a:ext>
            </a:extLst>
          </p:cNvPr>
          <p:cNvSpPr>
            <a:spLocks xmlns:a="http://schemas.openxmlformats.org/drawingml/2006/main" noGrp="1"/>
          </p:cNvSpPr>
          <p:nvPr/>
        </p:nvSpPr>
        <p:spPr>
          <a:xfrm xmlns:a="http://schemas.openxmlformats.org/drawingml/2006/main">
            <a:off x="88392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7" name="">
            <a:extLst xmlns:a="http://schemas.openxmlformats.org/drawingml/2006/main">
              <a:ext uri="{FF2B5EF4-FFF2-40B4-BE49-F238E27FC236}">
                <a16:creationId xmlns:a16="http://schemas.microsoft.com/office/drawing/2014/main" id="{FEFB3C54-5264-4FFE-902C-40D300D9C37C}"/>
              </a:ext>
            </a:extLst>
          </p:cNvPr>
          <p:cNvSpPr>
            <a:spLocks xmlns:a="http://schemas.openxmlformats.org/drawingml/2006/main" noGrp="1"/>
          </p:cNvSpPr>
          <p:nvPr/>
        </p:nvSpPr>
        <p:spPr>
          <a:xfrm xmlns:a="http://schemas.openxmlformats.org/drawingml/2006/main">
            <a:off x="9239250" y="4495800"/>
            <a:ext cx="23431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6B389C3C-7938-48F3-A2A0-6502EB0D1E3B}"/>
              </a:ext>
            </a:extLst>
          </p:cNvPr>
          <p:cNvSpPr>
            <a:spLocks xmlns:a="http://schemas.openxmlformats.org/drawingml/2006/main" noGrp="1"/>
          </p:cNvSpPr>
          <p:nvPr/>
        </p:nvSpPr>
        <p:spPr>
          <a:xfrm xmlns:a="http://schemas.openxmlformats.org/drawingml/2006/main">
            <a:off x="9239250" y="449580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69" name="">
            <a:extLst xmlns:a="http://schemas.openxmlformats.org/drawingml/2006/main">
              <a:ext uri="{FF2B5EF4-FFF2-40B4-BE49-F238E27FC236}">
                <a16:creationId xmlns:a16="http://schemas.microsoft.com/office/drawing/2014/main" id="{2E293D8B-3079-44F8-A255-B28F93E58D5C}"/>
              </a:ext>
            </a:extLst>
          </p:cNvPr>
          <p:cNvSpPr>
            <a:spLocks xmlns:a="http://schemas.openxmlformats.org/drawingml/2006/main" noGrp="1"/>
          </p:cNvSpPr>
          <p:nvPr/>
        </p:nvSpPr>
        <p:spPr>
          <a:xfrm xmlns:a="http://schemas.openxmlformats.org/drawingml/2006/main">
            <a:off x="9448800" y="46101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fan-out</a:t>
            </a:r>
          </a:p>
        </p:txBody>
      </p:sp>
      <p:sp>
        <p:nvSpPr>
          <p:cNvPr id="70" name="">
            <a:extLst xmlns:a="http://schemas.openxmlformats.org/drawingml/2006/main">
              <a:ext uri="{FF2B5EF4-FFF2-40B4-BE49-F238E27FC236}">
                <a16:creationId xmlns:a16="http://schemas.microsoft.com/office/drawing/2014/main" id="{5E201841-3C47-44CD-BA4E-59E0EF55F6C8}"/>
              </a:ext>
            </a:extLst>
          </p:cNvPr>
          <p:cNvSpPr>
            <a:spLocks xmlns:a="http://schemas.openxmlformats.org/drawingml/2006/main" noGrp="1"/>
          </p:cNvSpPr>
          <p:nvPr/>
        </p:nvSpPr>
        <p:spPr>
          <a:xfrm xmlns:a="http://schemas.openxmlformats.org/drawingml/2006/main">
            <a:off x="9448800" y="4905375"/>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delivery</a:t>
            </a:r>
          </a:p>
        </p:txBody>
      </p:sp>
      <p:sp>
        <p:nvSpPr>
          <p:cNvPr id="71" name="">
            <a:extLst xmlns:a="http://schemas.openxmlformats.org/drawingml/2006/main">
              <a:ext uri="{FF2B5EF4-FFF2-40B4-BE49-F238E27FC236}">
                <a16:creationId xmlns:a16="http://schemas.microsoft.com/office/drawing/2014/main" id="{BBCE0818-0311-4E8D-9D5F-5535EFDB6A05}"/>
              </a:ext>
            </a:extLst>
          </p:cNvPr>
          <p:cNvSpPr>
            <a:spLocks xmlns:a="http://schemas.openxmlformats.org/drawingml/2006/main" noGrp="1"/>
          </p:cNvSpPr>
          <p:nvPr/>
        </p:nvSpPr>
        <p:spPr>
          <a:xfrm xmlns:a="http://schemas.openxmlformats.org/drawingml/2006/main">
            <a:off x="2000250" y="5715000"/>
            <a:ext cx="95821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72" name="">
            <a:extLst xmlns:a="http://schemas.openxmlformats.org/drawingml/2006/main">
              <a:ext uri="{FF2B5EF4-FFF2-40B4-BE49-F238E27FC236}">
                <a16:creationId xmlns:a16="http://schemas.microsoft.com/office/drawing/2014/main" id="{4ED622C8-ABA5-4FB8-89F8-79804278527D}"/>
              </a:ext>
            </a:extLst>
          </p:cNvPr>
          <p:cNvSpPr>
            <a:spLocks xmlns:a="http://schemas.openxmlformats.org/drawingml/2006/main" noGrp="1"/>
          </p:cNvSpPr>
          <p:nvPr/>
        </p:nvSpPr>
        <p:spPr>
          <a:xfrm xmlns:a="http://schemas.openxmlformats.org/drawingml/2006/main">
            <a:off x="2209800" y="5753100"/>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66"/>
          </a:bodyPr>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Durable state stays in PostgreSQL. Redis coordinates fast, temporary work. External providers remain behind controlled workers.</a:t>
            </a:r>
          </a:p>
        </p:txBody>
      </p:sp>
      <p:sp>
        <p:nvSpPr>
          <p:cNvPr id="73" name="">
            <a:extLst xmlns:a="http://schemas.openxmlformats.org/drawingml/2006/main">
              <a:ext uri="{FF2B5EF4-FFF2-40B4-BE49-F238E27FC236}">
                <a16:creationId xmlns:a16="http://schemas.microsoft.com/office/drawing/2014/main" id="{80E31731-E92E-4AD0-AA1E-E4FD5F50B84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78430889"/>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22363240-5A57-4A4F-90F9-140EAB7F666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D229009A-D1CE-4230-A40C-D82D5D99FC43}"/>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code structure</a:t>
            </a:r>
          </a:p>
        </p:txBody>
      </p:sp>
      <p:sp>
        <p:nvSpPr>
          <p:cNvPr id="3" name="">
            <a:extLst xmlns:a="http://schemas.openxmlformats.org/drawingml/2006/main">
              <a:ext uri="{FF2B5EF4-FFF2-40B4-BE49-F238E27FC236}">
                <a16:creationId xmlns:a16="http://schemas.microsoft.com/office/drawing/2014/main" id="{26D4DE8D-5BB9-4541-AD75-D651A6521A98}"/>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298EA6B2-42AA-4738-B870-E7F47A7F52A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34E643F-2133-4068-B5DC-356E9B56DD96}"/>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request moves through five layers. Each layer owns one type of responsibility.</a:t>
            </a:r>
          </a:p>
        </p:txBody>
      </p:sp>
      <p:sp>
        <p:nvSpPr>
          <p:cNvPr id="6" name="">
            <a:extLst xmlns:a="http://schemas.openxmlformats.org/drawingml/2006/main">
              <a:ext uri="{FF2B5EF4-FFF2-40B4-BE49-F238E27FC236}">
                <a16:creationId xmlns:a16="http://schemas.microsoft.com/office/drawing/2014/main" id="{30DEAB38-15FC-498C-A061-0EEBE23BF340}"/>
              </a:ext>
            </a:extLst>
          </p:cNvPr>
          <p:cNvSpPr>
            <a:spLocks xmlns:a="http://schemas.openxmlformats.org/drawingml/2006/main" noGrp="1"/>
          </p:cNvSpPr>
          <p:nvPr/>
        </p:nvSpPr>
        <p:spPr>
          <a:xfrm xmlns:a="http://schemas.openxmlformats.org/drawingml/2006/main">
            <a:off x="609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3B0E273-5CF2-496D-895A-7801209EB00F}"/>
              </a:ext>
            </a:extLst>
          </p:cNvPr>
          <p:cNvSpPr>
            <a:spLocks xmlns:a="http://schemas.openxmlformats.org/drawingml/2006/main" noGrp="1"/>
          </p:cNvSpPr>
          <p:nvPr/>
        </p:nvSpPr>
        <p:spPr>
          <a:xfrm xmlns:a="http://schemas.openxmlformats.org/drawingml/2006/main">
            <a:off x="800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E9FAEAE9-0962-420B-817D-E9E48D4D03D3}"/>
              </a:ext>
            </a:extLst>
          </p:cNvPr>
          <p:cNvSpPr>
            <a:spLocks xmlns:a="http://schemas.openxmlformats.org/drawingml/2006/main" noGrp="1"/>
          </p:cNvSpPr>
          <p:nvPr/>
        </p:nvSpPr>
        <p:spPr>
          <a:xfrm xmlns:a="http://schemas.openxmlformats.org/drawingml/2006/main">
            <a:off x="800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104FD69F-7DB7-40E6-B94A-CC2C2CA321BE}"/>
              </a:ext>
            </a:extLst>
          </p:cNvPr>
          <p:cNvSpPr>
            <a:spLocks xmlns:a="http://schemas.openxmlformats.org/drawingml/2006/main" noGrp="1"/>
          </p:cNvSpPr>
          <p:nvPr/>
        </p:nvSpPr>
        <p:spPr>
          <a:xfrm xmlns:a="http://schemas.openxmlformats.org/drawingml/2006/main">
            <a:off x="800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HTTP and WebSocket input</a:t>
            </a:r>
          </a:p>
        </p:txBody>
      </p:sp>
      <p:sp>
        <p:nvSpPr>
          <p:cNvPr id="10" name="">
            <a:extLst xmlns:a="http://schemas.openxmlformats.org/drawingml/2006/main">
              <a:ext uri="{FF2B5EF4-FFF2-40B4-BE49-F238E27FC236}">
                <a16:creationId xmlns:a16="http://schemas.microsoft.com/office/drawing/2014/main" id="{072CD78B-F9BB-4F34-A6FF-BFA13F486E53}"/>
              </a:ext>
            </a:extLst>
          </p:cNvPr>
          <p:cNvSpPr>
            <a:spLocks xmlns:a="http://schemas.openxmlformats.org/drawingml/2006/main" noGrp="1"/>
          </p:cNvSpPr>
          <p:nvPr/>
        </p:nvSpPr>
        <p:spPr>
          <a:xfrm xmlns:a="http://schemas.openxmlformats.org/drawingml/2006/main">
            <a:off x="800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7D9B4F42-6CBD-42BD-9D32-F08629744FF3}"/>
              </a:ext>
            </a:extLst>
          </p:cNvPr>
          <p:cNvSpPr>
            <a:spLocks xmlns:a="http://schemas.openxmlformats.org/drawingml/2006/main" noGrp="1"/>
          </p:cNvSpPr>
          <p:nvPr/>
        </p:nvSpPr>
        <p:spPr>
          <a:xfrm xmlns:a="http://schemas.openxmlformats.org/drawingml/2006/main">
            <a:off x="800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Validate transport data and call the next layer</a:t>
            </a:r>
          </a:p>
        </p:txBody>
      </p:sp>
      <p:sp>
        <p:nvSpPr>
          <p:cNvPr id="12" name="">
            <a:extLst xmlns:a="http://schemas.openxmlformats.org/drawingml/2006/main">
              <a:ext uri="{FF2B5EF4-FFF2-40B4-BE49-F238E27FC236}">
                <a16:creationId xmlns:a16="http://schemas.microsoft.com/office/drawing/2014/main" id="{7F8CE031-FF64-4B23-A6D2-93280E5CE26D}"/>
              </a:ext>
            </a:extLst>
          </p:cNvPr>
          <p:cNvSpPr>
            <a:spLocks xmlns:a="http://schemas.openxmlformats.org/drawingml/2006/main" noGrp="1"/>
          </p:cNvSpPr>
          <p:nvPr/>
        </p:nvSpPr>
        <p:spPr>
          <a:xfrm xmlns:a="http://schemas.openxmlformats.org/drawingml/2006/main">
            <a:off x="24765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E3E277B5-DFA4-482C-8A26-E80F10B54C67}"/>
              </a:ext>
            </a:extLst>
          </p:cNvPr>
          <p:cNvSpPr>
            <a:spLocks xmlns:a="http://schemas.openxmlformats.org/drawingml/2006/main" noGrp="1"/>
          </p:cNvSpPr>
          <p:nvPr/>
        </p:nvSpPr>
        <p:spPr>
          <a:xfrm xmlns:a="http://schemas.openxmlformats.org/drawingml/2006/main">
            <a:off x="28003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F0B673E-5958-4E2F-8328-DABF0CFA4076}"/>
              </a:ext>
            </a:extLst>
          </p:cNvPr>
          <p:cNvSpPr>
            <a:spLocks xmlns:a="http://schemas.openxmlformats.org/drawingml/2006/main" noGrp="1"/>
          </p:cNvSpPr>
          <p:nvPr/>
        </p:nvSpPr>
        <p:spPr>
          <a:xfrm xmlns:a="http://schemas.openxmlformats.org/drawingml/2006/main">
            <a:off x="29908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356456"/>
                </a:solidFill>
                <a:latin typeface="Noto Sans"/>
                <a:ea typeface="Noto Sans"/>
                <a:cs typeface="Noto Sans"/>
              </a:defRPr>
            </a:defPPr>
            <a:lvl1pPr algn="l">
              <a:defRPr sz="1125" b="1">
                <a:solidFill>
                  <a:srgbClr val="356456"/>
                </a:solidFill>
                <a:latin typeface="Noto Sans"/>
                <a:ea typeface="Noto Sans"/>
                <a:cs typeface="Noto Sans"/>
              </a:defRPr>
            </a:lvl1pPr>
            <a:lvl2pPr algn="l">
              <a:defRPr sz="1125" b="1">
                <a:solidFill>
                  <a:srgbClr val="356456"/>
                </a:solidFill>
                <a:latin typeface="Noto Sans"/>
                <a:ea typeface="Noto Sans"/>
                <a:cs typeface="Noto Sans"/>
              </a:defRPr>
            </a:lvl2pPr>
            <a:lvl3pPr algn="l">
              <a:defRPr sz="1125" b="1">
                <a:solidFill>
                  <a:srgbClr val="356456"/>
                </a:solidFill>
                <a:latin typeface="Noto Sans"/>
                <a:ea typeface="Noto Sans"/>
                <a:cs typeface="Noto Sans"/>
              </a:defRPr>
            </a:lvl3pPr>
            <a:lvl4pPr algn="l">
              <a:defRPr sz="1125" b="1">
                <a:solidFill>
                  <a:srgbClr val="356456"/>
                </a:solidFill>
                <a:latin typeface="Noto Sans"/>
                <a:ea typeface="Noto Sans"/>
                <a:cs typeface="Noto Sans"/>
              </a:defRPr>
            </a:lvl4pPr>
            <a:lvl5pPr algn="l">
              <a:defRPr sz="1125" b="1">
                <a:solidFill>
                  <a:srgbClr val="356456"/>
                </a:solidFill>
                <a:latin typeface="Noto Sans"/>
                <a:ea typeface="Noto Sans"/>
                <a:cs typeface="Noto Sans"/>
              </a:defRPr>
            </a:lvl5pPr>
            <a:lvl6pPr algn="l">
              <a:defRPr sz="1125" b="1">
                <a:solidFill>
                  <a:srgbClr val="356456"/>
                </a:solidFill>
                <a:latin typeface="Noto Sans"/>
                <a:ea typeface="Noto Sans"/>
                <a:cs typeface="Noto Sans"/>
              </a:defRPr>
            </a:lvl6pPr>
            <a:lvl7pPr algn="l">
              <a:defRPr sz="1125" b="1">
                <a:solidFill>
                  <a:srgbClr val="356456"/>
                </a:solidFill>
                <a:latin typeface="Noto Sans"/>
                <a:ea typeface="Noto Sans"/>
                <a:cs typeface="Noto Sans"/>
              </a:defRPr>
            </a:lvl7pPr>
            <a:lvl8pPr algn="l">
              <a:defRPr sz="1125" b="1">
                <a:solidFill>
                  <a:srgbClr val="356456"/>
                </a:solidFill>
                <a:latin typeface="Noto Sans"/>
                <a:ea typeface="Noto Sans"/>
                <a:cs typeface="Noto Sans"/>
              </a:defRPr>
            </a:lvl8pPr>
            <a:lvl9pPr algn="l">
              <a:defRPr sz="1125" b="1">
                <a:solidFill>
                  <a:srgbClr val="356456"/>
                </a:solidFill>
                <a:latin typeface="Noto Sans"/>
                <a:ea typeface="Noto Sans"/>
                <a:cs typeface="Noto Sans"/>
              </a:defRPr>
            </a:lvl9pPr>
          </a:lstStyle>
          <a:p xmlns:a="http://schemas.openxmlformats.org/drawingml/2006/main">
            <a:pPr algn="l">
              <a:defRPr sz="1125" b="1">
                <a:solidFill>
                  <a:srgbClr val="356456"/>
                </a:solidFill>
                <a:latin typeface="Noto Sans"/>
                <a:ea typeface="Noto Sans"/>
                <a:cs typeface="Noto Sans"/>
              </a:defRPr>
            </a:pPr>
            <a:r>
              <a:rPr sz="1125" b="1">
                <a:solidFill>
                  <a:srgbClr val="356456"/>
                </a:solidFill>
                <a:latin typeface="Noto Sans"/>
                <a:ea typeface="Noto Sans"/>
                <a:cs typeface="Noto Sans"/>
              </a:rPr>
              <a:t>02</a:t>
            </a:r>
          </a:p>
        </p:txBody>
      </p:sp>
      <p:sp>
        <p:nvSpPr>
          <p:cNvPr id="15" name="">
            <a:extLst xmlns:a="http://schemas.openxmlformats.org/drawingml/2006/main">
              <a:ext uri="{FF2B5EF4-FFF2-40B4-BE49-F238E27FC236}">
                <a16:creationId xmlns:a16="http://schemas.microsoft.com/office/drawing/2014/main" id="{F95ECC2B-ECF2-4FEE-AFA5-F9D26B89BD99}"/>
              </a:ext>
            </a:extLst>
          </p:cNvPr>
          <p:cNvSpPr>
            <a:spLocks xmlns:a="http://schemas.openxmlformats.org/drawingml/2006/main" noGrp="1"/>
          </p:cNvSpPr>
          <p:nvPr/>
        </p:nvSpPr>
        <p:spPr>
          <a:xfrm xmlns:a="http://schemas.openxmlformats.org/drawingml/2006/main">
            <a:off x="29908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Dependencies</a:t>
            </a:r>
          </a:p>
        </p:txBody>
      </p:sp>
      <p:sp>
        <p:nvSpPr>
          <p:cNvPr id="16" name="">
            <a:extLst xmlns:a="http://schemas.openxmlformats.org/drawingml/2006/main">
              <a:ext uri="{FF2B5EF4-FFF2-40B4-BE49-F238E27FC236}">
                <a16:creationId xmlns:a16="http://schemas.microsoft.com/office/drawing/2014/main" id="{43438B6A-A316-4952-9858-668EF1838831}"/>
              </a:ext>
            </a:extLst>
          </p:cNvPr>
          <p:cNvSpPr>
            <a:spLocks xmlns:a="http://schemas.openxmlformats.org/drawingml/2006/main" noGrp="1"/>
          </p:cNvSpPr>
          <p:nvPr/>
        </p:nvSpPr>
        <p:spPr>
          <a:xfrm xmlns:a="http://schemas.openxmlformats.org/drawingml/2006/main">
            <a:off x="29908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Identity and request context</a:t>
            </a:r>
          </a:p>
        </p:txBody>
      </p:sp>
      <p:sp>
        <p:nvSpPr>
          <p:cNvPr id="17" name="">
            <a:extLst xmlns:a="http://schemas.openxmlformats.org/drawingml/2006/main">
              <a:ext uri="{FF2B5EF4-FFF2-40B4-BE49-F238E27FC236}">
                <a16:creationId xmlns:a16="http://schemas.microsoft.com/office/drawing/2014/main" id="{FE97BBCE-15E4-4AEE-BCAB-4624D85BBA34}"/>
              </a:ext>
            </a:extLst>
          </p:cNvPr>
          <p:cNvSpPr>
            <a:spLocks xmlns:a="http://schemas.openxmlformats.org/drawingml/2006/main" noGrp="1"/>
          </p:cNvSpPr>
          <p:nvPr/>
        </p:nvSpPr>
        <p:spPr>
          <a:xfrm xmlns:a="http://schemas.openxmlformats.org/drawingml/2006/main">
            <a:off x="29908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DD6782BF-18CF-4DE1-BAD9-2E465E7F18E0}"/>
              </a:ext>
            </a:extLst>
          </p:cNvPr>
          <p:cNvSpPr>
            <a:spLocks xmlns:a="http://schemas.openxmlformats.org/drawingml/2006/main" noGrp="1"/>
          </p:cNvSpPr>
          <p:nvPr/>
        </p:nvSpPr>
        <p:spPr>
          <a:xfrm xmlns:a="http://schemas.openxmlformats.org/drawingml/2006/main">
            <a:off x="29908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81"/>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Load the user, session, company, and shared guards</a:t>
            </a:r>
          </a:p>
        </p:txBody>
      </p:sp>
      <p:sp>
        <p:nvSpPr>
          <p:cNvPr id="19" name="">
            <a:extLst xmlns:a="http://schemas.openxmlformats.org/drawingml/2006/main">
              <a:ext uri="{FF2B5EF4-FFF2-40B4-BE49-F238E27FC236}">
                <a16:creationId xmlns:a16="http://schemas.microsoft.com/office/drawing/2014/main" id="{13205835-F085-4732-A7BB-9517600CD271}"/>
              </a:ext>
            </a:extLst>
          </p:cNvPr>
          <p:cNvSpPr>
            <a:spLocks xmlns:a="http://schemas.openxmlformats.org/drawingml/2006/main" noGrp="1"/>
          </p:cNvSpPr>
          <p:nvPr/>
        </p:nvSpPr>
        <p:spPr>
          <a:xfrm xmlns:a="http://schemas.openxmlformats.org/drawingml/2006/main">
            <a:off x="46672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92627E62-3E5B-4DC3-8872-D0B14FADD644}"/>
              </a:ext>
            </a:extLst>
          </p:cNvPr>
          <p:cNvSpPr>
            <a:spLocks xmlns:a="http://schemas.openxmlformats.org/drawingml/2006/main" noGrp="1"/>
          </p:cNvSpPr>
          <p:nvPr/>
        </p:nvSpPr>
        <p:spPr>
          <a:xfrm xmlns:a="http://schemas.openxmlformats.org/drawingml/2006/main">
            <a:off x="49911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FC012C3F-BC57-4A65-81C4-21C5975BE86E}"/>
              </a:ext>
            </a:extLst>
          </p:cNvPr>
          <p:cNvSpPr>
            <a:spLocks xmlns:a="http://schemas.openxmlformats.org/drawingml/2006/main" noGrp="1"/>
          </p:cNvSpPr>
          <p:nvPr/>
        </p:nvSpPr>
        <p:spPr>
          <a:xfrm xmlns:a="http://schemas.openxmlformats.org/drawingml/2006/main">
            <a:off x="51816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22" name="">
            <a:extLst xmlns:a="http://schemas.openxmlformats.org/drawingml/2006/main">
              <a:ext uri="{FF2B5EF4-FFF2-40B4-BE49-F238E27FC236}">
                <a16:creationId xmlns:a16="http://schemas.microsoft.com/office/drawing/2014/main" id="{4A83B98B-71F9-4D9B-B3BB-358CA137E865}"/>
              </a:ext>
            </a:extLst>
          </p:cNvPr>
          <p:cNvSpPr>
            <a:spLocks xmlns:a="http://schemas.openxmlformats.org/drawingml/2006/main" noGrp="1"/>
          </p:cNvSpPr>
          <p:nvPr/>
        </p:nvSpPr>
        <p:spPr>
          <a:xfrm xmlns:a="http://schemas.openxmlformats.org/drawingml/2006/main">
            <a:off x="51816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Services</a:t>
            </a:r>
          </a:p>
        </p:txBody>
      </p:sp>
      <p:sp>
        <p:nvSpPr>
          <p:cNvPr id="23" name="">
            <a:extLst xmlns:a="http://schemas.openxmlformats.org/drawingml/2006/main">
              <a:ext uri="{FF2B5EF4-FFF2-40B4-BE49-F238E27FC236}">
                <a16:creationId xmlns:a16="http://schemas.microsoft.com/office/drawing/2014/main" id="{5CAEFF9F-F6CC-4549-A0D5-E8E4651C9E51}"/>
              </a:ext>
            </a:extLst>
          </p:cNvPr>
          <p:cNvSpPr>
            <a:spLocks xmlns:a="http://schemas.openxmlformats.org/drawingml/2006/main" noGrp="1"/>
          </p:cNvSpPr>
          <p:nvPr/>
        </p:nvSpPr>
        <p:spPr>
          <a:xfrm xmlns:a="http://schemas.openxmlformats.org/drawingml/2006/main">
            <a:off x="51816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43"/>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Business decisions</a:t>
            </a:r>
          </a:p>
        </p:txBody>
      </p:sp>
      <p:sp>
        <p:nvSpPr>
          <p:cNvPr id="24" name="">
            <a:extLst xmlns:a="http://schemas.openxmlformats.org/drawingml/2006/main">
              <a:ext uri="{FF2B5EF4-FFF2-40B4-BE49-F238E27FC236}">
                <a16:creationId xmlns:a16="http://schemas.microsoft.com/office/drawing/2014/main" id="{7E989D6B-DA80-4967-A72A-1F3C2C083225}"/>
              </a:ext>
            </a:extLst>
          </p:cNvPr>
          <p:cNvSpPr>
            <a:spLocks xmlns:a="http://schemas.openxmlformats.org/drawingml/2006/main" noGrp="1"/>
          </p:cNvSpPr>
          <p:nvPr/>
        </p:nvSpPr>
        <p:spPr>
          <a:xfrm xmlns:a="http://schemas.openxmlformats.org/drawingml/2006/main">
            <a:off x="51816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5" name="">
            <a:extLst xmlns:a="http://schemas.openxmlformats.org/drawingml/2006/main">
              <a:ext uri="{FF2B5EF4-FFF2-40B4-BE49-F238E27FC236}">
                <a16:creationId xmlns:a16="http://schemas.microsoft.com/office/drawing/2014/main" id="{85056D71-2FF2-4B61-8509-9C5C3649F1A7}"/>
              </a:ext>
            </a:extLst>
          </p:cNvPr>
          <p:cNvSpPr>
            <a:spLocks xmlns:a="http://schemas.openxmlformats.org/drawingml/2006/main" noGrp="1"/>
          </p:cNvSpPr>
          <p:nvPr/>
        </p:nvSpPr>
        <p:spPr>
          <a:xfrm xmlns:a="http://schemas.openxmlformats.org/drawingml/2006/main">
            <a:off x="51816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527"/>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Apply permissions, workflows, and domain rules</a:t>
            </a:r>
          </a:p>
        </p:txBody>
      </p:sp>
      <p:sp>
        <p:nvSpPr>
          <p:cNvPr id="26" name="">
            <a:extLst xmlns:a="http://schemas.openxmlformats.org/drawingml/2006/main">
              <a:ext uri="{FF2B5EF4-FFF2-40B4-BE49-F238E27FC236}">
                <a16:creationId xmlns:a16="http://schemas.microsoft.com/office/drawing/2014/main" id="{4023D93D-C108-4718-953F-3EC63F0187F0}"/>
              </a:ext>
            </a:extLst>
          </p:cNvPr>
          <p:cNvSpPr>
            <a:spLocks xmlns:a="http://schemas.openxmlformats.org/drawingml/2006/main" noGrp="1"/>
          </p:cNvSpPr>
          <p:nvPr/>
        </p:nvSpPr>
        <p:spPr>
          <a:xfrm xmlns:a="http://schemas.openxmlformats.org/drawingml/2006/main">
            <a:off x="685800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7" name="">
            <a:extLst xmlns:a="http://schemas.openxmlformats.org/drawingml/2006/main">
              <a:ext uri="{FF2B5EF4-FFF2-40B4-BE49-F238E27FC236}">
                <a16:creationId xmlns:a16="http://schemas.microsoft.com/office/drawing/2014/main" id="{7E93508D-7645-4931-8F72-F78D7C778CD3}"/>
              </a:ext>
            </a:extLst>
          </p:cNvPr>
          <p:cNvSpPr>
            <a:spLocks xmlns:a="http://schemas.openxmlformats.org/drawingml/2006/main" noGrp="1"/>
          </p:cNvSpPr>
          <p:nvPr/>
        </p:nvSpPr>
        <p:spPr>
          <a:xfrm xmlns:a="http://schemas.openxmlformats.org/drawingml/2006/main">
            <a:off x="718185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59CBD5EC-2CA2-48F2-B964-55CEFD25FB36}"/>
              </a:ext>
            </a:extLst>
          </p:cNvPr>
          <p:cNvSpPr>
            <a:spLocks xmlns:a="http://schemas.openxmlformats.org/drawingml/2006/main" noGrp="1"/>
          </p:cNvSpPr>
          <p:nvPr/>
        </p:nvSpPr>
        <p:spPr>
          <a:xfrm xmlns:a="http://schemas.openxmlformats.org/drawingml/2006/main">
            <a:off x="737235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28734D"/>
                </a:solidFill>
                <a:latin typeface="Noto Sans"/>
                <a:ea typeface="Noto Sans"/>
                <a:cs typeface="Noto Sans"/>
              </a:defRPr>
            </a:defPPr>
            <a:lvl1pPr algn="l">
              <a:defRPr sz="1125" b="1">
                <a:solidFill>
                  <a:srgbClr val="28734D"/>
                </a:solidFill>
                <a:latin typeface="Noto Sans"/>
                <a:ea typeface="Noto Sans"/>
                <a:cs typeface="Noto Sans"/>
              </a:defRPr>
            </a:lvl1pPr>
            <a:lvl2pPr algn="l">
              <a:defRPr sz="1125" b="1">
                <a:solidFill>
                  <a:srgbClr val="28734D"/>
                </a:solidFill>
                <a:latin typeface="Noto Sans"/>
                <a:ea typeface="Noto Sans"/>
                <a:cs typeface="Noto Sans"/>
              </a:defRPr>
            </a:lvl2pPr>
            <a:lvl3pPr algn="l">
              <a:defRPr sz="1125" b="1">
                <a:solidFill>
                  <a:srgbClr val="28734D"/>
                </a:solidFill>
                <a:latin typeface="Noto Sans"/>
                <a:ea typeface="Noto Sans"/>
                <a:cs typeface="Noto Sans"/>
              </a:defRPr>
            </a:lvl3pPr>
            <a:lvl4pPr algn="l">
              <a:defRPr sz="1125" b="1">
                <a:solidFill>
                  <a:srgbClr val="28734D"/>
                </a:solidFill>
                <a:latin typeface="Noto Sans"/>
                <a:ea typeface="Noto Sans"/>
                <a:cs typeface="Noto Sans"/>
              </a:defRPr>
            </a:lvl4pPr>
            <a:lvl5pPr algn="l">
              <a:defRPr sz="1125" b="1">
                <a:solidFill>
                  <a:srgbClr val="28734D"/>
                </a:solidFill>
                <a:latin typeface="Noto Sans"/>
                <a:ea typeface="Noto Sans"/>
                <a:cs typeface="Noto Sans"/>
              </a:defRPr>
            </a:lvl5pPr>
            <a:lvl6pPr algn="l">
              <a:defRPr sz="1125" b="1">
                <a:solidFill>
                  <a:srgbClr val="28734D"/>
                </a:solidFill>
                <a:latin typeface="Noto Sans"/>
                <a:ea typeface="Noto Sans"/>
                <a:cs typeface="Noto Sans"/>
              </a:defRPr>
            </a:lvl6pPr>
            <a:lvl7pPr algn="l">
              <a:defRPr sz="1125" b="1">
                <a:solidFill>
                  <a:srgbClr val="28734D"/>
                </a:solidFill>
                <a:latin typeface="Noto Sans"/>
                <a:ea typeface="Noto Sans"/>
                <a:cs typeface="Noto Sans"/>
              </a:defRPr>
            </a:lvl7pPr>
            <a:lvl8pPr algn="l">
              <a:defRPr sz="1125" b="1">
                <a:solidFill>
                  <a:srgbClr val="28734D"/>
                </a:solidFill>
                <a:latin typeface="Noto Sans"/>
                <a:ea typeface="Noto Sans"/>
                <a:cs typeface="Noto Sans"/>
              </a:defRPr>
            </a:lvl8pPr>
            <a:lvl9pPr algn="l">
              <a:defRPr sz="1125" b="1">
                <a:solidFill>
                  <a:srgbClr val="28734D"/>
                </a:solidFill>
                <a:latin typeface="Noto Sans"/>
                <a:ea typeface="Noto Sans"/>
                <a:cs typeface="Noto Sans"/>
              </a:defRPr>
            </a:lvl9pPr>
          </a:lstStyle>
          <a:p xmlns:a="http://schemas.openxmlformats.org/drawingml/2006/main">
            <a:pPr algn="l">
              <a:defRPr sz="1125" b="1">
                <a:solidFill>
                  <a:srgbClr val="28734D"/>
                </a:solidFill>
                <a:latin typeface="Noto Sans"/>
                <a:ea typeface="Noto Sans"/>
                <a:cs typeface="Noto Sans"/>
              </a:defRPr>
            </a:pPr>
            <a:r>
              <a:rPr sz="1125" b="1">
                <a:solidFill>
                  <a:srgbClr val="28734D"/>
                </a:solidFill>
                <a:latin typeface="Noto Sans"/>
                <a:ea typeface="Noto Sans"/>
                <a:cs typeface="Noto Sans"/>
              </a:rPr>
              <a:t>04</a:t>
            </a:r>
          </a:p>
        </p:txBody>
      </p:sp>
      <p:sp>
        <p:nvSpPr>
          <p:cNvPr id="29" name="">
            <a:extLst xmlns:a="http://schemas.openxmlformats.org/drawingml/2006/main">
              <a:ext uri="{FF2B5EF4-FFF2-40B4-BE49-F238E27FC236}">
                <a16:creationId xmlns:a16="http://schemas.microsoft.com/office/drawing/2014/main" id="{B5B0F67B-54B1-487A-B523-F911220DE310}"/>
              </a:ext>
            </a:extLst>
          </p:cNvPr>
          <p:cNvSpPr>
            <a:spLocks xmlns:a="http://schemas.openxmlformats.org/drawingml/2006/main" noGrp="1"/>
          </p:cNvSpPr>
          <p:nvPr/>
        </p:nvSpPr>
        <p:spPr>
          <a:xfrm xmlns:a="http://schemas.openxmlformats.org/drawingml/2006/main">
            <a:off x="737235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Models</a:t>
            </a:r>
          </a:p>
        </p:txBody>
      </p:sp>
      <p:sp>
        <p:nvSpPr>
          <p:cNvPr id="30" name="">
            <a:extLst xmlns:a="http://schemas.openxmlformats.org/drawingml/2006/main">
              <a:ext uri="{FF2B5EF4-FFF2-40B4-BE49-F238E27FC236}">
                <a16:creationId xmlns:a16="http://schemas.microsoft.com/office/drawing/2014/main" id="{811C4960-B012-40DE-BE59-3840EB1895DB}"/>
              </a:ext>
            </a:extLst>
          </p:cNvPr>
          <p:cNvSpPr>
            <a:spLocks xmlns:a="http://schemas.openxmlformats.org/drawingml/2006/main" noGrp="1"/>
          </p:cNvSpPr>
          <p:nvPr/>
        </p:nvSpPr>
        <p:spPr>
          <a:xfrm xmlns:a="http://schemas.openxmlformats.org/drawingml/2006/main">
            <a:off x="737235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Durable state</a:t>
            </a:r>
          </a:p>
        </p:txBody>
      </p:sp>
      <p:sp>
        <p:nvSpPr>
          <p:cNvPr id="31" name="">
            <a:extLst xmlns:a="http://schemas.openxmlformats.org/drawingml/2006/main">
              <a:ext uri="{FF2B5EF4-FFF2-40B4-BE49-F238E27FC236}">
                <a16:creationId xmlns:a16="http://schemas.microsoft.com/office/drawing/2014/main" id="{5D4425D8-E474-4C40-A04C-39E42DDCC440}"/>
              </a:ext>
            </a:extLst>
          </p:cNvPr>
          <p:cNvSpPr>
            <a:spLocks xmlns:a="http://schemas.openxmlformats.org/drawingml/2006/main" noGrp="1"/>
          </p:cNvSpPr>
          <p:nvPr/>
        </p:nvSpPr>
        <p:spPr>
          <a:xfrm xmlns:a="http://schemas.openxmlformats.org/drawingml/2006/main">
            <a:off x="737235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2" name="">
            <a:extLst xmlns:a="http://schemas.openxmlformats.org/drawingml/2006/main">
              <a:ext uri="{FF2B5EF4-FFF2-40B4-BE49-F238E27FC236}">
                <a16:creationId xmlns:a16="http://schemas.microsoft.com/office/drawing/2014/main" id="{CD0038EF-32A8-4ABE-A2E4-D6FBD4CF5530}"/>
              </a:ext>
            </a:extLst>
          </p:cNvPr>
          <p:cNvSpPr>
            <a:spLocks xmlns:a="http://schemas.openxmlformats.org/drawingml/2006/main" noGrp="1"/>
          </p:cNvSpPr>
          <p:nvPr/>
        </p:nvSpPr>
        <p:spPr>
          <a:xfrm xmlns:a="http://schemas.openxmlformats.org/drawingml/2006/main">
            <a:off x="737235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4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Enforce relationships, constraints, and transactions</a:t>
            </a:r>
          </a:p>
        </p:txBody>
      </p:sp>
      <p:sp>
        <p:nvSpPr>
          <p:cNvPr id="33" name="">
            <a:extLst xmlns:a="http://schemas.openxmlformats.org/drawingml/2006/main">
              <a:ext uri="{FF2B5EF4-FFF2-40B4-BE49-F238E27FC236}">
                <a16:creationId xmlns:a16="http://schemas.microsoft.com/office/drawing/2014/main" id="{223BBE92-087E-4CFB-AD67-8109E36A8F1E}"/>
              </a:ext>
            </a:extLst>
          </p:cNvPr>
          <p:cNvSpPr>
            <a:spLocks xmlns:a="http://schemas.openxmlformats.org/drawingml/2006/main" noGrp="1"/>
          </p:cNvSpPr>
          <p:nvPr/>
        </p:nvSpPr>
        <p:spPr>
          <a:xfrm xmlns:a="http://schemas.openxmlformats.org/drawingml/2006/main">
            <a:off x="9048750" y="2971800"/>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4" name="">
            <a:extLst xmlns:a="http://schemas.openxmlformats.org/drawingml/2006/main">
              <a:ext uri="{FF2B5EF4-FFF2-40B4-BE49-F238E27FC236}">
                <a16:creationId xmlns:a16="http://schemas.microsoft.com/office/drawing/2014/main" id="{CC3A7B1B-25EA-4A2B-A572-9F5FBB257AF7}"/>
              </a:ext>
            </a:extLst>
          </p:cNvPr>
          <p:cNvSpPr>
            <a:spLocks xmlns:a="http://schemas.openxmlformats.org/drawingml/2006/main" noGrp="1"/>
          </p:cNvSpPr>
          <p:nvPr/>
        </p:nvSpPr>
        <p:spPr>
          <a:xfrm xmlns:a="http://schemas.openxmlformats.org/drawingml/2006/main">
            <a:off x="9372600" y="2019300"/>
            <a:ext cx="1866900" cy="1924050"/>
          </a:xfrm>
          <a:prstGeom xmlns:a="http://schemas.openxmlformats.org/drawingml/2006/main" prst="roundRect">
            <a:avLst>
              <a:gd name="adj" fmla="val 6122"/>
            </a:avLst>
          </a:prstGeom>
          <a:solidFill xmlns:a="http://schemas.openxmlformats.org/drawingml/2006/main">
            <a:srgbClr val="FFFEFA"/>
          </a:solidFill>
          <a:ln xmlns:a="http://schemas.openxmlformats.org/drawingml/2006/main" w="17145">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CFEA6965-8124-4B28-A27F-FD0720C9AAD5}"/>
              </a:ext>
            </a:extLst>
          </p:cNvPr>
          <p:cNvSpPr>
            <a:spLocks xmlns:a="http://schemas.openxmlformats.org/drawingml/2006/main" noGrp="1"/>
          </p:cNvSpPr>
          <p:nvPr/>
        </p:nvSpPr>
        <p:spPr>
          <a:xfrm xmlns:a="http://schemas.openxmlformats.org/drawingml/2006/main">
            <a:off x="9563100" y="21526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05</a:t>
            </a:r>
          </a:p>
        </p:txBody>
      </p:sp>
      <p:sp>
        <p:nvSpPr>
          <p:cNvPr id="36" name="">
            <a:extLst xmlns:a="http://schemas.openxmlformats.org/drawingml/2006/main">
              <a:ext uri="{FF2B5EF4-FFF2-40B4-BE49-F238E27FC236}">
                <a16:creationId xmlns:a16="http://schemas.microsoft.com/office/drawing/2014/main" id="{A1818792-965B-4CFD-BFE5-BA7673ADDA9E}"/>
              </a:ext>
            </a:extLst>
          </p:cNvPr>
          <p:cNvSpPr>
            <a:spLocks xmlns:a="http://schemas.openxmlformats.org/drawingml/2006/main" noGrp="1"/>
          </p:cNvSpPr>
          <p:nvPr/>
        </p:nvSpPr>
        <p:spPr>
          <a:xfrm xmlns:a="http://schemas.openxmlformats.org/drawingml/2006/main">
            <a:off x="9563100" y="25146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Workers</a:t>
            </a:r>
          </a:p>
        </p:txBody>
      </p:sp>
      <p:sp>
        <p:nvSpPr>
          <p:cNvPr id="37" name="">
            <a:extLst xmlns:a="http://schemas.openxmlformats.org/drawingml/2006/main">
              <a:ext uri="{FF2B5EF4-FFF2-40B4-BE49-F238E27FC236}">
                <a16:creationId xmlns:a16="http://schemas.microsoft.com/office/drawing/2014/main" id="{96154E60-C53A-482F-AD2B-B1FDDB008515}"/>
              </a:ext>
            </a:extLst>
          </p:cNvPr>
          <p:cNvSpPr>
            <a:spLocks xmlns:a="http://schemas.openxmlformats.org/drawingml/2006/main" noGrp="1"/>
          </p:cNvSpPr>
          <p:nvPr/>
        </p:nvSpPr>
        <p:spPr>
          <a:xfrm xmlns:a="http://schemas.openxmlformats.org/drawingml/2006/main">
            <a:off x="9563100" y="28956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17"/>
          </a:bodyPr>
          <a:lstStyle xmlns:a="http://schemas.openxmlformats.org/drawingml/2006/main">
            <a:defPPr algn="l">
              <a:defRPr sz="1125" b="1">
                <a:solidFill>
                  <a:srgbClr val="617369"/>
                </a:solidFill>
                <a:latin typeface="Noto Sans"/>
                <a:ea typeface="Noto Sans"/>
                <a:cs typeface="Noto Sans"/>
              </a:defRPr>
            </a:defPPr>
            <a:lvl1pPr algn="l">
              <a:defRPr sz="1125" b="1">
                <a:solidFill>
                  <a:srgbClr val="617369"/>
                </a:solidFill>
                <a:latin typeface="Noto Sans"/>
                <a:ea typeface="Noto Sans"/>
                <a:cs typeface="Noto Sans"/>
              </a:defRPr>
            </a:lvl1pPr>
            <a:lvl2pPr algn="l">
              <a:defRPr sz="1125" b="1">
                <a:solidFill>
                  <a:srgbClr val="617369"/>
                </a:solidFill>
                <a:latin typeface="Noto Sans"/>
                <a:ea typeface="Noto Sans"/>
                <a:cs typeface="Noto Sans"/>
              </a:defRPr>
            </a:lvl2pPr>
            <a:lvl3pPr algn="l">
              <a:defRPr sz="1125" b="1">
                <a:solidFill>
                  <a:srgbClr val="617369"/>
                </a:solidFill>
                <a:latin typeface="Noto Sans"/>
                <a:ea typeface="Noto Sans"/>
                <a:cs typeface="Noto Sans"/>
              </a:defRPr>
            </a:lvl3pPr>
            <a:lvl4pPr algn="l">
              <a:defRPr sz="1125" b="1">
                <a:solidFill>
                  <a:srgbClr val="617369"/>
                </a:solidFill>
                <a:latin typeface="Noto Sans"/>
                <a:ea typeface="Noto Sans"/>
                <a:cs typeface="Noto Sans"/>
              </a:defRPr>
            </a:lvl4pPr>
            <a:lvl5pPr algn="l">
              <a:defRPr sz="1125" b="1">
                <a:solidFill>
                  <a:srgbClr val="617369"/>
                </a:solidFill>
                <a:latin typeface="Noto Sans"/>
                <a:ea typeface="Noto Sans"/>
                <a:cs typeface="Noto Sans"/>
              </a:defRPr>
            </a:lvl5pPr>
            <a:lvl6pPr algn="l">
              <a:defRPr sz="1125" b="1">
                <a:solidFill>
                  <a:srgbClr val="617369"/>
                </a:solidFill>
                <a:latin typeface="Noto Sans"/>
                <a:ea typeface="Noto Sans"/>
                <a:cs typeface="Noto Sans"/>
              </a:defRPr>
            </a:lvl6pPr>
            <a:lvl7pPr algn="l">
              <a:defRPr sz="1125" b="1">
                <a:solidFill>
                  <a:srgbClr val="617369"/>
                </a:solidFill>
                <a:latin typeface="Noto Sans"/>
                <a:ea typeface="Noto Sans"/>
                <a:cs typeface="Noto Sans"/>
              </a:defRPr>
            </a:lvl7pPr>
            <a:lvl8pPr algn="l">
              <a:defRPr sz="1125" b="1">
                <a:solidFill>
                  <a:srgbClr val="617369"/>
                </a:solidFill>
                <a:latin typeface="Noto Sans"/>
                <a:ea typeface="Noto Sans"/>
                <a:cs typeface="Noto Sans"/>
              </a:defRPr>
            </a:lvl8pPr>
            <a:lvl9pPr algn="l">
              <a:defRPr sz="1125" b="1">
                <a:solidFill>
                  <a:srgbClr val="617369"/>
                </a:solidFill>
                <a:latin typeface="Noto Sans"/>
                <a:ea typeface="Noto Sans"/>
                <a:cs typeface="Noto Sans"/>
              </a:defRPr>
            </a:lvl9pPr>
          </a:lstStyle>
          <a:p xmlns:a="http://schemas.openxmlformats.org/drawingml/2006/main">
            <a:pPr algn="l">
              <a:defRPr sz="1125" b="1">
                <a:solidFill>
                  <a:srgbClr val="617369"/>
                </a:solidFill>
                <a:latin typeface="Noto Sans"/>
                <a:ea typeface="Noto Sans"/>
                <a:cs typeface="Noto Sans"/>
              </a:defRPr>
            </a:pPr>
            <a:r>
              <a:rPr sz="1125" b="1">
                <a:solidFill>
                  <a:srgbClr val="617369"/>
                </a:solidFill>
                <a:latin typeface="Noto Sans"/>
                <a:ea typeface="Noto Sans"/>
                <a:cs typeface="Noto Sans"/>
              </a:rPr>
              <a:t>Slow external work</a:t>
            </a:r>
          </a:p>
        </p:txBody>
      </p:sp>
      <p:sp>
        <p:nvSpPr>
          <p:cNvPr id="38" name="">
            <a:extLst xmlns:a="http://schemas.openxmlformats.org/drawingml/2006/main">
              <a:ext uri="{FF2B5EF4-FFF2-40B4-BE49-F238E27FC236}">
                <a16:creationId xmlns:a16="http://schemas.microsoft.com/office/drawing/2014/main" id="{D115C51B-6A8E-4E19-8DE8-777D3C49685D}"/>
              </a:ext>
            </a:extLst>
          </p:cNvPr>
          <p:cNvSpPr>
            <a:spLocks xmlns:a="http://schemas.openxmlformats.org/drawingml/2006/main" noGrp="1"/>
          </p:cNvSpPr>
          <p:nvPr/>
        </p:nvSpPr>
        <p:spPr>
          <a:xfrm xmlns:a="http://schemas.openxmlformats.org/drawingml/2006/main">
            <a:off x="9563100" y="3371850"/>
            <a:ext cx="14859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9" name="">
            <a:extLst xmlns:a="http://schemas.openxmlformats.org/drawingml/2006/main">
              <a:ext uri="{FF2B5EF4-FFF2-40B4-BE49-F238E27FC236}">
                <a16:creationId xmlns:a16="http://schemas.microsoft.com/office/drawing/2014/main" id="{9FCF6D1F-717B-49F1-9A09-7FB54120068D}"/>
              </a:ext>
            </a:extLst>
          </p:cNvPr>
          <p:cNvSpPr>
            <a:spLocks xmlns:a="http://schemas.openxmlformats.org/drawingml/2006/main" noGrp="1"/>
          </p:cNvSpPr>
          <p:nvPr/>
        </p:nvSpPr>
        <p:spPr>
          <a:xfrm xmlns:a="http://schemas.openxmlformats.org/drawingml/2006/main">
            <a:off x="9563100" y="34861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Process AI, email, files, and scheduled tasks</a:t>
            </a:r>
          </a:p>
        </p:txBody>
      </p:sp>
      <p:sp>
        <p:nvSpPr>
          <p:cNvPr id="40" name="">
            <a:extLst xmlns:a="http://schemas.openxmlformats.org/drawingml/2006/main">
              <a:ext uri="{FF2B5EF4-FFF2-40B4-BE49-F238E27FC236}">
                <a16:creationId xmlns:a16="http://schemas.microsoft.com/office/drawing/2014/main" id="{352FC9EF-67F9-4DEB-8D08-BA71C1EDD43F}"/>
              </a:ext>
            </a:extLst>
          </p:cNvPr>
          <p:cNvSpPr>
            <a:spLocks xmlns:a="http://schemas.openxmlformats.org/drawingml/2006/main" noGrp="1"/>
          </p:cNvSpPr>
          <p:nvPr/>
        </p:nvSpPr>
        <p:spPr>
          <a:xfrm xmlns:a="http://schemas.openxmlformats.org/drawingml/2006/main">
            <a:off x="609600" y="4362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defPPr algn="l">
              <a:defRPr sz="1650" b="1">
                <a:solidFill>
                  <a:srgbClr val="A25C38"/>
                </a:solidFill>
                <a:latin typeface="Noto Sans"/>
                <a:ea typeface="Noto Sans"/>
                <a:cs typeface="Noto Sans"/>
              </a:defRPr>
            </a:defPPr>
            <a:lvl1pPr algn="l">
              <a:defRPr sz="1650" b="1">
                <a:solidFill>
                  <a:srgbClr val="A25C38"/>
                </a:solidFill>
                <a:latin typeface="Noto Sans"/>
                <a:ea typeface="Noto Sans"/>
                <a:cs typeface="Noto Sans"/>
              </a:defRPr>
            </a:lvl1pPr>
            <a:lvl2pPr algn="l">
              <a:defRPr sz="1650" b="1">
                <a:solidFill>
                  <a:srgbClr val="A25C38"/>
                </a:solidFill>
                <a:latin typeface="Noto Sans"/>
                <a:ea typeface="Noto Sans"/>
                <a:cs typeface="Noto Sans"/>
              </a:defRPr>
            </a:lvl2pPr>
            <a:lvl3pPr algn="l">
              <a:defRPr sz="1650" b="1">
                <a:solidFill>
                  <a:srgbClr val="A25C38"/>
                </a:solidFill>
                <a:latin typeface="Noto Sans"/>
                <a:ea typeface="Noto Sans"/>
                <a:cs typeface="Noto Sans"/>
              </a:defRPr>
            </a:lvl3pPr>
            <a:lvl4pPr algn="l">
              <a:defRPr sz="1650" b="1">
                <a:solidFill>
                  <a:srgbClr val="A25C38"/>
                </a:solidFill>
                <a:latin typeface="Noto Sans"/>
                <a:ea typeface="Noto Sans"/>
                <a:cs typeface="Noto Sans"/>
              </a:defRPr>
            </a:lvl4pPr>
            <a:lvl5pPr algn="l">
              <a:defRPr sz="1650" b="1">
                <a:solidFill>
                  <a:srgbClr val="A25C38"/>
                </a:solidFill>
                <a:latin typeface="Noto Sans"/>
                <a:ea typeface="Noto Sans"/>
                <a:cs typeface="Noto Sans"/>
              </a:defRPr>
            </a:lvl5pPr>
            <a:lvl6pPr algn="l">
              <a:defRPr sz="1650" b="1">
                <a:solidFill>
                  <a:srgbClr val="A25C38"/>
                </a:solidFill>
                <a:latin typeface="Noto Sans"/>
                <a:ea typeface="Noto Sans"/>
                <a:cs typeface="Noto Sans"/>
              </a:defRPr>
            </a:lvl6pPr>
            <a:lvl7pPr algn="l">
              <a:defRPr sz="1650" b="1">
                <a:solidFill>
                  <a:srgbClr val="A25C38"/>
                </a:solidFill>
                <a:latin typeface="Noto Sans"/>
                <a:ea typeface="Noto Sans"/>
                <a:cs typeface="Noto Sans"/>
              </a:defRPr>
            </a:lvl7pPr>
            <a:lvl8pPr algn="l">
              <a:defRPr sz="1650" b="1">
                <a:solidFill>
                  <a:srgbClr val="A25C38"/>
                </a:solidFill>
                <a:latin typeface="Noto Sans"/>
                <a:ea typeface="Noto Sans"/>
                <a:cs typeface="Noto Sans"/>
              </a:defRPr>
            </a:lvl8pPr>
            <a:lvl9pPr algn="l">
              <a:defRPr sz="1650" b="1">
                <a:solidFill>
                  <a:srgbClr val="A25C38"/>
                </a:solidFill>
                <a:latin typeface="Noto Sans"/>
                <a:ea typeface="Noto Sans"/>
                <a:cs typeface="Noto Sans"/>
              </a:defRPr>
            </a:lvl9pPr>
          </a:lstStyle>
          <a:p xmlns:a="http://schemas.openxmlformats.org/drawingml/2006/main">
            <a:pPr algn="l">
              <a:defRPr sz="1650" b="1">
                <a:solidFill>
                  <a:srgbClr val="A25C38"/>
                </a:solidFill>
                <a:latin typeface="Noto Sans"/>
                <a:ea typeface="Noto Sans"/>
                <a:cs typeface="Noto Sans"/>
              </a:defRPr>
            </a:pPr>
            <a:r>
              <a:rPr sz="1650" b="1">
                <a:solidFill>
                  <a:srgbClr val="A25C38"/>
                </a:solidFill>
                <a:latin typeface="Noto Sans"/>
                <a:ea typeface="Noto Sans"/>
                <a:cs typeface="Noto Sans"/>
              </a:rPr>
              <a:t>Concrete example</a:t>
            </a:r>
          </a:p>
        </p:txBody>
      </p:sp>
      <p:sp>
        <p:nvSpPr>
          <p:cNvPr id="41" name="">
            <a:extLst xmlns:a="http://schemas.openxmlformats.org/drawingml/2006/main">
              <a:ext uri="{FF2B5EF4-FFF2-40B4-BE49-F238E27FC236}">
                <a16:creationId xmlns:a16="http://schemas.microsoft.com/office/drawing/2014/main" id="{4B495E7A-42B1-4566-A521-3FB4F8538931}"/>
              </a:ext>
            </a:extLst>
          </p:cNvPr>
          <p:cNvSpPr>
            <a:spLocks xmlns:a="http://schemas.openxmlformats.org/drawingml/2006/main" noGrp="1"/>
          </p:cNvSpPr>
          <p:nvPr/>
        </p:nvSpPr>
        <p:spPr>
          <a:xfrm xmlns:a="http://schemas.openxmlformats.org/drawingml/2006/main">
            <a:off x="2609850" y="43434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Move an application to the interview stage</a:t>
            </a:r>
          </a:p>
        </p:txBody>
      </p:sp>
      <p:sp>
        <p:nvSpPr>
          <p:cNvPr id="42" name="">
            <a:extLst xmlns:a="http://schemas.openxmlformats.org/drawingml/2006/main">
              <a:ext uri="{FF2B5EF4-FFF2-40B4-BE49-F238E27FC236}">
                <a16:creationId xmlns:a16="http://schemas.microsoft.com/office/drawing/2014/main" id="{A322853F-828F-44BE-9EE1-8446B4B99B23}"/>
              </a:ext>
            </a:extLst>
          </p:cNvPr>
          <p:cNvSpPr>
            <a:spLocks xmlns:a="http://schemas.openxmlformats.org/drawingml/2006/main" noGrp="1"/>
          </p:cNvSpPr>
          <p:nvPr/>
        </p:nvSpPr>
        <p:spPr>
          <a:xfrm xmlns:a="http://schemas.openxmlformats.org/drawingml/2006/main">
            <a:off x="6096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01</a:t>
            </a:r>
          </a:p>
        </p:txBody>
      </p:sp>
      <p:sp>
        <p:nvSpPr>
          <p:cNvPr id="43" name="">
            <a:extLst xmlns:a="http://schemas.openxmlformats.org/drawingml/2006/main">
              <a:ext uri="{FF2B5EF4-FFF2-40B4-BE49-F238E27FC236}">
                <a16:creationId xmlns:a16="http://schemas.microsoft.com/office/drawing/2014/main" id="{FB99296B-1B58-4116-BBD4-BE9F8D2DEC3B}"/>
              </a:ext>
            </a:extLst>
          </p:cNvPr>
          <p:cNvSpPr>
            <a:spLocks xmlns:a="http://schemas.openxmlformats.org/drawingml/2006/main" noGrp="1"/>
          </p:cNvSpPr>
          <p:nvPr/>
        </p:nvSpPr>
        <p:spPr>
          <a:xfrm xmlns:a="http://schemas.openxmlformats.org/drawingml/2006/main">
            <a:off x="10096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a:t>
            </a:r>
          </a:p>
        </p:txBody>
      </p:sp>
      <p:sp>
        <p:nvSpPr>
          <p:cNvPr id="44" name="">
            <a:extLst xmlns:a="http://schemas.openxmlformats.org/drawingml/2006/main">
              <a:ext uri="{FF2B5EF4-FFF2-40B4-BE49-F238E27FC236}">
                <a16:creationId xmlns:a16="http://schemas.microsoft.com/office/drawing/2014/main" id="{4D456DDD-8708-4859-96B4-9AE0A54BCFFA}"/>
              </a:ext>
            </a:extLst>
          </p:cNvPr>
          <p:cNvSpPr>
            <a:spLocks xmlns:a="http://schemas.openxmlformats.org/drawingml/2006/main" noGrp="1"/>
          </p:cNvSpPr>
          <p:nvPr/>
        </p:nvSpPr>
        <p:spPr>
          <a:xfrm xmlns:a="http://schemas.openxmlformats.org/drawingml/2006/main">
            <a:off x="10096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validates the stage request</a:t>
            </a:r>
          </a:p>
        </p:txBody>
      </p:sp>
      <p:sp>
        <p:nvSpPr>
          <p:cNvPr id="45" name="">
            <a:extLst xmlns:a="http://schemas.openxmlformats.org/drawingml/2006/main">
              <a:ext uri="{FF2B5EF4-FFF2-40B4-BE49-F238E27FC236}">
                <a16:creationId xmlns:a16="http://schemas.microsoft.com/office/drawing/2014/main" id="{D5403246-55F9-4E75-9826-A0B5359D1F75}"/>
              </a:ext>
            </a:extLst>
          </p:cNvPr>
          <p:cNvSpPr>
            <a:spLocks xmlns:a="http://schemas.openxmlformats.org/drawingml/2006/main" noGrp="1"/>
          </p:cNvSpPr>
          <p:nvPr/>
        </p:nvSpPr>
        <p:spPr>
          <a:xfrm xmlns:a="http://schemas.openxmlformats.org/drawingml/2006/main">
            <a:off x="30099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E67BC125-A21C-40DB-88DB-1B2A7461B2E9}"/>
              </a:ext>
            </a:extLst>
          </p:cNvPr>
          <p:cNvSpPr>
            <a:spLocks xmlns:a="http://schemas.openxmlformats.org/drawingml/2006/main" noGrp="1"/>
          </p:cNvSpPr>
          <p:nvPr/>
        </p:nvSpPr>
        <p:spPr>
          <a:xfrm xmlns:a="http://schemas.openxmlformats.org/drawingml/2006/main">
            <a:off x="33528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02</a:t>
            </a:r>
          </a:p>
        </p:txBody>
      </p:sp>
      <p:sp>
        <p:nvSpPr>
          <p:cNvPr id="47" name="">
            <a:extLst xmlns:a="http://schemas.openxmlformats.org/drawingml/2006/main">
              <a:ext uri="{FF2B5EF4-FFF2-40B4-BE49-F238E27FC236}">
                <a16:creationId xmlns:a16="http://schemas.microsoft.com/office/drawing/2014/main" id="{9DA04518-35C8-4AE0-9603-045AA68A9015}"/>
              </a:ext>
            </a:extLst>
          </p:cNvPr>
          <p:cNvSpPr>
            <a:spLocks xmlns:a="http://schemas.openxmlformats.org/drawingml/2006/main" noGrp="1"/>
          </p:cNvSpPr>
          <p:nvPr/>
        </p:nvSpPr>
        <p:spPr>
          <a:xfrm xmlns:a="http://schemas.openxmlformats.org/drawingml/2006/main">
            <a:off x="37528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7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Dependency</a:t>
            </a:r>
          </a:p>
        </p:txBody>
      </p:sp>
      <p:sp>
        <p:nvSpPr>
          <p:cNvPr id="48" name="">
            <a:extLst xmlns:a="http://schemas.openxmlformats.org/drawingml/2006/main">
              <a:ext uri="{FF2B5EF4-FFF2-40B4-BE49-F238E27FC236}">
                <a16:creationId xmlns:a16="http://schemas.microsoft.com/office/drawing/2014/main" id="{D7D5286E-D5FB-49A0-9E7F-DF9FB9534CB8}"/>
              </a:ext>
            </a:extLst>
          </p:cNvPr>
          <p:cNvSpPr>
            <a:spLocks xmlns:a="http://schemas.openxmlformats.org/drawingml/2006/main" noGrp="1"/>
          </p:cNvSpPr>
          <p:nvPr/>
        </p:nvSpPr>
        <p:spPr>
          <a:xfrm xmlns:a="http://schemas.openxmlformats.org/drawingml/2006/main">
            <a:off x="37528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loads user and company context</a:t>
            </a:r>
          </a:p>
        </p:txBody>
      </p:sp>
      <p:sp>
        <p:nvSpPr>
          <p:cNvPr id="49" name="">
            <a:extLst xmlns:a="http://schemas.openxmlformats.org/drawingml/2006/main">
              <a:ext uri="{FF2B5EF4-FFF2-40B4-BE49-F238E27FC236}">
                <a16:creationId xmlns:a16="http://schemas.microsoft.com/office/drawing/2014/main" id="{9E7D197A-786C-41A0-878D-DDA983E12F14}"/>
              </a:ext>
            </a:extLst>
          </p:cNvPr>
          <p:cNvSpPr>
            <a:spLocks xmlns:a="http://schemas.openxmlformats.org/drawingml/2006/main" noGrp="1"/>
          </p:cNvSpPr>
          <p:nvPr/>
        </p:nvSpPr>
        <p:spPr>
          <a:xfrm xmlns:a="http://schemas.openxmlformats.org/drawingml/2006/main">
            <a:off x="57531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0" name="">
            <a:extLst xmlns:a="http://schemas.openxmlformats.org/drawingml/2006/main">
              <a:ext uri="{FF2B5EF4-FFF2-40B4-BE49-F238E27FC236}">
                <a16:creationId xmlns:a16="http://schemas.microsoft.com/office/drawing/2014/main" id="{4213C007-9859-4475-B214-6533A23F2A90}"/>
              </a:ext>
            </a:extLst>
          </p:cNvPr>
          <p:cNvSpPr>
            <a:spLocks xmlns:a="http://schemas.openxmlformats.org/drawingml/2006/main" noGrp="1"/>
          </p:cNvSpPr>
          <p:nvPr/>
        </p:nvSpPr>
        <p:spPr>
          <a:xfrm xmlns:a="http://schemas.openxmlformats.org/drawingml/2006/main">
            <a:off x="60960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03</a:t>
            </a:r>
          </a:p>
        </p:txBody>
      </p:sp>
      <p:sp>
        <p:nvSpPr>
          <p:cNvPr id="51" name="">
            <a:extLst xmlns:a="http://schemas.openxmlformats.org/drawingml/2006/main">
              <a:ext uri="{FF2B5EF4-FFF2-40B4-BE49-F238E27FC236}">
                <a16:creationId xmlns:a16="http://schemas.microsoft.com/office/drawing/2014/main" id="{AC0CEE96-AC2D-4F06-B3B6-CE0F4D1C1AE3}"/>
              </a:ext>
            </a:extLst>
          </p:cNvPr>
          <p:cNvSpPr>
            <a:spLocks xmlns:a="http://schemas.openxmlformats.org/drawingml/2006/main" noGrp="1"/>
          </p:cNvSpPr>
          <p:nvPr/>
        </p:nvSpPr>
        <p:spPr>
          <a:xfrm xmlns:a="http://schemas.openxmlformats.org/drawingml/2006/main">
            <a:off x="64960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a:t>
            </a:r>
          </a:p>
        </p:txBody>
      </p:sp>
      <p:sp>
        <p:nvSpPr>
          <p:cNvPr id="52" name="">
            <a:extLst xmlns:a="http://schemas.openxmlformats.org/drawingml/2006/main">
              <a:ext uri="{FF2B5EF4-FFF2-40B4-BE49-F238E27FC236}">
                <a16:creationId xmlns:a16="http://schemas.microsoft.com/office/drawing/2014/main" id="{2A869218-6ADD-416C-9468-5554DF4B2048}"/>
              </a:ext>
            </a:extLst>
          </p:cNvPr>
          <p:cNvSpPr>
            <a:spLocks xmlns:a="http://schemas.openxmlformats.org/drawingml/2006/main" noGrp="1"/>
          </p:cNvSpPr>
          <p:nvPr/>
        </p:nvSpPr>
        <p:spPr>
          <a:xfrm xmlns:a="http://schemas.openxmlformats.org/drawingml/2006/main">
            <a:off x="64960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checks permission and transition</a:t>
            </a:r>
          </a:p>
        </p:txBody>
      </p:sp>
      <p:sp>
        <p:nvSpPr>
          <p:cNvPr id="53" name="">
            <a:extLst xmlns:a="http://schemas.openxmlformats.org/drawingml/2006/main">
              <a:ext uri="{FF2B5EF4-FFF2-40B4-BE49-F238E27FC236}">
                <a16:creationId xmlns:a16="http://schemas.microsoft.com/office/drawing/2014/main" id="{414C2801-44F8-477C-9E6A-3A098E089A4F}"/>
              </a:ext>
            </a:extLst>
          </p:cNvPr>
          <p:cNvSpPr>
            <a:spLocks xmlns:a="http://schemas.openxmlformats.org/drawingml/2006/main" noGrp="1"/>
          </p:cNvSpPr>
          <p:nvPr/>
        </p:nvSpPr>
        <p:spPr>
          <a:xfrm xmlns:a="http://schemas.openxmlformats.org/drawingml/2006/main">
            <a:off x="8496300" y="5048250"/>
            <a:ext cx="342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4" name="">
            <a:extLst xmlns:a="http://schemas.openxmlformats.org/drawingml/2006/main">
              <a:ext uri="{FF2B5EF4-FFF2-40B4-BE49-F238E27FC236}">
                <a16:creationId xmlns:a16="http://schemas.microsoft.com/office/drawing/2014/main" id="{276AE0CB-501D-4BB5-A570-1ED8390EA865}"/>
              </a:ext>
            </a:extLst>
          </p:cNvPr>
          <p:cNvSpPr>
            <a:spLocks xmlns:a="http://schemas.openxmlformats.org/drawingml/2006/main" noGrp="1"/>
          </p:cNvSpPr>
          <p:nvPr/>
        </p:nvSpPr>
        <p:spPr>
          <a:xfrm xmlns:a="http://schemas.openxmlformats.org/drawingml/2006/main">
            <a:off x="8839200" y="4857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04</a:t>
            </a:r>
          </a:p>
        </p:txBody>
      </p:sp>
      <p:sp>
        <p:nvSpPr>
          <p:cNvPr id="55" name="">
            <a:extLst xmlns:a="http://schemas.openxmlformats.org/drawingml/2006/main">
              <a:ext uri="{FF2B5EF4-FFF2-40B4-BE49-F238E27FC236}">
                <a16:creationId xmlns:a16="http://schemas.microsoft.com/office/drawing/2014/main" id="{3CB51BA6-F660-4110-B2D7-3CC2F14E76E9}"/>
              </a:ext>
            </a:extLst>
          </p:cNvPr>
          <p:cNvSpPr>
            <a:spLocks xmlns:a="http://schemas.openxmlformats.org/drawingml/2006/main" noGrp="1"/>
          </p:cNvSpPr>
          <p:nvPr/>
        </p:nvSpPr>
        <p:spPr>
          <a:xfrm xmlns:a="http://schemas.openxmlformats.org/drawingml/2006/main">
            <a:off x="9239250" y="4800600"/>
            <a:ext cx="1066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85"/>
          </a:bodyPr>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Transaction</a:t>
            </a:r>
          </a:p>
        </p:txBody>
      </p:sp>
      <p:sp>
        <p:nvSpPr>
          <p:cNvPr id="56" name="">
            <a:extLst xmlns:a="http://schemas.openxmlformats.org/drawingml/2006/main">
              <a:ext uri="{FF2B5EF4-FFF2-40B4-BE49-F238E27FC236}">
                <a16:creationId xmlns:a16="http://schemas.microsoft.com/office/drawing/2014/main" id="{DA228697-F9AE-4648-A8B4-DBC16B71F023}"/>
              </a:ext>
            </a:extLst>
          </p:cNvPr>
          <p:cNvSpPr>
            <a:spLocks xmlns:a="http://schemas.openxmlformats.org/drawingml/2006/main" noGrp="1"/>
          </p:cNvSpPr>
          <p:nvPr/>
        </p:nvSpPr>
        <p:spPr>
          <a:xfrm xmlns:a="http://schemas.openxmlformats.org/drawingml/2006/main">
            <a:off x="9239250" y="51054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updates state and queues notification</a:t>
            </a:r>
          </a:p>
        </p:txBody>
      </p:sp>
      <p:sp>
        <p:nvSpPr>
          <p:cNvPr id="57" name="">
            <a:extLst xmlns:a="http://schemas.openxmlformats.org/drawingml/2006/main">
              <a:ext uri="{FF2B5EF4-FFF2-40B4-BE49-F238E27FC236}">
                <a16:creationId xmlns:a16="http://schemas.microsoft.com/office/drawing/2014/main" id="{5D8015B9-7ECB-4724-8C58-AB31E0D7341C}"/>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58" name="">
            <a:extLst xmlns:a="http://schemas.openxmlformats.org/drawingml/2006/main">
              <a:ext uri="{FF2B5EF4-FFF2-40B4-BE49-F238E27FC236}">
                <a16:creationId xmlns:a16="http://schemas.microsoft.com/office/drawing/2014/main" id="{A6A0A807-FC76-410B-9E17-520EE2BD83F7}"/>
              </a:ext>
            </a:extLst>
          </p:cNvPr>
          <p:cNvSpPr>
            <a:spLocks xmlns:a="http://schemas.openxmlformats.org/drawingml/2006/main" noGrp="1"/>
          </p:cNvSpPr>
          <p:nvPr/>
        </p:nvSpPr>
        <p:spPr>
          <a:xfrm xmlns:a="http://schemas.openxmlformats.org/drawingml/2006/main">
            <a:off x="819150" y="584835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Routers coordinate the call. Services make the business decision. Database constraints reject invalid state.</a:t>
            </a:r>
          </a:p>
        </p:txBody>
      </p:sp>
      <p:sp>
        <p:nvSpPr>
          <p:cNvPr id="59" name="">
            <a:extLst xmlns:a="http://schemas.openxmlformats.org/drawingml/2006/main">
              <a:ext uri="{FF2B5EF4-FFF2-40B4-BE49-F238E27FC236}">
                <a16:creationId xmlns:a16="http://schemas.microsoft.com/office/drawing/2014/main" id="{80E583A4-7A4A-4229-A64B-BDF36015A3B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351678034"/>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3436694-9A51-48D4-BC1C-F640551291A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09F75291-9E54-416C-86C2-070242E6917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7A9F813C-BF6E-44D3-AB88-F0B05935DD94}"/>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DC6DF16F-DB2B-4303-812E-D112BD50F05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A82D994-5C25-4D90-B671-F71920150D28}"/>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BEF652E-8F19-4C24-898E-0EC063DE5E68}"/>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EB181083-D034-471C-B4FC-547C95F158E7}"/>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8485867D-4947-46B2-B01D-587C96B490AC}"/>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40A0217F-4D02-42AA-9B29-A9751D38CD3C}"/>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4D1E28F-6EEB-4CA8-8432-EB14AD402201}"/>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464E65B6-160A-4B4E-BFB6-EBEA44DE5485}"/>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C1FAC9AA-1E1E-4055-AE36-50A46BBA384C}"/>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48C303F7-C102-4156-BC15-DBCE9CBE5B46}"/>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29C3FF3-24F8-42D9-AA27-42C03A1BE91C}"/>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666A80BE-FC6C-48F6-A803-E82A27C2EE4D}"/>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E5BA6F91-2DEE-43EC-84D5-75CE09AEAAF7}"/>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1F9C24DD-7463-4220-94CA-0E80ED5236F4}"/>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33E75748-DA0F-4695-A74F-E00A6FEEC528}"/>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DCCD48B6-692E-4BF4-B6DD-C1523400A350}"/>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B154851A-A0F6-45F5-9373-E06BE795381A}"/>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BC9FE5B8-0DEA-41D9-8A95-57DFCBC9EDF0}"/>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6B194F76-1162-4E6A-B8F5-32DF0C3097FE}"/>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40126458-626F-49CB-8F22-A70C3AB8D33A}"/>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827B3437-5CB7-462E-B878-4F45BF88342B}"/>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C885EDF8-CC2E-49CF-BE52-43F072BE2CA4}"/>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AE451090-FAFA-47DA-AF46-77080EC5F039}"/>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C561E1DC-52F1-43E0-8B36-2B61328A2599}"/>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C899D829-08C4-42A9-B142-F46537364ECB}"/>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C4AA28AE-E4A2-4C97-8A29-C13C821492C5}"/>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E07154BD-1BBA-4B4D-9802-F93A6637D0E8}"/>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F095DBCF-1B8C-4AD6-A2CA-19D8CC84121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954617227"/>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8CB6C02-3D43-489E-8C38-AD472836662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D7A114A0-54B6-4ED3-AFF6-75F7F62BCEE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77E3C75E-C57A-42BF-AAD2-25DA89053D7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2496E35C-2F40-42E8-AFFA-90E277BD9001}"/>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ACBDE7F-5140-466B-AF19-9E47220923FC}"/>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B934B1FF-F7C5-4F80-A7AF-D9CEB634CA3A}"/>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6B8781E-2EE9-40B6-8C0F-0BAD2CB23513}"/>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F6EF637A-079D-490A-9E24-5EE509A02FA7}"/>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D1090B2A-D88B-4009-A509-9D64DA76F47A}"/>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A4399C43-211E-4FCA-9A8C-CC9AE2B9AC30}"/>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89020AD5-C21E-450A-ABE4-7CDA6131FBA5}"/>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40CFA96A-1D06-4E61-82F0-C98A19D907B0}"/>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E4E17F4-12AA-4069-8C01-A0E00E75647B}"/>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7D1D5043-A033-4DAC-866B-D9AFDD578AA4}"/>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D175CA76-9F3D-4526-AF96-539378A37DE5}"/>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C5A3DE58-C554-41FB-867D-8696F0919E76}"/>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C548D2F7-6444-4F00-87F1-FA1B2784AE1F}"/>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2DD8C37A-9AB1-45DA-88AC-32351ABE3D9F}"/>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99791819-D38C-468B-B508-D0B57F74856D}"/>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35943AF7-CDD4-44FC-874D-E3783B549BE5}"/>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A260619D-7767-433C-9395-D6BD45D1D59C}"/>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B793EAD8-4020-42DC-92EC-BA7129303BCC}"/>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B503452C-6ECF-4ACE-8385-F23A946DF8C1}"/>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E21BA6FD-F7F8-4338-B8FD-7A9D572F439B}"/>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391E8BC2-8C68-4D0A-B46F-6582D5A567D5}"/>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CFDDC460-CD1A-48EF-AB70-2A6A6306DA2F}"/>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5606EDEB-F583-4420-873C-F7FD10FBCAB2}"/>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87D29AA1-5874-42CE-B204-13DB0F610521}"/>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E8A24F77-C636-4D8F-8268-0D1113C83FDE}"/>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0FC88F76-60E0-49AC-90EF-8081A1EDA539}"/>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44ACCED4-6FCA-4665-977B-58F06ADB2041}"/>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795C0DA9-347F-433C-A7DC-E559C348EC4C}"/>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8D2A70BA-56C2-4BB9-B3A3-836BCB135491}"/>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CDE16A41-B379-4995-B785-74C908B723E7}"/>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9C141A6B-4C15-48C2-A81A-F42BCAEBB5D7}"/>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654079D9-6A48-49BD-BF0E-85353FACCBEC}"/>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A3CE648B-DD93-417B-9B17-9D4509AC5304}"/>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31EE95B6-7BE6-47E4-B3DD-9D6B89B69B62}"/>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79ED4EB2-B420-4615-A032-4272DA0A7AAB}"/>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B4C65C0B-7CA4-4F38-89F0-0341D39BAD4E}"/>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7A3D527B-6C4E-480F-B93F-AF813ADE7AFE}"/>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D8B29413-16D6-4882-B423-BDDE2D33026E}"/>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EAE8429A-2274-4218-836C-6C11EEDD6DBF}"/>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1934BFA5-B832-4910-B916-1AC00FD3EFD0}"/>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3A9C26F2-15D9-406A-B548-D04083D4B31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30279433"/>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8E860E1A-7141-451B-93A5-67B470C056E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EFD03F95-9087-4317-ACDA-C27B880EE9CF}"/>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392C3794-F401-4815-82DE-B7251AEABD9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A89FE701-9329-412C-841B-9CDB25B41AA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FC6E9DF-2BC7-40FE-A453-87E72D509C99}"/>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Application is the central record for one candidate applying to one offer.</a:t>
            </a:r>
          </a:p>
        </p:txBody>
      </p:sp>
      <p:sp>
        <p:nvSpPr>
          <p:cNvPr id="6" name="">
            <a:extLst xmlns:a="http://schemas.openxmlformats.org/drawingml/2006/main">
              <a:ext uri="{FF2B5EF4-FFF2-40B4-BE49-F238E27FC236}">
                <a16:creationId xmlns:a16="http://schemas.microsoft.com/office/drawing/2014/main" id="{37694D6C-5CE8-4781-B9E0-80B33DB6090C}"/>
              </a:ext>
            </a:extLst>
          </p:cNvPr>
          <p:cNvSpPr>
            <a:spLocks xmlns:a="http://schemas.openxmlformats.org/drawingml/2006/main" noGrp="1"/>
          </p:cNvSpPr>
          <p:nvPr/>
        </p:nvSpPr>
        <p:spPr>
          <a:xfrm xmlns:a="http://schemas.openxmlformats.org/drawingml/2006/main">
            <a:off x="609600" y="1924050"/>
            <a:ext cx="6991350" cy="3143250"/>
          </a:xfrm>
          <a:prstGeom xmlns:a="http://schemas.openxmlformats.org/drawingml/2006/main" prst="roundRect">
            <a:avLst>
              <a:gd name="adj" fmla="val 363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673B3E6-1C71-456C-BFF4-238B6DC38BF3}"/>
              </a:ext>
            </a:extLst>
          </p:cNvPr>
          <p:cNvSpPr>
            <a:spLocks xmlns:a="http://schemas.openxmlformats.org/drawingml/2006/main" noGrp="1"/>
          </p:cNvSpPr>
          <p:nvPr/>
        </p:nvSpPr>
        <p:spPr>
          <a:xfrm xmlns:a="http://schemas.openxmlformats.org/drawingml/2006/main">
            <a:off x="876300" y="2114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defPPr algn="l">
              <a:defRPr sz="2025" b="0">
                <a:solidFill>
                  <a:srgbClr val="194D38"/>
                </a:solidFill>
                <a:latin typeface="Noto Serif"/>
                <a:ea typeface="Noto Serif"/>
                <a:cs typeface="Noto Serif"/>
              </a:defRPr>
            </a:defPPr>
            <a:lvl1pPr algn="l">
              <a:defRPr sz="2025" b="0">
                <a:solidFill>
                  <a:srgbClr val="194D38"/>
                </a:solidFill>
                <a:latin typeface="Noto Serif"/>
                <a:ea typeface="Noto Serif"/>
                <a:cs typeface="Noto Serif"/>
              </a:defRPr>
            </a:lvl1pPr>
            <a:lvl2pPr algn="l">
              <a:defRPr sz="2025" b="0">
                <a:solidFill>
                  <a:srgbClr val="194D38"/>
                </a:solidFill>
                <a:latin typeface="Noto Serif"/>
                <a:ea typeface="Noto Serif"/>
                <a:cs typeface="Noto Serif"/>
              </a:defRPr>
            </a:lvl2pPr>
            <a:lvl3pPr algn="l">
              <a:defRPr sz="2025" b="0">
                <a:solidFill>
                  <a:srgbClr val="194D38"/>
                </a:solidFill>
                <a:latin typeface="Noto Serif"/>
                <a:ea typeface="Noto Serif"/>
                <a:cs typeface="Noto Serif"/>
              </a:defRPr>
            </a:lvl3pPr>
            <a:lvl4pPr algn="l">
              <a:defRPr sz="2025" b="0">
                <a:solidFill>
                  <a:srgbClr val="194D38"/>
                </a:solidFill>
                <a:latin typeface="Noto Serif"/>
                <a:ea typeface="Noto Serif"/>
                <a:cs typeface="Noto Serif"/>
              </a:defRPr>
            </a:lvl4pPr>
            <a:lvl5pPr algn="l">
              <a:defRPr sz="2025" b="0">
                <a:solidFill>
                  <a:srgbClr val="194D38"/>
                </a:solidFill>
                <a:latin typeface="Noto Serif"/>
                <a:ea typeface="Noto Serif"/>
                <a:cs typeface="Noto Serif"/>
              </a:defRPr>
            </a:lvl5pPr>
            <a:lvl6pPr algn="l">
              <a:defRPr sz="2025" b="0">
                <a:solidFill>
                  <a:srgbClr val="194D38"/>
                </a:solidFill>
                <a:latin typeface="Noto Serif"/>
                <a:ea typeface="Noto Serif"/>
                <a:cs typeface="Noto Serif"/>
              </a:defRPr>
            </a:lvl6pPr>
            <a:lvl7pPr algn="l">
              <a:defRPr sz="2025" b="0">
                <a:solidFill>
                  <a:srgbClr val="194D38"/>
                </a:solidFill>
                <a:latin typeface="Noto Serif"/>
                <a:ea typeface="Noto Serif"/>
                <a:cs typeface="Noto Serif"/>
              </a:defRPr>
            </a:lvl7pPr>
            <a:lvl8pPr algn="l">
              <a:defRPr sz="2025" b="0">
                <a:solidFill>
                  <a:srgbClr val="194D38"/>
                </a:solidFill>
                <a:latin typeface="Noto Serif"/>
                <a:ea typeface="Noto Serif"/>
                <a:cs typeface="Noto Serif"/>
              </a:defRPr>
            </a:lvl8pPr>
            <a:lvl9pPr algn="l">
              <a:defRPr sz="2025" b="0">
                <a:solidFill>
                  <a:srgbClr val="194D38"/>
                </a:solidFill>
                <a:latin typeface="Noto Serif"/>
                <a:ea typeface="Noto Serif"/>
                <a:cs typeface="Noto Serif"/>
              </a:defRPr>
            </a:lvl9pPr>
          </a:lstStyle>
          <a:p xmlns:a="http://schemas.openxmlformats.org/drawingml/2006/main">
            <a:pPr algn="l">
              <a:defRPr sz="2025" b="0">
                <a:solidFill>
                  <a:srgbClr val="194D38"/>
                </a:solidFill>
                <a:latin typeface="Noto Serif"/>
                <a:ea typeface="Noto Serif"/>
                <a:cs typeface="Noto Serif"/>
              </a:defRPr>
            </a:pPr>
            <a:r>
              <a:rPr sz="2025" b="0">
                <a:solidFill>
                  <a:srgbClr val="194D38"/>
                </a:solidFill>
                <a:latin typeface="Noto Serif"/>
                <a:ea typeface="Noto Serif"/>
                <a:cs typeface="Noto Serif"/>
              </a:rPr>
              <a:t>Application record</a:t>
            </a:r>
          </a:p>
        </p:txBody>
      </p:sp>
      <p:sp>
        <p:nvSpPr>
          <p:cNvPr id="8" name="">
            <a:extLst xmlns:a="http://schemas.openxmlformats.org/drawingml/2006/main">
              <a:ext uri="{FF2B5EF4-FFF2-40B4-BE49-F238E27FC236}">
                <a16:creationId xmlns:a16="http://schemas.microsoft.com/office/drawing/2014/main" id="{BF93F303-FD55-4103-B40A-49C15AB9B2F0}"/>
              </a:ext>
            </a:extLst>
          </p:cNvPr>
          <p:cNvSpPr>
            <a:spLocks xmlns:a="http://schemas.openxmlformats.org/drawingml/2006/main" noGrp="1"/>
          </p:cNvSpPr>
          <p:nvPr/>
        </p:nvSpPr>
        <p:spPr>
          <a:xfrm xmlns:a="http://schemas.openxmlformats.org/drawingml/2006/main">
            <a:off x="876300" y="24574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62"/>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The record keeps the hiring workflow stable even when profiles or offers change later.</a:t>
            </a:r>
          </a:p>
        </p:txBody>
      </p:sp>
      <p:sp>
        <p:nvSpPr>
          <p:cNvPr id="9" name="">
            <a:extLst xmlns:a="http://schemas.openxmlformats.org/drawingml/2006/main">
              <a:ext uri="{FF2B5EF4-FFF2-40B4-BE49-F238E27FC236}">
                <a16:creationId xmlns:a16="http://schemas.microsoft.com/office/drawing/2014/main" id="{F82DE262-94CE-43CF-98E8-01F3E9159865}"/>
              </a:ext>
            </a:extLst>
          </p:cNvPr>
          <p:cNvSpPr>
            <a:spLocks xmlns:a="http://schemas.openxmlformats.org/drawingml/2006/main" noGrp="1"/>
          </p:cNvSpPr>
          <p:nvPr/>
        </p:nvSpPr>
        <p:spPr>
          <a:xfrm xmlns:a="http://schemas.openxmlformats.org/drawingml/2006/main">
            <a:off x="876300" y="2952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Relationships</a:t>
            </a:r>
          </a:p>
        </p:txBody>
      </p:sp>
      <p:sp>
        <p:nvSpPr>
          <p:cNvPr id="10" name="">
            <a:extLst xmlns:a="http://schemas.openxmlformats.org/drawingml/2006/main">
              <a:ext uri="{FF2B5EF4-FFF2-40B4-BE49-F238E27FC236}">
                <a16:creationId xmlns:a16="http://schemas.microsoft.com/office/drawing/2014/main" id="{31B8D57D-CF0C-4464-8168-E655CB3BC0D7}"/>
              </a:ext>
            </a:extLst>
          </p:cNvPr>
          <p:cNvSpPr>
            <a:spLocks xmlns:a="http://schemas.openxmlformats.org/drawingml/2006/main" noGrp="1"/>
          </p:cNvSpPr>
          <p:nvPr/>
        </p:nvSpPr>
        <p:spPr>
          <a:xfrm xmlns:a="http://schemas.openxmlformats.org/drawingml/2006/main">
            <a:off x="2362200" y="29337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candidate_id, opportunity_id, company_id, cv_asset_id</a:t>
            </a:r>
          </a:p>
        </p:txBody>
      </p:sp>
      <p:sp>
        <p:nvSpPr>
          <p:cNvPr id="11" name="">
            <a:extLst xmlns:a="http://schemas.openxmlformats.org/drawingml/2006/main">
              <a:ext uri="{FF2B5EF4-FFF2-40B4-BE49-F238E27FC236}">
                <a16:creationId xmlns:a16="http://schemas.microsoft.com/office/drawing/2014/main" id="{895C0B7E-0F4F-40A6-80A5-42D7B738BB30}"/>
              </a:ext>
            </a:extLst>
          </p:cNvPr>
          <p:cNvSpPr>
            <a:spLocks xmlns:a="http://schemas.openxmlformats.org/drawingml/2006/main" noGrp="1"/>
          </p:cNvSpPr>
          <p:nvPr/>
        </p:nvSpPr>
        <p:spPr>
          <a:xfrm xmlns:a="http://schemas.openxmlformats.org/drawingml/2006/main">
            <a:off x="876300" y="33147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D399FDAC-5CD2-4F5F-BFEC-0B1038DF1F77}"/>
              </a:ext>
            </a:extLst>
          </p:cNvPr>
          <p:cNvSpPr>
            <a:spLocks xmlns:a="http://schemas.openxmlformats.org/drawingml/2006/main" noGrp="1"/>
          </p:cNvSpPr>
          <p:nvPr/>
        </p:nvSpPr>
        <p:spPr>
          <a:xfrm xmlns:a="http://schemas.openxmlformats.org/drawingml/2006/main">
            <a:off x="876300" y="3448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Workflow</a:t>
            </a:r>
          </a:p>
        </p:txBody>
      </p:sp>
      <p:sp>
        <p:nvSpPr>
          <p:cNvPr id="13" name="">
            <a:extLst xmlns:a="http://schemas.openxmlformats.org/drawingml/2006/main">
              <a:ext uri="{FF2B5EF4-FFF2-40B4-BE49-F238E27FC236}">
                <a16:creationId xmlns:a16="http://schemas.microsoft.com/office/drawing/2014/main" id="{0FD5286A-E2B6-4384-BE92-D2EA0067AB44}"/>
              </a:ext>
            </a:extLst>
          </p:cNvPr>
          <p:cNvSpPr>
            <a:spLocks xmlns:a="http://schemas.openxmlformats.org/drawingml/2006/main" noGrp="1"/>
          </p:cNvSpPr>
          <p:nvPr/>
        </p:nvSpPr>
        <p:spPr>
          <a:xfrm xmlns:a="http://schemas.openxmlformats.org/drawingml/2006/main">
            <a:off x="2362200" y="34290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status, stage_version, status_changed_at</a:t>
            </a:r>
          </a:p>
        </p:txBody>
      </p:sp>
      <p:sp>
        <p:nvSpPr>
          <p:cNvPr id="14" name="">
            <a:extLst xmlns:a="http://schemas.openxmlformats.org/drawingml/2006/main">
              <a:ext uri="{FF2B5EF4-FFF2-40B4-BE49-F238E27FC236}">
                <a16:creationId xmlns:a16="http://schemas.microsoft.com/office/drawing/2014/main" id="{491BB16E-76EE-4C1A-A969-A61D4C46809A}"/>
              </a:ext>
            </a:extLst>
          </p:cNvPr>
          <p:cNvSpPr>
            <a:spLocks xmlns:a="http://schemas.openxmlformats.org/drawingml/2006/main" noGrp="1"/>
          </p:cNvSpPr>
          <p:nvPr/>
        </p:nvSpPr>
        <p:spPr>
          <a:xfrm xmlns:a="http://schemas.openxmlformats.org/drawingml/2006/main">
            <a:off x="876300" y="38100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B337B8F3-B7B2-4868-A51B-19DF340C8EC8}"/>
              </a:ext>
            </a:extLst>
          </p:cNvPr>
          <p:cNvSpPr>
            <a:spLocks xmlns:a="http://schemas.openxmlformats.org/drawingml/2006/main" noGrp="1"/>
          </p:cNvSpPr>
          <p:nvPr/>
        </p:nvSpPr>
        <p:spPr>
          <a:xfrm xmlns:a="http://schemas.openxmlformats.org/drawingml/2006/main">
            <a:off x="876300" y="39433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AI screening</a:t>
            </a:r>
          </a:p>
        </p:txBody>
      </p:sp>
      <p:sp>
        <p:nvSpPr>
          <p:cNvPr id="16" name="">
            <a:extLst xmlns:a="http://schemas.openxmlformats.org/drawingml/2006/main">
              <a:ext uri="{FF2B5EF4-FFF2-40B4-BE49-F238E27FC236}">
                <a16:creationId xmlns:a16="http://schemas.microsoft.com/office/drawing/2014/main" id="{B38F2B3F-CFC8-46F0-925F-061730F6709E}"/>
              </a:ext>
            </a:extLst>
          </p:cNvPr>
          <p:cNvSpPr>
            <a:spLocks xmlns:a="http://schemas.openxmlformats.org/drawingml/2006/main" noGrp="1"/>
          </p:cNvSpPr>
          <p:nvPr/>
        </p:nvSpPr>
        <p:spPr>
          <a:xfrm xmlns:a="http://schemas.openxmlformats.org/drawingml/2006/main">
            <a:off x="2362200" y="39243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ai_status, ai_score, ai_report</a:t>
            </a:r>
          </a:p>
        </p:txBody>
      </p:sp>
      <p:sp>
        <p:nvSpPr>
          <p:cNvPr id="17" name="">
            <a:extLst xmlns:a="http://schemas.openxmlformats.org/drawingml/2006/main">
              <a:ext uri="{FF2B5EF4-FFF2-40B4-BE49-F238E27FC236}">
                <a16:creationId xmlns:a16="http://schemas.microsoft.com/office/drawing/2014/main" id="{EF95C2E7-3C6C-4E9D-AC40-7339E6E3B1D0}"/>
              </a:ext>
            </a:extLst>
          </p:cNvPr>
          <p:cNvSpPr>
            <a:spLocks xmlns:a="http://schemas.openxmlformats.org/drawingml/2006/main" noGrp="1"/>
          </p:cNvSpPr>
          <p:nvPr/>
        </p:nvSpPr>
        <p:spPr>
          <a:xfrm xmlns:a="http://schemas.openxmlformats.org/drawingml/2006/main">
            <a:off x="876300" y="4305300"/>
            <a:ext cx="63627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8" name="">
            <a:extLst xmlns:a="http://schemas.openxmlformats.org/drawingml/2006/main">
              <a:ext uri="{FF2B5EF4-FFF2-40B4-BE49-F238E27FC236}">
                <a16:creationId xmlns:a16="http://schemas.microsoft.com/office/drawing/2014/main" id="{7ADCD077-5D44-408C-9C10-C7DF68FE38D8}"/>
              </a:ext>
            </a:extLst>
          </p:cNvPr>
          <p:cNvSpPr>
            <a:spLocks xmlns:a="http://schemas.openxmlformats.org/drawingml/2006/main" noGrp="1"/>
          </p:cNvSpPr>
          <p:nvPr/>
        </p:nvSpPr>
        <p:spPr>
          <a:xfrm xmlns:a="http://schemas.openxmlformats.org/drawingml/2006/main">
            <a:off x="876300" y="4438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Interview</a:t>
            </a:r>
          </a:p>
        </p:txBody>
      </p:sp>
      <p:sp>
        <p:nvSpPr>
          <p:cNvPr id="19" name="">
            <a:extLst xmlns:a="http://schemas.openxmlformats.org/drawingml/2006/main">
              <a:ext uri="{FF2B5EF4-FFF2-40B4-BE49-F238E27FC236}">
                <a16:creationId xmlns:a16="http://schemas.microsoft.com/office/drawing/2014/main" id="{6145C460-64CB-4F3F-9531-8E4B84B50ECA}"/>
              </a:ext>
            </a:extLst>
          </p:cNvPr>
          <p:cNvSpPr>
            <a:spLocks xmlns:a="http://schemas.openxmlformats.org/drawingml/2006/main" noGrp="1"/>
          </p:cNvSpPr>
          <p:nvPr/>
        </p:nvSpPr>
        <p:spPr>
          <a:xfrm xmlns:a="http://schemas.openxmlformats.org/drawingml/2006/main">
            <a:off x="2362200" y="4419600"/>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interview_scheduled_at, interview_notes</a:t>
            </a:r>
          </a:p>
        </p:txBody>
      </p:sp>
      <p:sp>
        <p:nvSpPr>
          <p:cNvPr id="20" name="">
            <a:extLst xmlns:a="http://schemas.openxmlformats.org/drawingml/2006/main">
              <a:ext uri="{FF2B5EF4-FFF2-40B4-BE49-F238E27FC236}">
                <a16:creationId xmlns:a16="http://schemas.microsoft.com/office/drawing/2014/main" id="{F93207EF-1935-48B9-8E3D-84C4713BB9D4}"/>
              </a:ext>
            </a:extLst>
          </p:cNvPr>
          <p:cNvSpPr>
            <a:spLocks xmlns:a="http://schemas.openxmlformats.org/drawingml/2006/main" noGrp="1"/>
          </p:cNvSpPr>
          <p:nvPr/>
        </p:nvSpPr>
        <p:spPr>
          <a:xfrm xmlns:a="http://schemas.openxmlformats.org/drawingml/2006/main">
            <a:off x="8020050" y="1924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Related records</a:t>
            </a:r>
          </a:p>
        </p:txBody>
      </p:sp>
      <p:sp>
        <p:nvSpPr>
          <p:cNvPr id="21" name="">
            <a:extLst xmlns:a="http://schemas.openxmlformats.org/drawingml/2006/main">
              <a:ext uri="{FF2B5EF4-FFF2-40B4-BE49-F238E27FC236}">
                <a16:creationId xmlns:a16="http://schemas.microsoft.com/office/drawing/2014/main" id="{9441D895-CCB8-4B88-B6CC-2F2ED62F3A6E}"/>
              </a:ext>
            </a:extLst>
          </p:cNvPr>
          <p:cNvSpPr>
            <a:spLocks xmlns:a="http://schemas.openxmlformats.org/drawingml/2006/main" noGrp="1"/>
          </p:cNvSpPr>
          <p:nvPr/>
        </p:nvSpPr>
        <p:spPr>
          <a:xfrm xmlns:a="http://schemas.openxmlformats.org/drawingml/2006/main">
            <a:off x="8020050" y="23812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1326326-959E-436C-A0E2-D4D350F2C932}"/>
              </a:ext>
            </a:extLst>
          </p:cNvPr>
          <p:cNvSpPr>
            <a:spLocks xmlns:a="http://schemas.openxmlformats.org/drawingml/2006/main" noGrp="1"/>
          </p:cNvSpPr>
          <p:nvPr/>
        </p:nvSpPr>
        <p:spPr>
          <a:xfrm xmlns:a="http://schemas.openxmlformats.org/drawingml/2006/main">
            <a:off x="8020050" y="2381250"/>
            <a:ext cx="66675" cy="7810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3" name="">
            <a:extLst xmlns:a="http://schemas.openxmlformats.org/drawingml/2006/main">
              <a:ext uri="{FF2B5EF4-FFF2-40B4-BE49-F238E27FC236}">
                <a16:creationId xmlns:a16="http://schemas.microsoft.com/office/drawing/2014/main" id="{A7A59D21-004D-4312-AEC9-0A38AC35FB88}"/>
              </a:ext>
            </a:extLst>
          </p:cNvPr>
          <p:cNvSpPr>
            <a:spLocks xmlns:a="http://schemas.openxmlformats.org/drawingml/2006/main" noGrp="1"/>
          </p:cNvSpPr>
          <p:nvPr/>
        </p:nvSpPr>
        <p:spPr>
          <a:xfrm xmlns:a="http://schemas.openxmlformats.org/drawingml/2006/main">
            <a:off x="8229600" y="2495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InterviewFeedback</a:t>
            </a:r>
          </a:p>
        </p:txBody>
      </p:sp>
      <p:sp>
        <p:nvSpPr>
          <p:cNvPr id="24" name="">
            <a:extLst xmlns:a="http://schemas.openxmlformats.org/drawingml/2006/main">
              <a:ext uri="{FF2B5EF4-FFF2-40B4-BE49-F238E27FC236}">
                <a16:creationId xmlns:a16="http://schemas.microsoft.com/office/drawing/2014/main" id="{AE41ABB7-2C65-4AC3-9483-3E4AA7973A70}"/>
              </a:ext>
            </a:extLst>
          </p:cNvPr>
          <p:cNvSpPr>
            <a:spLocks xmlns:a="http://schemas.openxmlformats.org/drawingml/2006/main" noGrp="1"/>
          </p:cNvSpPr>
          <p:nvPr/>
        </p:nvSpPr>
        <p:spPr>
          <a:xfrm xmlns:a="http://schemas.openxmlformats.org/drawingml/2006/main">
            <a:off x="8229600" y="2790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One review per application and reviewer. Rating: 1 to 5.</a:t>
            </a:r>
          </a:p>
        </p:txBody>
      </p:sp>
      <p:sp>
        <p:nvSpPr>
          <p:cNvPr id="25" name="">
            <a:extLst xmlns:a="http://schemas.openxmlformats.org/drawingml/2006/main">
              <a:ext uri="{FF2B5EF4-FFF2-40B4-BE49-F238E27FC236}">
                <a16:creationId xmlns:a16="http://schemas.microsoft.com/office/drawing/2014/main" id="{E8F68E94-5D35-43D8-91DB-3AECEC5CD233}"/>
              </a:ext>
            </a:extLst>
          </p:cNvPr>
          <p:cNvSpPr>
            <a:spLocks xmlns:a="http://schemas.openxmlformats.org/drawingml/2006/main" noGrp="1"/>
          </p:cNvSpPr>
          <p:nvPr/>
        </p:nvSpPr>
        <p:spPr>
          <a:xfrm xmlns:a="http://schemas.openxmlformats.org/drawingml/2006/main">
            <a:off x="8020050" y="33337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F0227185-8D49-4420-9444-A614113991AF}"/>
              </a:ext>
            </a:extLst>
          </p:cNvPr>
          <p:cNvSpPr>
            <a:spLocks xmlns:a="http://schemas.openxmlformats.org/drawingml/2006/main" noGrp="1"/>
          </p:cNvSpPr>
          <p:nvPr/>
        </p:nvSpPr>
        <p:spPr>
          <a:xfrm xmlns:a="http://schemas.openxmlformats.org/drawingml/2006/main">
            <a:off x="8020050" y="333375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9F636AC5-0C81-4DA6-9BF8-A1D96BACE2ED}"/>
              </a:ext>
            </a:extLst>
          </p:cNvPr>
          <p:cNvSpPr>
            <a:spLocks xmlns:a="http://schemas.openxmlformats.org/drawingml/2006/main" noGrp="1"/>
          </p:cNvSpPr>
          <p:nvPr/>
        </p:nvSpPr>
        <p:spPr>
          <a:xfrm xmlns:a="http://schemas.openxmlformats.org/drawingml/2006/main">
            <a:off x="8229600" y="34480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ChatMessage</a:t>
            </a:r>
          </a:p>
        </p:txBody>
      </p:sp>
      <p:sp>
        <p:nvSpPr>
          <p:cNvPr id="28" name="">
            <a:extLst xmlns:a="http://schemas.openxmlformats.org/drawingml/2006/main">
              <a:ext uri="{FF2B5EF4-FFF2-40B4-BE49-F238E27FC236}">
                <a16:creationId xmlns:a16="http://schemas.microsoft.com/office/drawing/2014/main" id="{3C607C61-9BC0-43FE-B751-3AD185D835A8}"/>
              </a:ext>
            </a:extLst>
          </p:cNvPr>
          <p:cNvSpPr>
            <a:spLocks xmlns:a="http://schemas.openxmlformats.org/drawingml/2006/main" noGrp="1"/>
          </p:cNvSpPr>
          <p:nvPr/>
        </p:nvSpPr>
        <p:spPr>
          <a:xfrm xmlns:a="http://schemas.openxmlformats.org/drawingml/2006/main">
            <a:off x="8229600" y="37433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9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One application conversation with ordered messages.</a:t>
            </a:r>
          </a:p>
        </p:txBody>
      </p:sp>
      <p:sp>
        <p:nvSpPr>
          <p:cNvPr id="29" name="">
            <a:extLst xmlns:a="http://schemas.openxmlformats.org/drawingml/2006/main">
              <a:ext uri="{FF2B5EF4-FFF2-40B4-BE49-F238E27FC236}">
                <a16:creationId xmlns:a16="http://schemas.microsoft.com/office/drawing/2014/main" id="{AF0FB2E7-A044-4789-85D3-F9FC83677F7D}"/>
              </a:ext>
            </a:extLst>
          </p:cNvPr>
          <p:cNvSpPr>
            <a:spLocks xmlns:a="http://schemas.openxmlformats.org/drawingml/2006/main" noGrp="1"/>
          </p:cNvSpPr>
          <p:nvPr/>
        </p:nvSpPr>
        <p:spPr>
          <a:xfrm xmlns:a="http://schemas.openxmlformats.org/drawingml/2006/main">
            <a:off x="8020050" y="4286250"/>
            <a:ext cx="35623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7A86DF5C-4851-45FA-83E1-10B9088DDAF8}"/>
              </a:ext>
            </a:extLst>
          </p:cNvPr>
          <p:cNvSpPr>
            <a:spLocks xmlns:a="http://schemas.openxmlformats.org/drawingml/2006/main" noGrp="1"/>
          </p:cNvSpPr>
          <p:nvPr/>
        </p:nvSpPr>
        <p:spPr>
          <a:xfrm xmlns:a="http://schemas.openxmlformats.org/drawingml/2006/main">
            <a:off x="8020050" y="4286250"/>
            <a:ext cx="66675" cy="7810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31" name="">
            <a:extLst xmlns:a="http://schemas.openxmlformats.org/drawingml/2006/main">
              <a:ext uri="{FF2B5EF4-FFF2-40B4-BE49-F238E27FC236}">
                <a16:creationId xmlns:a16="http://schemas.microsoft.com/office/drawing/2014/main" id="{7339522B-0DC3-4A72-B672-098A148049A1}"/>
              </a:ext>
            </a:extLst>
          </p:cNvPr>
          <p:cNvSpPr>
            <a:spLocks xmlns:a="http://schemas.openxmlformats.org/drawingml/2006/main" noGrp="1"/>
          </p:cNvSpPr>
          <p:nvPr/>
        </p:nvSpPr>
        <p:spPr>
          <a:xfrm xmlns:a="http://schemas.openxmlformats.org/drawingml/2006/main">
            <a:off x="8229600" y="44005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CVAsset</a:t>
            </a:r>
          </a:p>
        </p:txBody>
      </p:sp>
      <p:sp>
        <p:nvSpPr>
          <p:cNvPr id="32" name="">
            <a:extLst xmlns:a="http://schemas.openxmlformats.org/drawingml/2006/main">
              <a:ext uri="{FF2B5EF4-FFF2-40B4-BE49-F238E27FC236}">
                <a16:creationId xmlns:a16="http://schemas.microsoft.com/office/drawing/2014/main" id="{60D11BDD-75F2-4439-9F32-21734AFB9CCF}"/>
              </a:ext>
            </a:extLst>
          </p:cNvPr>
          <p:cNvSpPr>
            <a:spLocks xmlns:a="http://schemas.openxmlformats.org/drawingml/2006/main" noGrp="1"/>
          </p:cNvSpPr>
          <p:nvPr/>
        </p:nvSpPr>
        <p:spPr>
          <a:xfrm xmlns:a="http://schemas.openxmlformats.org/drawingml/2006/main">
            <a:off x="8229600" y="46958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Composite key proves the CV belongs to the candidate.</a:t>
            </a:r>
          </a:p>
        </p:txBody>
      </p:sp>
      <p:sp>
        <p:nvSpPr>
          <p:cNvPr id="33" name="">
            <a:extLst xmlns:a="http://schemas.openxmlformats.org/drawingml/2006/main">
              <a:ext uri="{FF2B5EF4-FFF2-40B4-BE49-F238E27FC236}">
                <a16:creationId xmlns:a16="http://schemas.microsoft.com/office/drawing/2014/main" id="{1FF5DB39-02F3-44CC-BE33-5DFC82180B32}"/>
              </a:ext>
            </a:extLst>
          </p:cNvPr>
          <p:cNvSpPr>
            <a:spLocks xmlns:a="http://schemas.openxmlformats.org/drawingml/2006/main" noGrp="1"/>
          </p:cNvSpPr>
          <p:nvPr/>
        </p:nvSpPr>
        <p:spPr>
          <a:xfrm xmlns:a="http://schemas.openxmlformats.org/drawingml/2006/main">
            <a:off x="609600" y="54102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Database rules</a:t>
            </a:r>
          </a:p>
        </p:txBody>
      </p:sp>
      <p:sp>
        <p:nvSpPr>
          <p:cNvPr id="34" name="">
            <a:extLst xmlns:a="http://schemas.openxmlformats.org/drawingml/2006/main">
              <a:ext uri="{FF2B5EF4-FFF2-40B4-BE49-F238E27FC236}">
                <a16:creationId xmlns:a16="http://schemas.microsoft.com/office/drawing/2014/main" id="{498079DE-C0F4-4ABB-B711-152488A203E9}"/>
              </a:ext>
            </a:extLst>
          </p:cNvPr>
          <p:cNvSpPr>
            <a:spLocks xmlns:a="http://schemas.openxmlformats.org/drawingml/2006/main" noGrp="1"/>
          </p:cNvSpPr>
          <p:nvPr/>
        </p:nvSpPr>
        <p:spPr>
          <a:xfrm xmlns:a="http://schemas.openxmlformats.org/drawingml/2006/main">
            <a:off x="234315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No duplicate application</a:t>
            </a:r>
          </a:p>
        </p:txBody>
      </p:sp>
      <p:sp>
        <p:nvSpPr>
          <p:cNvPr id="35" name="">
            <a:extLst xmlns:a="http://schemas.openxmlformats.org/drawingml/2006/main">
              <a:ext uri="{FF2B5EF4-FFF2-40B4-BE49-F238E27FC236}">
                <a16:creationId xmlns:a16="http://schemas.microsoft.com/office/drawing/2014/main" id="{AABC46CE-48DD-473D-AF4E-D0838290A8ED}"/>
              </a:ext>
            </a:extLst>
          </p:cNvPr>
          <p:cNvSpPr>
            <a:spLocks xmlns:a="http://schemas.openxmlformats.org/drawingml/2006/main" noGrp="1"/>
          </p:cNvSpPr>
          <p:nvPr/>
        </p:nvSpPr>
        <p:spPr>
          <a:xfrm xmlns:a="http://schemas.openxmlformats.org/drawingml/2006/main">
            <a:off x="234315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41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Unique candidate and offer pair</a:t>
            </a:r>
          </a:p>
        </p:txBody>
      </p:sp>
      <p:sp>
        <p:nvSpPr>
          <p:cNvPr id="36" name="">
            <a:extLst xmlns:a="http://schemas.openxmlformats.org/drawingml/2006/main">
              <a:ext uri="{FF2B5EF4-FFF2-40B4-BE49-F238E27FC236}">
                <a16:creationId xmlns:a16="http://schemas.microsoft.com/office/drawing/2014/main" id="{1A3876C4-B555-424C-85CC-AD7D82603BCA}"/>
              </a:ext>
            </a:extLst>
          </p:cNvPr>
          <p:cNvSpPr>
            <a:spLocks xmlns:a="http://schemas.openxmlformats.org/drawingml/2006/main" noGrp="1"/>
          </p:cNvSpPr>
          <p:nvPr/>
        </p:nvSpPr>
        <p:spPr>
          <a:xfrm xmlns:a="http://schemas.openxmlformats.org/drawingml/2006/main">
            <a:off x="464820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Valid workflow state</a:t>
            </a:r>
          </a:p>
        </p:txBody>
      </p:sp>
      <p:sp>
        <p:nvSpPr>
          <p:cNvPr id="37" name="">
            <a:extLst xmlns:a="http://schemas.openxmlformats.org/drawingml/2006/main">
              <a:ext uri="{FF2B5EF4-FFF2-40B4-BE49-F238E27FC236}">
                <a16:creationId xmlns:a16="http://schemas.microsoft.com/office/drawing/2014/main" id="{A75C2CFC-707E-4CC8-AF3B-BD075F741DE6}"/>
              </a:ext>
            </a:extLst>
          </p:cNvPr>
          <p:cNvSpPr>
            <a:spLocks xmlns:a="http://schemas.openxmlformats.org/drawingml/2006/main" noGrp="1"/>
          </p:cNvSpPr>
          <p:nvPr/>
        </p:nvSpPr>
        <p:spPr>
          <a:xfrm xmlns:a="http://schemas.openxmlformats.org/drawingml/2006/main">
            <a:off x="464820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8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Status limited to known stages</a:t>
            </a:r>
          </a:p>
        </p:txBody>
      </p:sp>
      <p:sp>
        <p:nvSpPr>
          <p:cNvPr id="38" name="">
            <a:extLst xmlns:a="http://schemas.openxmlformats.org/drawingml/2006/main">
              <a:ext uri="{FF2B5EF4-FFF2-40B4-BE49-F238E27FC236}">
                <a16:creationId xmlns:a16="http://schemas.microsoft.com/office/drawing/2014/main" id="{497BAF07-2506-41F7-AA54-EFD7CC38C36A}"/>
              </a:ext>
            </a:extLst>
          </p:cNvPr>
          <p:cNvSpPr>
            <a:spLocks xmlns:a="http://schemas.openxmlformats.org/drawingml/2006/main" noGrp="1"/>
          </p:cNvSpPr>
          <p:nvPr/>
        </p:nvSpPr>
        <p:spPr>
          <a:xfrm xmlns:a="http://schemas.openxmlformats.org/drawingml/2006/main">
            <a:off x="695325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Valid AI score</a:t>
            </a:r>
          </a:p>
        </p:txBody>
      </p:sp>
      <p:sp>
        <p:nvSpPr>
          <p:cNvPr id="39" name="">
            <a:extLst xmlns:a="http://schemas.openxmlformats.org/drawingml/2006/main">
              <a:ext uri="{FF2B5EF4-FFF2-40B4-BE49-F238E27FC236}">
                <a16:creationId xmlns:a16="http://schemas.microsoft.com/office/drawing/2014/main" id="{780DC47D-5822-45BD-8675-5EC141AFC3E7}"/>
              </a:ext>
            </a:extLst>
          </p:cNvPr>
          <p:cNvSpPr>
            <a:spLocks xmlns:a="http://schemas.openxmlformats.org/drawingml/2006/main" noGrp="1"/>
          </p:cNvSpPr>
          <p:nvPr/>
        </p:nvSpPr>
        <p:spPr>
          <a:xfrm xmlns:a="http://schemas.openxmlformats.org/drawingml/2006/main">
            <a:off x="695325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Null or between 0 and 100</a:t>
            </a:r>
          </a:p>
        </p:txBody>
      </p:sp>
      <p:sp>
        <p:nvSpPr>
          <p:cNvPr id="40" name="">
            <a:extLst xmlns:a="http://schemas.openxmlformats.org/drawingml/2006/main">
              <a:ext uri="{FF2B5EF4-FFF2-40B4-BE49-F238E27FC236}">
                <a16:creationId xmlns:a16="http://schemas.microsoft.com/office/drawing/2014/main" id="{B1708CC6-691E-4AB8-88EC-A903D6C13A75}"/>
              </a:ext>
            </a:extLst>
          </p:cNvPr>
          <p:cNvSpPr>
            <a:spLocks xmlns:a="http://schemas.openxmlformats.org/drawingml/2006/main" noGrp="1"/>
          </p:cNvSpPr>
          <p:nvPr/>
        </p:nvSpPr>
        <p:spPr>
          <a:xfrm xmlns:a="http://schemas.openxmlformats.org/drawingml/2006/main">
            <a:off x="9258300" y="5334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Owned CV only</a:t>
            </a:r>
          </a:p>
        </p:txBody>
      </p:sp>
      <p:sp>
        <p:nvSpPr>
          <p:cNvPr id="41" name="">
            <a:extLst xmlns:a="http://schemas.openxmlformats.org/drawingml/2006/main">
              <a:ext uri="{FF2B5EF4-FFF2-40B4-BE49-F238E27FC236}">
                <a16:creationId xmlns:a16="http://schemas.microsoft.com/office/drawing/2014/main" id="{8E68D6B1-F320-4437-88F6-2E81355F85E1}"/>
              </a:ext>
            </a:extLst>
          </p:cNvPr>
          <p:cNvSpPr>
            <a:spLocks xmlns:a="http://schemas.openxmlformats.org/drawingml/2006/main" noGrp="1"/>
          </p:cNvSpPr>
          <p:nvPr/>
        </p:nvSpPr>
        <p:spPr>
          <a:xfrm xmlns:a="http://schemas.openxmlformats.org/drawingml/2006/main">
            <a:off x="9258300" y="5638800"/>
            <a:ext cx="2038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Composite foreign key checks owner</a:t>
            </a:r>
          </a:p>
        </p:txBody>
      </p:sp>
      <p:sp>
        <p:nvSpPr>
          <p:cNvPr id="42" name="">
            <a:extLst xmlns:a="http://schemas.openxmlformats.org/drawingml/2006/main">
              <a:ext uri="{FF2B5EF4-FFF2-40B4-BE49-F238E27FC236}">
                <a16:creationId xmlns:a16="http://schemas.microsoft.com/office/drawing/2014/main" id="{D918454B-5A11-4621-A3E8-59C047D54D0E}"/>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31547872"/>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71BC699-5ABF-43C1-9876-910CD31A368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F526D6E4-B941-405C-BB2D-535DB2CEE1D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A1F74B88-B682-4872-A4AE-54ED19BFA41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4771AAD0-6C82-4BCC-9EFD-0E8D8689047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F143C07-0B0D-4CE2-AB1E-D0FAF495ECE8}"/>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 or two workers acting at the same time.</a:t>
            </a:r>
          </a:p>
        </p:txBody>
      </p:sp>
      <p:sp>
        <p:nvSpPr>
          <p:cNvPr id="6" name="">
            <a:extLst xmlns:a="http://schemas.openxmlformats.org/drawingml/2006/main">
              <a:ext uri="{FF2B5EF4-FFF2-40B4-BE49-F238E27FC236}">
                <a16:creationId xmlns:a16="http://schemas.microsoft.com/office/drawing/2014/main" id="{A6D2AE46-2691-4CE0-999D-760422F32605}"/>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9EA6C02-170E-440E-9895-3B7D4CA01413}"/>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BF88A94A-F852-4E80-9ED8-58BB891ADD0B}"/>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3AD6315C-36D8-4ED8-8838-068D1A1A9E37}"/>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7CFCA189-BF5A-4B67-B566-40BDB43BD5B2}"/>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803EE33A-7B40-4421-8D73-3D5188904D4A}"/>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C4C8A193-28AF-4AAE-ACE4-8C078C033A93}"/>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74A4A195-6D09-4617-8683-11D1219529C3}"/>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221B9598-E574-48A6-AFBF-B0FF99D56B0F}"/>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9E9B675A-DDBA-4078-988B-5EC54FF42A73}"/>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6A58F8F1-A195-43AE-94E2-3F5753A3EF24}"/>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02A3F634-E3D2-4014-BA50-5E878620EB42}"/>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C51915A7-79A2-4733-B092-12CC6DDB48F5}"/>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676BAEB9-8532-4C2C-A082-B905225C0972}"/>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36EB1373-03E9-4C40-B3EF-B81A9F0B6BC1}"/>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38554808-3D63-4083-808D-CD6D1CF98F66}"/>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321657B2-D718-4DE6-823D-8BFCB2DD04BA}"/>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FDEAF7AF-2711-45AB-8686-939DD91197DA}"/>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2473E0EA-F418-4988-AE4E-3EB6398ACBAD}"/>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DDA7A26D-5C84-4D53-ADBE-233685B35B24}"/>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55A60C2B-B962-402E-B92C-3CBF722C876E}"/>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6F297FB5-4B94-4B74-A370-AD26440750C4}"/>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B7CC5694-D5F2-413D-95C5-DBE4F6540936}"/>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D77AB8D0-169B-4535-A690-F21C1ADB075A}"/>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B193E55C-6478-453B-81D0-C8B2D34BA6D5}"/>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EE82E19B-6CE1-4205-B69E-8E3430B69AF9}"/>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90C2FDB3-23A2-4A19-9D28-01C0FEF3B557}"/>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03909DE7-34A7-45FC-BFDF-C9C00A50E308}"/>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8F8746D5-4914-45EA-9B2A-6C3A171689E4}"/>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C0C95AEB-0F89-424B-98EB-A81D240E3153}"/>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DA615BEC-2CA6-4DBB-927C-5DD98F9B32C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4382601"/>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6C299A3-93BF-4A10-998D-28AD566EBCE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AEC12494-9C33-4CEA-92D1-763B68AF791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CAB65A16-9601-477F-9BEF-01D9DA1FF2B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E31716BA-7D4D-4EB4-BF61-3EA38801C27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012013C-30A1-4DF3-A594-41A4D832D5C0}"/>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BFF487E7-18E0-4EBD-8696-C9339A8084AA}"/>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1AAEF48-52BB-46AB-B95A-9940931F02A3}"/>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32A6AE18-B574-40F3-92E4-AA44B5666A3C}"/>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AFCF7854-B899-4A00-8FC2-8FDFDE699518}"/>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2756740B-4354-4412-882C-F7480567C974}"/>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60E360FC-1A84-4B9F-9A1A-9EC76691D217}"/>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57E1BFB-2AE0-4A7C-85B1-212F1FEE4441}"/>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A2C9657E-145F-4079-9B6A-6A627679EEA2}"/>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ADC7BDE8-1578-49E3-BF61-C7E12EDAEF4A}"/>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EACEB646-748C-48D9-B01E-BD25122FF35F}"/>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A5A53A94-7BC5-441F-B6A1-549EB46947B6}"/>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A7B8517-1A80-4C09-BD9B-5E86F5B73184}"/>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FDD605DB-07EB-4F83-9F6D-AF87415BCA93}"/>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33BDBF2C-1BB3-4996-9295-F581944E45D7}"/>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4DC37FD3-A6B7-4B4F-A8F8-5E37CC611822}"/>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8DDB0B08-3596-40ED-A583-56EB40CF9CAA}"/>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9150FA83-50CA-4B46-B17D-7FFAB8311BDC}"/>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F2560235-A4E4-4A8B-BA3B-863EB9AAA087}"/>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B8C5EEA7-75E4-418B-8454-0B490BD7B08A}"/>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15208FC5-071C-462F-8375-5AE3456C1CE4}"/>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928D2F83-4B9B-4B8A-B2A5-C61641C9F177}"/>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1FA0BBD-529F-4256-BB86-5C469755E0EC}"/>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5ECC7C7A-15AA-4F93-83BF-416213BEB953}"/>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F21754EE-424A-4FFE-A8D4-E6467E89E7BB}"/>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29EAF465-A3EC-4769-AE8E-11E5CD18278B}"/>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BD6DECCF-136F-451B-9CFE-DF5E5BEB1657}"/>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533288E0-0B43-43FB-A3A5-7A2FB6D9A1C8}"/>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3EC028E3-7BD5-46BF-B6B2-E6B132FB1F19}"/>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44D3CB5E-4121-4E01-8E06-CE131D6CEB2B}"/>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F0E9300C-A478-4C0A-8119-2EE7D92A553C}"/>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269A0818-4EBC-432F-83DF-06178B06FD91}"/>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C3A85CA3-F440-427E-915C-4A48342D3581}"/>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060CA76C-23E4-4842-BE06-5F0F0ADD7296}"/>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8B37B351-4ABE-46B8-BB12-5380D7D6F94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335275467"/>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06D4170-3521-4550-9D74-E77166823D6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78795A44-9A54-4324-9B19-5474370C0BB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13C3B07C-26B0-44F6-87FE-F30E31DB48F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9B355371-A340-450D-AA24-285B28F4A679}"/>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B959016-0F7F-4E82-B515-36442E9AA55F}"/>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285B78BE-A256-4515-9322-B6CC10C8A831}"/>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160909B-81EE-4211-906A-1540591DAF24}"/>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902D2F86-0976-45EA-B799-E33521D1F68B}"/>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F9C8D146-C34B-4CD1-A068-BFABB32FF591}"/>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BA3DA9B7-D2C0-4D6B-8E2D-E94D1B5C3371}"/>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715D0773-4B12-4A15-8A80-EDAA2F2A506E}"/>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3E21910C-C3E4-4B49-909E-B54E9D914351}"/>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95E63F53-3884-4CE4-B99F-6755D7AAE038}"/>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AB511283-5D12-4485-B612-418137FA4E63}"/>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7043C4BD-3EEE-44D5-883D-8DFD8AF39BEA}"/>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102278FB-E796-4270-B4CA-C15696105F9B}"/>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E124682A-5DBE-4314-A40E-9B06A9AA66CC}"/>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6A9ECD4D-47F5-4193-BC25-231489364123}"/>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F7BF2342-A347-481E-B15A-2C35714BE02C}"/>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4FA68932-3CB1-4874-A6F1-3D26EF389B3E}"/>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42CD0347-BAD1-464D-BC56-D78AB5BFC0CD}"/>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9425D4B8-F6DE-4508-BCE5-FFB68A59D7A3}"/>
              </a:ext>
            </a:extLst>
          </p:cNvPr>
          <p:cNvSpPr>
            <a:spLocks xmlns:a="http://schemas.openxmlformats.org/drawingml/2006/main" noGrp="1"/>
          </p:cNvSpPr>
          <p:nvPr/>
        </p:nvSpPr>
        <p:spPr>
          <a:xfrm xmlns:a="http://schemas.openxmlformats.org/drawingml/2006/main">
            <a:off x="5981700" y="3333750"/>
            <a:ext cx="476250" cy="323850"/>
          </a:xfrm>
          <a:prstGeom xmlns:a="http://schemas.openxmlformats.org/drawingml/2006/main" prst="roundRect">
            <a:avLst>
              <a:gd name="adj" fmla="val 35294"/>
            </a:avLst>
          </a:prstGeom>
          <a:solidFill xmlns:a="http://schemas.openxmlformats.org/drawingml/2006/main">
            <a:srgbClr val="FFFEFA"/>
          </a:solidFill>
          <a:ln xmlns:a="http://schemas.openxmlformats.org/drawingml/2006/main" w="14288">
            <a:solidFill>
              <a:srgbClr val="9B651B"/>
            </a:solidFill>
            <a:prstDash val="solid"/>
          </a:ln>
        </p:spPr>
      </p:sp>
      <p:sp>
        <p:nvSpPr>
          <p:cNvPr id="23" name="">
            <a:extLst xmlns:a="http://schemas.openxmlformats.org/drawingml/2006/main">
              <a:ext uri="{FF2B5EF4-FFF2-40B4-BE49-F238E27FC236}">
                <a16:creationId xmlns:a16="http://schemas.microsoft.com/office/drawing/2014/main" id="{ABE4EDA2-7AB5-4D41-A55F-BAF8E9C5572A}"/>
              </a:ext>
            </a:extLst>
          </p:cNvPr>
          <p:cNvSpPr>
            <a:spLocks xmlns:a="http://schemas.openxmlformats.org/drawingml/2006/main" noGrp="1"/>
          </p:cNvSpPr>
          <p:nvPr/>
        </p:nvSpPr>
        <p:spPr>
          <a:xfrm xmlns:a="http://schemas.openxmlformats.org/drawingml/2006/main">
            <a:off x="5981700" y="3333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975" b="1">
                <a:solidFill>
                  <a:srgbClr val="9B651B"/>
                </a:solidFill>
                <a:latin typeface="Noto Sans"/>
                <a:ea typeface="Noto Sans"/>
                <a:cs typeface="Noto Sans"/>
              </a:defRPr>
            </a:defPPr>
            <a:lvl1pPr algn="ctr">
              <a:defRPr sz="975" b="1">
                <a:solidFill>
                  <a:srgbClr val="9B651B"/>
                </a:solidFill>
                <a:latin typeface="Noto Sans"/>
                <a:ea typeface="Noto Sans"/>
                <a:cs typeface="Noto Sans"/>
              </a:defRPr>
            </a:lvl1pPr>
            <a:lvl2pPr algn="ctr">
              <a:defRPr sz="975" b="1">
                <a:solidFill>
                  <a:srgbClr val="9B651B"/>
                </a:solidFill>
                <a:latin typeface="Noto Sans"/>
                <a:ea typeface="Noto Sans"/>
                <a:cs typeface="Noto Sans"/>
              </a:defRPr>
            </a:lvl2pPr>
            <a:lvl3pPr algn="ctr">
              <a:defRPr sz="975" b="1">
                <a:solidFill>
                  <a:srgbClr val="9B651B"/>
                </a:solidFill>
                <a:latin typeface="Noto Sans"/>
                <a:ea typeface="Noto Sans"/>
                <a:cs typeface="Noto Sans"/>
              </a:defRPr>
            </a:lvl3pPr>
            <a:lvl4pPr algn="ctr">
              <a:defRPr sz="975" b="1">
                <a:solidFill>
                  <a:srgbClr val="9B651B"/>
                </a:solidFill>
                <a:latin typeface="Noto Sans"/>
                <a:ea typeface="Noto Sans"/>
                <a:cs typeface="Noto Sans"/>
              </a:defRPr>
            </a:lvl4pPr>
            <a:lvl5pPr algn="ctr">
              <a:defRPr sz="975" b="1">
                <a:solidFill>
                  <a:srgbClr val="9B651B"/>
                </a:solidFill>
                <a:latin typeface="Noto Sans"/>
                <a:ea typeface="Noto Sans"/>
                <a:cs typeface="Noto Sans"/>
              </a:defRPr>
            </a:lvl5pPr>
            <a:lvl6pPr algn="ctr">
              <a:defRPr sz="975" b="1">
                <a:solidFill>
                  <a:srgbClr val="9B651B"/>
                </a:solidFill>
                <a:latin typeface="Noto Sans"/>
                <a:ea typeface="Noto Sans"/>
                <a:cs typeface="Noto Sans"/>
              </a:defRPr>
            </a:lvl6pPr>
            <a:lvl7pPr algn="ctr">
              <a:defRPr sz="975" b="1">
                <a:solidFill>
                  <a:srgbClr val="9B651B"/>
                </a:solidFill>
                <a:latin typeface="Noto Sans"/>
                <a:ea typeface="Noto Sans"/>
                <a:cs typeface="Noto Sans"/>
              </a:defRPr>
            </a:lvl7pPr>
            <a:lvl8pPr algn="ctr">
              <a:defRPr sz="975" b="1">
                <a:solidFill>
                  <a:srgbClr val="9B651B"/>
                </a:solidFill>
                <a:latin typeface="Noto Sans"/>
                <a:ea typeface="Noto Sans"/>
                <a:cs typeface="Noto Sans"/>
              </a:defRPr>
            </a:lvl8pPr>
            <a:lvl9pPr algn="ctr">
              <a:defRPr sz="975" b="1">
                <a:solidFill>
                  <a:srgbClr val="9B651B"/>
                </a:solidFill>
                <a:latin typeface="Noto Sans"/>
                <a:ea typeface="Noto Sans"/>
                <a:cs typeface="Noto Sans"/>
              </a:defRPr>
            </a:lvl9pPr>
          </a:lstStyle>
          <a:p xmlns:a="http://schemas.openxmlformats.org/drawingml/2006/main">
            <a:pPr algn="ctr">
              <a:defRPr sz="975" b="1">
                <a:solidFill>
                  <a:srgbClr val="9B651B"/>
                </a:solidFill>
                <a:latin typeface="Noto Sans"/>
                <a:ea typeface="Noto Sans"/>
                <a:cs typeface="Noto Sans"/>
              </a:defRPr>
            </a:pPr>
            <a:r>
              <a:rPr sz="975" b="1">
                <a:solidFill>
                  <a:srgbClr val="9B651B"/>
                </a:solidFill>
                <a:latin typeface="Noto Sans"/>
                <a:ea typeface="Noto Sans"/>
                <a:cs typeface="Noto Sans"/>
              </a:rPr>
              <a:t>AND</a:t>
            </a:r>
          </a:p>
        </p:txBody>
      </p:sp>
      <p:sp>
        <p:nvSpPr>
          <p:cNvPr id="24" name="">
            <a:extLst xmlns:a="http://schemas.openxmlformats.org/drawingml/2006/main">
              <a:ext uri="{FF2B5EF4-FFF2-40B4-BE49-F238E27FC236}">
                <a16:creationId xmlns:a16="http://schemas.microsoft.com/office/drawing/2014/main" id="{32AA3B90-2701-4CCF-BE23-3444E6887217}"/>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D2904DC9-3466-466B-8719-641904AFC760}"/>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6" name="">
            <a:extLst xmlns:a="http://schemas.openxmlformats.org/drawingml/2006/main">
              <a:ext uri="{FF2B5EF4-FFF2-40B4-BE49-F238E27FC236}">
                <a16:creationId xmlns:a16="http://schemas.microsoft.com/office/drawing/2014/main" id="{FD5E3F9C-FBA2-42C7-BCCA-CEF624DDB353}"/>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8B07D382-54AB-4655-9575-E26D8537D9D2}"/>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8" name="">
            <a:extLst xmlns:a="http://schemas.openxmlformats.org/drawingml/2006/main">
              <a:ext uri="{FF2B5EF4-FFF2-40B4-BE49-F238E27FC236}">
                <a16:creationId xmlns:a16="http://schemas.microsoft.com/office/drawing/2014/main" id="{35CC835A-E43C-457D-B7B1-D9A1696880F7}"/>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9" name="">
            <a:extLst xmlns:a="http://schemas.openxmlformats.org/drawingml/2006/main">
              <a:ext uri="{FF2B5EF4-FFF2-40B4-BE49-F238E27FC236}">
                <a16:creationId xmlns:a16="http://schemas.microsoft.com/office/drawing/2014/main" id="{7B6860A8-E1C4-4DBE-AE83-D285F39DB827}"/>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30" name="">
            <a:extLst xmlns:a="http://schemas.openxmlformats.org/drawingml/2006/main">
              <a:ext uri="{FF2B5EF4-FFF2-40B4-BE49-F238E27FC236}">
                <a16:creationId xmlns:a16="http://schemas.microsoft.com/office/drawing/2014/main" id="{483F49D8-97E5-4074-A684-130710D6B469}"/>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607381C8-F00B-4B65-B416-E312D7543BD4}"/>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2" name="">
            <a:extLst xmlns:a="http://schemas.openxmlformats.org/drawingml/2006/main">
              <a:ext uri="{FF2B5EF4-FFF2-40B4-BE49-F238E27FC236}">
                <a16:creationId xmlns:a16="http://schemas.microsoft.com/office/drawing/2014/main" id="{BF4B26E9-3BBE-45C3-AB76-56AF824B01D8}"/>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3" name="">
            <a:extLst xmlns:a="http://schemas.openxmlformats.org/drawingml/2006/main">
              <a:ext uri="{FF2B5EF4-FFF2-40B4-BE49-F238E27FC236}">
                <a16:creationId xmlns:a16="http://schemas.microsoft.com/office/drawing/2014/main" id="{1318391F-8C9C-463C-9C09-6CDAB96F0E51}"/>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4" name="">
            <a:extLst xmlns:a="http://schemas.openxmlformats.org/drawingml/2006/main">
              <a:ext uri="{FF2B5EF4-FFF2-40B4-BE49-F238E27FC236}">
                <a16:creationId xmlns:a16="http://schemas.microsoft.com/office/drawing/2014/main" id="{7671CBF5-38ED-4221-A7A4-4AEFA78E537B}"/>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5" name="">
            <a:extLst xmlns:a="http://schemas.openxmlformats.org/drawingml/2006/main">
              <a:ext uri="{FF2B5EF4-FFF2-40B4-BE49-F238E27FC236}">
                <a16:creationId xmlns:a16="http://schemas.microsoft.com/office/drawing/2014/main" id="{E01ED082-98D7-4689-AEFF-987840FB390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01408159"/>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0224C02-92AF-404E-87E0-614BF1C1606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56345C05-6AEE-496E-831D-F234D2270608}"/>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5D94FFE7-392E-40B5-8FC3-24341499EDD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A4054953-CAF0-47B3-8595-99B2287C3D18}"/>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71100B8-92D7-4876-B075-270CBF5804A1}"/>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C6CAB11D-2AEE-4749-B336-BF0F54827D14}"/>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8374C05-8C4F-4DA9-AC21-C48DD2A59C13}"/>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03FE946B-6AAD-454F-8907-BD5CF7672C61}"/>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750FF614-DBDC-46A9-A1BC-7F6A3D29C9B9}"/>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0E81A576-5DEA-426B-97C6-F9CC647099BC}"/>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9205394E-41BE-411E-BA84-DA3DD70CC7AF}"/>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4383E3BE-104A-4A6C-9F62-72E242C715B7}"/>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D4529BBD-7300-4A1F-8AB8-4CF4B3CA1FAB}"/>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C22774E4-6FA3-4BE9-95C6-88DF3B95D9F1}"/>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14F8DFB6-3579-4945-936D-8D7DC2E69AFC}"/>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0A29CFEB-AD64-4563-AE30-67F9344E2CDF}"/>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30232EB2-89B2-4F4F-B74A-9B69F3CB0351}"/>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02FFF886-DAC2-452E-9C43-43C17DE8051D}"/>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75E92CD4-1EE2-4CBB-80A7-6798CC8CC000}"/>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93468D05-2E2C-4D0B-BCF8-2B8221797844}"/>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DBBB8A9D-7D12-4327-9FAF-F93CFBFD1682}"/>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840945D8-815D-43FC-8A32-AF984D32F726}"/>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1CC429B3-34E2-45AA-BE8F-E9A9EC1A7F55}"/>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56736738-81F0-4289-A146-E7C89E8C3E30}"/>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FA9E7E58-FB0D-4553-A983-8A42DD2C802B}"/>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535C72BC-A207-42F7-9DD7-820342320190}"/>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C9E15C86-1913-4810-BFBC-68CD8DDD35B1}"/>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1603F940-D0CA-488C-9A26-FD86F20B16BE}"/>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013E7696-772E-4954-B89B-F30189320384}"/>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0CA2CF09-636C-44D9-8729-0DEA3941A6E9}"/>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9C28B81D-D8F5-4233-950B-769B603127AB}"/>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FD8AE56D-F381-4ECE-A38E-B8EB73E5C187}"/>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7F2466FC-A8D0-4DF5-AAD2-D1C0D27B80BC}"/>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03D1AB07-7857-488C-81D0-7B49B2402EC3}"/>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DACF443F-38E6-4EB2-AE0C-A8EA170A2909}"/>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E52354D1-74EF-4F9B-8851-F99E68787BD2}"/>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83748C77-B5EF-478E-B7DD-C1586DF8500A}"/>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1FD0C8DC-A450-4D0D-8A68-3053FF9C17B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85792474"/>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5E735763-185E-492C-9D2B-7083F2B8B692}"/>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16C7E633-79A6-4B1B-A3C0-953B88C67E8F}"/>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DC9D02DF-608A-4584-9CEA-59A4CEAC481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812754FA-6118-470D-A5AC-E4B0C37EA09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3289D8E-E4CE-4602-8F38-2523851D4EA1}"/>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CB519D4E-30E1-4F4A-87FB-2B75A3CE01B8}"/>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FB303C5-E0F9-4F45-A1D4-EE597E932665}"/>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97FDC020-2312-4EC5-B9CD-48144EF9B91B}"/>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0D03A688-8981-4FD7-878C-8AEBB448A3A8}"/>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27149EE7-4612-4733-B80F-016723EB7BEC}"/>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487944F6-1EC1-47E1-8182-CAB6393757AC}"/>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3200D30-CA73-4030-8CF3-AC995852FA77}"/>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92130268-2428-4A5E-A699-66458E756FD2}"/>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D33C87C1-6695-4FA4-A278-C744BE463D1B}"/>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67964E3E-04FB-4A98-BF66-FCC651707C52}"/>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75484BA2-4799-4895-B080-9BF630D29562}"/>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9D2258E-6672-40A9-936E-1207E9A4D8C5}"/>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50121A43-B324-4799-941C-6C24ABE0F72B}"/>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3EE68EFC-D0AD-40D1-B21B-44C2F90EAC24}"/>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B4894470-FF79-4A67-B81F-C36C3BBF9F52}"/>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FDE3F78F-7286-4EE7-9F4C-3FFDB76D3296}"/>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F4E4610-7EBC-46F6-8B24-05EF0BD67CC1}"/>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26194732-2846-473C-B10A-5DA0A0E00305}"/>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8614E9D7-AF66-4D92-8A03-FF31F723A549}"/>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7F8D0E92-44D2-47C7-BC89-BEF2E04911DE}"/>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027DEB9B-6851-4442-8B46-CB463449B88F}"/>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589DCD9D-1E1E-4B96-8600-59E78D5C9A72}"/>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F57088FC-C302-429A-AA0C-C165218DDC16}"/>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A3A085DA-0927-45EA-8A8F-6DECBC938D8A}"/>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ABE3D657-0800-4931-A617-527CA04D8FBD}"/>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7688FAA4-0E9F-4F36-950E-84A2D252B812}"/>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8454B1C6-564B-4FB7-A608-B8E6D431246A}"/>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F766C5AB-2D57-4F28-9A27-1F20B8F42A8C}"/>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B104C8A9-FF84-4EFD-A464-1F11C45B70AF}"/>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4CD4EB4E-A047-4DA9-9DDD-2889BB268024}"/>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FA6008C0-AF81-4EED-8A12-73576BBEED7D}"/>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D31D7080-B01E-43B6-B4E9-794CDB3799B2}"/>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15FA2A82-8C1E-4646-B1D2-5460736F1F3A}"/>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2AADC9EB-E3B2-41E8-9D53-E51FD888EB6F}"/>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95F97F21-7B71-4274-AA71-D5075AC6703D}"/>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E02AAFB7-1139-4699-BB5F-B303613026A4}"/>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C3785185-74C3-44FD-9C54-DAC769FFDEFF}"/>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EB884CA6-CB85-4203-A216-BADF6A8ADA31}"/>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DE2639BD-B9FD-4D3C-ABC7-8F309CC18367}"/>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85E4E972-C0B5-4CDC-83DE-7AA56A5CBFB7}"/>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2F4F6D45-7022-49F6-8D93-CCDC730CA5AB}"/>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361B3FC2-81BC-4E88-9D6F-B508D829136E}"/>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1693F3BD-268B-47A1-87BD-269C2CA63AA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120483000"/>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2ACC338-1D75-48F4-B048-87E4A902B72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628CD5E8-FE18-4503-8BAF-5E26C654D0A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D9B8120F-4C4E-43DD-AF33-6AD32742A8D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CC08583D-0150-4746-A4B8-BA37CF21D06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0C65A2A-058A-4280-9D7C-6991AC7CF653}"/>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846ADFB3-EBDF-4067-9389-4C49A6E1B0D0}"/>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C9A945A-6C04-4545-A7B8-33B655697A26}"/>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26AFC779-93E8-4B9D-90FC-EEFDB350613C}"/>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B8E71922-43C0-4310-90B3-44CB911D2D17}"/>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DD348BAF-4D35-4A2B-9B00-F0555A685FB1}"/>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B1193407-35CB-4EDC-8315-7CF554EC98D4}"/>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5BCE43A-3AAF-4F14-845C-77E1B43CF8AF}"/>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C067182C-E53D-4FF6-9F34-442C23C1E4DE}"/>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0EAC29C9-3C11-4B4E-B2DF-FA242EEB740F}"/>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88848377-D372-4485-A9CE-2B63FCCC275B}"/>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D874612E-15E2-442E-9056-E05E2ABC177E}"/>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F85E4A0-BBC3-44E6-BD26-950398CC7A9E}"/>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84545A02-0844-40C6-B363-44AC47C09123}"/>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443A467D-8B6F-4CF0-97F0-771A4F1A1E7D}"/>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EE02728E-379A-4195-9FFB-68D3F909DA4A}"/>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FBDFD677-C97E-4E66-BCEA-4CB7BEB55714}"/>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67BC734F-DA85-4B94-BB6D-2043A94DBB0B}"/>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C9A25ABD-D523-4D90-BAE8-13DD40965F51}"/>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A8D681DB-A594-4F2C-A970-B2DD35038580}"/>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80375568-28DD-4626-880E-94C0F51AC83C}"/>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F3A9662D-E8B3-4A5D-B005-AEB16DD0FE52}"/>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62858C46-37C9-46FF-AE57-EFD34EC9B8FF}"/>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529A8A47-E901-4EE6-8FC7-FBEF1EA921F0}"/>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37690A34-C73E-48AC-945D-3CE412DCE58E}"/>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D5EED59D-ADFA-4212-9CCC-06400D298BBD}"/>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657EE180-713D-4F3D-8F40-AB871F484817}"/>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7C5EADCB-36DA-4086-B388-F2C8020E0C8C}"/>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ED86B3B9-22C8-46A4-82B0-6CC432BC6B61}"/>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FE0022E4-1216-40EE-98BB-5B0EB423647F}"/>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C9FCDCC8-0DF8-439E-B747-00DDBB0040B4}"/>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96B35D5D-23B2-4CDE-B043-7287EF84380F}"/>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B4E0BB8C-7A72-4972-9438-D97D1E1D3042}"/>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E11B8585-6C5A-4162-80DA-382A5EDDA102}"/>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3DFC9627-BC73-4650-BC0B-C8EE8E91D585}"/>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97089808-10D8-4F18-BD6D-C224E6AABD72}"/>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CF478AE6-40CA-4FB2-8E9A-02D95EBF6C7A}"/>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C5BD0FBF-83DA-404A-91D0-0968A8846AE8}"/>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DB976F63-CA4C-4C0F-83EE-C96099AFBD3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0916402"/>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7B109665-96FC-45D1-A72F-2C970D5CDC4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485A0CA1-2DD2-4C78-8BB9-ACF17AE54D0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Secure real-time communication</a:t>
            </a:r>
          </a:p>
        </p:txBody>
      </p:sp>
      <p:sp>
        <p:nvSpPr>
          <p:cNvPr id="3" name="">
            <a:extLst xmlns:a="http://schemas.openxmlformats.org/drawingml/2006/main">
              <a:ext uri="{FF2B5EF4-FFF2-40B4-BE49-F238E27FC236}">
                <a16:creationId xmlns:a16="http://schemas.microsoft.com/office/drawing/2014/main" id="{E05A2484-5D81-413F-BDF7-1D17D53F712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3CFA08D7-D9DB-4643-912C-BA7697C9F9A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9943446-A33F-49F9-83ED-122BF2810B9B}"/>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WebSockets deliver messages quickly while the backend keeps authorization and history durable.</a:t>
            </a:r>
          </a:p>
        </p:txBody>
      </p:sp>
      <p:sp>
        <p:nvSpPr>
          <p:cNvPr id="6" name="">
            <a:extLst xmlns:a="http://schemas.openxmlformats.org/drawingml/2006/main">
              <a:ext uri="{FF2B5EF4-FFF2-40B4-BE49-F238E27FC236}">
                <a16:creationId xmlns:a16="http://schemas.microsoft.com/office/drawing/2014/main" id="{2C4495EB-E368-43D9-B957-51263829E541}"/>
              </a:ext>
            </a:extLst>
          </p:cNvPr>
          <p:cNvSpPr>
            <a:spLocks xmlns:a="http://schemas.openxmlformats.org/drawingml/2006/main" noGrp="1"/>
          </p:cNvSpPr>
          <p:nvPr/>
        </p:nvSpPr>
        <p:spPr>
          <a:xfrm xmlns:a="http://schemas.openxmlformats.org/drawingml/2006/main">
            <a:off x="609600" y="2000250"/>
            <a:ext cx="1866900" cy="1428750"/>
          </a:xfrm>
          <a:prstGeom xmlns:a="http://schemas.openxmlformats.org/drawingml/2006/main" prst="roundRect">
            <a:avLst>
              <a:gd name="adj" fmla="val 8000"/>
            </a:avLst>
          </a:prstGeom>
          <a:solidFill xmlns:a="http://schemas.openxmlformats.org/drawingml/2006/main">
            <a:srgbClr val="FFFEFA"/>
          </a:solidFill>
          <a:ln xmlns:a="http://schemas.openxmlformats.org/drawingml/2006/main" w="17145">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3848A4F-69DE-4593-B5F5-E1084B5FC100}"/>
              </a:ext>
            </a:extLst>
          </p:cNvPr>
          <p:cNvSpPr>
            <a:spLocks xmlns:a="http://schemas.openxmlformats.org/drawingml/2006/main" noGrp="1"/>
          </p:cNvSpPr>
          <p:nvPr/>
        </p:nvSpPr>
        <p:spPr>
          <a:xfrm xmlns:a="http://schemas.openxmlformats.org/drawingml/2006/main">
            <a:off x="800100" y="2152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8B792336-439E-4829-87C1-F7B1726A8B28}"/>
              </a:ext>
            </a:extLst>
          </p:cNvPr>
          <p:cNvSpPr>
            <a:spLocks xmlns:a="http://schemas.openxmlformats.org/drawingml/2006/main" noGrp="1"/>
          </p:cNvSpPr>
          <p:nvPr/>
        </p:nvSpPr>
        <p:spPr>
          <a:xfrm xmlns:a="http://schemas.openxmlformats.org/drawingml/2006/main">
            <a:off x="800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Request ticket</a:t>
            </a:r>
          </a:p>
        </p:txBody>
      </p:sp>
      <p:sp>
        <p:nvSpPr>
          <p:cNvPr id="9" name="">
            <a:extLst xmlns:a="http://schemas.openxmlformats.org/drawingml/2006/main">
              <a:ext uri="{FF2B5EF4-FFF2-40B4-BE49-F238E27FC236}">
                <a16:creationId xmlns:a16="http://schemas.microsoft.com/office/drawing/2014/main" id="{130791FA-1B7E-441C-94DB-73687DAD4615}"/>
              </a:ext>
            </a:extLst>
          </p:cNvPr>
          <p:cNvSpPr>
            <a:spLocks xmlns:a="http://schemas.openxmlformats.org/drawingml/2006/main" noGrp="1"/>
          </p:cNvSpPr>
          <p:nvPr/>
        </p:nvSpPr>
        <p:spPr>
          <a:xfrm xmlns:a="http://schemas.openxmlformats.org/drawingml/2006/main">
            <a:off x="800100" y="29146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Authenticated HTTP request</a:t>
            </a:r>
          </a:p>
        </p:txBody>
      </p:sp>
      <p:sp>
        <p:nvSpPr>
          <p:cNvPr id="10" name="">
            <a:extLst xmlns:a="http://schemas.openxmlformats.org/drawingml/2006/main">
              <a:ext uri="{FF2B5EF4-FFF2-40B4-BE49-F238E27FC236}">
                <a16:creationId xmlns:a16="http://schemas.microsoft.com/office/drawing/2014/main" id="{5789C9E2-1922-450C-822B-43622E0E42AE}"/>
              </a:ext>
            </a:extLst>
          </p:cNvPr>
          <p:cNvSpPr>
            <a:spLocks xmlns:a="http://schemas.openxmlformats.org/drawingml/2006/main" noGrp="1"/>
          </p:cNvSpPr>
          <p:nvPr/>
        </p:nvSpPr>
        <p:spPr>
          <a:xfrm xmlns:a="http://schemas.openxmlformats.org/drawingml/2006/main">
            <a:off x="2476500" y="2714625"/>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75E5713B-CE7D-43C1-9D7B-81CD72C78EEF}"/>
              </a:ext>
            </a:extLst>
          </p:cNvPr>
          <p:cNvSpPr>
            <a:spLocks xmlns:a="http://schemas.openxmlformats.org/drawingml/2006/main" noGrp="1"/>
          </p:cNvSpPr>
          <p:nvPr/>
        </p:nvSpPr>
        <p:spPr>
          <a:xfrm xmlns:a="http://schemas.openxmlformats.org/drawingml/2006/main">
            <a:off x="2800350" y="2000250"/>
            <a:ext cx="1866900" cy="1428750"/>
          </a:xfrm>
          <a:prstGeom xmlns:a="http://schemas.openxmlformats.org/drawingml/2006/main" prst="roundRect">
            <a:avLst>
              <a:gd name="adj" fmla="val 8000"/>
            </a:avLst>
          </a:prstGeom>
          <a:solidFill xmlns:a="http://schemas.openxmlformats.org/drawingml/2006/main">
            <a:srgbClr val="FFFEFA"/>
          </a:solidFill>
          <a:ln xmlns:a="http://schemas.openxmlformats.org/drawingml/2006/main" w="17145">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EC80DC9B-F26E-42EC-9EC4-4D753318EEF5}"/>
              </a:ext>
            </a:extLst>
          </p:cNvPr>
          <p:cNvSpPr>
            <a:spLocks xmlns:a="http://schemas.openxmlformats.org/drawingml/2006/main" noGrp="1"/>
          </p:cNvSpPr>
          <p:nvPr/>
        </p:nvSpPr>
        <p:spPr>
          <a:xfrm xmlns:a="http://schemas.openxmlformats.org/drawingml/2006/main">
            <a:off x="2990850" y="2152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356456"/>
                </a:solidFill>
                <a:latin typeface="Noto Sans"/>
                <a:ea typeface="Noto Sans"/>
                <a:cs typeface="Noto Sans"/>
              </a:defRPr>
            </a:defPPr>
            <a:lvl1pPr algn="l">
              <a:defRPr sz="1050" b="1">
                <a:solidFill>
                  <a:srgbClr val="356456"/>
                </a:solidFill>
                <a:latin typeface="Noto Sans"/>
                <a:ea typeface="Noto Sans"/>
                <a:cs typeface="Noto Sans"/>
              </a:defRPr>
            </a:lvl1pPr>
            <a:lvl2pPr algn="l">
              <a:defRPr sz="1050" b="1">
                <a:solidFill>
                  <a:srgbClr val="356456"/>
                </a:solidFill>
                <a:latin typeface="Noto Sans"/>
                <a:ea typeface="Noto Sans"/>
                <a:cs typeface="Noto Sans"/>
              </a:defRPr>
            </a:lvl2pPr>
            <a:lvl3pPr algn="l">
              <a:defRPr sz="1050" b="1">
                <a:solidFill>
                  <a:srgbClr val="356456"/>
                </a:solidFill>
                <a:latin typeface="Noto Sans"/>
                <a:ea typeface="Noto Sans"/>
                <a:cs typeface="Noto Sans"/>
              </a:defRPr>
            </a:lvl3pPr>
            <a:lvl4pPr algn="l">
              <a:defRPr sz="1050" b="1">
                <a:solidFill>
                  <a:srgbClr val="356456"/>
                </a:solidFill>
                <a:latin typeface="Noto Sans"/>
                <a:ea typeface="Noto Sans"/>
                <a:cs typeface="Noto Sans"/>
              </a:defRPr>
            </a:lvl4pPr>
            <a:lvl5pPr algn="l">
              <a:defRPr sz="1050" b="1">
                <a:solidFill>
                  <a:srgbClr val="356456"/>
                </a:solidFill>
                <a:latin typeface="Noto Sans"/>
                <a:ea typeface="Noto Sans"/>
                <a:cs typeface="Noto Sans"/>
              </a:defRPr>
            </a:lvl5pPr>
            <a:lvl6pPr algn="l">
              <a:defRPr sz="1050" b="1">
                <a:solidFill>
                  <a:srgbClr val="356456"/>
                </a:solidFill>
                <a:latin typeface="Noto Sans"/>
                <a:ea typeface="Noto Sans"/>
                <a:cs typeface="Noto Sans"/>
              </a:defRPr>
            </a:lvl6pPr>
            <a:lvl7pPr algn="l">
              <a:defRPr sz="1050" b="1">
                <a:solidFill>
                  <a:srgbClr val="356456"/>
                </a:solidFill>
                <a:latin typeface="Noto Sans"/>
                <a:ea typeface="Noto Sans"/>
                <a:cs typeface="Noto Sans"/>
              </a:defRPr>
            </a:lvl7pPr>
            <a:lvl8pPr algn="l">
              <a:defRPr sz="1050" b="1">
                <a:solidFill>
                  <a:srgbClr val="356456"/>
                </a:solidFill>
                <a:latin typeface="Noto Sans"/>
                <a:ea typeface="Noto Sans"/>
                <a:cs typeface="Noto Sans"/>
              </a:defRPr>
            </a:lvl8pPr>
            <a:lvl9pPr algn="l">
              <a:defRPr sz="1050" b="1">
                <a:solidFill>
                  <a:srgbClr val="356456"/>
                </a:solidFill>
                <a:latin typeface="Noto Sans"/>
                <a:ea typeface="Noto Sans"/>
                <a:cs typeface="Noto Sans"/>
              </a:defRPr>
            </a:lvl9pPr>
          </a:lstStyle>
          <a:p xmlns:a="http://schemas.openxmlformats.org/drawingml/2006/main">
            <a:pPr algn="l">
              <a:defRPr sz="1050" b="1">
                <a:solidFill>
                  <a:srgbClr val="356456"/>
                </a:solidFill>
                <a:latin typeface="Noto Sans"/>
                <a:ea typeface="Noto Sans"/>
                <a:cs typeface="Noto Sans"/>
              </a:defRPr>
            </a:pPr>
            <a:r>
              <a:rPr sz="1050"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7EC91E79-A823-454D-AC87-BAC957149374}"/>
              </a:ext>
            </a:extLst>
          </p:cNvPr>
          <p:cNvSpPr>
            <a:spLocks xmlns:a="http://schemas.openxmlformats.org/drawingml/2006/main" noGrp="1"/>
          </p:cNvSpPr>
          <p:nvPr/>
        </p:nvSpPr>
        <p:spPr>
          <a:xfrm xmlns:a="http://schemas.openxmlformats.org/drawingml/2006/main">
            <a:off x="299085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Open socket</a:t>
            </a:r>
          </a:p>
        </p:txBody>
      </p:sp>
      <p:sp>
        <p:nvSpPr>
          <p:cNvPr id="14" name="">
            <a:extLst xmlns:a="http://schemas.openxmlformats.org/drawingml/2006/main">
              <a:ext uri="{FF2B5EF4-FFF2-40B4-BE49-F238E27FC236}">
                <a16:creationId xmlns:a16="http://schemas.microsoft.com/office/drawing/2014/main" id="{9304DF94-ADE7-4F50-8B54-0EAFB69368D7}"/>
              </a:ext>
            </a:extLst>
          </p:cNvPr>
          <p:cNvSpPr>
            <a:spLocks xmlns:a="http://schemas.openxmlformats.org/drawingml/2006/main" noGrp="1"/>
          </p:cNvSpPr>
          <p:nvPr/>
        </p:nvSpPr>
        <p:spPr>
          <a:xfrm xmlns:a="http://schemas.openxmlformats.org/drawingml/2006/main">
            <a:off x="2990850" y="29146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Short-lived ticket</a:t>
            </a:r>
          </a:p>
        </p:txBody>
      </p:sp>
      <p:sp>
        <p:nvSpPr>
          <p:cNvPr id="15" name="">
            <a:extLst xmlns:a="http://schemas.openxmlformats.org/drawingml/2006/main">
              <a:ext uri="{FF2B5EF4-FFF2-40B4-BE49-F238E27FC236}">
                <a16:creationId xmlns:a16="http://schemas.microsoft.com/office/drawing/2014/main" id="{54EB458C-C76B-477F-B5E0-B1B03DAF70B9}"/>
              </a:ext>
            </a:extLst>
          </p:cNvPr>
          <p:cNvSpPr>
            <a:spLocks xmlns:a="http://schemas.openxmlformats.org/drawingml/2006/main" noGrp="1"/>
          </p:cNvSpPr>
          <p:nvPr/>
        </p:nvSpPr>
        <p:spPr>
          <a:xfrm xmlns:a="http://schemas.openxmlformats.org/drawingml/2006/main">
            <a:off x="4667250" y="2714625"/>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0696964E-BDC7-4659-9214-DC4740E34EFC}"/>
              </a:ext>
            </a:extLst>
          </p:cNvPr>
          <p:cNvSpPr>
            <a:spLocks xmlns:a="http://schemas.openxmlformats.org/drawingml/2006/main" noGrp="1"/>
          </p:cNvSpPr>
          <p:nvPr/>
        </p:nvSpPr>
        <p:spPr>
          <a:xfrm xmlns:a="http://schemas.openxmlformats.org/drawingml/2006/main">
            <a:off x="4991100" y="2000250"/>
            <a:ext cx="1866900" cy="1428750"/>
          </a:xfrm>
          <a:prstGeom xmlns:a="http://schemas.openxmlformats.org/drawingml/2006/main" prst="roundRect">
            <a:avLst>
              <a:gd name="adj" fmla="val 8000"/>
            </a:avLst>
          </a:prstGeom>
          <a:solidFill xmlns:a="http://schemas.openxmlformats.org/drawingml/2006/main">
            <a:srgbClr val="FFFEFA"/>
          </a:solidFill>
          <a:ln xmlns:a="http://schemas.openxmlformats.org/drawingml/2006/main" w="17145">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3AE4598-351E-402F-9659-A1227D2B6349}"/>
              </a:ext>
            </a:extLst>
          </p:cNvPr>
          <p:cNvSpPr>
            <a:spLocks xmlns:a="http://schemas.openxmlformats.org/drawingml/2006/main" noGrp="1"/>
          </p:cNvSpPr>
          <p:nvPr/>
        </p:nvSpPr>
        <p:spPr>
          <a:xfrm xmlns:a="http://schemas.openxmlformats.org/drawingml/2006/main">
            <a:off x="5181600" y="2152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558216AF-5C2C-4404-A469-B578DE7345FC}"/>
              </a:ext>
            </a:extLst>
          </p:cNvPr>
          <p:cNvSpPr>
            <a:spLocks xmlns:a="http://schemas.openxmlformats.org/drawingml/2006/main" noGrp="1"/>
          </p:cNvSpPr>
          <p:nvPr/>
        </p:nvSpPr>
        <p:spPr>
          <a:xfrm xmlns:a="http://schemas.openxmlformats.org/drawingml/2006/main">
            <a:off x="51816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Authorize</a:t>
            </a:r>
          </a:p>
        </p:txBody>
      </p:sp>
      <p:sp>
        <p:nvSpPr>
          <p:cNvPr id="19" name="">
            <a:extLst xmlns:a="http://schemas.openxmlformats.org/drawingml/2006/main">
              <a:ext uri="{FF2B5EF4-FFF2-40B4-BE49-F238E27FC236}">
                <a16:creationId xmlns:a16="http://schemas.microsoft.com/office/drawing/2014/main" id="{7742A771-A08C-44F2-B00D-1251A0A95BBC}"/>
              </a:ext>
            </a:extLst>
          </p:cNvPr>
          <p:cNvSpPr>
            <a:spLocks xmlns:a="http://schemas.openxmlformats.org/drawingml/2006/main" noGrp="1"/>
          </p:cNvSpPr>
          <p:nvPr/>
        </p:nvSpPr>
        <p:spPr>
          <a:xfrm xmlns:a="http://schemas.openxmlformats.org/drawingml/2006/main">
            <a:off x="5181600" y="29146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Application and stage checks</a:t>
            </a:r>
          </a:p>
        </p:txBody>
      </p:sp>
      <p:sp>
        <p:nvSpPr>
          <p:cNvPr id="20" name="">
            <a:extLst xmlns:a="http://schemas.openxmlformats.org/drawingml/2006/main">
              <a:ext uri="{FF2B5EF4-FFF2-40B4-BE49-F238E27FC236}">
                <a16:creationId xmlns:a16="http://schemas.microsoft.com/office/drawing/2014/main" id="{07DCAF6C-4474-4D69-9F37-676F17A96D3A}"/>
              </a:ext>
            </a:extLst>
          </p:cNvPr>
          <p:cNvSpPr>
            <a:spLocks xmlns:a="http://schemas.openxmlformats.org/drawingml/2006/main" noGrp="1"/>
          </p:cNvSpPr>
          <p:nvPr/>
        </p:nvSpPr>
        <p:spPr>
          <a:xfrm xmlns:a="http://schemas.openxmlformats.org/drawingml/2006/main">
            <a:off x="6858000" y="2714625"/>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DCA61B5C-C6C9-48BB-B635-6B3C36884EC0}"/>
              </a:ext>
            </a:extLst>
          </p:cNvPr>
          <p:cNvSpPr>
            <a:spLocks xmlns:a="http://schemas.openxmlformats.org/drawingml/2006/main" noGrp="1"/>
          </p:cNvSpPr>
          <p:nvPr/>
        </p:nvSpPr>
        <p:spPr>
          <a:xfrm xmlns:a="http://schemas.openxmlformats.org/drawingml/2006/main">
            <a:off x="7181850" y="2000250"/>
            <a:ext cx="1866900" cy="1428750"/>
          </a:xfrm>
          <a:prstGeom xmlns:a="http://schemas.openxmlformats.org/drawingml/2006/main" prst="roundRect">
            <a:avLst>
              <a:gd name="adj" fmla="val 8000"/>
            </a:avLst>
          </a:prstGeom>
          <a:solidFill xmlns:a="http://schemas.openxmlformats.org/drawingml/2006/main">
            <a:srgbClr val="FFFEFA"/>
          </a:solidFill>
          <a:ln xmlns:a="http://schemas.openxmlformats.org/drawingml/2006/main" w="17145">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BC835ED-2895-46EA-A323-4DCAC6B4D115}"/>
              </a:ext>
            </a:extLst>
          </p:cNvPr>
          <p:cNvSpPr>
            <a:spLocks xmlns:a="http://schemas.openxmlformats.org/drawingml/2006/main" noGrp="1"/>
          </p:cNvSpPr>
          <p:nvPr/>
        </p:nvSpPr>
        <p:spPr>
          <a:xfrm xmlns:a="http://schemas.openxmlformats.org/drawingml/2006/main">
            <a:off x="7372350" y="2152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28734D"/>
                </a:solidFill>
                <a:latin typeface="Noto Sans"/>
                <a:ea typeface="Noto Sans"/>
                <a:cs typeface="Noto Sans"/>
              </a:defRPr>
            </a:defPPr>
            <a:lvl1pPr algn="l">
              <a:defRPr sz="1050" b="1">
                <a:solidFill>
                  <a:srgbClr val="28734D"/>
                </a:solidFill>
                <a:latin typeface="Noto Sans"/>
                <a:ea typeface="Noto Sans"/>
                <a:cs typeface="Noto Sans"/>
              </a:defRPr>
            </a:lvl1pPr>
            <a:lvl2pPr algn="l">
              <a:defRPr sz="1050" b="1">
                <a:solidFill>
                  <a:srgbClr val="28734D"/>
                </a:solidFill>
                <a:latin typeface="Noto Sans"/>
                <a:ea typeface="Noto Sans"/>
                <a:cs typeface="Noto Sans"/>
              </a:defRPr>
            </a:lvl2pPr>
            <a:lvl3pPr algn="l">
              <a:defRPr sz="1050" b="1">
                <a:solidFill>
                  <a:srgbClr val="28734D"/>
                </a:solidFill>
                <a:latin typeface="Noto Sans"/>
                <a:ea typeface="Noto Sans"/>
                <a:cs typeface="Noto Sans"/>
              </a:defRPr>
            </a:lvl3pPr>
            <a:lvl4pPr algn="l">
              <a:defRPr sz="1050" b="1">
                <a:solidFill>
                  <a:srgbClr val="28734D"/>
                </a:solidFill>
                <a:latin typeface="Noto Sans"/>
                <a:ea typeface="Noto Sans"/>
                <a:cs typeface="Noto Sans"/>
              </a:defRPr>
            </a:lvl4pPr>
            <a:lvl5pPr algn="l">
              <a:defRPr sz="1050" b="1">
                <a:solidFill>
                  <a:srgbClr val="28734D"/>
                </a:solidFill>
                <a:latin typeface="Noto Sans"/>
                <a:ea typeface="Noto Sans"/>
                <a:cs typeface="Noto Sans"/>
              </a:defRPr>
            </a:lvl5pPr>
            <a:lvl6pPr algn="l">
              <a:defRPr sz="1050" b="1">
                <a:solidFill>
                  <a:srgbClr val="28734D"/>
                </a:solidFill>
                <a:latin typeface="Noto Sans"/>
                <a:ea typeface="Noto Sans"/>
                <a:cs typeface="Noto Sans"/>
              </a:defRPr>
            </a:lvl6pPr>
            <a:lvl7pPr algn="l">
              <a:defRPr sz="1050" b="1">
                <a:solidFill>
                  <a:srgbClr val="28734D"/>
                </a:solidFill>
                <a:latin typeface="Noto Sans"/>
                <a:ea typeface="Noto Sans"/>
                <a:cs typeface="Noto Sans"/>
              </a:defRPr>
            </a:lvl7pPr>
            <a:lvl8pPr algn="l">
              <a:defRPr sz="1050" b="1">
                <a:solidFill>
                  <a:srgbClr val="28734D"/>
                </a:solidFill>
                <a:latin typeface="Noto Sans"/>
                <a:ea typeface="Noto Sans"/>
                <a:cs typeface="Noto Sans"/>
              </a:defRPr>
            </a:lvl8pPr>
            <a:lvl9pPr algn="l">
              <a:defRPr sz="1050" b="1">
                <a:solidFill>
                  <a:srgbClr val="28734D"/>
                </a:solidFill>
                <a:latin typeface="Noto Sans"/>
                <a:ea typeface="Noto Sans"/>
                <a:cs typeface="Noto Sans"/>
              </a:defRPr>
            </a:lvl9pPr>
          </a:lstStyle>
          <a:p xmlns:a="http://schemas.openxmlformats.org/drawingml/2006/main">
            <a:pPr algn="l">
              <a:defRPr sz="1050" b="1">
                <a:solidFill>
                  <a:srgbClr val="28734D"/>
                </a:solidFill>
                <a:latin typeface="Noto Sans"/>
                <a:ea typeface="Noto Sans"/>
                <a:cs typeface="Noto Sans"/>
              </a:defRPr>
            </a:pPr>
            <a:r>
              <a:rPr sz="1050" b="1">
                <a:solidFill>
                  <a:srgbClr val="28734D"/>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57368391-6021-49C3-8F7B-D95BF7642032}"/>
              </a:ext>
            </a:extLst>
          </p:cNvPr>
          <p:cNvSpPr>
            <a:spLocks xmlns:a="http://schemas.openxmlformats.org/drawingml/2006/main" noGrp="1"/>
          </p:cNvSpPr>
          <p:nvPr/>
        </p:nvSpPr>
        <p:spPr>
          <a:xfrm xmlns:a="http://schemas.openxmlformats.org/drawingml/2006/main">
            <a:off x="737235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Persist</a:t>
            </a:r>
          </a:p>
        </p:txBody>
      </p:sp>
      <p:sp>
        <p:nvSpPr>
          <p:cNvPr id="24" name="">
            <a:extLst xmlns:a="http://schemas.openxmlformats.org/drawingml/2006/main">
              <a:ext uri="{FF2B5EF4-FFF2-40B4-BE49-F238E27FC236}">
                <a16:creationId xmlns:a16="http://schemas.microsoft.com/office/drawing/2014/main" id="{ACE98513-1F2E-4694-A7DA-FD290A538B51}"/>
              </a:ext>
            </a:extLst>
          </p:cNvPr>
          <p:cNvSpPr>
            <a:spLocks xmlns:a="http://schemas.openxmlformats.org/drawingml/2006/main" noGrp="1"/>
          </p:cNvSpPr>
          <p:nvPr/>
        </p:nvSpPr>
        <p:spPr>
          <a:xfrm xmlns:a="http://schemas.openxmlformats.org/drawingml/2006/main">
            <a:off x="7372350" y="29146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PostgreSQL history</a:t>
            </a:r>
          </a:p>
        </p:txBody>
      </p:sp>
      <p:sp>
        <p:nvSpPr>
          <p:cNvPr id="25" name="">
            <a:extLst xmlns:a="http://schemas.openxmlformats.org/drawingml/2006/main">
              <a:ext uri="{FF2B5EF4-FFF2-40B4-BE49-F238E27FC236}">
                <a16:creationId xmlns:a16="http://schemas.microsoft.com/office/drawing/2014/main" id="{16038206-C753-439A-BACA-0E6332BB2384}"/>
              </a:ext>
            </a:extLst>
          </p:cNvPr>
          <p:cNvSpPr>
            <a:spLocks xmlns:a="http://schemas.openxmlformats.org/drawingml/2006/main" noGrp="1"/>
          </p:cNvSpPr>
          <p:nvPr/>
        </p:nvSpPr>
        <p:spPr>
          <a:xfrm xmlns:a="http://schemas.openxmlformats.org/drawingml/2006/main">
            <a:off x="9048750" y="2714625"/>
            <a:ext cx="3238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58ED180A-177D-4647-9AE8-A8DDEF05F572}"/>
              </a:ext>
            </a:extLst>
          </p:cNvPr>
          <p:cNvSpPr>
            <a:spLocks xmlns:a="http://schemas.openxmlformats.org/drawingml/2006/main" noGrp="1"/>
          </p:cNvSpPr>
          <p:nvPr/>
        </p:nvSpPr>
        <p:spPr>
          <a:xfrm xmlns:a="http://schemas.openxmlformats.org/drawingml/2006/main">
            <a:off x="9372600" y="2000250"/>
            <a:ext cx="1866900" cy="1428750"/>
          </a:xfrm>
          <a:prstGeom xmlns:a="http://schemas.openxmlformats.org/drawingml/2006/main" prst="roundRect">
            <a:avLst>
              <a:gd name="adj" fmla="val 8000"/>
            </a:avLst>
          </a:prstGeom>
          <a:solidFill xmlns:a="http://schemas.openxmlformats.org/drawingml/2006/main">
            <a:srgbClr val="FFFEFA"/>
          </a:solidFill>
          <a:ln xmlns:a="http://schemas.openxmlformats.org/drawingml/2006/main" w="17145">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6D7A94E7-F801-422F-8958-A48E13F9C01D}"/>
              </a:ext>
            </a:extLst>
          </p:cNvPr>
          <p:cNvSpPr>
            <a:spLocks xmlns:a="http://schemas.openxmlformats.org/drawingml/2006/main" noGrp="1"/>
          </p:cNvSpPr>
          <p:nvPr/>
        </p:nvSpPr>
        <p:spPr>
          <a:xfrm xmlns:a="http://schemas.openxmlformats.org/drawingml/2006/main">
            <a:off x="9563100" y="2152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B34538"/>
                </a:solidFill>
                <a:latin typeface="Noto Sans"/>
                <a:ea typeface="Noto Sans"/>
                <a:cs typeface="Noto Sans"/>
              </a:defRPr>
            </a:defPPr>
            <a:lvl1pPr algn="l">
              <a:defRPr sz="1050" b="1">
                <a:solidFill>
                  <a:srgbClr val="B34538"/>
                </a:solidFill>
                <a:latin typeface="Noto Sans"/>
                <a:ea typeface="Noto Sans"/>
                <a:cs typeface="Noto Sans"/>
              </a:defRPr>
            </a:lvl1pPr>
            <a:lvl2pPr algn="l">
              <a:defRPr sz="1050" b="1">
                <a:solidFill>
                  <a:srgbClr val="B34538"/>
                </a:solidFill>
                <a:latin typeface="Noto Sans"/>
                <a:ea typeface="Noto Sans"/>
                <a:cs typeface="Noto Sans"/>
              </a:defRPr>
            </a:lvl2pPr>
            <a:lvl3pPr algn="l">
              <a:defRPr sz="1050" b="1">
                <a:solidFill>
                  <a:srgbClr val="B34538"/>
                </a:solidFill>
                <a:latin typeface="Noto Sans"/>
                <a:ea typeface="Noto Sans"/>
                <a:cs typeface="Noto Sans"/>
              </a:defRPr>
            </a:lvl3pPr>
            <a:lvl4pPr algn="l">
              <a:defRPr sz="1050" b="1">
                <a:solidFill>
                  <a:srgbClr val="B34538"/>
                </a:solidFill>
                <a:latin typeface="Noto Sans"/>
                <a:ea typeface="Noto Sans"/>
                <a:cs typeface="Noto Sans"/>
              </a:defRPr>
            </a:lvl4pPr>
            <a:lvl5pPr algn="l">
              <a:defRPr sz="1050" b="1">
                <a:solidFill>
                  <a:srgbClr val="B34538"/>
                </a:solidFill>
                <a:latin typeface="Noto Sans"/>
                <a:ea typeface="Noto Sans"/>
                <a:cs typeface="Noto Sans"/>
              </a:defRPr>
            </a:lvl5pPr>
            <a:lvl6pPr algn="l">
              <a:defRPr sz="1050" b="1">
                <a:solidFill>
                  <a:srgbClr val="B34538"/>
                </a:solidFill>
                <a:latin typeface="Noto Sans"/>
                <a:ea typeface="Noto Sans"/>
                <a:cs typeface="Noto Sans"/>
              </a:defRPr>
            </a:lvl6pPr>
            <a:lvl7pPr algn="l">
              <a:defRPr sz="1050" b="1">
                <a:solidFill>
                  <a:srgbClr val="B34538"/>
                </a:solidFill>
                <a:latin typeface="Noto Sans"/>
                <a:ea typeface="Noto Sans"/>
                <a:cs typeface="Noto Sans"/>
              </a:defRPr>
            </a:lvl7pPr>
            <a:lvl8pPr algn="l">
              <a:defRPr sz="1050" b="1">
                <a:solidFill>
                  <a:srgbClr val="B34538"/>
                </a:solidFill>
                <a:latin typeface="Noto Sans"/>
                <a:ea typeface="Noto Sans"/>
                <a:cs typeface="Noto Sans"/>
              </a:defRPr>
            </a:lvl8pPr>
            <a:lvl9pPr algn="l">
              <a:defRPr sz="1050" b="1">
                <a:solidFill>
                  <a:srgbClr val="B34538"/>
                </a:solidFill>
                <a:latin typeface="Noto Sans"/>
                <a:ea typeface="Noto Sans"/>
                <a:cs typeface="Noto Sans"/>
              </a:defRPr>
            </a:lvl9pPr>
          </a:lstStyle>
          <a:p xmlns:a="http://schemas.openxmlformats.org/drawingml/2006/main">
            <a:pPr algn="l">
              <a:defRPr sz="1050" b="1">
                <a:solidFill>
                  <a:srgbClr val="B34538"/>
                </a:solidFill>
                <a:latin typeface="Noto Sans"/>
                <a:ea typeface="Noto Sans"/>
                <a:cs typeface="Noto Sans"/>
              </a:defRPr>
            </a:pPr>
            <a:r>
              <a:rPr sz="1050" b="1">
                <a:solidFill>
                  <a:srgbClr val="B345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1220AADF-9AD1-4F68-997F-B6A9E34AEAF0}"/>
              </a:ext>
            </a:extLst>
          </p:cNvPr>
          <p:cNvSpPr>
            <a:spLocks xmlns:a="http://schemas.openxmlformats.org/drawingml/2006/main" noGrp="1"/>
          </p:cNvSpPr>
          <p:nvPr/>
        </p:nvSpPr>
        <p:spPr>
          <a:xfrm xmlns:a="http://schemas.openxmlformats.org/drawingml/2006/main">
            <a:off x="9563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Distribute</a:t>
            </a:r>
          </a:p>
        </p:txBody>
      </p:sp>
      <p:sp>
        <p:nvSpPr>
          <p:cNvPr id="29" name="">
            <a:extLst xmlns:a="http://schemas.openxmlformats.org/drawingml/2006/main">
              <a:ext uri="{FF2B5EF4-FFF2-40B4-BE49-F238E27FC236}">
                <a16:creationId xmlns:a16="http://schemas.microsoft.com/office/drawing/2014/main" id="{5443DB84-53B6-433E-AF21-CC64E07CA376}"/>
              </a:ext>
            </a:extLst>
          </p:cNvPr>
          <p:cNvSpPr>
            <a:spLocks xmlns:a="http://schemas.openxmlformats.org/drawingml/2006/main" noGrp="1"/>
          </p:cNvSpPr>
          <p:nvPr/>
        </p:nvSpPr>
        <p:spPr>
          <a:xfrm xmlns:a="http://schemas.openxmlformats.org/drawingml/2006/main">
            <a:off x="9563100" y="29146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Redis presence and fan-out</a:t>
            </a:r>
          </a:p>
        </p:txBody>
      </p:sp>
      <p:sp>
        <p:nvSpPr>
          <p:cNvPr id="30" name="">
            <a:extLst xmlns:a="http://schemas.openxmlformats.org/drawingml/2006/main">
              <a:ext uri="{FF2B5EF4-FFF2-40B4-BE49-F238E27FC236}">
                <a16:creationId xmlns:a16="http://schemas.microsoft.com/office/drawing/2014/main" id="{36A765A9-7908-4BC1-B055-7BF4EEEB3989}"/>
              </a:ext>
            </a:extLst>
          </p:cNvPr>
          <p:cNvSpPr>
            <a:spLocks xmlns:a="http://schemas.openxmlformats.org/drawingml/2006/main" noGrp="1"/>
          </p:cNvSpPr>
          <p:nvPr/>
        </p:nvSpPr>
        <p:spPr>
          <a:xfrm xmlns:a="http://schemas.openxmlformats.org/drawingml/2006/main">
            <a:off x="609600" y="3943350"/>
            <a:ext cx="5200650" cy="1866900"/>
          </a:xfrm>
          <a:prstGeom xmlns:a="http://schemas.openxmlformats.org/drawingml/2006/main" prst="roundRect">
            <a:avLst>
              <a:gd name="adj" fmla="val 6122"/>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645ACC91-B1A0-4AF6-9A3E-2F0873577B34}"/>
              </a:ext>
            </a:extLst>
          </p:cNvPr>
          <p:cNvSpPr>
            <a:spLocks xmlns:a="http://schemas.openxmlformats.org/drawingml/2006/main" noGrp="1"/>
          </p:cNvSpPr>
          <p:nvPr/>
        </p:nvSpPr>
        <p:spPr>
          <a:xfrm xmlns:a="http://schemas.openxmlformats.org/drawingml/2006/main">
            <a:off x="876300" y="41338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778"/>
          </a:bodyPr>
          <a:lstStyle xmlns:a="http://schemas.openxmlformats.org/drawingml/2006/main">
            <a:defPPr algn="l">
              <a:defRPr sz="1800" b="1">
                <a:solidFill>
                  <a:srgbClr val="A25C38"/>
                </a:solidFill>
                <a:latin typeface="Noto Sans"/>
                <a:ea typeface="Noto Sans"/>
                <a:cs typeface="Noto Sans"/>
              </a:defRPr>
            </a:defPPr>
            <a:lvl1pPr algn="l">
              <a:defRPr sz="1800" b="1">
                <a:solidFill>
                  <a:srgbClr val="A25C38"/>
                </a:solidFill>
                <a:latin typeface="Noto Sans"/>
                <a:ea typeface="Noto Sans"/>
                <a:cs typeface="Noto Sans"/>
              </a:defRPr>
            </a:lvl1pPr>
            <a:lvl2pPr algn="l">
              <a:defRPr sz="1800" b="1">
                <a:solidFill>
                  <a:srgbClr val="A25C38"/>
                </a:solidFill>
                <a:latin typeface="Noto Sans"/>
                <a:ea typeface="Noto Sans"/>
                <a:cs typeface="Noto Sans"/>
              </a:defRPr>
            </a:lvl2pPr>
            <a:lvl3pPr algn="l">
              <a:defRPr sz="1800" b="1">
                <a:solidFill>
                  <a:srgbClr val="A25C38"/>
                </a:solidFill>
                <a:latin typeface="Noto Sans"/>
                <a:ea typeface="Noto Sans"/>
                <a:cs typeface="Noto Sans"/>
              </a:defRPr>
            </a:lvl3pPr>
            <a:lvl4pPr algn="l">
              <a:defRPr sz="1800" b="1">
                <a:solidFill>
                  <a:srgbClr val="A25C38"/>
                </a:solidFill>
                <a:latin typeface="Noto Sans"/>
                <a:ea typeface="Noto Sans"/>
                <a:cs typeface="Noto Sans"/>
              </a:defRPr>
            </a:lvl4pPr>
            <a:lvl5pPr algn="l">
              <a:defRPr sz="1800" b="1">
                <a:solidFill>
                  <a:srgbClr val="A25C38"/>
                </a:solidFill>
                <a:latin typeface="Noto Sans"/>
                <a:ea typeface="Noto Sans"/>
                <a:cs typeface="Noto Sans"/>
              </a:defRPr>
            </a:lvl5pPr>
            <a:lvl6pPr algn="l">
              <a:defRPr sz="1800" b="1">
                <a:solidFill>
                  <a:srgbClr val="A25C38"/>
                </a:solidFill>
                <a:latin typeface="Noto Sans"/>
                <a:ea typeface="Noto Sans"/>
                <a:cs typeface="Noto Sans"/>
              </a:defRPr>
            </a:lvl6pPr>
            <a:lvl7pPr algn="l">
              <a:defRPr sz="1800" b="1">
                <a:solidFill>
                  <a:srgbClr val="A25C38"/>
                </a:solidFill>
                <a:latin typeface="Noto Sans"/>
                <a:ea typeface="Noto Sans"/>
                <a:cs typeface="Noto Sans"/>
              </a:defRPr>
            </a:lvl7pPr>
            <a:lvl8pPr algn="l">
              <a:defRPr sz="1800" b="1">
                <a:solidFill>
                  <a:srgbClr val="A25C38"/>
                </a:solidFill>
                <a:latin typeface="Noto Sans"/>
                <a:ea typeface="Noto Sans"/>
                <a:cs typeface="Noto Sans"/>
              </a:defRPr>
            </a:lvl8pPr>
            <a:lvl9pPr algn="l">
              <a:defRPr sz="1800" b="1">
                <a:solidFill>
                  <a:srgbClr val="A25C38"/>
                </a:solidFill>
                <a:latin typeface="Noto Sans"/>
                <a:ea typeface="Noto Sans"/>
                <a:cs typeface="Noto Sans"/>
              </a:defRPr>
            </a:lvl9pPr>
          </a:lstStyle>
          <a:p xmlns:a="http://schemas.openxmlformats.org/drawingml/2006/main">
            <a:pPr algn="l">
              <a:defRPr sz="1800" b="1">
                <a:solidFill>
                  <a:srgbClr val="A25C38"/>
                </a:solidFill>
                <a:latin typeface="Noto Sans"/>
                <a:ea typeface="Noto Sans"/>
                <a:cs typeface="Noto Sans"/>
              </a:defRPr>
            </a:pPr>
            <a:r>
              <a:rPr sz="1800" b="1">
                <a:solidFill>
                  <a:srgbClr val="A25C38"/>
                </a:solidFill>
                <a:latin typeface="Noto Sans"/>
                <a:ea typeface="Noto Sans"/>
                <a:cs typeface="Noto Sans"/>
              </a:rPr>
              <a:t>Connection security</a:t>
            </a:r>
          </a:p>
        </p:txBody>
      </p:sp>
      <p:sp>
        <p:nvSpPr>
          <p:cNvPr id="32" name="">
            <a:extLst xmlns:a="http://schemas.openxmlformats.org/drawingml/2006/main">
              <a:ext uri="{FF2B5EF4-FFF2-40B4-BE49-F238E27FC236}">
                <a16:creationId xmlns:a16="http://schemas.microsoft.com/office/drawing/2014/main" id="{5A37E625-0F9E-4BDA-B783-E4FCE78F8FB3}"/>
              </a:ext>
            </a:extLst>
          </p:cNvPr>
          <p:cNvSpPr>
            <a:spLocks xmlns:a="http://schemas.openxmlformats.org/drawingml/2006/main" noGrp="1"/>
          </p:cNvSpPr>
          <p:nvPr/>
        </p:nvSpPr>
        <p:spPr>
          <a:xfrm xmlns:a="http://schemas.openxmlformats.org/drawingml/2006/main">
            <a:off x="876300" y="4591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01</a:t>
            </a:r>
          </a:p>
        </p:txBody>
      </p:sp>
      <p:sp>
        <p:nvSpPr>
          <p:cNvPr id="33" name="">
            <a:extLst xmlns:a="http://schemas.openxmlformats.org/drawingml/2006/main">
              <a:ext uri="{FF2B5EF4-FFF2-40B4-BE49-F238E27FC236}">
                <a16:creationId xmlns:a16="http://schemas.microsoft.com/office/drawing/2014/main" id="{910D1783-A24B-4CA3-AFCA-4445074A0826}"/>
              </a:ext>
            </a:extLst>
          </p:cNvPr>
          <p:cNvSpPr>
            <a:spLocks xmlns:a="http://schemas.openxmlformats.org/drawingml/2006/main" noGrp="1"/>
          </p:cNvSpPr>
          <p:nvPr/>
        </p:nvSpPr>
        <p:spPr>
          <a:xfrm xmlns:a="http://schemas.openxmlformats.org/drawingml/2006/main">
            <a:off x="1314450" y="45529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Current session</a:t>
            </a:r>
          </a:p>
        </p:txBody>
      </p:sp>
      <p:sp>
        <p:nvSpPr>
          <p:cNvPr id="34" name="">
            <a:extLst xmlns:a="http://schemas.openxmlformats.org/drawingml/2006/main">
              <a:ext uri="{FF2B5EF4-FFF2-40B4-BE49-F238E27FC236}">
                <a16:creationId xmlns:a16="http://schemas.microsoft.com/office/drawing/2014/main" id="{AFE37302-1FC5-4160-9BF1-08A9AFC5F5DD}"/>
              </a:ext>
            </a:extLst>
          </p:cNvPr>
          <p:cNvSpPr>
            <a:spLocks xmlns:a="http://schemas.openxmlformats.org/drawingml/2006/main" noGrp="1"/>
          </p:cNvSpPr>
          <p:nvPr/>
        </p:nvSpPr>
        <p:spPr>
          <a:xfrm xmlns:a="http://schemas.openxmlformats.org/drawingml/2006/main">
            <a:off x="2781300" y="45339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21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Ticket keeps session identity and authorization version</a:t>
            </a:r>
          </a:p>
        </p:txBody>
      </p:sp>
      <p:sp>
        <p:nvSpPr>
          <p:cNvPr id="35" name="">
            <a:extLst xmlns:a="http://schemas.openxmlformats.org/drawingml/2006/main">
              <a:ext uri="{FF2B5EF4-FFF2-40B4-BE49-F238E27FC236}">
                <a16:creationId xmlns:a16="http://schemas.microsoft.com/office/drawing/2014/main" id="{B9968D9A-61FB-46EA-9324-011F6DE3063F}"/>
              </a:ext>
            </a:extLst>
          </p:cNvPr>
          <p:cNvSpPr>
            <a:spLocks xmlns:a="http://schemas.openxmlformats.org/drawingml/2006/main" noGrp="1"/>
          </p:cNvSpPr>
          <p:nvPr/>
        </p:nvSpPr>
        <p:spPr>
          <a:xfrm xmlns:a="http://schemas.openxmlformats.org/drawingml/2006/main">
            <a:off x="876300" y="4991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02</a:t>
            </a:r>
          </a:p>
        </p:txBody>
      </p:sp>
      <p:sp>
        <p:nvSpPr>
          <p:cNvPr id="36" name="">
            <a:extLst xmlns:a="http://schemas.openxmlformats.org/drawingml/2006/main">
              <a:ext uri="{FF2B5EF4-FFF2-40B4-BE49-F238E27FC236}">
                <a16:creationId xmlns:a16="http://schemas.microsoft.com/office/drawing/2014/main" id="{E7F63E6E-6BA6-4319-BD7E-84CD450A6BF5}"/>
              </a:ext>
            </a:extLst>
          </p:cNvPr>
          <p:cNvSpPr>
            <a:spLocks xmlns:a="http://schemas.openxmlformats.org/drawingml/2006/main" noGrp="1"/>
          </p:cNvSpPr>
          <p:nvPr/>
        </p:nvSpPr>
        <p:spPr>
          <a:xfrm xmlns:a="http://schemas.openxmlformats.org/drawingml/2006/main">
            <a:off x="1314450" y="4953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59"/>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Conversation access</a:t>
            </a:r>
          </a:p>
        </p:txBody>
      </p:sp>
      <p:sp>
        <p:nvSpPr>
          <p:cNvPr id="37" name="">
            <a:extLst xmlns:a="http://schemas.openxmlformats.org/drawingml/2006/main">
              <a:ext uri="{FF2B5EF4-FFF2-40B4-BE49-F238E27FC236}">
                <a16:creationId xmlns:a16="http://schemas.microsoft.com/office/drawing/2014/main" id="{D2B72B6A-A9E2-4A06-8FC5-E010D0F8BCEE}"/>
              </a:ext>
            </a:extLst>
          </p:cNvPr>
          <p:cNvSpPr>
            <a:spLocks xmlns:a="http://schemas.openxmlformats.org/drawingml/2006/main" noGrp="1"/>
          </p:cNvSpPr>
          <p:nvPr/>
        </p:nvSpPr>
        <p:spPr>
          <a:xfrm xmlns:a="http://schemas.openxmlformats.org/drawingml/2006/main">
            <a:off x="2781300" y="49339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0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Caller must belong to the application or company</a:t>
            </a:r>
          </a:p>
        </p:txBody>
      </p:sp>
      <p:sp>
        <p:nvSpPr>
          <p:cNvPr id="38" name="">
            <a:extLst xmlns:a="http://schemas.openxmlformats.org/drawingml/2006/main">
              <a:ext uri="{FF2B5EF4-FFF2-40B4-BE49-F238E27FC236}">
                <a16:creationId xmlns:a16="http://schemas.microsoft.com/office/drawing/2014/main" id="{B28489CF-0224-4C94-9B3B-3DE8FC92D32C}"/>
              </a:ext>
            </a:extLst>
          </p:cNvPr>
          <p:cNvSpPr>
            <a:spLocks xmlns:a="http://schemas.openxmlformats.org/drawingml/2006/main" noGrp="1"/>
          </p:cNvSpPr>
          <p:nvPr/>
        </p:nvSpPr>
        <p:spPr>
          <a:xfrm xmlns:a="http://schemas.openxmlformats.org/drawingml/2006/main">
            <a:off x="876300" y="53911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03</a:t>
            </a:r>
          </a:p>
        </p:txBody>
      </p:sp>
      <p:sp>
        <p:nvSpPr>
          <p:cNvPr id="39" name="">
            <a:extLst xmlns:a="http://schemas.openxmlformats.org/drawingml/2006/main">
              <a:ext uri="{FF2B5EF4-FFF2-40B4-BE49-F238E27FC236}">
                <a16:creationId xmlns:a16="http://schemas.microsoft.com/office/drawing/2014/main" id="{7F845CAB-3B9C-4A1D-A7BF-A91D47E987C9}"/>
              </a:ext>
            </a:extLst>
          </p:cNvPr>
          <p:cNvSpPr>
            <a:spLocks xmlns:a="http://schemas.openxmlformats.org/drawingml/2006/main" noGrp="1"/>
          </p:cNvSpPr>
          <p:nvPr/>
        </p:nvSpPr>
        <p:spPr>
          <a:xfrm xmlns:a="http://schemas.openxmlformats.org/drawingml/2006/main">
            <a:off x="1314450" y="53530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Workflow stage</a:t>
            </a:r>
          </a:p>
        </p:txBody>
      </p:sp>
      <p:sp>
        <p:nvSpPr>
          <p:cNvPr id="40" name="">
            <a:extLst xmlns:a="http://schemas.openxmlformats.org/drawingml/2006/main">
              <a:ext uri="{FF2B5EF4-FFF2-40B4-BE49-F238E27FC236}">
                <a16:creationId xmlns:a16="http://schemas.microsoft.com/office/drawing/2014/main" id="{C9DD0034-F2E9-4B8F-80BC-3427BFD7F3AE}"/>
              </a:ext>
            </a:extLst>
          </p:cNvPr>
          <p:cNvSpPr>
            <a:spLocks xmlns:a="http://schemas.openxmlformats.org/drawingml/2006/main" noGrp="1"/>
          </p:cNvSpPr>
          <p:nvPr/>
        </p:nvSpPr>
        <p:spPr>
          <a:xfrm xmlns:a="http://schemas.openxmlformats.org/drawingml/2006/main">
            <a:off x="2781300" y="53340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97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Current stage must allow recruitment chat</a:t>
            </a:r>
          </a:p>
        </p:txBody>
      </p:sp>
      <p:sp>
        <p:nvSpPr>
          <p:cNvPr id="41" name="">
            <a:extLst xmlns:a="http://schemas.openxmlformats.org/drawingml/2006/main">
              <a:ext uri="{FF2B5EF4-FFF2-40B4-BE49-F238E27FC236}">
                <a16:creationId xmlns:a16="http://schemas.microsoft.com/office/drawing/2014/main" id="{EB830F36-1E3A-45A3-B5BE-F510909ED40A}"/>
              </a:ext>
            </a:extLst>
          </p:cNvPr>
          <p:cNvSpPr>
            <a:spLocks xmlns:a="http://schemas.openxmlformats.org/drawingml/2006/main" noGrp="1"/>
          </p:cNvSpPr>
          <p:nvPr/>
        </p:nvSpPr>
        <p:spPr>
          <a:xfrm xmlns:a="http://schemas.openxmlformats.org/drawingml/2006/main">
            <a:off x="6076950" y="3943350"/>
            <a:ext cx="5505450" cy="1866900"/>
          </a:xfrm>
          <a:prstGeom xmlns:a="http://schemas.openxmlformats.org/drawingml/2006/main" prst="roundRect">
            <a:avLst>
              <a:gd name="adj" fmla="val 6122"/>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2" name="">
            <a:extLst xmlns:a="http://schemas.openxmlformats.org/drawingml/2006/main">
              <a:ext uri="{FF2B5EF4-FFF2-40B4-BE49-F238E27FC236}">
                <a16:creationId xmlns:a16="http://schemas.microsoft.com/office/drawing/2014/main" id="{F83BAD3E-DFAD-4C0F-8828-6EDE01362AB7}"/>
              </a:ext>
            </a:extLst>
          </p:cNvPr>
          <p:cNvSpPr>
            <a:spLocks xmlns:a="http://schemas.openxmlformats.org/drawingml/2006/main" noGrp="1"/>
          </p:cNvSpPr>
          <p:nvPr/>
        </p:nvSpPr>
        <p:spPr>
          <a:xfrm xmlns:a="http://schemas.openxmlformats.org/drawingml/2006/main">
            <a:off x="6343650" y="41338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778"/>
          </a:bodyPr>
          <a:lstStyle xmlns:a="http://schemas.openxmlformats.org/drawingml/2006/main">
            <a:defPPr algn="l">
              <a:defRPr sz="1800" b="1">
                <a:solidFill>
                  <a:srgbClr val="194D38"/>
                </a:solidFill>
                <a:latin typeface="Noto Sans"/>
                <a:ea typeface="Noto Sans"/>
                <a:cs typeface="Noto Sans"/>
              </a:defRPr>
            </a:defPPr>
            <a:lvl1pPr algn="l">
              <a:defRPr sz="1800" b="1">
                <a:solidFill>
                  <a:srgbClr val="194D38"/>
                </a:solidFill>
                <a:latin typeface="Noto Sans"/>
                <a:ea typeface="Noto Sans"/>
                <a:cs typeface="Noto Sans"/>
              </a:defRPr>
            </a:lvl1pPr>
            <a:lvl2pPr algn="l">
              <a:defRPr sz="1800" b="1">
                <a:solidFill>
                  <a:srgbClr val="194D38"/>
                </a:solidFill>
                <a:latin typeface="Noto Sans"/>
                <a:ea typeface="Noto Sans"/>
                <a:cs typeface="Noto Sans"/>
              </a:defRPr>
            </a:lvl2pPr>
            <a:lvl3pPr algn="l">
              <a:defRPr sz="1800" b="1">
                <a:solidFill>
                  <a:srgbClr val="194D38"/>
                </a:solidFill>
                <a:latin typeface="Noto Sans"/>
                <a:ea typeface="Noto Sans"/>
                <a:cs typeface="Noto Sans"/>
              </a:defRPr>
            </a:lvl3pPr>
            <a:lvl4pPr algn="l">
              <a:defRPr sz="1800" b="1">
                <a:solidFill>
                  <a:srgbClr val="194D38"/>
                </a:solidFill>
                <a:latin typeface="Noto Sans"/>
                <a:ea typeface="Noto Sans"/>
                <a:cs typeface="Noto Sans"/>
              </a:defRPr>
            </a:lvl4pPr>
            <a:lvl5pPr algn="l">
              <a:defRPr sz="1800" b="1">
                <a:solidFill>
                  <a:srgbClr val="194D38"/>
                </a:solidFill>
                <a:latin typeface="Noto Sans"/>
                <a:ea typeface="Noto Sans"/>
                <a:cs typeface="Noto Sans"/>
              </a:defRPr>
            </a:lvl5pPr>
            <a:lvl6pPr algn="l">
              <a:defRPr sz="1800" b="1">
                <a:solidFill>
                  <a:srgbClr val="194D38"/>
                </a:solidFill>
                <a:latin typeface="Noto Sans"/>
                <a:ea typeface="Noto Sans"/>
                <a:cs typeface="Noto Sans"/>
              </a:defRPr>
            </a:lvl6pPr>
            <a:lvl7pPr algn="l">
              <a:defRPr sz="1800" b="1">
                <a:solidFill>
                  <a:srgbClr val="194D38"/>
                </a:solidFill>
                <a:latin typeface="Noto Sans"/>
                <a:ea typeface="Noto Sans"/>
                <a:cs typeface="Noto Sans"/>
              </a:defRPr>
            </a:lvl7pPr>
            <a:lvl8pPr algn="l">
              <a:defRPr sz="1800" b="1">
                <a:solidFill>
                  <a:srgbClr val="194D38"/>
                </a:solidFill>
                <a:latin typeface="Noto Sans"/>
                <a:ea typeface="Noto Sans"/>
                <a:cs typeface="Noto Sans"/>
              </a:defRPr>
            </a:lvl8pPr>
            <a:lvl9pPr algn="l">
              <a:defRPr sz="1800" b="1">
                <a:solidFill>
                  <a:srgbClr val="194D38"/>
                </a:solidFill>
                <a:latin typeface="Noto Sans"/>
                <a:ea typeface="Noto Sans"/>
                <a:cs typeface="Noto Sans"/>
              </a:defRPr>
            </a:lvl9pPr>
          </a:lstStyle>
          <a:p xmlns:a="http://schemas.openxmlformats.org/drawingml/2006/main">
            <a:pPr algn="l">
              <a:defRPr sz="1800" b="1">
                <a:solidFill>
                  <a:srgbClr val="194D38"/>
                </a:solidFill>
                <a:latin typeface="Noto Sans"/>
                <a:ea typeface="Noto Sans"/>
                <a:cs typeface="Noto Sans"/>
              </a:defRPr>
            </a:pPr>
            <a:r>
              <a:rPr sz="1800" b="1">
                <a:solidFill>
                  <a:srgbClr val="194D38"/>
                </a:solidFill>
                <a:latin typeface="Noto Sans"/>
                <a:ea typeface="Noto Sans"/>
                <a:cs typeface="Noto Sans"/>
              </a:rPr>
              <a:t>Durability and delivery</a:t>
            </a:r>
          </a:p>
        </p:txBody>
      </p:sp>
      <p:sp>
        <p:nvSpPr>
          <p:cNvPr id="43" name="">
            <a:extLst xmlns:a="http://schemas.openxmlformats.org/drawingml/2006/main">
              <a:ext uri="{FF2B5EF4-FFF2-40B4-BE49-F238E27FC236}">
                <a16:creationId xmlns:a16="http://schemas.microsoft.com/office/drawing/2014/main" id="{487828CE-DFAD-40CD-9321-108E004B2E2E}"/>
              </a:ext>
            </a:extLst>
          </p:cNvPr>
          <p:cNvSpPr>
            <a:spLocks xmlns:a="http://schemas.openxmlformats.org/drawingml/2006/main" noGrp="1"/>
          </p:cNvSpPr>
          <p:nvPr/>
        </p:nvSpPr>
        <p:spPr>
          <a:xfrm xmlns:a="http://schemas.openxmlformats.org/drawingml/2006/main">
            <a:off x="6343650" y="4591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9B651B"/>
                </a:solidFill>
                <a:latin typeface="Noto Sans"/>
                <a:ea typeface="Noto Sans"/>
                <a:cs typeface="Noto Sans"/>
              </a:defRPr>
            </a:defPPr>
            <a:lvl1pPr algn="l">
              <a:defRPr sz="1050" b="1">
                <a:solidFill>
                  <a:srgbClr val="9B651B"/>
                </a:solidFill>
                <a:latin typeface="Noto Sans"/>
                <a:ea typeface="Noto Sans"/>
                <a:cs typeface="Noto Sans"/>
              </a:defRPr>
            </a:lvl1pPr>
            <a:lvl2pPr algn="l">
              <a:defRPr sz="1050" b="1">
                <a:solidFill>
                  <a:srgbClr val="9B651B"/>
                </a:solidFill>
                <a:latin typeface="Noto Sans"/>
                <a:ea typeface="Noto Sans"/>
                <a:cs typeface="Noto Sans"/>
              </a:defRPr>
            </a:lvl2pPr>
            <a:lvl3pPr algn="l">
              <a:defRPr sz="1050" b="1">
                <a:solidFill>
                  <a:srgbClr val="9B651B"/>
                </a:solidFill>
                <a:latin typeface="Noto Sans"/>
                <a:ea typeface="Noto Sans"/>
                <a:cs typeface="Noto Sans"/>
              </a:defRPr>
            </a:lvl3pPr>
            <a:lvl4pPr algn="l">
              <a:defRPr sz="1050" b="1">
                <a:solidFill>
                  <a:srgbClr val="9B651B"/>
                </a:solidFill>
                <a:latin typeface="Noto Sans"/>
                <a:ea typeface="Noto Sans"/>
                <a:cs typeface="Noto Sans"/>
              </a:defRPr>
            </a:lvl4pPr>
            <a:lvl5pPr algn="l">
              <a:defRPr sz="1050" b="1">
                <a:solidFill>
                  <a:srgbClr val="9B651B"/>
                </a:solidFill>
                <a:latin typeface="Noto Sans"/>
                <a:ea typeface="Noto Sans"/>
                <a:cs typeface="Noto Sans"/>
              </a:defRPr>
            </a:lvl5pPr>
            <a:lvl6pPr algn="l">
              <a:defRPr sz="1050" b="1">
                <a:solidFill>
                  <a:srgbClr val="9B651B"/>
                </a:solidFill>
                <a:latin typeface="Noto Sans"/>
                <a:ea typeface="Noto Sans"/>
                <a:cs typeface="Noto Sans"/>
              </a:defRPr>
            </a:lvl6pPr>
            <a:lvl7pPr algn="l">
              <a:defRPr sz="1050" b="1">
                <a:solidFill>
                  <a:srgbClr val="9B651B"/>
                </a:solidFill>
                <a:latin typeface="Noto Sans"/>
                <a:ea typeface="Noto Sans"/>
                <a:cs typeface="Noto Sans"/>
              </a:defRPr>
            </a:lvl7pPr>
            <a:lvl8pPr algn="l">
              <a:defRPr sz="1050" b="1">
                <a:solidFill>
                  <a:srgbClr val="9B651B"/>
                </a:solidFill>
                <a:latin typeface="Noto Sans"/>
                <a:ea typeface="Noto Sans"/>
                <a:cs typeface="Noto Sans"/>
              </a:defRPr>
            </a:lvl8pPr>
            <a:lvl9pPr algn="l">
              <a:defRPr sz="1050" b="1">
                <a:solidFill>
                  <a:srgbClr val="9B651B"/>
                </a:solidFill>
                <a:latin typeface="Noto Sans"/>
                <a:ea typeface="Noto Sans"/>
                <a:cs typeface="Noto Sans"/>
              </a:defRPr>
            </a:lvl9pPr>
          </a:lstStyle>
          <a:p xmlns:a="http://schemas.openxmlformats.org/drawingml/2006/main">
            <a:pPr algn="l">
              <a:defRPr sz="1050" b="1">
                <a:solidFill>
                  <a:srgbClr val="9B651B"/>
                </a:solidFill>
                <a:latin typeface="Noto Sans"/>
                <a:ea typeface="Noto Sans"/>
                <a:cs typeface="Noto Sans"/>
              </a:defRPr>
            </a:pPr>
            <a:r>
              <a:rPr sz="1050" b="1">
                <a:solidFill>
                  <a:srgbClr val="9B651B"/>
                </a:solidFill>
                <a:latin typeface="Noto Sans"/>
                <a:ea typeface="Noto Sans"/>
                <a:cs typeface="Noto Sans"/>
              </a:rPr>
              <a:t>01</a:t>
            </a:r>
          </a:p>
        </p:txBody>
      </p:sp>
      <p:sp>
        <p:nvSpPr>
          <p:cNvPr id="44" name="">
            <a:extLst xmlns:a="http://schemas.openxmlformats.org/drawingml/2006/main">
              <a:ext uri="{FF2B5EF4-FFF2-40B4-BE49-F238E27FC236}">
                <a16:creationId xmlns:a16="http://schemas.microsoft.com/office/drawing/2014/main" id="{2BEA5B0C-A270-4C9D-ACF6-9FDCCD2B3188}"/>
              </a:ext>
            </a:extLst>
          </p:cNvPr>
          <p:cNvSpPr>
            <a:spLocks xmlns:a="http://schemas.openxmlformats.org/drawingml/2006/main" noGrp="1"/>
          </p:cNvSpPr>
          <p:nvPr/>
        </p:nvSpPr>
        <p:spPr>
          <a:xfrm xmlns:a="http://schemas.openxmlformats.org/drawingml/2006/main">
            <a:off x="6781800" y="4552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DABC6212-6875-4454-8DCB-C4E5014EA1F2}"/>
              </a:ext>
            </a:extLst>
          </p:cNvPr>
          <p:cNvSpPr>
            <a:spLocks xmlns:a="http://schemas.openxmlformats.org/drawingml/2006/main" noGrp="1"/>
          </p:cNvSpPr>
          <p:nvPr/>
        </p:nvSpPr>
        <p:spPr>
          <a:xfrm xmlns:a="http://schemas.openxmlformats.org/drawingml/2006/main">
            <a:off x="8172450" y="453390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Stores ordered messages and read state</a:t>
            </a:r>
          </a:p>
        </p:txBody>
      </p:sp>
      <p:sp>
        <p:nvSpPr>
          <p:cNvPr id="46" name="">
            <a:extLst xmlns:a="http://schemas.openxmlformats.org/drawingml/2006/main">
              <a:ext uri="{FF2B5EF4-FFF2-40B4-BE49-F238E27FC236}">
                <a16:creationId xmlns:a16="http://schemas.microsoft.com/office/drawing/2014/main" id="{77CBBD48-B3A2-44A6-86FD-B2BBED7B7763}"/>
              </a:ext>
            </a:extLst>
          </p:cNvPr>
          <p:cNvSpPr>
            <a:spLocks xmlns:a="http://schemas.openxmlformats.org/drawingml/2006/main" noGrp="1"/>
          </p:cNvSpPr>
          <p:nvPr/>
        </p:nvSpPr>
        <p:spPr>
          <a:xfrm xmlns:a="http://schemas.openxmlformats.org/drawingml/2006/main">
            <a:off x="6343650" y="4991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9B651B"/>
                </a:solidFill>
                <a:latin typeface="Noto Sans"/>
                <a:ea typeface="Noto Sans"/>
                <a:cs typeface="Noto Sans"/>
              </a:defRPr>
            </a:defPPr>
            <a:lvl1pPr algn="l">
              <a:defRPr sz="1050" b="1">
                <a:solidFill>
                  <a:srgbClr val="9B651B"/>
                </a:solidFill>
                <a:latin typeface="Noto Sans"/>
                <a:ea typeface="Noto Sans"/>
                <a:cs typeface="Noto Sans"/>
              </a:defRPr>
            </a:lvl1pPr>
            <a:lvl2pPr algn="l">
              <a:defRPr sz="1050" b="1">
                <a:solidFill>
                  <a:srgbClr val="9B651B"/>
                </a:solidFill>
                <a:latin typeface="Noto Sans"/>
                <a:ea typeface="Noto Sans"/>
                <a:cs typeface="Noto Sans"/>
              </a:defRPr>
            </a:lvl2pPr>
            <a:lvl3pPr algn="l">
              <a:defRPr sz="1050" b="1">
                <a:solidFill>
                  <a:srgbClr val="9B651B"/>
                </a:solidFill>
                <a:latin typeface="Noto Sans"/>
                <a:ea typeface="Noto Sans"/>
                <a:cs typeface="Noto Sans"/>
              </a:defRPr>
            </a:lvl3pPr>
            <a:lvl4pPr algn="l">
              <a:defRPr sz="1050" b="1">
                <a:solidFill>
                  <a:srgbClr val="9B651B"/>
                </a:solidFill>
                <a:latin typeface="Noto Sans"/>
                <a:ea typeface="Noto Sans"/>
                <a:cs typeface="Noto Sans"/>
              </a:defRPr>
            </a:lvl4pPr>
            <a:lvl5pPr algn="l">
              <a:defRPr sz="1050" b="1">
                <a:solidFill>
                  <a:srgbClr val="9B651B"/>
                </a:solidFill>
                <a:latin typeface="Noto Sans"/>
                <a:ea typeface="Noto Sans"/>
                <a:cs typeface="Noto Sans"/>
              </a:defRPr>
            </a:lvl5pPr>
            <a:lvl6pPr algn="l">
              <a:defRPr sz="1050" b="1">
                <a:solidFill>
                  <a:srgbClr val="9B651B"/>
                </a:solidFill>
                <a:latin typeface="Noto Sans"/>
                <a:ea typeface="Noto Sans"/>
                <a:cs typeface="Noto Sans"/>
              </a:defRPr>
            </a:lvl6pPr>
            <a:lvl7pPr algn="l">
              <a:defRPr sz="1050" b="1">
                <a:solidFill>
                  <a:srgbClr val="9B651B"/>
                </a:solidFill>
                <a:latin typeface="Noto Sans"/>
                <a:ea typeface="Noto Sans"/>
                <a:cs typeface="Noto Sans"/>
              </a:defRPr>
            </a:lvl7pPr>
            <a:lvl8pPr algn="l">
              <a:defRPr sz="1050" b="1">
                <a:solidFill>
                  <a:srgbClr val="9B651B"/>
                </a:solidFill>
                <a:latin typeface="Noto Sans"/>
                <a:ea typeface="Noto Sans"/>
                <a:cs typeface="Noto Sans"/>
              </a:defRPr>
            </a:lvl8pPr>
            <a:lvl9pPr algn="l">
              <a:defRPr sz="1050" b="1">
                <a:solidFill>
                  <a:srgbClr val="9B651B"/>
                </a:solidFill>
                <a:latin typeface="Noto Sans"/>
                <a:ea typeface="Noto Sans"/>
                <a:cs typeface="Noto Sans"/>
              </a:defRPr>
            </a:lvl9pPr>
          </a:lstStyle>
          <a:p xmlns:a="http://schemas.openxmlformats.org/drawingml/2006/main">
            <a:pPr algn="l">
              <a:defRPr sz="1050" b="1">
                <a:solidFill>
                  <a:srgbClr val="9B651B"/>
                </a:solidFill>
                <a:latin typeface="Noto Sans"/>
                <a:ea typeface="Noto Sans"/>
                <a:cs typeface="Noto Sans"/>
              </a:defRPr>
            </a:pPr>
            <a:r>
              <a:rPr sz="1050" b="1">
                <a:solidFill>
                  <a:srgbClr val="9B651B"/>
                </a:solidFill>
                <a:latin typeface="Noto Sans"/>
                <a:ea typeface="Noto Sans"/>
                <a:cs typeface="Noto Sans"/>
              </a:rPr>
              <a:t>02</a:t>
            </a:r>
          </a:p>
        </p:txBody>
      </p:sp>
      <p:sp>
        <p:nvSpPr>
          <p:cNvPr id="47" name="">
            <a:extLst xmlns:a="http://schemas.openxmlformats.org/drawingml/2006/main">
              <a:ext uri="{FF2B5EF4-FFF2-40B4-BE49-F238E27FC236}">
                <a16:creationId xmlns:a16="http://schemas.microsoft.com/office/drawing/2014/main" id="{9CB95878-4779-45B4-B2EA-6C1A2F831310}"/>
              </a:ext>
            </a:extLst>
          </p:cNvPr>
          <p:cNvSpPr>
            <a:spLocks xmlns:a="http://schemas.openxmlformats.org/drawingml/2006/main" noGrp="1"/>
          </p:cNvSpPr>
          <p:nvPr/>
        </p:nvSpPr>
        <p:spPr>
          <a:xfrm xmlns:a="http://schemas.openxmlformats.org/drawingml/2006/main">
            <a:off x="6781800" y="495300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7FCB11F3-0BE6-48EC-9025-082F27D79D38}"/>
              </a:ext>
            </a:extLst>
          </p:cNvPr>
          <p:cNvSpPr>
            <a:spLocks xmlns:a="http://schemas.openxmlformats.org/drawingml/2006/main" noGrp="1"/>
          </p:cNvSpPr>
          <p:nvPr/>
        </p:nvSpPr>
        <p:spPr>
          <a:xfrm xmlns:a="http://schemas.openxmlformats.org/drawingml/2006/main">
            <a:off x="8172450" y="493395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Shares presence and messages across API processes</a:t>
            </a:r>
          </a:p>
        </p:txBody>
      </p:sp>
      <p:sp>
        <p:nvSpPr>
          <p:cNvPr id="49" name="">
            <a:extLst xmlns:a="http://schemas.openxmlformats.org/drawingml/2006/main">
              <a:ext uri="{FF2B5EF4-FFF2-40B4-BE49-F238E27FC236}">
                <a16:creationId xmlns:a16="http://schemas.microsoft.com/office/drawing/2014/main" id="{F9317B2F-D5C3-4848-A401-95B683FF39BE}"/>
              </a:ext>
            </a:extLst>
          </p:cNvPr>
          <p:cNvSpPr>
            <a:spLocks xmlns:a="http://schemas.openxmlformats.org/drawingml/2006/main" noGrp="1"/>
          </p:cNvSpPr>
          <p:nvPr/>
        </p:nvSpPr>
        <p:spPr>
          <a:xfrm xmlns:a="http://schemas.openxmlformats.org/drawingml/2006/main">
            <a:off x="6343650" y="53911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9B651B"/>
                </a:solidFill>
                <a:latin typeface="Noto Sans"/>
                <a:ea typeface="Noto Sans"/>
                <a:cs typeface="Noto Sans"/>
              </a:defRPr>
            </a:defPPr>
            <a:lvl1pPr algn="l">
              <a:defRPr sz="1050" b="1">
                <a:solidFill>
                  <a:srgbClr val="9B651B"/>
                </a:solidFill>
                <a:latin typeface="Noto Sans"/>
                <a:ea typeface="Noto Sans"/>
                <a:cs typeface="Noto Sans"/>
              </a:defRPr>
            </a:lvl1pPr>
            <a:lvl2pPr algn="l">
              <a:defRPr sz="1050" b="1">
                <a:solidFill>
                  <a:srgbClr val="9B651B"/>
                </a:solidFill>
                <a:latin typeface="Noto Sans"/>
                <a:ea typeface="Noto Sans"/>
                <a:cs typeface="Noto Sans"/>
              </a:defRPr>
            </a:lvl2pPr>
            <a:lvl3pPr algn="l">
              <a:defRPr sz="1050" b="1">
                <a:solidFill>
                  <a:srgbClr val="9B651B"/>
                </a:solidFill>
                <a:latin typeface="Noto Sans"/>
                <a:ea typeface="Noto Sans"/>
                <a:cs typeface="Noto Sans"/>
              </a:defRPr>
            </a:lvl3pPr>
            <a:lvl4pPr algn="l">
              <a:defRPr sz="1050" b="1">
                <a:solidFill>
                  <a:srgbClr val="9B651B"/>
                </a:solidFill>
                <a:latin typeface="Noto Sans"/>
                <a:ea typeface="Noto Sans"/>
                <a:cs typeface="Noto Sans"/>
              </a:defRPr>
            </a:lvl4pPr>
            <a:lvl5pPr algn="l">
              <a:defRPr sz="1050" b="1">
                <a:solidFill>
                  <a:srgbClr val="9B651B"/>
                </a:solidFill>
                <a:latin typeface="Noto Sans"/>
                <a:ea typeface="Noto Sans"/>
                <a:cs typeface="Noto Sans"/>
              </a:defRPr>
            </a:lvl5pPr>
            <a:lvl6pPr algn="l">
              <a:defRPr sz="1050" b="1">
                <a:solidFill>
                  <a:srgbClr val="9B651B"/>
                </a:solidFill>
                <a:latin typeface="Noto Sans"/>
                <a:ea typeface="Noto Sans"/>
                <a:cs typeface="Noto Sans"/>
              </a:defRPr>
            </a:lvl6pPr>
            <a:lvl7pPr algn="l">
              <a:defRPr sz="1050" b="1">
                <a:solidFill>
                  <a:srgbClr val="9B651B"/>
                </a:solidFill>
                <a:latin typeface="Noto Sans"/>
                <a:ea typeface="Noto Sans"/>
                <a:cs typeface="Noto Sans"/>
              </a:defRPr>
            </a:lvl7pPr>
            <a:lvl8pPr algn="l">
              <a:defRPr sz="1050" b="1">
                <a:solidFill>
                  <a:srgbClr val="9B651B"/>
                </a:solidFill>
                <a:latin typeface="Noto Sans"/>
                <a:ea typeface="Noto Sans"/>
                <a:cs typeface="Noto Sans"/>
              </a:defRPr>
            </a:lvl8pPr>
            <a:lvl9pPr algn="l">
              <a:defRPr sz="1050" b="1">
                <a:solidFill>
                  <a:srgbClr val="9B651B"/>
                </a:solidFill>
                <a:latin typeface="Noto Sans"/>
                <a:ea typeface="Noto Sans"/>
                <a:cs typeface="Noto Sans"/>
              </a:defRPr>
            </a:lvl9pPr>
          </a:lstStyle>
          <a:p xmlns:a="http://schemas.openxmlformats.org/drawingml/2006/main">
            <a:pPr algn="l">
              <a:defRPr sz="1050" b="1">
                <a:solidFill>
                  <a:srgbClr val="9B651B"/>
                </a:solidFill>
                <a:latin typeface="Noto Sans"/>
                <a:ea typeface="Noto Sans"/>
                <a:cs typeface="Noto Sans"/>
              </a:defRPr>
            </a:pPr>
            <a:r>
              <a:rPr sz="1050" b="1">
                <a:solidFill>
                  <a:srgbClr val="9B651B"/>
                </a:solidFill>
                <a:latin typeface="Noto Sans"/>
                <a:ea typeface="Noto Sans"/>
                <a:cs typeface="Noto Sans"/>
              </a:rPr>
              <a:t>03</a:t>
            </a:r>
          </a:p>
        </p:txBody>
      </p:sp>
      <p:sp>
        <p:nvSpPr>
          <p:cNvPr id="50" name="">
            <a:extLst xmlns:a="http://schemas.openxmlformats.org/drawingml/2006/main">
              <a:ext uri="{FF2B5EF4-FFF2-40B4-BE49-F238E27FC236}">
                <a16:creationId xmlns:a16="http://schemas.microsoft.com/office/drawing/2014/main" id="{5217F824-4319-47C9-A2B9-148D0E42763D}"/>
              </a:ext>
            </a:extLst>
          </p:cNvPr>
          <p:cNvSpPr>
            <a:spLocks xmlns:a="http://schemas.openxmlformats.org/drawingml/2006/main" noGrp="1"/>
          </p:cNvSpPr>
          <p:nvPr/>
        </p:nvSpPr>
        <p:spPr>
          <a:xfrm xmlns:a="http://schemas.openxmlformats.org/drawingml/2006/main">
            <a:off x="6781800" y="53530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Notifications</a:t>
            </a:r>
          </a:p>
        </p:txBody>
      </p:sp>
      <p:sp>
        <p:nvSpPr>
          <p:cNvPr id="51" name="">
            <a:extLst xmlns:a="http://schemas.openxmlformats.org/drawingml/2006/main">
              <a:ext uri="{FF2B5EF4-FFF2-40B4-BE49-F238E27FC236}">
                <a16:creationId xmlns:a16="http://schemas.microsoft.com/office/drawing/2014/main" id="{2A15A641-A7FA-4CFD-987C-858982B9EE8E}"/>
              </a:ext>
            </a:extLst>
          </p:cNvPr>
          <p:cNvSpPr>
            <a:spLocks xmlns:a="http://schemas.openxmlformats.org/drawingml/2006/main" noGrp="1"/>
          </p:cNvSpPr>
          <p:nvPr/>
        </p:nvSpPr>
        <p:spPr>
          <a:xfrm xmlns:a="http://schemas.openxmlformats.org/drawingml/2006/main">
            <a:off x="8172450" y="533400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Creates in-app alerts and durable email work</a:t>
            </a:r>
          </a:p>
        </p:txBody>
      </p:sp>
      <p:sp>
        <p:nvSpPr>
          <p:cNvPr id="52" name="">
            <a:extLst xmlns:a="http://schemas.openxmlformats.org/drawingml/2006/main">
              <a:ext uri="{FF2B5EF4-FFF2-40B4-BE49-F238E27FC236}">
                <a16:creationId xmlns:a16="http://schemas.microsoft.com/office/drawing/2014/main" id="{82595A6E-269E-4387-AD7C-AAA30421758C}"/>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67798452"/>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0E4EBA5-3EE7-49B0-A076-A5DA8CA9BED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9C7A1763-31D5-47F2-AE4E-82C1A58A0C5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26F93966-4D89-4F78-9C3E-C7D8B102AB4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2D2001EB-7AF1-44CE-9DAA-73917BA4DA24}"/>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0E88933-19F2-408A-9945-4A3CD7405D85}"/>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859F6398-7343-41AF-816F-2E653F56092C}"/>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8AEA36B-8FA7-4CBA-8B5A-454FEB525209}"/>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BBB9BB0C-07E2-4A3B-AD97-B33687A65B05}"/>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62730CC8-FAEB-401C-99CD-9C76BAD6A8A5}"/>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FFAEA82D-93FF-47B0-9632-0D5FCADFC749}"/>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984EABB-57B0-4C89-891A-728413130C62}"/>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21FF519A-B364-4E65-B1AD-3C3A7C90E261}"/>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F4BBBBA2-CCF2-4394-9879-C3C6FDC5E6A5}"/>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8E16FA54-8D9A-48C5-929D-72858AFA8307}"/>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1835A7F6-2EFD-4A0F-8F47-D163F0391535}"/>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7A910012-0539-4033-B9FE-F13CBC95B1BE}"/>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5561434A-F39E-459C-84D9-0C2DF5039A26}"/>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3CA7596A-14C0-4AD0-B3C1-28957CA281AF}"/>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D38CAB5F-618A-4CE7-B9A2-655D9AC26BE2}"/>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C35CE66B-CDBA-41C1-8C5A-3067DF0D16DD}"/>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E2735526-F556-44A1-A049-B4C5FA293713}"/>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08D256C4-41BB-41E7-92AE-8C2D9D193E3A}"/>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CDB19AFF-06A3-4BF0-AA7E-987EC28951D0}"/>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3C978DE6-A392-49EF-B414-FDAED1465B08}"/>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FE920BEF-FE58-4601-A898-005932BF17C2}"/>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6C8C2D12-7A03-4F20-8284-ABEBFDB882F6}"/>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F09BACC8-F1EA-4C43-BD05-AD53B017214A}"/>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E4933292-E836-41DC-A8F9-A312D70FFBA6}"/>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AA177860-1CEE-4198-974E-ACDE607D1B1F}"/>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F42C9736-D64B-4FB9-821E-3A5F518C4485}"/>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ED13DFAD-29CC-45E9-8704-619818AA3453}"/>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71EE142F-80E1-4E16-8E82-D36872F31D1B}"/>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B5B76946-39BA-4E4D-9B83-96BA06C7CBC1}"/>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B349C0A8-4D35-4AAB-A850-2ABF89EF79E1}"/>
              </a:ext>
            </a:extLst>
          </p:cNvPr>
          <p:cNvSpPr>
            <a:spLocks xmlns:a="http://schemas.openxmlformats.org/drawingml/2006/main" noGrp="1"/>
          </p:cNvSpPr>
          <p:nvPr/>
        </p:nvSpPr>
        <p:spPr>
          <a:xfrm xmlns:a="http://schemas.openxmlformats.org/drawingml/2006/main">
            <a:off x="609600" y="5581650"/>
            <a:ext cx="10972800" cy="514350"/>
          </a:xfrm>
          <a:prstGeom xmlns:a="http://schemas.openxmlformats.org/drawingml/2006/main" prst="roundRect">
            <a:avLst>
              <a:gd name="adj" fmla="val 22222"/>
            </a:avLst>
          </a:prstGeom>
          <a:solidFill xmlns:a="http://schemas.openxmlformats.org/drawingml/2006/main">
            <a:srgbClr val="EDF1E9"/>
          </a:solidFill>
          <a:ln xmlns:a="http://schemas.openxmlformats.org/drawingml/2006/main" w="11430">
            <a:solidFill>
              <a:srgbClr val="CFDBCF"/>
            </a:solidFill>
            <a:prstDash val="solid"/>
          </a:ln>
        </p:spPr>
      </p:sp>
      <p:sp>
        <p:nvSpPr>
          <p:cNvPr id="35" name="">
            <a:extLst xmlns:a="http://schemas.openxmlformats.org/drawingml/2006/main">
              <a:ext uri="{FF2B5EF4-FFF2-40B4-BE49-F238E27FC236}">
                <a16:creationId xmlns:a16="http://schemas.microsoft.com/office/drawing/2014/main" id="{BEEC9075-E77C-47FB-B67D-1829711CA793}"/>
              </a:ext>
            </a:extLst>
          </p:cNvPr>
          <p:cNvSpPr>
            <a:spLocks xmlns:a="http://schemas.openxmlformats.org/drawingml/2006/main" noGrp="1"/>
          </p:cNvSpPr>
          <p:nvPr/>
        </p:nvSpPr>
        <p:spPr>
          <a:xfrm xmlns:a="http://schemas.openxmlformats.org/drawingml/2006/main">
            <a:off x="819150" y="56959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6" name="">
            <a:extLst xmlns:a="http://schemas.openxmlformats.org/drawingml/2006/main">
              <a:ext uri="{FF2B5EF4-FFF2-40B4-BE49-F238E27FC236}">
                <a16:creationId xmlns:a16="http://schemas.microsoft.com/office/drawing/2014/main" id="{23FCEA86-435E-401E-A1DC-E136D3A38D78}"/>
              </a:ext>
            </a:extLst>
          </p:cNvPr>
          <p:cNvSpPr>
            <a:spLocks xmlns:a="http://schemas.openxmlformats.org/drawingml/2006/main" noGrp="1"/>
          </p:cNvSpPr>
          <p:nvPr/>
        </p:nvSpPr>
        <p:spPr>
          <a:xfrm xmlns:a="http://schemas.openxmlformats.org/drawingml/2006/main">
            <a:off x="2247900" y="563880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7" name="">
            <a:extLst xmlns:a="http://schemas.openxmlformats.org/drawingml/2006/main">
              <a:ext uri="{FF2B5EF4-FFF2-40B4-BE49-F238E27FC236}">
                <a16:creationId xmlns:a16="http://schemas.microsoft.com/office/drawing/2014/main" id="{99C8036F-5A2B-44A4-92A3-6BA01FF00CA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131186043"/>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D419068-D468-4B00-B657-6437C457DBF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AF40AB5A-CC8E-4DD4-8EF7-6BEB2593234A}"/>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91BAB62B-474C-4D1C-B9EE-3DF3B745A25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1496F3F7-63DA-4546-AC41-2585426FF9F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A4A6044-BE07-4884-BDB7-A5F9CD0D6474}"/>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7580B649-622C-406D-AA1B-1FF9BC1E5713}"/>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55AC19B-0781-4F85-B678-9F920718A29D}"/>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EE815D69-8657-42D2-9F7A-DE64540C39F2}"/>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63F5C647-E47D-4A55-A411-7E7A354214F1}"/>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191D8269-0960-4722-9251-BFCBBB3C5400}"/>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CC3B23A-9D68-41BD-9751-8623CACCEEE2}"/>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F9940B1A-243A-41A2-ADA8-5566CED665DD}"/>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2114DE4E-13A9-4F6D-9B93-0A31FB42D262}"/>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561198C9-36B4-4A36-A6F4-A9A49217A16B}"/>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CC7B2727-0711-4CDB-8214-AEC18993EA63}"/>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0CE0B4C9-6905-4CA5-BDEA-B4F9951D3523}"/>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8989F998-30CE-44A5-99B5-D0E8B617F273}"/>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8F8825B6-2D77-48CB-8DD2-5617A4E9559B}"/>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DDD62A46-A9B8-40D8-932A-0D2FF4AF4F1F}"/>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444C04E0-E0F4-4AC5-8541-53707FE8A2AB}"/>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C18D40DC-6856-4A09-933E-82A910E60431}"/>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DBE974C0-5760-4C05-AA4E-677104B39482}"/>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1B0F8AA3-7210-412C-80B6-4C8F0DC953E8}"/>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E265D98D-01A2-4D49-A3A4-748DD6454050}"/>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FA73929C-6AC6-4417-82BF-F2AAB65676D4}"/>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F95C0F17-658B-4DA1-899F-E5BD7DF139A1}"/>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067C321-7698-4586-ADFD-0BC330AB0C77}"/>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5F50E209-0FCE-4EB3-B61A-7DDA122B2C87}"/>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53E33C25-2686-4BB7-87FF-6C7EDAC68E14}"/>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9601DEA6-5641-44DA-9CE3-D10792F275FC}"/>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0D84AFDD-20A7-4F86-A2FC-FF19E0BB252A}"/>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C414DEDD-6FA5-418D-A5ED-8668E1D176A7}"/>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770A6274-8183-4F69-A820-D7561A51BEF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66362244"/>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08D9405-FA9B-45BD-8F32-08F97EAB01E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51732FFF-0552-41F6-8CEA-44300AD4011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C7567A8D-2E50-426E-947D-963C3588C92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2EAFA7A9-1AF4-4895-9671-1CE677BA745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1320C68-5129-485B-B60E-F2FB7BA040ED}"/>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E6742499-D8CB-4119-A296-9284734CB7B9}"/>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63AECEB-1A66-4D2C-90A5-842EA00445D1}"/>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FFA9B3AD-D6F8-440E-AFD7-7D44EB32A14F}"/>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3383B6-C2B7-414E-AA0D-C5A165539F72}"/>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ACCF1F12-158F-440F-8985-5DA664464F84}"/>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CD8226-D74E-4311-9573-6F8DB2374A69}"/>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9984431C-36F6-4D45-BC13-3D7D4E3A4228}"/>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80EE5B5-419D-4C4A-AAF5-3965E8452A94}"/>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360FBA88-88FD-481C-9A87-B7BC2BD9A225}"/>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AF654D-445E-479B-89FE-15BE33000874}"/>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5B46372D-87EF-4DFF-B526-3ED91015C7AD}"/>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3F58DD9-1B4F-46A1-A8AA-0B9FCEEF9735}"/>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A3C7A05C-063E-46D8-81DD-FC2EB1D8B05D}"/>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928DDB0-8825-40CB-B2FE-8557B78D2B56}"/>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A42300BC-5624-4559-8F96-E1799677C8CA}"/>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D6159990-74D5-4C41-942D-1AD488BA8E32}"/>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68B8B8FD-4B7B-4DCC-8EE8-A4C5AF915C4F}"/>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AF7FE896-3CE6-4747-8492-BF5CBE88F4F4}"/>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CE17A1E0-5281-4443-8243-2DDC1152C6E0}"/>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908EA5EB-7858-4CE8-A206-408139139831}"/>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97ACD815-A548-4F82-AFD0-6CF3C4E69596}"/>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D5715719-24ED-41C3-8111-2AA127766076}"/>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D0988283-1077-4379-B1A1-558DD4FAAD19}"/>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D3EC5475-1802-41FB-A705-2CB3B74EAF28}"/>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149172A1-FBFF-47C1-A36B-A27949E2A557}"/>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C11F43CF-A151-488F-B71B-31149F1D31C0}"/>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CC3CE938-4AEE-4670-9053-A758E2287729}"/>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C52850AE-9D60-4AFD-A5B8-FD5FAF15FFE2}"/>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767B614D-1702-47DF-AD6E-984D3C82D6FD}"/>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D7F9CB6B-4431-4396-8522-5C1293C6C4B6}"/>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0736372A-BDC7-436B-878C-91E5D64F4627}"/>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638E9ACD-6BC2-4137-87F6-DF70DCFAA414}"/>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072169934"/>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C848FB4-7E16-4B9A-90B7-71D13B6AA38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78222A51-B6F4-434F-8B43-FD14CA7FA03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2655CD78-3BCA-48DE-A8BA-5578940E0E27}"/>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93F77E77-2049-43E7-99A0-3B93C266692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F29A144-E285-4D2C-9930-54341B230AF4}"/>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99E68FD2-3CA1-40FD-B0D0-F063760D7A33}"/>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53A4708-B1EC-418A-A44B-DCE804024E15}"/>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BC5D4B64-1744-4B9F-AE50-F653E15DABAD}"/>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BF0657E3-5B9D-4AFC-8AAC-98E0210DDC1F}"/>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45509392-1208-4F01-8470-D23090E0CD86}"/>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BB215F7-B25A-45A1-87E1-47E2AFA04907}"/>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CE9D49C1-C4F3-440F-9B3E-AD59E1BE2D2F}"/>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D8BF3D1C-6C87-4F32-B2B6-87E227788DEC}"/>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2AAFDECD-FA9B-4957-8D2F-B2331551CEEF}"/>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E99057A8-70FD-4AF2-B7B0-B1D54DEEC047}"/>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7032B8D5-52AD-4BF4-B06A-90FC03A390BA}"/>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F384637A-2926-48AA-BC83-856A611373C1}"/>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279B0892-7B2E-46B5-AE59-9367D1ECE09E}"/>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292B3E73-8ACA-4DC4-A6F6-3149CB6A54B5}"/>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316C6B68-EB6F-4433-B70E-D8A54DC7E65E}"/>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75939690-080B-4679-BB02-B818FF87971C}"/>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D3BED43C-695F-4D14-876C-471A1974306C}"/>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C1D15E5E-94C0-4BBF-A086-506A88225D3A}"/>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BE0D1718-EF7C-45BC-88A7-E47E3749C216}"/>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CF650CEF-70F0-44BA-A6F2-651FB0DDF7EC}"/>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9A936E7D-7C01-4581-8098-DF74C71BEBB2}"/>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D5C97A5D-318A-4D92-BF63-DF866E6D7DD9}"/>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62AC58A2-F7EA-405C-B8BF-92F3E304ED96}"/>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BD9E4106-3E33-478A-89D9-81F0D501ED5E}"/>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0602E86C-F426-465D-A86E-10E2E9CA4A8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1523473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2026-10-19T19:30:26.9670000Z</dcterms:created>
  <dcterms:modified xsi:type="dcterms:W3CDTF">2026-10-19T19:30:26.9670000Z</dcterms:modified>
</coreProperties>
</file>